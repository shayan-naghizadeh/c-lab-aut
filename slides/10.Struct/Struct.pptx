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2" r:id="rId1"/>
  </p:sldMasterIdLst>
  <p:notesMasterIdLst>
    <p:notesMasterId r:id="rId13"/>
  </p:notesMasterIdLst>
  <p:sldIdLst>
    <p:sldId id="256" r:id="rId2"/>
    <p:sldId id="268" r:id="rId3"/>
    <p:sldId id="257" r:id="rId4"/>
    <p:sldId id="269" r:id="rId5"/>
    <p:sldId id="270" r:id="rId6"/>
    <p:sldId id="271" r:id="rId7"/>
    <p:sldId id="273" r:id="rId8"/>
    <p:sldId id="275" r:id="rId9"/>
    <p:sldId id="277" r:id="rId10"/>
    <p:sldId id="274" r:id="rId11"/>
    <p:sldId id="276" r:id="rId12"/>
  </p:sldIdLst>
  <p:sldSz cx="9144000" cy="5143500" type="screen16x9"/>
  <p:notesSz cx="6858000" cy="9144000"/>
  <p:embeddedFontLst>
    <p:embeddedFont>
      <p:font typeface="Fira Code" panose="020B0809050000020004" pitchFamily="49" charset="0"/>
      <p:regular r:id="rId14"/>
      <p:bold r:id="rId1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05060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4BEAB1D1-4E42-4361-B4FD-13862715D387}">
  <a:tblStyle styleId="{4BEAB1D1-4E42-4361-B4FD-13862715D387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35" autoAdjust="0"/>
    <p:restoredTop sz="94660"/>
  </p:normalViewPr>
  <p:slideViewPr>
    <p:cSldViewPr snapToGrid="0">
      <p:cViewPr varScale="1">
        <p:scale>
          <a:sx n="161" d="100"/>
          <a:sy n="161" d="100"/>
        </p:scale>
        <p:origin x="156" y="1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ge7b5133482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6" name="Google Shape;456;ge7b5133482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1" name="Google Shape;811;ge7b3cc9d39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2" name="Google Shape;812;ge7b3cc9d39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ge7f9c668d6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9" name="Google Shape;469;ge7f9c668d6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7">
          <a:extLst>
            <a:ext uri="{FF2B5EF4-FFF2-40B4-BE49-F238E27FC236}">
              <a16:creationId xmlns:a16="http://schemas.microsoft.com/office/drawing/2014/main" id="{40CABC40-F329-B5E4-7C70-84AB5FBE68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ge7f9c668d6_0_0:notes">
            <a:extLst>
              <a:ext uri="{FF2B5EF4-FFF2-40B4-BE49-F238E27FC236}">
                <a16:creationId xmlns:a16="http://schemas.microsoft.com/office/drawing/2014/main" id="{A245F1FB-664E-A736-3CDD-A4B259C72F8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9" name="Google Shape;469;ge7f9c668d6_0_0:notes">
            <a:extLst>
              <a:ext uri="{FF2B5EF4-FFF2-40B4-BE49-F238E27FC236}">
                <a16:creationId xmlns:a16="http://schemas.microsoft.com/office/drawing/2014/main" id="{6EC57DD1-B10A-3EE2-991D-36891EF43EC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2180953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7">
          <a:extLst>
            <a:ext uri="{FF2B5EF4-FFF2-40B4-BE49-F238E27FC236}">
              <a16:creationId xmlns:a16="http://schemas.microsoft.com/office/drawing/2014/main" id="{4F403356-3F30-20E5-6023-BD352164D2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ge7f9c668d6_0_0:notes">
            <a:extLst>
              <a:ext uri="{FF2B5EF4-FFF2-40B4-BE49-F238E27FC236}">
                <a16:creationId xmlns:a16="http://schemas.microsoft.com/office/drawing/2014/main" id="{E307FF30-32E4-1B17-BC3A-7D94500F97A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9" name="Google Shape;469;ge7f9c668d6_0_0:notes">
            <a:extLst>
              <a:ext uri="{FF2B5EF4-FFF2-40B4-BE49-F238E27FC236}">
                <a16:creationId xmlns:a16="http://schemas.microsoft.com/office/drawing/2014/main" id="{B19CF826-C75D-BAEB-785C-74CD1C66BCC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3659752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7">
          <a:extLst>
            <a:ext uri="{FF2B5EF4-FFF2-40B4-BE49-F238E27FC236}">
              <a16:creationId xmlns:a16="http://schemas.microsoft.com/office/drawing/2014/main" id="{695D99E8-3F6B-6E54-0A60-F9039F8DC4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ge7f9c668d6_0_0:notes">
            <a:extLst>
              <a:ext uri="{FF2B5EF4-FFF2-40B4-BE49-F238E27FC236}">
                <a16:creationId xmlns:a16="http://schemas.microsoft.com/office/drawing/2014/main" id="{A01EB841-3DCF-E865-5EFA-D521FE532E6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9" name="Google Shape;469;ge7f9c668d6_0_0:notes">
            <a:extLst>
              <a:ext uri="{FF2B5EF4-FFF2-40B4-BE49-F238E27FC236}">
                <a16:creationId xmlns:a16="http://schemas.microsoft.com/office/drawing/2014/main" id="{80D1F3E7-B137-22E2-6E82-48CAFE43A3C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6775382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7">
          <a:extLst>
            <a:ext uri="{FF2B5EF4-FFF2-40B4-BE49-F238E27FC236}">
              <a16:creationId xmlns:a16="http://schemas.microsoft.com/office/drawing/2014/main" id="{3264B088-3E71-E6F9-C08E-A3AFA411FF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ge7f9c668d6_0_0:notes">
            <a:extLst>
              <a:ext uri="{FF2B5EF4-FFF2-40B4-BE49-F238E27FC236}">
                <a16:creationId xmlns:a16="http://schemas.microsoft.com/office/drawing/2014/main" id="{35004E88-846D-27FF-0E2A-41D8AD2E087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9" name="Google Shape;469;ge7f9c668d6_0_0:notes">
            <a:extLst>
              <a:ext uri="{FF2B5EF4-FFF2-40B4-BE49-F238E27FC236}">
                <a16:creationId xmlns:a16="http://schemas.microsoft.com/office/drawing/2014/main" id="{7C3A520A-2E3E-F250-650A-A4CF51190E7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09765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7">
          <a:extLst>
            <a:ext uri="{FF2B5EF4-FFF2-40B4-BE49-F238E27FC236}">
              <a16:creationId xmlns:a16="http://schemas.microsoft.com/office/drawing/2014/main" id="{1AD54E67-8023-7F13-6758-FE1A789BFD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ge7f9c668d6_0_0:notes">
            <a:extLst>
              <a:ext uri="{FF2B5EF4-FFF2-40B4-BE49-F238E27FC236}">
                <a16:creationId xmlns:a16="http://schemas.microsoft.com/office/drawing/2014/main" id="{B84E15F0-73FA-7FCD-B4FF-C5D96640AF9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9" name="Google Shape;469;ge7f9c668d6_0_0:notes">
            <a:extLst>
              <a:ext uri="{FF2B5EF4-FFF2-40B4-BE49-F238E27FC236}">
                <a16:creationId xmlns:a16="http://schemas.microsoft.com/office/drawing/2014/main" id="{078C7456-2374-2627-AB42-E44864FFA9C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3530515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7">
          <a:extLst>
            <a:ext uri="{FF2B5EF4-FFF2-40B4-BE49-F238E27FC236}">
              <a16:creationId xmlns:a16="http://schemas.microsoft.com/office/drawing/2014/main" id="{5EA2DBF5-5F04-D5DD-9BD7-1BCF03C602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ge7f9c668d6_0_0:notes">
            <a:extLst>
              <a:ext uri="{FF2B5EF4-FFF2-40B4-BE49-F238E27FC236}">
                <a16:creationId xmlns:a16="http://schemas.microsoft.com/office/drawing/2014/main" id="{67530758-6F5E-E933-5E93-B25DE00AD52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9" name="Google Shape;469;ge7f9c668d6_0_0:notes">
            <a:extLst>
              <a:ext uri="{FF2B5EF4-FFF2-40B4-BE49-F238E27FC236}">
                <a16:creationId xmlns:a16="http://schemas.microsoft.com/office/drawing/2014/main" id="{E7F66A13-F617-CB7E-DAAD-86DFEA49B4A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763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/>
          <p:nvPr/>
        </p:nvSpPr>
        <p:spPr>
          <a:xfrm>
            <a:off x="0" y="542575"/>
            <a:ext cx="9144000" cy="4058400"/>
          </a:xfrm>
          <a:prstGeom prst="rect">
            <a:avLst/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" name="Google Shape;10;p2"/>
          <p:cNvSpPr/>
          <p:nvPr/>
        </p:nvSpPr>
        <p:spPr>
          <a:xfrm>
            <a:off x="0" y="0"/>
            <a:ext cx="4572000" cy="592800"/>
          </a:xfrm>
          <a:prstGeom prst="rect">
            <a:avLst/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ctrTitle"/>
          </p:nvPr>
        </p:nvSpPr>
        <p:spPr>
          <a:xfrm>
            <a:off x="1413525" y="1144250"/>
            <a:ext cx="5788800" cy="517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200"/>
              <a:buNone/>
              <a:defRPr sz="30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ubTitle" idx="1"/>
          </p:nvPr>
        </p:nvSpPr>
        <p:spPr>
          <a:xfrm>
            <a:off x="2231025" y="2765300"/>
            <a:ext cx="6202800" cy="46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00">
                <a:solidFill>
                  <a:schemeClr val="accent3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ubTitle" idx="2"/>
          </p:nvPr>
        </p:nvSpPr>
        <p:spPr>
          <a:xfrm>
            <a:off x="1788725" y="1761800"/>
            <a:ext cx="5788800" cy="46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4" name="Google Shape;14;p2"/>
          <p:cNvSpPr txBox="1"/>
          <p:nvPr/>
        </p:nvSpPr>
        <p:spPr>
          <a:xfrm>
            <a:off x="710125" y="745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5" name="Google Shape;15;p2"/>
          <p:cNvSpPr txBox="1"/>
          <p:nvPr/>
        </p:nvSpPr>
        <p:spPr>
          <a:xfrm>
            <a:off x="710125" y="1009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6" name="Google Shape;16;p2"/>
          <p:cNvSpPr txBox="1"/>
          <p:nvPr/>
        </p:nvSpPr>
        <p:spPr>
          <a:xfrm>
            <a:off x="710125" y="1273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7" name="Google Shape;17;p2"/>
          <p:cNvSpPr txBox="1"/>
          <p:nvPr/>
        </p:nvSpPr>
        <p:spPr>
          <a:xfrm>
            <a:off x="710125" y="1537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8" name="Google Shape;18;p2"/>
          <p:cNvSpPr txBox="1"/>
          <p:nvPr/>
        </p:nvSpPr>
        <p:spPr>
          <a:xfrm>
            <a:off x="710125" y="18007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5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9" name="Google Shape;19;p2"/>
          <p:cNvSpPr txBox="1"/>
          <p:nvPr/>
        </p:nvSpPr>
        <p:spPr>
          <a:xfrm>
            <a:off x="710125" y="20644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6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0" name="Google Shape;20;p2"/>
          <p:cNvSpPr txBox="1"/>
          <p:nvPr/>
        </p:nvSpPr>
        <p:spPr>
          <a:xfrm>
            <a:off x="710125" y="23281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7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1" name="Google Shape;21;p2"/>
          <p:cNvSpPr txBox="1"/>
          <p:nvPr/>
        </p:nvSpPr>
        <p:spPr>
          <a:xfrm>
            <a:off x="710125" y="25918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8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2" name="Google Shape;22;p2"/>
          <p:cNvSpPr txBox="1"/>
          <p:nvPr/>
        </p:nvSpPr>
        <p:spPr>
          <a:xfrm>
            <a:off x="710125" y="28555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9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3" name="Google Shape;23;p2"/>
          <p:cNvSpPr txBox="1"/>
          <p:nvPr/>
        </p:nvSpPr>
        <p:spPr>
          <a:xfrm>
            <a:off x="710125" y="31192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10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4" name="Google Shape;24;p2"/>
          <p:cNvSpPr txBox="1"/>
          <p:nvPr/>
        </p:nvSpPr>
        <p:spPr>
          <a:xfrm>
            <a:off x="710125" y="3382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5" name="Google Shape;25;p2"/>
          <p:cNvSpPr txBox="1"/>
          <p:nvPr/>
        </p:nvSpPr>
        <p:spPr>
          <a:xfrm>
            <a:off x="710125" y="3646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6" name="Google Shape;26;p2"/>
          <p:cNvSpPr txBox="1"/>
          <p:nvPr/>
        </p:nvSpPr>
        <p:spPr>
          <a:xfrm>
            <a:off x="710125" y="3910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7" name="Google Shape;27;p2"/>
          <p:cNvSpPr txBox="1"/>
          <p:nvPr/>
        </p:nvSpPr>
        <p:spPr>
          <a:xfrm>
            <a:off x="710125" y="4174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4"/>
          <p:cNvSpPr/>
          <p:nvPr/>
        </p:nvSpPr>
        <p:spPr>
          <a:xfrm>
            <a:off x="0" y="542575"/>
            <a:ext cx="9144000" cy="4058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" name="Google Shape;50;p4"/>
          <p:cNvSpPr/>
          <p:nvPr/>
        </p:nvSpPr>
        <p:spPr>
          <a:xfrm>
            <a:off x="4572000" y="0"/>
            <a:ext cx="4572000" cy="592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" name="Google Shape;51;p4"/>
          <p:cNvSpPr txBox="1">
            <a:spLocks noGrp="1"/>
          </p:cNvSpPr>
          <p:nvPr>
            <p:ph type="title"/>
          </p:nvPr>
        </p:nvSpPr>
        <p:spPr>
          <a:xfrm>
            <a:off x="1143250" y="582700"/>
            <a:ext cx="7290600" cy="54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4"/>
          <p:cNvSpPr txBox="1">
            <a:spLocks noGrp="1"/>
          </p:cNvSpPr>
          <p:nvPr>
            <p:ph type="body" idx="1"/>
          </p:nvPr>
        </p:nvSpPr>
        <p:spPr>
          <a:xfrm>
            <a:off x="1464250" y="1063175"/>
            <a:ext cx="6969600" cy="341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∗"/>
              <a:defRPr sz="10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3" name="Google Shape;53;p4"/>
          <p:cNvSpPr txBox="1"/>
          <p:nvPr/>
        </p:nvSpPr>
        <p:spPr>
          <a:xfrm>
            <a:off x="710125" y="745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54" name="Google Shape;54;p4"/>
          <p:cNvSpPr txBox="1"/>
          <p:nvPr/>
        </p:nvSpPr>
        <p:spPr>
          <a:xfrm>
            <a:off x="710125" y="1009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55" name="Google Shape;55;p4"/>
          <p:cNvSpPr txBox="1"/>
          <p:nvPr/>
        </p:nvSpPr>
        <p:spPr>
          <a:xfrm>
            <a:off x="710125" y="1273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56" name="Google Shape;56;p4"/>
          <p:cNvSpPr txBox="1"/>
          <p:nvPr/>
        </p:nvSpPr>
        <p:spPr>
          <a:xfrm>
            <a:off x="710125" y="1537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57" name="Google Shape;57;p4"/>
          <p:cNvSpPr txBox="1"/>
          <p:nvPr/>
        </p:nvSpPr>
        <p:spPr>
          <a:xfrm>
            <a:off x="710125" y="18007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5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58" name="Google Shape;58;p4"/>
          <p:cNvSpPr txBox="1"/>
          <p:nvPr/>
        </p:nvSpPr>
        <p:spPr>
          <a:xfrm>
            <a:off x="710125" y="20644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6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59" name="Google Shape;59;p4"/>
          <p:cNvSpPr txBox="1"/>
          <p:nvPr/>
        </p:nvSpPr>
        <p:spPr>
          <a:xfrm>
            <a:off x="710125" y="23281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7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60" name="Google Shape;60;p4"/>
          <p:cNvSpPr txBox="1"/>
          <p:nvPr/>
        </p:nvSpPr>
        <p:spPr>
          <a:xfrm>
            <a:off x="710125" y="25918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8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61" name="Google Shape;61;p4"/>
          <p:cNvSpPr txBox="1"/>
          <p:nvPr/>
        </p:nvSpPr>
        <p:spPr>
          <a:xfrm>
            <a:off x="710125" y="28555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9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62" name="Google Shape;62;p4"/>
          <p:cNvSpPr txBox="1"/>
          <p:nvPr/>
        </p:nvSpPr>
        <p:spPr>
          <a:xfrm>
            <a:off x="710125" y="31192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10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63" name="Google Shape;63;p4"/>
          <p:cNvSpPr txBox="1"/>
          <p:nvPr/>
        </p:nvSpPr>
        <p:spPr>
          <a:xfrm>
            <a:off x="710125" y="3382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64" name="Google Shape;64;p4"/>
          <p:cNvSpPr txBox="1"/>
          <p:nvPr/>
        </p:nvSpPr>
        <p:spPr>
          <a:xfrm>
            <a:off x="710125" y="3646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65" name="Google Shape;65;p4"/>
          <p:cNvSpPr txBox="1"/>
          <p:nvPr/>
        </p:nvSpPr>
        <p:spPr>
          <a:xfrm>
            <a:off x="710125" y="3910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66" name="Google Shape;66;p4"/>
          <p:cNvSpPr txBox="1"/>
          <p:nvPr/>
        </p:nvSpPr>
        <p:spPr>
          <a:xfrm>
            <a:off x="710125" y="4174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0"/>
          <p:cNvSpPr txBox="1">
            <a:spLocks noGrp="1"/>
          </p:cNvSpPr>
          <p:nvPr>
            <p:ph type="title"/>
          </p:nvPr>
        </p:nvSpPr>
        <p:spPr>
          <a:xfrm>
            <a:off x="710125" y="542575"/>
            <a:ext cx="3861900" cy="142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chemeClr val="accent6"/>
        </a:solidFill>
        <a:effectLst/>
      </p:bgPr>
    </p:bg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">
  <p:cSld name="CUSTOM_9">
    <p:spTree>
      <p:nvGrpSpPr>
        <p:cNvPr id="1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23"/>
          <p:cNvSpPr/>
          <p:nvPr/>
        </p:nvSpPr>
        <p:spPr>
          <a:xfrm>
            <a:off x="0" y="542575"/>
            <a:ext cx="9144000" cy="4058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8" name="Google Shape;418;p23"/>
          <p:cNvSpPr/>
          <p:nvPr/>
        </p:nvSpPr>
        <p:spPr>
          <a:xfrm>
            <a:off x="4572000" y="0"/>
            <a:ext cx="4572000" cy="626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9" name="Google Shape;419;p23"/>
          <p:cNvSpPr txBox="1"/>
          <p:nvPr/>
        </p:nvSpPr>
        <p:spPr>
          <a:xfrm>
            <a:off x="710125" y="745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20" name="Google Shape;420;p23"/>
          <p:cNvSpPr txBox="1"/>
          <p:nvPr/>
        </p:nvSpPr>
        <p:spPr>
          <a:xfrm>
            <a:off x="710125" y="1009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21" name="Google Shape;421;p23"/>
          <p:cNvSpPr txBox="1"/>
          <p:nvPr/>
        </p:nvSpPr>
        <p:spPr>
          <a:xfrm>
            <a:off x="710125" y="1273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22" name="Google Shape;422;p23"/>
          <p:cNvSpPr txBox="1"/>
          <p:nvPr/>
        </p:nvSpPr>
        <p:spPr>
          <a:xfrm>
            <a:off x="710125" y="1537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23" name="Google Shape;423;p23"/>
          <p:cNvSpPr txBox="1"/>
          <p:nvPr/>
        </p:nvSpPr>
        <p:spPr>
          <a:xfrm>
            <a:off x="710125" y="18007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5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24" name="Google Shape;424;p23"/>
          <p:cNvSpPr txBox="1"/>
          <p:nvPr/>
        </p:nvSpPr>
        <p:spPr>
          <a:xfrm>
            <a:off x="710125" y="20644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6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25" name="Google Shape;425;p23"/>
          <p:cNvSpPr txBox="1"/>
          <p:nvPr/>
        </p:nvSpPr>
        <p:spPr>
          <a:xfrm>
            <a:off x="710125" y="23281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7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26" name="Google Shape;426;p23"/>
          <p:cNvSpPr txBox="1"/>
          <p:nvPr/>
        </p:nvSpPr>
        <p:spPr>
          <a:xfrm>
            <a:off x="710125" y="25918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8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27" name="Google Shape;427;p23"/>
          <p:cNvSpPr txBox="1"/>
          <p:nvPr/>
        </p:nvSpPr>
        <p:spPr>
          <a:xfrm>
            <a:off x="710125" y="28555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9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28" name="Google Shape;428;p23"/>
          <p:cNvSpPr txBox="1"/>
          <p:nvPr/>
        </p:nvSpPr>
        <p:spPr>
          <a:xfrm>
            <a:off x="710125" y="31192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10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29" name="Google Shape;429;p23"/>
          <p:cNvSpPr txBox="1"/>
          <p:nvPr/>
        </p:nvSpPr>
        <p:spPr>
          <a:xfrm>
            <a:off x="710125" y="3382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30" name="Google Shape;430;p23"/>
          <p:cNvSpPr txBox="1"/>
          <p:nvPr/>
        </p:nvSpPr>
        <p:spPr>
          <a:xfrm>
            <a:off x="710125" y="3646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31" name="Google Shape;431;p23"/>
          <p:cNvSpPr txBox="1"/>
          <p:nvPr/>
        </p:nvSpPr>
        <p:spPr>
          <a:xfrm>
            <a:off x="710125" y="3910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32" name="Google Shape;432;p23"/>
          <p:cNvSpPr txBox="1"/>
          <p:nvPr/>
        </p:nvSpPr>
        <p:spPr>
          <a:xfrm>
            <a:off x="710125" y="4174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 1">
  <p:cSld name="CUSTOM_9_2">
    <p:spTree>
      <p:nvGrpSpPr>
        <p:cNvPr id="1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p24"/>
          <p:cNvSpPr/>
          <p:nvPr/>
        </p:nvSpPr>
        <p:spPr>
          <a:xfrm>
            <a:off x="0" y="542575"/>
            <a:ext cx="9144000" cy="4058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5" name="Google Shape;435;p24"/>
          <p:cNvSpPr/>
          <p:nvPr/>
        </p:nvSpPr>
        <p:spPr>
          <a:xfrm>
            <a:off x="0" y="0"/>
            <a:ext cx="4572000" cy="626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6" name="Google Shape;436;p24"/>
          <p:cNvSpPr txBox="1"/>
          <p:nvPr/>
        </p:nvSpPr>
        <p:spPr>
          <a:xfrm>
            <a:off x="710125" y="745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37" name="Google Shape;437;p24"/>
          <p:cNvSpPr txBox="1"/>
          <p:nvPr/>
        </p:nvSpPr>
        <p:spPr>
          <a:xfrm>
            <a:off x="710125" y="1009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38" name="Google Shape;438;p24"/>
          <p:cNvSpPr txBox="1"/>
          <p:nvPr/>
        </p:nvSpPr>
        <p:spPr>
          <a:xfrm>
            <a:off x="710125" y="1273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39" name="Google Shape;439;p24"/>
          <p:cNvSpPr txBox="1"/>
          <p:nvPr/>
        </p:nvSpPr>
        <p:spPr>
          <a:xfrm>
            <a:off x="710125" y="1537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40" name="Google Shape;440;p24"/>
          <p:cNvSpPr txBox="1"/>
          <p:nvPr/>
        </p:nvSpPr>
        <p:spPr>
          <a:xfrm>
            <a:off x="710125" y="18007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5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41" name="Google Shape;441;p24"/>
          <p:cNvSpPr txBox="1"/>
          <p:nvPr/>
        </p:nvSpPr>
        <p:spPr>
          <a:xfrm>
            <a:off x="710125" y="20644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6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42" name="Google Shape;442;p24"/>
          <p:cNvSpPr txBox="1"/>
          <p:nvPr/>
        </p:nvSpPr>
        <p:spPr>
          <a:xfrm>
            <a:off x="710125" y="23281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7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43" name="Google Shape;443;p24"/>
          <p:cNvSpPr txBox="1"/>
          <p:nvPr/>
        </p:nvSpPr>
        <p:spPr>
          <a:xfrm>
            <a:off x="710125" y="25918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8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44" name="Google Shape;444;p24"/>
          <p:cNvSpPr txBox="1"/>
          <p:nvPr/>
        </p:nvSpPr>
        <p:spPr>
          <a:xfrm>
            <a:off x="710125" y="28555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9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45" name="Google Shape;445;p24"/>
          <p:cNvSpPr txBox="1"/>
          <p:nvPr/>
        </p:nvSpPr>
        <p:spPr>
          <a:xfrm>
            <a:off x="710125" y="31192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10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46" name="Google Shape;446;p24"/>
          <p:cNvSpPr txBox="1"/>
          <p:nvPr/>
        </p:nvSpPr>
        <p:spPr>
          <a:xfrm>
            <a:off x="710125" y="3382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47" name="Google Shape;447;p24"/>
          <p:cNvSpPr txBox="1"/>
          <p:nvPr/>
        </p:nvSpPr>
        <p:spPr>
          <a:xfrm>
            <a:off x="710125" y="3646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48" name="Google Shape;448;p24"/>
          <p:cNvSpPr txBox="1"/>
          <p:nvPr/>
        </p:nvSpPr>
        <p:spPr>
          <a:xfrm>
            <a:off x="710125" y="3910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49" name="Google Shape;449;p24"/>
          <p:cNvSpPr txBox="1"/>
          <p:nvPr/>
        </p:nvSpPr>
        <p:spPr>
          <a:xfrm>
            <a:off x="710125" y="4174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accent5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Fira Code"/>
              <a:buNone/>
              <a:defRPr sz="2800">
                <a:solidFill>
                  <a:schemeClr val="lt1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L="914400" lvl="1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L="1371600" lvl="2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L="1828800" lvl="3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L="2286000" lvl="4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L="2743200" lvl="5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L="3200400" lvl="6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L="3657600" lvl="7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L="4114800" lvl="8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6" r:id="rId3"/>
    <p:sldLayoutId id="2147483658" r:id="rId4"/>
    <p:sldLayoutId id="2147483669" r:id="rId5"/>
    <p:sldLayoutId id="2147483670" r:id="rId6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p27"/>
          <p:cNvSpPr txBox="1">
            <a:spLocks noGrp="1"/>
          </p:cNvSpPr>
          <p:nvPr>
            <p:ph type="subTitle" idx="1"/>
          </p:nvPr>
        </p:nvSpPr>
        <p:spPr>
          <a:xfrm>
            <a:off x="754333" y="4669206"/>
            <a:ext cx="48651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indent="0"/>
            <a:r>
              <a:rPr lang="en-US" sz="1100" dirty="0"/>
              <a:t>#1</a:t>
            </a:r>
            <a:endParaRPr sz="1100" dirty="0"/>
          </a:p>
        </p:txBody>
      </p:sp>
      <p:sp>
        <p:nvSpPr>
          <p:cNvPr id="12" name="AutoShape 4">
            <a:extLst>
              <a:ext uri="{FF2B5EF4-FFF2-40B4-BE49-F238E27FC236}">
                <a16:creationId xmlns:a16="http://schemas.microsoft.com/office/drawing/2014/main" id="{73A6F7C9-409A-797F-AF51-72A58DC2B3E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24193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87D918C-E0AC-FDBE-0A5B-BBBF853694C2}"/>
              </a:ext>
            </a:extLst>
          </p:cNvPr>
          <p:cNvPicPr>
            <a:picLocks noChangeAspect="1"/>
          </p:cNvPicPr>
          <p:nvPr/>
        </p:nvPicPr>
        <p:blipFill>
          <a:blip r:embed="rId3">
            <a:lum bright="70000" contrast="-70000"/>
          </a:blip>
          <a:stretch>
            <a:fillRect/>
          </a:stretch>
        </p:blipFill>
        <p:spPr>
          <a:xfrm>
            <a:off x="3784285" y="779086"/>
            <a:ext cx="1439504" cy="149896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1BAAFEF-2D9E-F2CE-7133-52BC8A24DCB9}"/>
              </a:ext>
            </a:extLst>
          </p:cNvPr>
          <p:cNvSpPr txBox="1"/>
          <p:nvPr/>
        </p:nvSpPr>
        <p:spPr>
          <a:xfrm>
            <a:off x="2458994" y="2468693"/>
            <a:ext cx="4226011" cy="8901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  <a:buClr>
                <a:schemeClr val="dk2"/>
              </a:buClr>
              <a:buSzPts val="1400"/>
            </a:pPr>
            <a:r>
              <a:rPr lang="en-US" sz="1200" b="1" dirty="0" err="1">
                <a:solidFill>
                  <a:schemeClr val="accent3"/>
                </a:solidFill>
                <a:latin typeface="Arial" panose="020B0604020202020204" pitchFamily="34" charset="0"/>
                <a:ea typeface="Fira Code"/>
                <a:cs typeface="Arial" panose="020B0604020202020204" pitchFamily="34" charset="0"/>
                <a:sym typeface="Fira Code"/>
              </a:rPr>
              <a:t>Amirkabir</a:t>
            </a:r>
            <a:r>
              <a:rPr lang="en-US" sz="1200" b="1" dirty="0">
                <a:solidFill>
                  <a:schemeClr val="accent3"/>
                </a:solidFill>
                <a:latin typeface="Arial" panose="020B0604020202020204" pitchFamily="34" charset="0"/>
                <a:ea typeface="Fira Code"/>
                <a:cs typeface="Arial" panose="020B0604020202020204" pitchFamily="34" charset="0"/>
                <a:sym typeface="Fira Code"/>
              </a:rPr>
              <a:t> University of Technology </a:t>
            </a:r>
          </a:p>
          <a:p>
            <a:pPr algn="ctr">
              <a:lnSpc>
                <a:spcPct val="150000"/>
              </a:lnSpc>
              <a:buClr>
                <a:schemeClr val="dk2"/>
              </a:buClr>
              <a:buSzPts val="1400"/>
            </a:pPr>
            <a:r>
              <a:rPr lang="en-US" sz="1200" b="1" dirty="0">
                <a:solidFill>
                  <a:schemeClr val="accent3"/>
                </a:solidFill>
                <a:latin typeface="Arial" panose="020B0604020202020204" pitchFamily="34" charset="0"/>
                <a:ea typeface="Fira Code"/>
                <a:cs typeface="Arial" panose="020B0604020202020204" pitchFamily="34" charset="0"/>
                <a:sym typeface="Fira Code"/>
              </a:rPr>
              <a:t>(Tehran Polytechnic)</a:t>
            </a:r>
          </a:p>
          <a:p>
            <a:pPr algn="ctr">
              <a:lnSpc>
                <a:spcPct val="150000"/>
              </a:lnSpc>
              <a:buClr>
                <a:schemeClr val="dk2"/>
              </a:buClr>
              <a:buSzPts val="1400"/>
            </a:pPr>
            <a:r>
              <a:rPr lang="en-US" sz="1200" b="1" dirty="0">
                <a:solidFill>
                  <a:schemeClr val="accent3"/>
                </a:solidFill>
                <a:latin typeface="Arial" panose="020B0604020202020204" pitchFamily="34" charset="0"/>
                <a:ea typeface="Fira Code"/>
                <a:cs typeface="Arial" panose="020B0604020202020204" pitchFamily="34" charset="0"/>
                <a:sym typeface="Fira Code"/>
              </a:rPr>
              <a:t>Department of Computer Engineering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07BBED3-F08C-3E20-661F-A0EDA0FFFE9B}"/>
              </a:ext>
            </a:extLst>
          </p:cNvPr>
          <p:cNvSpPr txBox="1"/>
          <p:nvPr/>
        </p:nvSpPr>
        <p:spPr>
          <a:xfrm>
            <a:off x="4231983" y="3408151"/>
            <a:ext cx="17114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accent3"/>
                </a:solidFill>
                <a:latin typeface="Arial" panose="020B0604020202020204" pitchFamily="34" charset="0"/>
                <a:ea typeface="Fira Code"/>
                <a:cs typeface="Arial" panose="020B0604020202020204" pitchFamily="34" charset="0"/>
              </a:rPr>
              <a:t>Struct</a:t>
            </a:r>
          </a:p>
        </p:txBody>
      </p:sp>
      <p:sp>
        <p:nvSpPr>
          <p:cNvPr id="5" name="Google Shape;473;p28">
            <a:extLst>
              <a:ext uri="{FF2B5EF4-FFF2-40B4-BE49-F238E27FC236}">
                <a16:creationId xmlns:a16="http://schemas.microsoft.com/office/drawing/2014/main" id="{4565DFF7-02E5-DF80-F84F-AE9E4ED4AF1E}"/>
              </a:ext>
            </a:extLst>
          </p:cNvPr>
          <p:cNvSpPr txBox="1">
            <a:spLocks/>
          </p:cNvSpPr>
          <p:nvPr/>
        </p:nvSpPr>
        <p:spPr>
          <a:xfrm>
            <a:off x="729503" y="4701324"/>
            <a:ext cx="4865100" cy="3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pPr marL="0" indent="0">
              <a:buFont typeface="Fira Code"/>
              <a:buNone/>
            </a:pPr>
            <a:r>
              <a:rPr lang="en-US" dirty="0">
                <a:solidFill>
                  <a:schemeClr val="accent3"/>
                </a:solidFill>
              </a:rPr>
              <a:t>Programming Language Lab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8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4" name="Google Shape;814;p39"/>
          <p:cNvSpPr txBox="1">
            <a:spLocks noGrp="1"/>
          </p:cNvSpPr>
          <p:nvPr>
            <p:ph type="title"/>
          </p:nvPr>
        </p:nvSpPr>
        <p:spPr>
          <a:xfrm>
            <a:off x="710124" y="542575"/>
            <a:ext cx="4853393" cy="142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US" dirty="0"/>
              <a:t>Struct</a:t>
            </a:r>
            <a:endParaRPr dirty="0">
              <a:solidFill>
                <a:schemeClr val="accent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p28"/>
          <p:cNvSpPr txBox="1">
            <a:spLocks noGrp="1"/>
          </p:cNvSpPr>
          <p:nvPr>
            <p:ph type="title"/>
          </p:nvPr>
        </p:nvSpPr>
        <p:spPr>
          <a:xfrm>
            <a:off x="1053014" y="582700"/>
            <a:ext cx="7290600" cy="54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sz="2400" dirty="0">
                <a:solidFill>
                  <a:schemeClr val="accent2"/>
                </a:solidFill>
              </a:rPr>
              <a:t>Why do we need arrays?</a:t>
            </a:r>
            <a:endParaRPr sz="2400" dirty="0">
              <a:solidFill>
                <a:schemeClr val="accent2"/>
              </a:solidFill>
            </a:endParaRPr>
          </a:p>
        </p:txBody>
      </p:sp>
      <p:sp>
        <p:nvSpPr>
          <p:cNvPr id="473" name="Google Shape;473;p28"/>
          <p:cNvSpPr txBox="1">
            <a:spLocks noGrp="1"/>
          </p:cNvSpPr>
          <p:nvPr>
            <p:ph type="subTitle" idx="4294967295"/>
          </p:nvPr>
        </p:nvSpPr>
        <p:spPr>
          <a:xfrm>
            <a:off x="710125" y="4694725"/>
            <a:ext cx="48651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accent3"/>
                </a:solidFill>
              </a:rPr>
              <a:t>Programming Language Lab</a:t>
            </a:r>
            <a:endParaRPr sz="1400" dirty="0">
              <a:solidFill>
                <a:schemeClr val="accent3"/>
              </a:solidFill>
            </a:endParaRPr>
          </a:p>
        </p:txBody>
      </p:sp>
      <p:sp>
        <p:nvSpPr>
          <p:cNvPr id="474" name="Google Shape;474;p28"/>
          <p:cNvSpPr txBox="1">
            <a:spLocks noGrp="1"/>
          </p:cNvSpPr>
          <p:nvPr>
            <p:ph type="subTitle" idx="4294967295"/>
          </p:nvPr>
        </p:nvSpPr>
        <p:spPr>
          <a:xfrm>
            <a:off x="-5975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accent3"/>
                </a:solidFill>
              </a:rPr>
              <a:t>Struct.c</a:t>
            </a:r>
            <a:endParaRPr sz="1400" dirty="0">
              <a:solidFill>
                <a:schemeClr val="accent3"/>
              </a:solidFill>
            </a:endParaRPr>
          </a:p>
        </p:txBody>
      </p:sp>
      <p:sp>
        <p:nvSpPr>
          <p:cNvPr id="6" name="Google Shape;583;p33">
            <a:extLst>
              <a:ext uri="{FF2B5EF4-FFF2-40B4-BE49-F238E27FC236}">
                <a16:creationId xmlns:a16="http://schemas.microsoft.com/office/drawing/2014/main" id="{BE0B1925-328B-2EDA-5EFE-724887B49975}"/>
              </a:ext>
            </a:extLst>
          </p:cNvPr>
          <p:cNvSpPr txBox="1"/>
          <p:nvPr/>
        </p:nvSpPr>
        <p:spPr>
          <a:xfrm>
            <a:off x="1053014" y="1123900"/>
            <a:ext cx="7832308" cy="29761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1600" dirty="0">
                <a:solidFill>
                  <a:schemeClr val="accent1"/>
                </a:solidFill>
                <a:latin typeface="Fira Code"/>
                <a:ea typeface="Fira Code"/>
                <a:cs typeface="Fira Code"/>
              </a:rPr>
              <a:t>In C programming, a </a:t>
            </a:r>
            <a:r>
              <a:rPr lang="en-US" altLang="en-US" sz="1600" b="1" dirty="0">
                <a:solidFill>
                  <a:schemeClr val="accent2"/>
                </a:solidFill>
                <a:latin typeface="Fira Code"/>
                <a:ea typeface="Fira Code"/>
                <a:cs typeface="Fira Code"/>
              </a:rPr>
              <a:t>struct</a:t>
            </a:r>
            <a:r>
              <a:rPr lang="en-US" altLang="en-US" sz="1600" dirty="0">
                <a:solidFill>
                  <a:schemeClr val="accent1"/>
                </a:solidFill>
                <a:latin typeface="Fira Code"/>
                <a:ea typeface="Fira Code"/>
                <a:cs typeface="Fira Code"/>
              </a:rPr>
              <a:t> (short for structure) is a user-defined data type that allows you to group </a:t>
            </a:r>
            <a:r>
              <a:rPr lang="en-US" altLang="en-US" sz="1600" b="1" dirty="0">
                <a:solidFill>
                  <a:schemeClr val="accent2"/>
                </a:solidFill>
                <a:latin typeface="Fira Code"/>
                <a:ea typeface="Fira Code"/>
                <a:cs typeface="Fira Code"/>
              </a:rPr>
              <a:t>different variables</a:t>
            </a:r>
            <a:r>
              <a:rPr lang="en-US" altLang="en-US" sz="1600" dirty="0">
                <a:solidFill>
                  <a:schemeClr val="accent2"/>
                </a:solidFill>
                <a:latin typeface="Fira Code"/>
                <a:ea typeface="Fira Code"/>
                <a:cs typeface="Fira Code"/>
              </a:rPr>
              <a:t> </a:t>
            </a:r>
            <a:r>
              <a:rPr lang="en-US" altLang="en-US" sz="1600" dirty="0">
                <a:solidFill>
                  <a:schemeClr val="accent1"/>
                </a:solidFill>
                <a:latin typeface="Fira Code"/>
                <a:ea typeface="Fira Code"/>
                <a:cs typeface="Fira Code"/>
              </a:rPr>
              <a:t>under a single name. These variables, called </a:t>
            </a:r>
            <a:r>
              <a:rPr lang="en-US" altLang="en-US" sz="1600" dirty="0">
                <a:solidFill>
                  <a:schemeClr val="accent2"/>
                </a:solidFill>
                <a:latin typeface="Fira Code"/>
                <a:ea typeface="Fira Code"/>
                <a:cs typeface="Fira Code"/>
              </a:rPr>
              <a:t>members</a:t>
            </a:r>
            <a:r>
              <a:rPr lang="en-US" altLang="en-US" sz="1600" dirty="0">
                <a:solidFill>
                  <a:schemeClr val="accent1"/>
                </a:solidFill>
                <a:latin typeface="Fira Code"/>
                <a:ea typeface="Fira Code"/>
                <a:cs typeface="Fira Code"/>
              </a:rPr>
              <a:t>, can be of different types (int, float, char, etc.). Using a struct, you can represent a real-world object more clearly.</a:t>
            </a:r>
            <a:endParaRPr lang="fa-IR" altLang="en-US" sz="1600" dirty="0">
              <a:solidFill>
                <a:schemeClr val="accent1"/>
              </a:solidFill>
              <a:latin typeface="Fira Code"/>
              <a:ea typeface="Fira Code"/>
              <a:cs typeface="Fira Code"/>
            </a:endParaRP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fa-IR" altLang="en-US" sz="1600" dirty="0">
              <a:solidFill>
                <a:schemeClr val="accent1"/>
              </a:solidFill>
              <a:latin typeface="Fira Code"/>
              <a:ea typeface="Fira Code"/>
              <a:cs typeface="Fira Code"/>
            </a:endParaRP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1600" dirty="0">
                <a:solidFill>
                  <a:schemeClr val="accent1"/>
                </a:solidFill>
                <a:latin typeface="Fira Code"/>
                <a:ea typeface="Fira Code"/>
                <a:cs typeface="Fira Code"/>
              </a:rPr>
              <a:t>For example, instead of having separate variables for a student’s name, age, and grade, you can group them together inside a struct Student. </a:t>
            </a:r>
            <a: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C</a:t>
            </a:r>
            <a:endParaRPr lang="en-US" sz="1800" dirty="0">
              <a:solidFill>
                <a:schemeClr val="accent1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4" name="Google Shape;473;p28">
            <a:extLst>
              <a:ext uri="{FF2B5EF4-FFF2-40B4-BE49-F238E27FC236}">
                <a16:creationId xmlns:a16="http://schemas.microsoft.com/office/drawing/2014/main" id="{ED1FD636-A210-B0E0-3223-1D7CC350035B}"/>
              </a:ext>
            </a:extLst>
          </p:cNvPr>
          <p:cNvSpPr txBox="1">
            <a:spLocks/>
          </p:cNvSpPr>
          <p:nvPr/>
        </p:nvSpPr>
        <p:spPr>
          <a:xfrm>
            <a:off x="8433851" y="4694675"/>
            <a:ext cx="319124" cy="3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pPr marL="0" indent="0">
              <a:buFont typeface="Fira Code"/>
              <a:buNone/>
            </a:pPr>
            <a:r>
              <a:rPr lang="en" sz="1100">
                <a:solidFill>
                  <a:schemeClr val="accent3"/>
                </a:solidFill>
              </a:rPr>
              <a:t>1</a:t>
            </a:r>
            <a:endParaRPr lang="en" dirty="0">
              <a:solidFill>
                <a:schemeClr val="accent3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0">
          <a:extLst>
            <a:ext uri="{FF2B5EF4-FFF2-40B4-BE49-F238E27FC236}">
              <a16:creationId xmlns:a16="http://schemas.microsoft.com/office/drawing/2014/main" id="{2054D792-8F71-AD75-E393-98B1F2143D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p28">
            <a:extLst>
              <a:ext uri="{FF2B5EF4-FFF2-40B4-BE49-F238E27FC236}">
                <a16:creationId xmlns:a16="http://schemas.microsoft.com/office/drawing/2014/main" id="{57DA96F1-2E4E-AE5E-8F6B-1DFF77E6DB2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53014" y="582700"/>
            <a:ext cx="7290600" cy="54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altLang="en-US" sz="2400" b="1" dirty="0">
                <a:solidFill>
                  <a:schemeClr val="accent2"/>
                </a:solidFill>
              </a:rPr>
              <a:t>struct</a:t>
            </a:r>
            <a:endParaRPr sz="2400" dirty="0">
              <a:solidFill>
                <a:schemeClr val="accent2"/>
              </a:solidFill>
            </a:endParaRPr>
          </a:p>
        </p:txBody>
      </p:sp>
      <p:sp>
        <p:nvSpPr>
          <p:cNvPr id="473" name="Google Shape;473;p28">
            <a:extLst>
              <a:ext uri="{FF2B5EF4-FFF2-40B4-BE49-F238E27FC236}">
                <a16:creationId xmlns:a16="http://schemas.microsoft.com/office/drawing/2014/main" id="{D2E38FDA-C428-9950-5187-1C87C3EAC89E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710125" y="4694725"/>
            <a:ext cx="48651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accent3"/>
                </a:solidFill>
              </a:rPr>
              <a:t>Programming Language Lab</a:t>
            </a:r>
            <a:endParaRPr sz="1400" dirty="0">
              <a:solidFill>
                <a:schemeClr val="accent3"/>
              </a:solidFill>
            </a:endParaRPr>
          </a:p>
        </p:txBody>
      </p:sp>
      <p:sp>
        <p:nvSpPr>
          <p:cNvPr id="474" name="Google Shape;474;p28">
            <a:extLst>
              <a:ext uri="{FF2B5EF4-FFF2-40B4-BE49-F238E27FC236}">
                <a16:creationId xmlns:a16="http://schemas.microsoft.com/office/drawing/2014/main" id="{BD5CAB15-DAC4-E0B0-AFD0-2539E7AFD8B2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-5975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accent3"/>
                </a:solidFill>
              </a:rPr>
              <a:t>Struct.c</a:t>
            </a:r>
            <a:endParaRPr sz="1400" dirty="0">
              <a:solidFill>
                <a:schemeClr val="accent3"/>
              </a:solidFill>
            </a:endParaRPr>
          </a:p>
        </p:txBody>
      </p:sp>
      <p:sp>
        <p:nvSpPr>
          <p:cNvPr id="14" name="Google Shape;473;p28">
            <a:extLst>
              <a:ext uri="{FF2B5EF4-FFF2-40B4-BE49-F238E27FC236}">
                <a16:creationId xmlns:a16="http://schemas.microsoft.com/office/drawing/2014/main" id="{2EA75776-38EB-8159-B45B-ACBE4D338B2B}"/>
              </a:ext>
            </a:extLst>
          </p:cNvPr>
          <p:cNvSpPr txBox="1">
            <a:spLocks/>
          </p:cNvSpPr>
          <p:nvPr/>
        </p:nvSpPr>
        <p:spPr>
          <a:xfrm>
            <a:off x="8433851" y="4694675"/>
            <a:ext cx="319124" cy="3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pPr marL="0" indent="0">
              <a:buFont typeface="Fira Code"/>
              <a:buNone/>
            </a:pPr>
            <a:r>
              <a:rPr lang="en" sz="1100" dirty="0">
                <a:solidFill>
                  <a:schemeClr val="accent3"/>
                </a:solidFill>
              </a:rPr>
              <a:t>2</a:t>
            </a:r>
            <a:endParaRPr lang="en" dirty="0">
              <a:solidFill>
                <a:schemeClr val="accent3"/>
              </a:solidFill>
            </a:endParaRP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55A3A3D6-7D7C-559A-4F87-1CD8E1C37DF5}"/>
              </a:ext>
            </a:extLst>
          </p:cNvPr>
          <p:cNvSpPr/>
          <p:nvPr/>
        </p:nvSpPr>
        <p:spPr>
          <a:xfrm>
            <a:off x="1077914" y="1257775"/>
            <a:ext cx="7675061" cy="2909010"/>
          </a:xfrm>
          <a:prstGeom prst="roundRect">
            <a:avLst/>
          </a:prstGeom>
          <a:solidFill>
            <a:schemeClr val="accent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139700" lvl="0">
              <a:buClr>
                <a:srgbClr val="72D9F0"/>
              </a:buClr>
              <a:buSzPts val="1400"/>
              <a:defRPr/>
            </a:pPr>
            <a:r>
              <a:rPr lang="en-US" sz="1100" dirty="0">
                <a:solidFill>
                  <a:schemeClr val="tx2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Fira Code"/>
              </a:rPr>
              <a:t>#include </a:t>
            </a:r>
            <a:r>
              <a:rPr lang="en-US" sz="1100" dirty="0">
                <a:solidFill>
                  <a:schemeClr val="accent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Fira Code"/>
              </a:rPr>
              <a:t>&lt;</a:t>
            </a:r>
            <a:r>
              <a:rPr lang="en-US" sz="1100" dirty="0" err="1">
                <a:solidFill>
                  <a:schemeClr val="accent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Fira Code"/>
              </a:rPr>
              <a:t>stdio.h</a:t>
            </a:r>
            <a:r>
              <a:rPr lang="en-US" sz="1100" dirty="0">
                <a:solidFill>
                  <a:schemeClr val="accent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Fira Code"/>
              </a:rPr>
              <a:t>&gt;</a:t>
            </a:r>
          </a:p>
          <a:p>
            <a:pPr marL="139700" lvl="0">
              <a:buClr>
                <a:srgbClr val="72D9F0"/>
              </a:buClr>
              <a:buSzPts val="1400"/>
              <a:defRPr/>
            </a:pPr>
            <a:endParaRPr lang="en-US" sz="1100" dirty="0">
              <a:solidFill>
                <a:schemeClr val="accent1"/>
              </a:solidFill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  <a:sym typeface="Fira Code"/>
            </a:endParaRPr>
          </a:p>
          <a:p>
            <a:pPr marL="139700" lvl="0">
              <a:buClr>
                <a:srgbClr val="72D9F0"/>
              </a:buClr>
              <a:buSzPts val="1400"/>
              <a:defRPr/>
            </a:pPr>
            <a:r>
              <a:rPr lang="en-US" sz="1100" dirty="0">
                <a:solidFill>
                  <a:schemeClr val="tx2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Fira Code"/>
              </a:rPr>
              <a:t>struct</a:t>
            </a:r>
            <a:r>
              <a:rPr lang="en-US" sz="1100" dirty="0">
                <a:solidFill>
                  <a:schemeClr val="accent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Fira Code"/>
              </a:rPr>
              <a:t> Student {</a:t>
            </a:r>
          </a:p>
          <a:p>
            <a:pPr marL="139700" lvl="0">
              <a:buClr>
                <a:srgbClr val="72D9F0"/>
              </a:buClr>
              <a:buSzPts val="1400"/>
              <a:defRPr/>
            </a:pPr>
            <a:r>
              <a:rPr lang="en-US" sz="1100" dirty="0">
                <a:solidFill>
                  <a:schemeClr val="accent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Fira Code"/>
              </a:rPr>
              <a:t>    char name[20];</a:t>
            </a:r>
          </a:p>
          <a:p>
            <a:pPr marL="139700" lvl="0">
              <a:buClr>
                <a:srgbClr val="72D9F0"/>
              </a:buClr>
              <a:buSzPts val="1400"/>
              <a:defRPr/>
            </a:pPr>
            <a:r>
              <a:rPr lang="en-US" sz="1100" dirty="0">
                <a:solidFill>
                  <a:schemeClr val="accent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Fira Code"/>
              </a:rPr>
              <a:t>    int age;</a:t>
            </a:r>
          </a:p>
          <a:p>
            <a:pPr marL="139700" lvl="0">
              <a:buClr>
                <a:srgbClr val="72D9F0"/>
              </a:buClr>
              <a:buSzPts val="1400"/>
              <a:defRPr/>
            </a:pPr>
            <a:r>
              <a:rPr lang="en-US" sz="1100" dirty="0">
                <a:solidFill>
                  <a:schemeClr val="accent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Fira Code"/>
              </a:rPr>
              <a:t>};</a:t>
            </a:r>
          </a:p>
          <a:p>
            <a:pPr marL="139700" lvl="0">
              <a:buClr>
                <a:srgbClr val="72D9F0"/>
              </a:buClr>
              <a:buSzPts val="1400"/>
              <a:defRPr/>
            </a:pPr>
            <a:endParaRPr lang="en-US" sz="1100" dirty="0">
              <a:solidFill>
                <a:schemeClr val="accent1"/>
              </a:solidFill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  <a:sym typeface="Fira Code"/>
            </a:endParaRPr>
          </a:p>
          <a:p>
            <a:pPr marL="139700" lvl="0">
              <a:buClr>
                <a:srgbClr val="72D9F0"/>
              </a:buClr>
              <a:buSzPts val="1400"/>
              <a:defRPr/>
            </a:pPr>
            <a:r>
              <a:rPr lang="en-US" sz="1100" dirty="0">
                <a:solidFill>
                  <a:schemeClr val="tx2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Fira Code"/>
              </a:rPr>
              <a:t>int</a:t>
            </a:r>
            <a:r>
              <a:rPr lang="en-US" sz="1100" dirty="0">
                <a:solidFill>
                  <a:schemeClr val="accent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Fira Code"/>
              </a:rPr>
              <a:t> main() {</a:t>
            </a:r>
          </a:p>
          <a:p>
            <a:pPr marL="139700" lvl="0">
              <a:buClr>
                <a:srgbClr val="72D9F0"/>
              </a:buClr>
              <a:buSzPts val="1400"/>
              <a:defRPr/>
            </a:pPr>
            <a:r>
              <a:rPr lang="en-US" sz="1100" dirty="0">
                <a:solidFill>
                  <a:schemeClr val="accent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Fira Code"/>
              </a:rPr>
              <a:t>    </a:t>
            </a:r>
            <a:r>
              <a:rPr lang="en-US" sz="1100" dirty="0">
                <a:solidFill>
                  <a:schemeClr val="tx2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Fira Code"/>
              </a:rPr>
              <a:t>struct Student </a:t>
            </a:r>
            <a:r>
              <a:rPr lang="en-US" sz="1100" dirty="0">
                <a:solidFill>
                  <a:schemeClr val="accent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Fira Code"/>
              </a:rPr>
              <a:t>s1 = {"Ali", 20};</a:t>
            </a:r>
          </a:p>
          <a:p>
            <a:pPr marL="139700" lvl="0">
              <a:buClr>
                <a:srgbClr val="72D9F0"/>
              </a:buClr>
              <a:buSzPts val="1400"/>
              <a:defRPr/>
            </a:pPr>
            <a:endParaRPr lang="en-US" sz="1100" dirty="0">
              <a:solidFill>
                <a:schemeClr val="accent1"/>
              </a:solidFill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  <a:sym typeface="Fira Code"/>
            </a:endParaRPr>
          </a:p>
          <a:p>
            <a:pPr marL="139700" lvl="0">
              <a:buClr>
                <a:srgbClr val="72D9F0"/>
              </a:buClr>
              <a:buSzPts val="1400"/>
              <a:defRPr/>
            </a:pPr>
            <a:r>
              <a:rPr lang="en-US" sz="1100" dirty="0">
                <a:solidFill>
                  <a:schemeClr val="accent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Fira Code"/>
              </a:rPr>
              <a:t>    </a:t>
            </a:r>
            <a:r>
              <a:rPr lang="en-US" sz="1100" dirty="0" err="1">
                <a:solidFill>
                  <a:srgbClr val="FF000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Fira Code"/>
              </a:rPr>
              <a:t>printf</a:t>
            </a:r>
            <a:r>
              <a:rPr lang="en-US" sz="1100" dirty="0">
                <a:solidFill>
                  <a:schemeClr val="accent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Fira Code"/>
              </a:rPr>
              <a:t>("Name: %s\n", s1.name);</a:t>
            </a:r>
          </a:p>
          <a:p>
            <a:pPr marL="139700" lvl="0">
              <a:buClr>
                <a:srgbClr val="72D9F0"/>
              </a:buClr>
              <a:buSzPts val="1400"/>
              <a:defRPr/>
            </a:pPr>
            <a:r>
              <a:rPr lang="en-US" sz="1100" dirty="0">
                <a:solidFill>
                  <a:schemeClr val="accent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Fira Code"/>
              </a:rPr>
              <a:t>    </a:t>
            </a:r>
            <a:r>
              <a:rPr lang="en-US" sz="1100" dirty="0" err="1">
                <a:solidFill>
                  <a:srgbClr val="FF000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Fira Code"/>
              </a:rPr>
              <a:t>printf</a:t>
            </a:r>
            <a:r>
              <a:rPr lang="en-US" sz="1100" dirty="0">
                <a:solidFill>
                  <a:schemeClr val="accent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Fira Code"/>
              </a:rPr>
              <a:t>("Age: %d\n", s1.age);</a:t>
            </a:r>
          </a:p>
          <a:p>
            <a:pPr marL="139700" lvl="0">
              <a:buClr>
                <a:srgbClr val="72D9F0"/>
              </a:buClr>
              <a:buSzPts val="1400"/>
              <a:defRPr/>
            </a:pPr>
            <a:endParaRPr lang="en-US" sz="1100" dirty="0">
              <a:solidFill>
                <a:schemeClr val="accent1"/>
              </a:solidFill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  <a:sym typeface="Fira Code"/>
            </a:endParaRPr>
          </a:p>
          <a:p>
            <a:pPr marL="139700" lvl="0">
              <a:buClr>
                <a:srgbClr val="72D9F0"/>
              </a:buClr>
              <a:buSzPts val="1400"/>
              <a:defRPr/>
            </a:pPr>
            <a:r>
              <a:rPr lang="en-US" sz="1100" dirty="0">
                <a:solidFill>
                  <a:schemeClr val="accent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Fira Code"/>
              </a:rPr>
              <a:t>    </a:t>
            </a:r>
            <a:r>
              <a:rPr lang="en-US" sz="1100" dirty="0">
                <a:solidFill>
                  <a:srgbClr val="FF000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Fira Code"/>
              </a:rPr>
              <a:t>return</a:t>
            </a:r>
            <a:r>
              <a:rPr lang="en-US" sz="1100" dirty="0">
                <a:solidFill>
                  <a:schemeClr val="accent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Fira Code"/>
              </a:rPr>
              <a:t> 0;</a:t>
            </a:r>
          </a:p>
          <a:p>
            <a:pPr marL="139700" lvl="0">
              <a:buClr>
                <a:srgbClr val="72D9F0"/>
              </a:buClr>
              <a:buSzPts val="1400"/>
              <a:defRPr/>
            </a:pPr>
            <a:r>
              <a:rPr lang="en-US" sz="1100" dirty="0">
                <a:solidFill>
                  <a:schemeClr val="accent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Fira Code"/>
              </a:rPr>
              <a:t>}</a:t>
            </a: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  <a:sym typeface="Fira Code"/>
            </a:endParaRPr>
          </a:p>
        </p:txBody>
      </p:sp>
      <p:sp>
        <p:nvSpPr>
          <p:cNvPr id="4" name="Google Shape;475;p28">
            <a:extLst>
              <a:ext uri="{FF2B5EF4-FFF2-40B4-BE49-F238E27FC236}">
                <a16:creationId xmlns:a16="http://schemas.microsoft.com/office/drawing/2014/main" id="{044E20A8-AAB8-0AA0-4167-CDD0DBFD21D1}"/>
              </a:ext>
            </a:extLst>
          </p:cNvPr>
          <p:cNvSpPr txBox="1">
            <a:spLocks/>
          </p:cNvSpPr>
          <p:nvPr/>
        </p:nvSpPr>
        <p:spPr>
          <a:xfrm>
            <a:off x="4572000" y="91525"/>
            <a:ext cx="4572000" cy="3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pPr marL="0" indent="0" algn="ctr">
              <a:buFont typeface="Fira Code"/>
              <a:buNone/>
            </a:pPr>
            <a:r>
              <a:rPr lang="en-US" dirty="0">
                <a:solidFill>
                  <a:schemeClr val="accent3"/>
                </a:solidFill>
              </a:rPr>
              <a:t>example</a:t>
            </a:r>
          </a:p>
        </p:txBody>
      </p:sp>
    </p:spTree>
    <p:extLst>
      <p:ext uri="{BB962C8B-B14F-4D97-AF65-F5344CB8AC3E}">
        <p14:creationId xmlns:p14="http://schemas.microsoft.com/office/powerpoint/2010/main" val="29744213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0">
          <a:extLst>
            <a:ext uri="{FF2B5EF4-FFF2-40B4-BE49-F238E27FC236}">
              <a16:creationId xmlns:a16="http://schemas.microsoft.com/office/drawing/2014/main" id="{D42F9462-DAE9-9401-0AD4-36338D279C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p28">
            <a:extLst>
              <a:ext uri="{FF2B5EF4-FFF2-40B4-BE49-F238E27FC236}">
                <a16:creationId xmlns:a16="http://schemas.microsoft.com/office/drawing/2014/main" id="{D18242C1-184C-E4B5-97D7-4EFF85498E7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53014" y="582700"/>
            <a:ext cx="7290600" cy="54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altLang="en-US" sz="2400" b="1" dirty="0">
                <a:solidFill>
                  <a:schemeClr val="accent2"/>
                </a:solidFill>
              </a:rPr>
              <a:t>struct</a:t>
            </a:r>
            <a:endParaRPr sz="2400" dirty="0">
              <a:solidFill>
                <a:schemeClr val="accent2"/>
              </a:solidFill>
            </a:endParaRPr>
          </a:p>
        </p:txBody>
      </p:sp>
      <p:sp>
        <p:nvSpPr>
          <p:cNvPr id="473" name="Google Shape;473;p28">
            <a:extLst>
              <a:ext uri="{FF2B5EF4-FFF2-40B4-BE49-F238E27FC236}">
                <a16:creationId xmlns:a16="http://schemas.microsoft.com/office/drawing/2014/main" id="{EF0332E1-3E25-2084-BE7D-49AB9E27818E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710125" y="4694725"/>
            <a:ext cx="48651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accent3"/>
                </a:solidFill>
              </a:rPr>
              <a:t>Programming Language Lab</a:t>
            </a:r>
            <a:endParaRPr sz="1400" dirty="0">
              <a:solidFill>
                <a:schemeClr val="accent3"/>
              </a:solidFill>
            </a:endParaRPr>
          </a:p>
        </p:txBody>
      </p:sp>
      <p:sp>
        <p:nvSpPr>
          <p:cNvPr id="474" name="Google Shape;474;p28">
            <a:extLst>
              <a:ext uri="{FF2B5EF4-FFF2-40B4-BE49-F238E27FC236}">
                <a16:creationId xmlns:a16="http://schemas.microsoft.com/office/drawing/2014/main" id="{DC8A30BD-0A8E-8738-807C-18047BBC72EC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-5975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accent3"/>
                </a:solidFill>
              </a:rPr>
              <a:t>Struct.c</a:t>
            </a:r>
            <a:endParaRPr sz="1400" dirty="0">
              <a:solidFill>
                <a:schemeClr val="accent3"/>
              </a:solidFill>
            </a:endParaRPr>
          </a:p>
        </p:txBody>
      </p:sp>
      <p:sp>
        <p:nvSpPr>
          <p:cNvPr id="14" name="Google Shape;473;p28">
            <a:extLst>
              <a:ext uri="{FF2B5EF4-FFF2-40B4-BE49-F238E27FC236}">
                <a16:creationId xmlns:a16="http://schemas.microsoft.com/office/drawing/2014/main" id="{6777562C-E3A9-966E-C215-D4C32638618A}"/>
              </a:ext>
            </a:extLst>
          </p:cNvPr>
          <p:cNvSpPr txBox="1">
            <a:spLocks/>
          </p:cNvSpPr>
          <p:nvPr/>
        </p:nvSpPr>
        <p:spPr>
          <a:xfrm>
            <a:off x="8433851" y="4694675"/>
            <a:ext cx="319124" cy="3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pPr marL="0" indent="0">
              <a:buFont typeface="Fira Code"/>
              <a:buNone/>
            </a:pPr>
            <a:r>
              <a:rPr lang="en" sz="1100" dirty="0">
                <a:solidFill>
                  <a:schemeClr val="accent3"/>
                </a:solidFill>
              </a:rPr>
              <a:t>3</a:t>
            </a:r>
            <a:endParaRPr lang="en" dirty="0">
              <a:solidFill>
                <a:schemeClr val="accent3"/>
              </a:solidFill>
            </a:endParaRPr>
          </a:p>
        </p:txBody>
      </p:sp>
      <p:sp>
        <p:nvSpPr>
          <p:cNvPr id="4" name="Google Shape;475;p28">
            <a:extLst>
              <a:ext uri="{FF2B5EF4-FFF2-40B4-BE49-F238E27FC236}">
                <a16:creationId xmlns:a16="http://schemas.microsoft.com/office/drawing/2014/main" id="{EA6BF148-4E81-1283-B8BA-4647DC359317}"/>
              </a:ext>
            </a:extLst>
          </p:cNvPr>
          <p:cNvSpPr txBox="1">
            <a:spLocks/>
          </p:cNvSpPr>
          <p:nvPr/>
        </p:nvSpPr>
        <p:spPr>
          <a:xfrm>
            <a:off x="4572000" y="91525"/>
            <a:ext cx="4572000" cy="3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pPr marL="0" indent="0" algn="ctr">
              <a:buFont typeface="Fira Code"/>
              <a:buNone/>
            </a:pPr>
            <a:r>
              <a:rPr lang="en-US" dirty="0">
                <a:solidFill>
                  <a:schemeClr val="accent3"/>
                </a:solidFill>
              </a:rPr>
              <a:t>Task 1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A11D651-2763-FCBD-0632-6509E2EB58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53014" y="1277787"/>
            <a:ext cx="7943502" cy="25237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just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lang="en-US" altLang="en-US" sz="1600" dirty="0">
                <a:solidFill>
                  <a:schemeClr val="accent1"/>
                </a:solidFill>
                <a:latin typeface="Fira Code"/>
                <a:ea typeface="Fira Code"/>
                <a:cs typeface="Fira Code"/>
              </a:rPr>
              <a:t>Create a struct named Student that contains:</a:t>
            </a:r>
          </a:p>
          <a:p>
            <a:pPr marL="285750" lvl="3" indent="-285750" algn="just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US" altLang="en-US" sz="1200" dirty="0">
                <a:solidFill>
                  <a:schemeClr val="accent2"/>
                </a:solidFill>
                <a:latin typeface="Fira Code"/>
                <a:ea typeface="Fira Code"/>
                <a:cs typeface="Fira Code"/>
              </a:rPr>
              <a:t>name (a string)</a:t>
            </a:r>
          </a:p>
          <a:p>
            <a:pPr marL="285750" lvl="3" indent="-285750" algn="just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US" altLang="en-US" sz="1200" dirty="0">
                <a:solidFill>
                  <a:schemeClr val="accent2"/>
                </a:solidFill>
                <a:latin typeface="Fira Code"/>
                <a:ea typeface="Fira Code"/>
                <a:cs typeface="Fira Code"/>
              </a:rPr>
              <a:t>age (an integer)</a:t>
            </a:r>
          </a:p>
          <a:p>
            <a:pPr marL="285750" lvl="3" indent="-285750" algn="just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US" altLang="en-US" sz="1200" dirty="0">
                <a:solidFill>
                  <a:schemeClr val="accent2"/>
                </a:solidFill>
                <a:latin typeface="Fira Code"/>
                <a:ea typeface="Fira Code"/>
                <a:cs typeface="Fira Code"/>
              </a:rPr>
              <a:t>grades (an array of 5 floating-point numbers)</a:t>
            </a:r>
          </a:p>
          <a:p>
            <a:pPr marL="285750" lvl="3" indent="-285750" algn="just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US" altLang="en-US" sz="1200" dirty="0" err="1">
                <a:solidFill>
                  <a:schemeClr val="accent2"/>
                </a:solidFill>
                <a:latin typeface="Fira Code"/>
                <a:ea typeface="Fira Code"/>
                <a:cs typeface="Fira Code"/>
              </a:rPr>
              <a:t>numGrades</a:t>
            </a:r>
            <a:r>
              <a:rPr lang="en-US" altLang="en-US" sz="1200" dirty="0">
                <a:solidFill>
                  <a:schemeClr val="accent2"/>
                </a:solidFill>
                <a:latin typeface="Fira Code"/>
                <a:ea typeface="Fira Code"/>
                <a:cs typeface="Fira Code"/>
              </a:rPr>
              <a:t> (an integer for the number of grades)</a:t>
            </a:r>
          </a:p>
          <a:p>
            <a:pPr marL="285750" lvl="3" indent="-285750" algn="just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endParaRPr lang="en-US" altLang="en-US" sz="1200" dirty="0">
              <a:solidFill>
                <a:schemeClr val="accent2"/>
              </a:solidFill>
              <a:latin typeface="Fira Code"/>
              <a:ea typeface="Fira Code"/>
              <a:cs typeface="Fira Code"/>
            </a:endParaRPr>
          </a:p>
          <a:p>
            <a:pPr algn="just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lang="en-US" altLang="en-US" sz="1600" dirty="0">
                <a:solidFill>
                  <a:schemeClr val="accent1"/>
                </a:solidFill>
                <a:latin typeface="Fira Code"/>
                <a:ea typeface="Fira Code"/>
                <a:cs typeface="Fira Code"/>
              </a:rPr>
              <a:t>Then:</a:t>
            </a:r>
          </a:p>
          <a:p>
            <a:pPr algn="just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1200" dirty="0">
                <a:solidFill>
                  <a:schemeClr val="accent1"/>
                </a:solidFill>
                <a:latin typeface="Fira Code"/>
                <a:ea typeface="Fira Code"/>
                <a:cs typeface="Fira Code"/>
              </a:rPr>
              <a:t>Write a function that takes a Student as a parameter and returns the average of the grades.</a:t>
            </a:r>
          </a:p>
          <a:p>
            <a:pPr algn="just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1200" dirty="0">
                <a:solidFill>
                  <a:schemeClr val="accent1"/>
                </a:solidFill>
                <a:latin typeface="Fira Code"/>
                <a:ea typeface="Fira Code"/>
                <a:cs typeface="Fira Code"/>
              </a:rPr>
              <a:t>In main(), create a Student, assign values to all fields, and print the name, age, and average grade.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843132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0">
          <a:extLst>
            <a:ext uri="{FF2B5EF4-FFF2-40B4-BE49-F238E27FC236}">
              <a16:creationId xmlns:a16="http://schemas.microsoft.com/office/drawing/2014/main" id="{0386C1BD-59C2-84AF-967B-D310E03D2D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p28">
            <a:extLst>
              <a:ext uri="{FF2B5EF4-FFF2-40B4-BE49-F238E27FC236}">
                <a16:creationId xmlns:a16="http://schemas.microsoft.com/office/drawing/2014/main" id="{1C68EED7-0B46-DCAC-2A45-EF867E5E680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53014" y="582700"/>
            <a:ext cx="7290600" cy="54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altLang="en-US" sz="2400" b="1" dirty="0">
                <a:solidFill>
                  <a:schemeClr val="accent2"/>
                </a:solidFill>
              </a:rPr>
              <a:t>struct</a:t>
            </a:r>
            <a:endParaRPr sz="2400" dirty="0">
              <a:solidFill>
                <a:schemeClr val="accent2"/>
              </a:solidFill>
            </a:endParaRPr>
          </a:p>
        </p:txBody>
      </p:sp>
      <p:sp>
        <p:nvSpPr>
          <p:cNvPr id="473" name="Google Shape;473;p28">
            <a:extLst>
              <a:ext uri="{FF2B5EF4-FFF2-40B4-BE49-F238E27FC236}">
                <a16:creationId xmlns:a16="http://schemas.microsoft.com/office/drawing/2014/main" id="{55773695-5C6F-67E4-F90B-FEE8FCE7F09F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710125" y="4694725"/>
            <a:ext cx="48651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accent3"/>
                </a:solidFill>
              </a:rPr>
              <a:t>Programming Language Lab</a:t>
            </a:r>
            <a:endParaRPr sz="1400" dirty="0">
              <a:solidFill>
                <a:schemeClr val="accent3"/>
              </a:solidFill>
            </a:endParaRPr>
          </a:p>
        </p:txBody>
      </p:sp>
      <p:sp>
        <p:nvSpPr>
          <p:cNvPr id="474" name="Google Shape;474;p28">
            <a:extLst>
              <a:ext uri="{FF2B5EF4-FFF2-40B4-BE49-F238E27FC236}">
                <a16:creationId xmlns:a16="http://schemas.microsoft.com/office/drawing/2014/main" id="{8183E24F-3765-8DCA-0121-7E2685F94E2F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-5975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accent3"/>
                </a:solidFill>
              </a:rPr>
              <a:t>Struct.c</a:t>
            </a:r>
            <a:endParaRPr sz="1400" dirty="0">
              <a:solidFill>
                <a:schemeClr val="accent3"/>
              </a:solidFill>
            </a:endParaRPr>
          </a:p>
        </p:txBody>
      </p:sp>
      <p:sp>
        <p:nvSpPr>
          <p:cNvPr id="14" name="Google Shape;473;p28">
            <a:extLst>
              <a:ext uri="{FF2B5EF4-FFF2-40B4-BE49-F238E27FC236}">
                <a16:creationId xmlns:a16="http://schemas.microsoft.com/office/drawing/2014/main" id="{F2EBFC5B-0D10-6CF7-E6A8-8BDE0E63D960}"/>
              </a:ext>
            </a:extLst>
          </p:cNvPr>
          <p:cNvSpPr txBox="1">
            <a:spLocks/>
          </p:cNvSpPr>
          <p:nvPr/>
        </p:nvSpPr>
        <p:spPr>
          <a:xfrm>
            <a:off x="8433851" y="4694675"/>
            <a:ext cx="319124" cy="3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pPr marL="0" indent="0">
              <a:buFont typeface="Fira Code"/>
              <a:buNone/>
            </a:pPr>
            <a:r>
              <a:rPr lang="en" sz="1100" dirty="0">
                <a:solidFill>
                  <a:schemeClr val="accent3"/>
                </a:solidFill>
              </a:rPr>
              <a:t>4</a:t>
            </a:r>
            <a:endParaRPr lang="en" dirty="0">
              <a:solidFill>
                <a:schemeClr val="accent3"/>
              </a:solidFill>
            </a:endParaRPr>
          </a:p>
        </p:txBody>
      </p:sp>
      <p:sp>
        <p:nvSpPr>
          <p:cNvPr id="4" name="Google Shape;475;p28">
            <a:extLst>
              <a:ext uri="{FF2B5EF4-FFF2-40B4-BE49-F238E27FC236}">
                <a16:creationId xmlns:a16="http://schemas.microsoft.com/office/drawing/2014/main" id="{C9EFF5FE-11E1-7D20-A9DA-CEA397DEC3C2}"/>
              </a:ext>
            </a:extLst>
          </p:cNvPr>
          <p:cNvSpPr txBox="1">
            <a:spLocks/>
          </p:cNvSpPr>
          <p:nvPr/>
        </p:nvSpPr>
        <p:spPr>
          <a:xfrm>
            <a:off x="4572000" y="91525"/>
            <a:ext cx="4572000" cy="3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pPr marL="0" indent="0" algn="ctr">
              <a:buFont typeface="Fira Code"/>
              <a:buNone/>
            </a:pPr>
            <a:r>
              <a:rPr lang="en-US" dirty="0">
                <a:solidFill>
                  <a:schemeClr val="accent3"/>
                </a:solidFill>
              </a:rPr>
              <a:t>Task 2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20C6625-AE21-8C81-9EBC-0B0D92F924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1718" y="1123900"/>
            <a:ext cx="7943502" cy="31239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139700" algn="just" eaLnBrk="0" fontAlgn="base" hangingPunct="0">
              <a:buClr>
                <a:srgbClr val="72D9F0"/>
              </a:buClr>
              <a:buSzPts val="1400"/>
              <a:defRPr/>
            </a:pPr>
            <a:r>
              <a:rPr lang="en-US" altLang="en-US" dirty="0">
                <a:solidFill>
                  <a:schemeClr val="accent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Define a struct named Date that contains three integers: day, month, and year.</a:t>
            </a:r>
          </a:p>
          <a:p>
            <a:pPr marL="139700" algn="just" eaLnBrk="0" fontAlgn="base" hangingPunct="0">
              <a:lnSpc>
                <a:spcPct val="150000"/>
              </a:lnSpc>
              <a:buClr>
                <a:srgbClr val="72D9F0"/>
              </a:buClr>
              <a:buSzPts val="1400"/>
              <a:defRPr/>
            </a:pPr>
            <a:r>
              <a:rPr lang="en-US" altLang="en-US" dirty="0">
                <a:solidFill>
                  <a:schemeClr val="accent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Then, define another struct named Student that contains:</a:t>
            </a:r>
          </a:p>
          <a:p>
            <a:pPr marL="311150" indent="-171450" algn="just" eaLnBrk="0" fontAlgn="base" hangingPunct="0">
              <a:lnSpc>
                <a:spcPct val="150000"/>
              </a:lnSpc>
              <a:buClr>
                <a:schemeClr val="accent2"/>
              </a:buClr>
              <a:buSzPts val="1400"/>
              <a:buFont typeface="Arial" panose="020B0604020202020204" pitchFamily="34" charset="0"/>
              <a:buChar char="•"/>
              <a:defRPr/>
            </a:pPr>
            <a:r>
              <a:rPr lang="en-US" altLang="en-US" dirty="0">
                <a:solidFill>
                  <a:schemeClr val="accent2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name (a string)</a:t>
            </a:r>
          </a:p>
          <a:p>
            <a:pPr marL="311150" indent="-171450" algn="just" eaLnBrk="0" fontAlgn="base" hangingPunct="0">
              <a:buClr>
                <a:schemeClr val="accent2"/>
              </a:buClr>
              <a:buSzPts val="1400"/>
              <a:buFont typeface="Arial" panose="020B0604020202020204" pitchFamily="34" charset="0"/>
              <a:buChar char="•"/>
              <a:defRPr/>
            </a:pPr>
            <a:r>
              <a:rPr lang="en-US" altLang="en-US" dirty="0">
                <a:solidFill>
                  <a:schemeClr val="accent2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age (an integer)</a:t>
            </a:r>
          </a:p>
          <a:p>
            <a:pPr marL="311150" indent="-171450" algn="just" eaLnBrk="0" fontAlgn="base" hangingPunct="0">
              <a:buClr>
                <a:schemeClr val="accent2"/>
              </a:buClr>
              <a:buSzPts val="1400"/>
              <a:buFont typeface="Arial" panose="020B0604020202020204" pitchFamily="34" charset="0"/>
              <a:buChar char="•"/>
              <a:defRPr/>
            </a:pPr>
            <a:r>
              <a:rPr lang="en-US" altLang="en-US" dirty="0">
                <a:solidFill>
                  <a:schemeClr val="accent2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dob (a Date struct representing the student's date of birth)</a:t>
            </a:r>
            <a:endParaRPr lang="fa-IR" altLang="en-US" dirty="0">
              <a:solidFill>
                <a:schemeClr val="accent2"/>
              </a:solidFill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  <a:p>
            <a:pPr marL="311150" indent="-171450" algn="just" eaLnBrk="0" fontAlgn="base" hangingPunct="0">
              <a:buClr>
                <a:schemeClr val="accent2"/>
              </a:buClr>
              <a:buSzPts val="1400"/>
              <a:buFont typeface="Arial" panose="020B0604020202020204" pitchFamily="34" charset="0"/>
              <a:buChar char="•"/>
              <a:defRPr/>
            </a:pPr>
            <a:endParaRPr lang="fa-IR" altLang="en-US" dirty="0">
              <a:solidFill>
                <a:schemeClr val="accent2"/>
              </a:solidFill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  <a:p>
            <a:pPr marL="311150" indent="-171450" algn="just" eaLnBrk="0" fontAlgn="base" hangingPunct="0">
              <a:buClr>
                <a:schemeClr val="accent2"/>
              </a:buClr>
              <a:buSzPts val="1400"/>
              <a:buFont typeface="Arial" panose="020B0604020202020204" pitchFamily="34" charset="0"/>
              <a:buChar char="•"/>
              <a:defRPr/>
            </a:pPr>
            <a:endParaRPr lang="en-US" altLang="en-US" dirty="0">
              <a:solidFill>
                <a:schemeClr val="accent2"/>
              </a:solidFill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  <a:p>
            <a:pPr marL="139700" algn="just" eaLnBrk="0" fontAlgn="base" hangingPunct="0">
              <a:buClr>
                <a:srgbClr val="72D9F0"/>
              </a:buClr>
              <a:buSzPts val="1400"/>
              <a:defRPr/>
            </a:pPr>
            <a:r>
              <a:rPr lang="en-US" altLang="en-US" dirty="0">
                <a:solidFill>
                  <a:schemeClr val="accent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Create a Student variable and initialize all its fields directly Finally, print the student’s name, age, and date of birth in the format DD/MM/YYYY.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en-US" altLang="en-US" sz="1100" dirty="0">
              <a:solidFill>
                <a:schemeClr val="accent1"/>
              </a:solidFill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993702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0">
          <a:extLst>
            <a:ext uri="{FF2B5EF4-FFF2-40B4-BE49-F238E27FC236}">
              <a16:creationId xmlns:a16="http://schemas.microsoft.com/office/drawing/2014/main" id="{795DB7B8-64AB-257A-D903-505FBA0483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p28">
            <a:extLst>
              <a:ext uri="{FF2B5EF4-FFF2-40B4-BE49-F238E27FC236}">
                <a16:creationId xmlns:a16="http://schemas.microsoft.com/office/drawing/2014/main" id="{69D129BE-C60A-2972-DD19-719722552E0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53014" y="582700"/>
            <a:ext cx="7290600" cy="54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altLang="en-US" sz="2400" b="1" dirty="0">
                <a:solidFill>
                  <a:schemeClr val="accent2"/>
                </a:solidFill>
              </a:rPr>
              <a:t>struct</a:t>
            </a:r>
            <a:endParaRPr sz="2400" dirty="0">
              <a:solidFill>
                <a:schemeClr val="accent2"/>
              </a:solidFill>
            </a:endParaRPr>
          </a:p>
        </p:txBody>
      </p:sp>
      <p:sp>
        <p:nvSpPr>
          <p:cNvPr id="473" name="Google Shape;473;p28">
            <a:extLst>
              <a:ext uri="{FF2B5EF4-FFF2-40B4-BE49-F238E27FC236}">
                <a16:creationId xmlns:a16="http://schemas.microsoft.com/office/drawing/2014/main" id="{ED40AE11-686B-8164-72D5-C59088545DF4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710125" y="4694725"/>
            <a:ext cx="48651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accent3"/>
                </a:solidFill>
              </a:rPr>
              <a:t>Programming Language Lab</a:t>
            </a:r>
            <a:endParaRPr sz="1400" dirty="0">
              <a:solidFill>
                <a:schemeClr val="accent3"/>
              </a:solidFill>
            </a:endParaRPr>
          </a:p>
        </p:txBody>
      </p:sp>
      <p:sp>
        <p:nvSpPr>
          <p:cNvPr id="474" name="Google Shape;474;p28">
            <a:extLst>
              <a:ext uri="{FF2B5EF4-FFF2-40B4-BE49-F238E27FC236}">
                <a16:creationId xmlns:a16="http://schemas.microsoft.com/office/drawing/2014/main" id="{A4C485BF-3714-B610-2888-E9A8AE0BDF2E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-5975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accent3"/>
                </a:solidFill>
              </a:rPr>
              <a:t>Struct.c</a:t>
            </a:r>
            <a:endParaRPr sz="1400" dirty="0">
              <a:solidFill>
                <a:schemeClr val="accent3"/>
              </a:solidFill>
            </a:endParaRPr>
          </a:p>
        </p:txBody>
      </p:sp>
      <p:sp>
        <p:nvSpPr>
          <p:cNvPr id="14" name="Google Shape;473;p28">
            <a:extLst>
              <a:ext uri="{FF2B5EF4-FFF2-40B4-BE49-F238E27FC236}">
                <a16:creationId xmlns:a16="http://schemas.microsoft.com/office/drawing/2014/main" id="{84AF544C-846F-D456-DDA6-44B044D713CA}"/>
              </a:ext>
            </a:extLst>
          </p:cNvPr>
          <p:cNvSpPr txBox="1">
            <a:spLocks/>
          </p:cNvSpPr>
          <p:nvPr/>
        </p:nvSpPr>
        <p:spPr>
          <a:xfrm>
            <a:off x="8433851" y="4694675"/>
            <a:ext cx="319124" cy="3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pPr marL="0" indent="0">
              <a:buFont typeface="Fira Code"/>
              <a:buNone/>
            </a:pPr>
            <a:r>
              <a:rPr lang="en" sz="1100" dirty="0">
                <a:solidFill>
                  <a:schemeClr val="accent3"/>
                </a:solidFill>
              </a:rPr>
              <a:t>5</a:t>
            </a:r>
            <a:endParaRPr lang="en" dirty="0">
              <a:solidFill>
                <a:schemeClr val="accent3"/>
              </a:solidFill>
            </a:endParaRPr>
          </a:p>
        </p:txBody>
      </p:sp>
      <p:sp>
        <p:nvSpPr>
          <p:cNvPr id="4" name="Google Shape;475;p28">
            <a:extLst>
              <a:ext uri="{FF2B5EF4-FFF2-40B4-BE49-F238E27FC236}">
                <a16:creationId xmlns:a16="http://schemas.microsoft.com/office/drawing/2014/main" id="{18138CEB-0F0B-063B-90B0-EC48A2DC9259}"/>
              </a:ext>
            </a:extLst>
          </p:cNvPr>
          <p:cNvSpPr txBox="1">
            <a:spLocks/>
          </p:cNvSpPr>
          <p:nvPr/>
        </p:nvSpPr>
        <p:spPr>
          <a:xfrm>
            <a:off x="4572000" y="91525"/>
            <a:ext cx="4572000" cy="3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pPr marL="0" indent="0" algn="ctr">
              <a:buFont typeface="Fira Code"/>
              <a:buNone/>
            </a:pPr>
            <a:r>
              <a:rPr lang="en-US" dirty="0">
                <a:solidFill>
                  <a:schemeClr val="accent3"/>
                </a:solidFill>
              </a:rPr>
              <a:t>Task 3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A45CDF9-963E-EFC1-8E41-4CB6DE3D5B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53014" y="1201101"/>
            <a:ext cx="7943502" cy="29931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1200" dirty="0">
                <a:solidFill>
                  <a:schemeClr val="accent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You are given an array of students, each student has a name, age, and a list of grades.</a:t>
            </a:r>
          </a:p>
          <a:p>
            <a:pPr lvl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dirty="0">
                <a:solidFill>
                  <a:schemeClr val="accent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Define a struct Student that contains:</a:t>
            </a:r>
          </a:p>
          <a:p>
            <a:pPr lvl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1100" dirty="0">
                <a:solidFill>
                  <a:schemeClr val="accent2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name (string)</a:t>
            </a: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1100" dirty="0">
                <a:solidFill>
                  <a:schemeClr val="accent2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age (integer)</a:t>
            </a: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1100" dirty="0">
                <a:solidFill>
                  <a:schemeClr val="accent2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grades (array of integers)</a:t>
            </a: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1100" dirty="0" err="1">
                <a:solidFill>
                  <a:schemeClr val="accent2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numGrades</a:t>
            </a:r>
            <a:r>
              <a:rPr lang="en-US" altLang="en-US" sz="1100" dirty="0">
                <a:solidFill>
                  <a:schemeClr val="accent2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(integer, number of grades)</a:t>
            </a:r>
            <a:endParaRPr lang="fa-IR" altLang="en-US" sz="1100" dirty="0">
              <a:solidFill>
                <a:schemeClr val="accent2"/>
              </a:solidFill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endParaRPr lang="en-US" altLang="en-US" sz="1100" dirty="0">
              <a:solidFill>
                <a:schemeClr val="accent2"/>
              </a:solidFill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1200" dirty="0">
                <a:solidFill>
                  <a:schemeClr val="accent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Write a function that takes an array of Student and an integer</a:t>
            </a:r>
            <a:r>
              <a:rPr lang="fa-IR" altLang="en-US" sz="1200" dirty="0">
                <a:solidFill>
                  <a:schemeClr val="accent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</a:t>
            </a:r>
            <a:r>
              <a:rPr lang="en-US" altLang="en-US" sz="1200" dirty="0">
                <a:solidFill>
                  <a:schemeClr val="accent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threshold.</a:t>
            </a:r>
            <a:br>
              <a:rPr lang="en-US" altLang="en-US" sz="1200" dirty="0">
                <a:solidFill>
                  <a:schemeClr val="accent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</a:br>
            <a:r>
              <a:rPr lang="en-US" altLang="en-US" sz="1200" dirty="0">
                <a:solidFill>
                  <a:schemeClr val="accent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Return the names of all students whose average grade is greater than or equal to the threshold.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en-US" altLang="en-US" dirty="0">
              <a:solidFill>
                <a:schemeClr val="accent1"/>
              </a:solidFill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en-US" altLang="en-US" sz="1100" dirty="0">
              <a:solidFill>
                <a:schemeClr val="accent1"/>
              </a:solidFill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374855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0">
          <a:extLst>
            <a:ext uri="{FF2B5EF4-FFF2-40B4-BE49-F238E27FC236}">
              <a16:creationId xmlns:a16="http://schemas.microsoft.com/office/drawing/2014/main" id="{4D79F007-271C-C666-531D-A473AAAF38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p28">
            <a:extLst>
              <a:ext uri="{FF2B5EF4-FFF2-40B4-BE49-F238E27FC236}">
                <a16:creationId xmlns:a16="http://schemas.microsoft.com/office/drawing/2014/main" id="{95DA5A11-AE3B-CB47-4E56-A1A1A043E27C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710125" y="4694725"/>
            <a:ext cx="48651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accent3"/>
                </a:solidFill>
              </a:rPr>
              <a:t>Programming Language Lab</a:t>
            </a:r>
            <a:endParaRPr sz="1400" dirty="0">
              <a:solidFill>
                <a:schemeClr val="accent3"/>
              </a:solidFill>
            </a:endParaRPr>
          </a:p>
        </p:txBody>
      </p:sp>
      <p:sp>
        <p:nvSpPr>
          <p:cNvPr id="474" name="Google Shape;474;p28">
            <a:extLst>
              <a:ext uri="{FF2B5EF4-FFF2-40B4-BE49-F238E27FC236}">
                <a16:creationId xmlns:a16="http://schemas.microsoft.com/office/drawing/2014/main" id="{EAEE1447-F78C-BDB3-9B2B-C968A4594727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-5975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accent3"/>
                </a:solidFill>
              </a:rPr>
              <a:t>Struct.c</a:t>
            </a:r>
            <a:endParaRPr sz="1400" dirty="0">
              <a:solidFill>
                <a:schemeClr val="accent3"/>
              </a:solidFill>
            </a:endParaRPr>
          </a:p>
        </p:txBody>
      </p:sp>
      <p:sp>
        <p:nvSpPr>
          <p:cNvPr id="14" name="Google Shape;473;p28">
            <a:extLst>
              <a:ext uri="{FF2B5EF4-FFF2-40B4-BE49-F238E27FC236}">
                <a16:creationId xmlns:a16="http://schemas.microsoft.com/office/drawing/2014/main" id="{A0B2700D-4AF1-955D-7A5D-6DA0AE315E33}"/>
              </a:ext>
            </a:extLst>
          </p:cNvPr>
          <p:cNvSpPr txBox="1">
            <a:spLocks/>
          </p:cNvSpPr>
          <p:nvPr/>
        </p:nvSpPr>
        <p:spPr>
          <a:xfrm>
            <a:off x="8433851" y="4694675"/>
            <a:ext cx="319124" cy="3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pPr marL="0" indent="0">
              <a:buFont typeface="Fira Code"/>
              <a:buNone/>
            </a:pPr>
            <a:r>
              <a:rPr lang="en" sz="1100" dirty="0">
                <a:solidFill>
                  <a:schemeClr val="accent3"/>
                </a:solidFill>
              </a:rPr>
              <a:t>6</a:t>
            </a:r>
            <a:endParaRPr lang="en" dirty="0">
              <a:solidFill>
                <a:schemeClr val="accent3"/>
              </a:solidFill>
            </a:endParaRPr>
          </a:p>
        </p:txBody>
      </p:sp>
      <p:sp>
        <p:nvSpPr>
          <p:cNvPr id="4" name="Google Shape;475;p28">
            <a:extLst>
              <a:ext uri="{FF2B5EF4-FFF2-40B4-BE49-F238E27FC236}">
                <a16:creationId xmlns:a16="http://schemas.microsoft.com/office/drawing/2014/main" id="{D06129C4-ADE5-1941-24EC-A2731A1B4997}"/>
              </a:ext>
            </a:extLst>
          </p:cNvPr>
          <p:cNvSpPr txBox="1">
            <a:spLocks/>
          </p:cNvSpPr>
          <p:nvPr/>
        </p:nvSpPr>
        <p:spPr>
          <a:xfrm>
            <a:off x="4572000" y="91525"/>
            <a:ext cx="4572000" cy="3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pPr marL="0" indent="0" algn="ctr">
              <a:buFont typeface="Fira Code"/>
              <a:buNone/>
            </a:pPr>
            <a:r>
              <a:rPr lang="en-US" dirty="0">
                <a:solidFill>
                  <a:schemeClr val="accent3"/>
                </a:solidFill>
              </a:rPr>
              <a:t>Task 3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9781017-D1B4-B638-F360-6B8D0EA081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53014" y="2320638"/>
            <a:ext cx="7943502" cy="7540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en-US" altLang="en-US" dirty="0">
              <a:solidFill>
                <a:schemeClr val="accent1"/>
              </a:solidFill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en-US" altLang="en-US" sz="1100" dirty="0">
              <a:solidFill>
                <a:schemeClr val="accent1"/>
              </a:solidFill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115A195A-14C5-3C6B-0E44-28064C181479}"/>
              </a:ext>
            </a:extLst>
          </p:cNvPr>
          <p:cNvSpPr/>
          <p:nvPr/>
        </p:nvSpPr>
        <p:spPr>
          <a:xfrm>
            <a:off x="1168072" y="1922939"/>
            <a:ext cx="3757889" cy="1398398"/>
          </a:xfrm>
          <a:prstGeom prst="roundRect">
            <a:avLst/>
          </a:prstGeom>
          <a:solidFill>
            <a:schemeClr val="accent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66781CC-C0F9-FA62-0754-D3197A636CDA}"/>
              </a:ext>
            </a:extLst>
          </p:cNvPr>
          <p:cNvSpPr txBox="1"/>
          <p:nvPr/>
        </p:nvSpPr>
        <p:spPr>
          <a:xfrm>
            <a:off x="1250663" y="2020283"/>
            <a:ext cx="344669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chemeClr val="accent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students = [</a:t>
            </a:r>
          </a:p>
          <a:p>
            <a:r>
              <a:rPr lang="en-US" sz="1200" dirty="0">
                <a:solidFill>
                  <a:schemeClr val="accent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 {"</a:t>
            </a:r>
            <a:r>
              <a:rPr lang="en-US" sz="1200" dirty="0">
                <a:solidFill>
                  <a:schemeClr val="accent2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Alice</a:t>
            </a:r>
            <a:r>
              <a:rPr lang="en-US" sz="1200" dirty="0">
                <a:solidFill>
                  <a:schemeClr val="accent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", 20, [90, 80, 70], 3},</a:t>
            </a:r>
          </a:p>
          <a:p>
            <a:r>
              <a:rPr lang="en-US" sz="1200" dirty="0">
                <a:solidFill>
                  <a:schemeClr val="accent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 {"</a:t>
            </a:r>
            <a:r>
              <a:rPr lang="en-US" sz="1200" dirty="0">
                <a:solidFill>
                  <a:schemeClr val="accent2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Bob</a:t>
            </a:r>
            <a:r>
              <a:rPr lang="en-US" sz="1200" dirty="0">
                <a:solidFill>
                  <a:schemeClr val="accent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", 22, [60, 50, 40], 3},</a:t>
            </a:r>
          </a:p>
          <a:p>
            <a:r>
              <a:rPr lang="en-US" sz="1200" dirty="0">
                <a:solidFill>
                  <a:schemeClr val="accent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 {"</a:t>
            </a:r>
            <a:r>
              <a:rPr lang="en-US" sz="1200" dirty="0">
                <a:solidFill>
                  <a:schemeClr val="accent2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Charlie</a:t>
            </a:r>
            <a:r>
              <a:rPr lang="en-US" sz="1200" dirty="0">
                <a:solidFill>
                  <a:schemeClr val="accent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", 21, [95, 85, 90], 3}</a:t>
            </a:r>
          </a:p>
          <a:p>
            <a:r>
              <a:rPr lang="fa-IR" sz="1200" dirty="0">
                <a:solidFill>
                  <a:schemeClr val="accent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	</a:t>
            </a:r>
            <a:r>
              <a:rPr lang="en-US" sz="1200" dirty="0">
                <a:solidFill>
                  <a:schemeClr val="accent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]</a:t>
            </a:r>
          </a:p>
          <a:p>
            <a:r>
              <a:rPr lang="en-US" sz="1200" dirty="0">
                <a:solidFill>
                  <a:schemeClr val="bg1">
                    <a:lumMod val="75000"/>
                  </a:schemeClr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threshold</a:t>
            </a:r>
            <a:r>
              <a:rPr lang="en-US" sz="1200" dirty="0">
                <a:solidFill>
                  <a:schemeClr val="accent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= 80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4EFFDBED-D164-4199-A19D-6AC1D3C1C8ED}"/>
              </a:ext>
            </a:extLst>
          </p:cNvPr>
          <p:cNvSpPr/>
          <p:nvPr/>
        </p:nvSpPr>
        <p:spPr>
          <a:xfrm>
            <a:off x="5238627" y="2206917"/>
            <a:ext cx="3757889" cy="537092"/>
          </a:xfrm>
          <a:prstGeom prst="roundRect">
            <a:avLst/>
          </a:prstGeom>
          <a:solidFill>
            <a:schemeClr val="accent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solidFill>
                  <a:schemeClr val="accent2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["Charlie", "Alice"]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F806A1C-E8E8-0226-40A7-DFCAC1202A9E}"/>
              </a:ext>
            </a:extLst>
          </p:cNvPr>
          <p:cNvSpPr txBox="1"/>
          <p:nvPr/>
        </p:nvSpPr>
        <p:spPr>
          <a:xfrm>
            <a:off x="1380449" y="1619748"/>
            <a:ext cx="96344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Input: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98FF6C2-87AC-B015-FDEA-0EF50567FB15}"/>
              </a:ext>
            </a:extLst>
          </p:cNvPr>
          <p:cNvSpPr txBox="1"/>
          <p:nvPr/>
        </p:nvSpPr>
        <p:spPr>
          <a:xfrm>
            <a:off x="5238627" y="1882568"/>
            <a:ext cx="96344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Output:</a:t>
            </a:r>
          </a:p>
        </p:txBody>
      </p:sp>
    </p:spTree>
    <p:extLst>
      <p:ext uri="{BB962C8B-B14F-4D97-AF65-F5344CB8AC3E}">
        <p14:creationId xmlns:p14="http://schemas.microsoft.com/office/powerpoint/2010/main" val="2002152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0">
          <a:extLst>
            <a:ext uri="{FF2B5EF4-FFF2-40B4-BE49-F238E27FC236}">
              <a16:creationId xmlns:a16="http://schemas.microsoft.com/office/drawing/2014/main" id="{F8A507C6-26E2-EBEA-1319-024AE5984B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p28">
            <a:extLst>
              <a:ext uri="{FF2B5EF4-FFF2-40B4-BE49-F238E27FC236}">
                <a16:creationId xmlns:a16="http://schemas.microsoft.com/office/drawing/2014/main" id="{9E2EBCEC-1A45-A6E3-6023-C2F7B4089C6A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710125" y="4694725"/>
            <a:ext cx="48651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accent3"/>
                </a:solidFill>
              </a:rPr>
              <a:t>Programming Language Lab</a:t>
            </a:r>
            <a:endParaRPr sz="1400" dirty="0">
              <a:solidFill>
                <a:schemeClr val="accent3"/>
              </a:solidFill>
            </a:endParaRPr>
          </a:p>
        </p:txBody>
      </p:sp>
      <p:sp>
        <p:nvSpPr>
          <p:cNvPr id="474" name="Google Shape;474;p28">
            <a:extLst>
              <a:ext uri="{FF2B5EF4-FFF2-40B4-BE49-F238E27FC236}">
                <a16:creationId xmlns:a16="http://schemas.microsoft.com/office/drawing/2014/main" id="{A6E53BF8-253F-1211-9F84-0D5FA6C7FCD6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-5975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accent3"/>
                </a:solidFill>
              </a:rPr>
              <a:t>Struct.c</a:t>
            </a:r>
            <a:endParaRPr sz="1400" dirty="0">
              <a:solidFill>
                <a:schemeClr val="accent3"/>
              </a:solidFill>
            </a:endParaRPr>
          </a:p>
        </p:txBody>
      </p:sp>
      <p:sp>
        <p:nvSpPr>
          <p:cNvPr id="14" name="Google Shape;473;p28">
            <a:extLst>
              <a:ext uri="{FF2B5EF4-FFF2-40B4-BE49-F238E27FC236}">
                <a16:creationId xmlns:a16="http://schemas.microsoft.com/office/drawing/2014/main" id="{B783C7FC-D6B0-D330-6D7C-01C8365C5B95}"/>
              </a:ext>
            </a:extLst>
          </p:cNvPr>
          <p:cNvSpPr txBox="1">
            <a:spLocks/>
          </p:cNvSpPr>
          <p:nvPr/>
        </p:nvSpPr>
        <p:spPr>
          <a:xfrm>
            <a:off x="8433851" y="4694675"/>
            <a:ext cx="319124" cy="3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pPr marL="0" indent="0">
              <a:buFont typeface="Fira Code"/>
              <a:buNone/>
            </a:pPr>
            <a:r>
              <a:rPr lang="en" sz="1100" dirty="0">
                <a:solidFill>
                  <a:schemeClr val="accent3"/>
                </a:solidFill>
              </a:rPr>
              <a:t>7</a:t>
            </a:r>
            <a:endParaRPr lang="en" dirty="0">
              <a:solidFill>
                <a:schemeClr val="accent3"/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D712E5C-66FE-97DB-0B9B-7B52701CCA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53014" y="2320638"/>
            <a:ext cx="7943502" cy="7540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en-US" altLang="en-US" dirty="0">
              <a:solidFill>
                <a:schemeClr val="accent1"/>
              </a:solidFill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en-US" altLang="en-US" sz="1100" dirty="0">
              <a:solidFill>
                <a:schemeClr val="accent1"/>
              </a:solidFill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Google Shape;474;p28">
            <a:extLst>
              <a:ext uri="{FF2B5EF4-FFF2-40B4-BE49-F238E27FC236}">
                <a16:creationId xmlns:a16="http://schemas.microsoft.com/office/drawing/2014/main" id="{96928A4A-71D9-261D-78C7-001D6E2C1068}"/>
              </a:ext>
            </a:extLst>
          </p:cNvPr>
          <p:cNvSpPr txBox="1">
            <a:spLocks/>
          </p:cNvSpPr>
          <p:nvPr/>
        </p:nvSpPr>
        <p:spPr>
          <a:xfrm>
            <a:off x="963884" y="591071"/>
            <a:ext cx="6811552" cy="248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pPr marL="0" indent="0">
              <a:buClr>
                <a:schemeClr val="lt1"/>
              </a:buClr>
              <a:buSzPts val="2800"/>
              <a:buNone/>
            </a:pPr>
            <a:r>
              <a:rPr lang="en-US" b="1" dirty="0">
                <a:solidFill>
                  <a:schemeClr val="accent2"/>
                </a:solidFill>
              </a:rPr>
              <a:t>Linked List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3938EE4-0C06-4232-A002-E08EE8E55431}"/>
              </a:ext>
            </a:extLst>
          </p:cNvPr>
          <p:cNvSpPr txBox="1"/>
          <p:nvPr/>
        </p:nvSpPr>
        <p:spPr>
          <a:xfrm>
            <a:off x="1444039" y="943571"/>
            <a:ext cx="5377865" cy="3647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dirty="0">
                <a:solidFill>
                  <a:schemeClr val="tx2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Fira Code"/>
              </a:rPr>
              <a:t>struct</a:t>
            </a:r>
            <a:r>
              <a:rPr lang="en-US" sz="1100" dirty="0">
                <a:solidFill>
                  <a:schemeClr val="accent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Fira Code"/>
              </a:rPr>
              <a:t> Node {</a:t>
            </a:r>
          </a:p>
          <a:p>
            <a:r>
              <a:rPr lang="en-US" sz="1100" dirty="0">
                <a:solidFill>
                  <a:schemeClr val="accent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Fira Code"/>
              </a:rPr>
              <a:t>    </a:t>
            </a:r>
            <a:r>
              <a:rPr lang="en-US" sz="1100" dirty="0">
                <a:solidFill>
                  <a:schemeClr val="tx2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Fira Code"/>
              </a:rPr>
              <a:t>int</a:t>
            </a:r>
            <a:r>
              <a:rPr lang="en-US" sz="1100" dirty="0">
                <a:solidFill>
                  <a:schemeClr val="accent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Fira Code"/>
              </a:rPr>
              <a:t> data;</a:t>
            </a:r>
          </a:p>
          <a:p>
            <a:r>
              <a:rPr lang="en-US" sz="1100" dirty="0">
                <a:solidFill>
                  <a:schemeClr val="accent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Fira Code"/>
              </a:rPr>
              <a:t>    </a:t>
            </a:r>
            <a:r>
              <a:rPr lang="en-US" sz="1100" dirty="0">
                <a:solidFill>
                  <a:schemeClr val="tx2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Fira Code"/>
              </a:rPr>
              <a:t>struct</a:t>
            </a:r>
            <a:r>
              <a:rPr lang="en-US" sz="1100" dirty="0">
                <a:solidFill>
                  <a:schemeClr val="accent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Fira Code"/>
              </a:rPr>
              <a:t> Node *next;</a:t>
            </a:r>
          </a:p>
          <a:p>
            <a:r>
              <a:rPr lang="en-US" sz="1100" dirty="0">
                <a:solidFill>
                  <a:schemeClr val="accent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Fira Code"/>
              </a:rPr>
              <a:t>};</a:t>
            </a:r>
          </a:p>
          <a:p>
            <a:endParaRPr lang="en-US" sz="1100" dirty="0">
              <a:solidFill>
                <a:schemeClr val="accent1"/>
              </a:solidFill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  <a:sym typeface="Fira Code"/>
            </a:endParaRPr>
          </a:p>
          <a:p>
            <a:r>
              <a:rPr lang="en-US" sz="1100" dirty="0">
                <a:solidFill>
                  <a:schemeClr val="tx2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Fira Code"/>
              </a:rPr>
              <a:t>int</a:t>
            </a:r>
            <a:r>
              <a:rPr lang="en-US" sz="1100" dirty="0">
                <a:solidFill>
                  <a:schemeClr val="accent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Fira Code"/>
              </a:rPr>
              <a:t> main() {</a:t>
            </a:r>
          </a:p>
          <a:p>
            <a:r>
              <a:rPr lang="en-US" sz="1100" dirty="0">
                <a:solidFill>
                  <a:schemeClr val="tx2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Fira Code"/>
              </a:rPr>
              <a:t>    struct</a:t>
            </a:r>
            <a:r>
              <a:rPr lang="en-US" sz="1100" dirty="0">
                <a:solidFill>
                  <a:schemeClr val="accent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Fira Code"/>
              </a:rPr>
              <a:t> Node n1 = {10, NULL};</a:t>
            </a:r>
          </a:p>
          <a:p>
            <a:r>
              <a:rPr lang="en-US" sz="1100" dirty="0">
                <a:solidFill>
                  <a:schemeClr val="accent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Fira Code"/>
              </a:rPr>
              <a:t>    </a:t>
            </a:r>
            <a:r>
              <a:rPr lang="en-US" sz="1100" dirty="0">
                <a:solidFill>
                  <a:schemeClr val="tx2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Fira Code"/>
              </a:rPr>
              <a:t>struct</a:t>
            </a:r>
            <a:r>
              <a:rPr lang="en-US" sz="1100" dirty="0">
                <a:solidFill>
                  <a:schemeClr val="accent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Fira Code"/>
              </a:rPr>
              <a:t> Node n2 = {20, NULL};</a:t>
            </a:r>
          </a:p>
          <a:p>
            <a:r>
              <a:rPr lang="en-US" sz="1100" dirty="0">
                <a:solidFill>
                  <a:schemeClr val="accent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Fira Code"/>
              </a:rPr>
              <a:t>    </a:t>
            </a:r>
            <a:r>
              <a:rPr lang="en-US" sz="1100" dirty="0">
                <a:solidFill>
                  <a:schemeClr val="tx2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Fira Code"/>
              </a:rPr>
              <a:t>struct</a:t>
            </a:r>
            <a:r>
              <a:rPr lang="en-US" sz="1100" dirty="0">
                <a:solidFill>
                  <a:schemeClr val="accent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Fira Code"/>
              </a:rPr>
              <a:t> Node n3 = {30, NULL};</a:t>
            </a:r>
          </a:p>
          <a:p>
            <a:endParaRPr lang="en-US" sz="1100" dirty="0">
              <a:solidFill>
                <a:schemeClr val="accent1"/>
              </a:solidFill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  <a:sym typeface="Fira Code"/>
            </a:endParaRPr>
          </a:p>
          <a:p>
            <a:r>
              <a:rPr lang="en-US" sz="1100" dirty="0">
                <a:solidFill>
                  <a:schemeClr val="accent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Fira Code"/>
              </a:rPr>
              <a:t>    n1.next = &amp;n2;</a:t>
            </a:r>
          </a:p>
          <a:p>
            <a:r>
              <a:rPr lang="en-US" sz="1100" dirty="0">
                <a:solidFill>
                  <a:schemeClr val="accent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Fira Code"/>
              </a:rPr>
              <a:t>    n2.next = &amp;n3;</a:t>
            </a:r>
          </a:p>
          <a:p>
            <a:endParaRPr lang="en-US" sz="1100" dirty="0">
              <a:solidFill>
                <a:schemeClr val="accent1"/>
              </a:solidFill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  <a:sym typeface="Fira Code"/>
            </a:endParaRPr>
          </a:p>
          <a:p>
            <a:r>
              <a:rPr lang="en-US" sz="1100" dirty="0">
                <a:solidFill>
                  <a:schemeClr val="tx2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Fira Code"/>
              </a:rPr>
              <a:t>struct</a:t>
            </a:r>
            <a:r>
              <a:rPr lang="en-US" sz="1100" dirty="0">
                <a:solidFill>
                  <a:schemeClr val="accent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Fira Code"/>
              </a:rPr>
              <a:t> Node *</a:t>
            </a:r>
            <a:r>
              <a:rPr lang="en-US" sz="1100" dirty="0" err="1">
                <a:solidFill>
                  <a:schemeClr val="accent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Fira Code"/>
              </a:rPr>
              <a:t>ptr</a:t>
            </a:r>
            <a:r>
              <a:rPr lang="en-US" sz="1100" dirty="0">
                <a:solidFill>
                  <a:schemeClr val="accent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Fira Code"/>
              </a:rPr>
              <a:t> = &amp;n1;</a:t>
            </a:r>
          </a:p>
          <a:p>
            <a:r>
              <a:rPr lang="en-US" sz="1100" dirty="0">
                <a:solidFill>
                  <a:schemeClr val="accent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Fira Code"/>
              </a:rPr>
              <a:t>    </a:t>
            </a:r>
            <a:r>
              <a:rPr lang="en-US" sz="1100" dirty="0">
                <a:solidFill>
                  <a:schemeClr val="bg1">
                    <a:lumMod val="75000"/>
                  </a:schemeClr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Fira Code"/>
              </a:rPr>
              <a:t>while</a:t>
            </a:r>
            <a:r>
              <a:rPr lang="en-US" sz="1100" dirty="0">
                <a:solidFill>
                  <a:schemeClr val="accent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Fira Code"/>
              </a:rPr>
              <a:t>(</a:t>
            </a:r>
            <a:r>
              <a:rPr lang="en-US" sz="1100" dirty="0" err="1">
                <a:solidFill>
                  <a:schemeClr val="accent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Fira Code"/>
              </a:rPr>
              <a:t>ptr</a:t>
            </a:r>
            <a:r>
              <a:rPr lang="en-US" sz="1100" dirty="0">
                <a:solidFill>
                  <a:schemeClr val="accent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Fira Code"/>
              </a:rPr>
              <a:t> != NULL) {</a:t>
            </a:r>
          </a:p>
          <a:p>
            <a:r>
              <a:rPr lang="en-US" sz="1100" dirty="0">
                <a:solidFill>
                  <a:schemeClr val="accent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Fira Code"/>
              </a:rPr>
              <a:t>        </a:t>
            </a:r>
            <a:r>
              <a:rPr lang="en-US" sz="1100" dirty="0" err="1">
                <a:solidFill>
                  <a:schemeClr val="bg1">
                    <a:lumMod val="75000"/>
                  </a:schemeClr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Fira Code"/>
              </a:rPr>
              <a:t>printf</a:t>
            </a:r>
            <a:r>
              <a:rPr lang="en-US" sz="1100" dirty="0">
                <a:solidFill>
                  <a:schemeClr val="accent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Fira Code"/>
              </a:rPr>
              <a:t>("%d -&gt; ", </a:t>
            </a:r>
            <a:r>
              <a:rPr lang="en-US" sz="1100" dirty="0" err="1">
                <a:solidFill>
                  <a:schemeClr val="accent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Fira Code"/>
              </a:rPr>
              <a:t>ptr</a:t>
            </a:r>
            <a:r>
              <a:rPr lang="en-US" sz="1100" dirty="0">
                <a:solidFill>
                  <a:schemeClr val="accent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Fira Code"/>
              </a:rPr>
              <a:t>-&gt;data);</a:t>
            </a:r>
          </a:p>
          <a:p>
            <a:r>
              <a:rPr lang="en-US" sz="1100" dirty="0">
                <a:solidFill>
                  <a:schemeClr val="accent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Fira Code"/>
              </a:rPr>
              <a:t>        </a:t>
            </a:r>
            <a:r>
              <a:rPr lang="en-US" sz="1100" dirty="0" err="1">
                <a:solidFill>
                  <a:schemeClr val="accent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Fira Code"/>
              </a:rPr>
              <a:t>ptr</a:t>
            </a:r>
            <a:r>
              <a:rPr lang="en-US" sz="1100" dirty="0">
                <a:solidFill>
                  <a:schemeClr val="accent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Fira Code"/>
              </a:rPr>
              <a:t> = </a:t>
            </a:r>
            <a:r>
              <a:rPr lang="en-US" sz="1100" dirty="0" err="1">
                <a:solidFill>
                  <a:schemeClr val="accent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Fira Code"/>
              </a:rPr>
              <a:t>ptr</a:t>
            </a:r>
            <a:r>
              <a:rPr lang="en-US" sz="1100" dirty="0">
                <a:solidFill>
                  <a:schemeClr val="accent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Fira Code"/>
              </a:rPr>
              <a:t>-&gt;next;</a:t>
            </a:r>
          </a:p>
          <a:p>
            <a:r>
              <a:rPr lang="en-US" sz="1100" dirty="0">
                <a:solidFill>
                  <a:schemeClr val="accent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Fira Code"/>
              </a:rPr>
              <a:t>    }</a:t>
            </a:r>
          </a:p>
          <a:p>
            <a:r>
              <a:rPr lang="en-US" sz="1100" dirty="0">
                <a:solidFill>
                  <a:schemeClr val="accent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Fira Code"/>
              </a:rPr>
              <a:t>    </a:t>
            </a:r>
            <a:r>
              <a:rPr lang="en-US" sz="1100" dirty="0" err="1">
                <a:solidFill>
                  <a:schemeClr val="bg1">
                    <a:lumMod val="75000"/>
                  </a:schemeClr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Fira Code"/>
              </a:rPr>
              <a:t>printf</a:t>
            </a:r>
            <a:r>
              <a:rPr lang="en-US" sz="1100" dirty="0">
                <a:solidFill>
                  <a:schemeClr val="accent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Fira Code"/>
              </a:rPr>
              <a:t>("NULL\n");</a:t>
            </a:r>
          </a:p>
          <a:p>
            <a:r>
              <a:rPr lang="en-US" sz="1100" dirty="0">
                <a:solidFill>
                  <a:schemeClr val="accent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Fira Code"/>
              </a:rPr>
              <a:t>    </a:t>
            </a:r>
            <a:r>
              <a:rPr lang="en-US" sz="1100" dirty="0">
                <a:solidFill>
                  <a:schemeClr val="bg1">
                    <a:lumMod val="75000"/>
                  </a:schemeClr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Fira Code"/>
              </a:rPr>
              <a:t>return</a:t>
            </a:r>
            <a:r>
              <a:rPr lang="en-US" sz="1100" dirty="0">
                <a:solidFill>
                  <a:schemeClr val="accent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Fira Code"/>
              </a:rPr>
              <a:t> 0;</a:t>
            </a:r>
          </a:p>
          <a:p>
            <a:r>
              <a:rPr lang="en-US" sz="1100" dirty="0">
                <a:solidFill>
                  <a:schemeClr val="accent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}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6C59473-2FB0-DEAE-07E1-4D4E27899871}"/>
              </a:ext>
            </a:extLst>
          </p:cNvPr>
          <p:cNvSpPr/>
          <p:nvPr/>
        </p:nvSpPr>
        <p:spPr>
          <a:xfrm>
            <a:off x="4536939" y="1053674"/>
            <a:ext cx="519143" cy="27137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10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624ABAF-EFCF-BA98-A203-A63BA887DA9B}"/>
              </a:ext>
            </a:extLst>
          </p:cNvPr>
          <p:cNvSpPr/>
          <p:nvPr/>
        </p:nvSpPr>
        <p:spPr>
          <a:xfrm>
            <a:off x="5056082" y="1053674"/>
            <a:ext cx="519143" cy="27137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BDF53F6-D0C2-F505-D3E3-2677945EC3BE}"/>
              </a:ext>
            </a:extLst>
          </p:cNvPr>
          <p:cNvSpPr/>
          <p:nvPr/>
        </p:nvSpPr>
        <p:spPr>
          <a:xfrm>
            <a:off x="6043189" y="1687156"/>
            <a:ext cx="519143" cy="27137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20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FFB09E9-BB4F-9653-6610-9BA94021C56C}"/>
              </a:ext>
            </a:extLst>
          </p:cNvPr>
          <p:cNvSpPr/>
          <p:nvPr/>
        </p:nvSpPr>
        <p:spPr>
          <a:xfrm>
            <a:off x="6562332" y="1687156"/>
            <a:ext cx="519143" cy="27137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7007081-575B-427A-8674-82ECE3EEC47E}"/>
              </a:ext>
            </a:extLst>
          </p:cNvPr>
          <p:cNvSpPr/>
          <p:nvPr/>
        </p:nvSpPr>
        <p:spPr>
          <a:xfrm>
            <a:off x="7714689" y="2360092"/>
            <a:ext cx="519143" cy="27137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30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A16A3BC-5B4C-BE73-E2C8-574EF3802BBF}"/>
              </a:ext>
            </a:extLst>
          </p:cNvPr>
          <p:cNvSpPr/>
          <p:nvPr/>
        </p:nvSpPr>
        <p:spPr>
          <a:xfrm>
            <a:off x="8233832" y="2360092"/>
            <a:ext cx="519143" cy="27137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4691334B-ECAE-D13B-7AA2-2D7AC928FE6E}"/>
              </a:ext>
            </a:extLst>
          </p:cNvPr>
          <p:cNvCxnSpPr>
            <a:stCxn id="16" idx="3"/>
            <a:endCxn id="17" idx="1"/>
          </p:cNvCxnSpPr>
          <p:nvPr/>
        </p:nvCxnSpPr>
        <p:spPr>
          <a:xfrm>
            <a:off x="5575225" y="1189359"/>
            <a:ext cx="467964" cy="633482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ED607196-5CDE-7973-9785-DB1B8C9F6446}"/>
              </a:ext>
            </a:extLst>
          </p:cNvPr>
          <p:cNvCxnSpPr>
            <a:cxnSpLocks/>
            <a:stCxn id="18" idx="3"/>
            <a:endCxn id="19" idx="1"/>
          </p:cNvCxnSpPr>
          <p:nvPr/>
        </p:nvCxnSpPr>
        <p:spPr>
          <a:xfrm>
            <a:off x="7081475" y="1822841"/>
            <a:ext cx="633214" cy="672936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77D25A6E-7A96-1EA9-1D3F-76E5C839CC78}"/>
              </a:ext>
            </a:extLst>
          </p:cNvPr>
          <p:cNvSpPr txBox="1"/>
          <p:nvPr/>
        </p:nvSpPr>
        <p:spPr>
          <a:xfrm>
            <a:off x="4833046" y="767184"/>
            <a:ext cx="3834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3"/>
                </a:solidFill>
              </a:rPr>
              <a:t>n1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238A1DC-D6B5-E63C-B27F-A4A2EB7A3D7D}"/>
              </a:ext>
            </a:extLst>
          </p:cNvPr>
          <p:cNvSpPr txBox="1"/>
          <p:nvPr/>
        </p:nvSpPr>
        <p:spPr>
          <a:xfrm>
            <a:off x="6365715" y="1400161"/>
            <a:ext cx="3834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3"/>
                </a:solidFill>
              </a:rPr>
              <a:t>n2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B2ADACB-F9F5-CA24-CB2A-0AD16D250525}"/>
              </a:ext>
            </a:extLst>
          </p:cNvPr>
          <p:cNvSpPr txBox="1"/>
          <p:nvPr/>
        </p:nvSpPr>
        <p:spPr>
          <a:xfrm>
            <a:off x="8042113" y="2052315"/>
            <a:ext cx="3834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3"/>
                </a:solidFill>
              </a:rPr>
              <a:t>n3</a:t>
            </a:r>
          </a:p>
        </p:txBody>
      </p:sp>
    </p:spTree>
    <p:extLst>
      <p:ext uri="{BB962C8B-B14F-4D97-AF65-F5344CB8AC3E}">
        <p14:creationId xmlns:p14="http://schemas.microsoft.com/office/powerpoint/2010/main" val="28552482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A94389-19FD-5902-0980-EA189B922D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400" dirty="0">
                <a:solidFill>
                  <a:schemeClr val="accent2"/>
                </a:solidFill>
              </a:rPr>
              <a:t>Homework</a:t>
            </a:r>
          </a:p>
        </p:txBody>
      </p:sp>
      <p:sp>
        <p:nvSpPr>
          <p:cNvPr id="4" name="Google Shape;474;p28">
            <a:extLst>
              <a:ext uri="{FF2B5EF4-FFF2-40B4-BE49-F238E27FC236}">
                <a16:creationId xmlns:a16="http://schemas.microsoft.com/office/drawing/2014/main" id="{3D03275E-7012-94DA-F3D4-10B3E892A20E}"/>
              </a:ext>
            </a:extLst>
          </p:cNvPr>
          <p:cNvSpPr txBox="1">
            <a:spLocks/>
          </p:cNvSpPr>
          <p:nvPr/>
        </p:nvSpPr>
        <p:spPr>
          <a:xfrm>
            <a:off x="-5975" y="91525"/>
            <a:ext cx="4572000" cy="3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pPr marL="0" indent="0" algn="ctr">
              <a:buFont typeface="Fira Code"/>
              <a:buNone/>
            </a:pPr>
            <a:r>
              <a:rPr lang="en-US">
                <a:solidFill>
                  <a:schemeClr val="accent3"/>
                </a:solidFill>
              </a:rPr>
              <a:t>Struct.c</a:t>
            </a:r>
            <a:endParaRPr lang="en-US" dirty="0">
              <a:solidFill>
                <a:schemeClr val="accent3"/>
              </a:solidFill>
            </a:endParaRPr>
          </a:p>
        </p:txBody>
      </p:sp>
      <p:sp>
        <p:nvSpPr>
          <p:cNvPr id="5" name="Google Shape;475;p28">
            <a:extLst>
              <a:ext uri="{FF2B5EF4-FFF2-40B4-BE49-F238E27FC236}">
                <a16:creationId xmlns:a16="http://schemas.microsoft.com/office/drawing/2014/main" id="{BD24B5E7-F450-5F60-3098-EAB744C54905}"/>
              </a:ext>
            </a:extLst>
          </p:cNvPr>
          <p:cNvSpPr txBox="1">
            <a:spLocks/>
          </p:cNvSpPr>
          <p:nvPr/>
        </p:nvSpPr>
        <p:spPr>
          <a:xfrm>
            <a:off x="4572000" y="91525"/>
            <a:ext cx="4572000" cy="3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pPr marL="0" indent="0" algn="ctr">
              <a:buFont typeface="Fira Code"/>
              <a:buNone/>
            </a:pPr>
            <a:r>
              <a:rPr lang="en-US" dirty="0">
                <a:solidFill>
                  <a:schemeClr val="accent3"/>
                </a:solidFill>
              </a:rPr>
              <a:t>HW 1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E47322A0-C7CF-41C4-99D2-4FBEE512886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143250" y="1212595"/>
            <a:ext cx="7702750" cy="17851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1400" dirty="0">
                <a:solidFill>
                  <a:schemeClr val="accent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Arial"/>
              </a:rPr>
              <a:t>Define a structure named Book that contains the following information: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1200" dirty="0">
                <a:solidFill>
                  <a:schemeClr val="accent2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Arial"/>
              </a:rPr>
              <a:t>title (string, maximum 50 characters)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1200" dirty="0">
                <a:solidFill>
                  <a:schemeClr val="accent2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Arial"/>
              </a:rPr>
              <a:t>author (string, maximum 30 characters)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1200" dirty="0">
                <a:solidFill>
                  <a:schemeClr val="accent2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Arial"/>
              </a:rPr>
              <a:t>price (float)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1400" dirty="0">
                <a:solidFill>
                  <a:schemeClr val="accent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Arial"/>
              </a:rPr>
              <a:t>Then, write a program that: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lang="en-US" altLang="en-US" sz="1400" dirty="0">
                <a:solidFill>
                  <a:schemeClr val="accent2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Arial"/>
              </a:rPr>
              <a:t>Receives information for 5 books from the user (using a function).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lang="en-US" altLang="en-US" sz="1400" dirty="0">
                <a:solidFill>
                  <a:schemeClr val="accent2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Arial"/>
              </a:rPr>
              <a:t>Prints the books in </a:t>
            </a:r>
            <a:r>
              <a:rPr lang="en-US" altLang="en-US" sz="1400" b="1" dirty="0">
                <a:solidFill>
                  <a:schemeClr val="accent2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Arial"/>
              </a:rPr>
              <a:t>descending order</a:t>
            </a:r>
            <a:r>
              <a:rPr lang="en-US" altLang="en-US" sz="1400" dirty="0">
                <a:solidFill>
                  <a:schemeClr val="accent2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Arial"/>
              </a:rPr>
              <a:t> of price.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Google Shape;473;p28">
            <a:extLst>
              <a:ext uri="{FF2B5EF4-FFF2-40B4-BE49-F238E27FC236}">
                <a16:creationId xmlns:a16="http://schemas.microsoft.com/office/drawing/2014/main" id="{C4706D6B-80C0-47B6-741B-A0842B4AD395}"/>
              </a:ext>
            </a:extLst>
          </p:cNvPr>
          <p:cNvSpPr txBox="1">
            <a:spLocks/>
          </p:cNvSpPr>
          <p:nvPr/>
        </p:nvSpPr>
        <p:spPr>
          <a:xfrm>
            <a:off x="710125" y="4694725"/>
            <a:ext cx="4865100" cy="3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pPr marL="0" indent="0">
              <a:buFont typeface="Fira Code"/>
              <a:buNone/>
            </a:pPr>
            <a:r>
              <a:rPr lang="en-US">
                <a:solidFill>
                  <a:schemeClr val="accent3"/>
                </a:solidFill>
              </a:rPr>
              <a:t>Programming Language Lab</a:t>
            </a:r>
            <a:endParaRPr lang="en-US" dirty="0">
              <a:solidFill>
                <a:schemeClr val="accent3"/>
              </a:solidFill>
            </a:endParaRPr>
          </a:p>
        </p:txBody>
      </p:sp>
      <p:sp>
        <p:nvSpPr>
          <p:cNvPr id="8" name="Google Shape;473;p28">
            <a:extLst>
              <a:ext uri="{FF2B5EF4-FFF2-40B4-BE49-F238E27FC236}">
                <a16:creationId xmlns:a16="http://schemas.microsoft.com/office/drawing/2014/main" id="{57C73936-A383-232E-134E-B73B78246236}"/>
              </a:ext>
            </a:extLst>
          </p:cNvPr>
          <p:cNvSpPr txBox="1">
            <a:spLocks/>
          </p:cNvSpPr>
          <p:nvPr/>
        </p:nvSpPr>
        <p:spPr>
          <a:xfrm>
            <a:off x="8433851" y="4694675"/>
            <a:ext cx="319124" cy="3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pPr marL="0" indent="0">
              <a:buFont typeface="Fira Code"/>
              <a:buNone/>
            </a:pPr>
            <a:r>
              <a:rPr lang="en" sz="1100" dirty="0">
                <a:solidFill>
                  <a:schemeClr val="accent3"/>
                </a:solidFill>
              </a:rPr>
              <a:t>8</a:t>
            </a:r>
            <a:endParaRPr lang="en" dirty="0">
              <a:solidFill>
                <a:schemeClr val="accent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712483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823DA9-AD81-B425-5AB8-6ED31E1FBE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416DED-47FE-AFDE-5F38-91A10993F6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251" y="531952"/>
            <a:ext cx="7290600" cy="541200"/>
          </a:xfrm>
        </p:spPr>
        <p:txBody>
          <a:bodyPr/>
          <a:lstStyle/>
          <a:p>
            <a:r>
              <a:rPr lang="en-US" sz="2400" dirty="0">
                <a:solidFill>
                  <a:schemeClr val="accent2"/>
                </a:solidFill>
              </a:rPr>
              <a:t>Homework</a:t>
            </a:r>
          </a:p>
        </p:txBody>
      </p:sp>
      <p:sp>
        <p:nvSpPr>
          <p:cNvPr id="4" name="Google Shape;474;p28">
            <a:extLst>
              <a:ext uri="{FF2B5EF4-FFF2-40B4-BE49-F238E27FC236}">
                <a16:creationId xmlns:a16="http://schemas.microsoft.com/office/drawing/2014/main" id="{669BECD8-551F-0233-1D2F-B2009AC96D5D}"/>
              </a:ext>
            </a:extLst>
          </p:cNvPr>
          <p:cNvSpPr txBox="1">
            <a:spLocks/>
          </p:cNvSpPr>
          <p:nvPr/>
        </p:nvSpPr>
        <p:spPr>
          <a:xfrm>
            <a:off x="-5975" y="91525"/>
            <a:ext cx="4572000" cy="3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pPr marL="0" indent="0" algn="ctr">
              <a:buFont typeface="Fira Code"/>
              <a:buNone/>
            </a:pPr>
            <a:r>
              <a:rPr lang="en-US">
                <a:solidFill>
                  <a:schemeClr val="accent3"/>
                </a:solidFill>
              </a:rPr>
              <a:t>Struct.c</a:t>
            </a:r>
            <a:endParaRPr lang="en-US" dirty="0">
              <a:solidFill>
                <a:schemeClr val="accent3"/>
              </a:solidFill>
            </a:endParaRPr>
          </a:p>
        </p:txBody>
      </p:sp>
      <p:sp>
        <p:nvSpPr>
          <p:cNvPr id="5" name="Google Shape;475;p28">
            <a:extLst>
              <a:ext uri="{FF2B5EF4-FFF2-40B4-BE49-F238E27FC236}">
                <a16:creationId xmlns:a16="http://schemas.microsoft.com/office/drawing/2014/main" id="{C03853EC-CD54-451B-A68F-E208A253543B}"/>
              </a:ext>
            </a:extLst>
          </p:cNvPr>
          <p:cNvSpPr txBox="1">
            <a:spLocks/>
          </p:cNvSpPr>
          <p:nvPr/>
        </p:nvSpPr>
        <p:spPr>
          <a:xfrm>
            <a:off x="4572000" y="91525"/>
            <a:ext cx="4572000" cy="3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pPr marL="0" indent="0" algn="ctr">
              <a:buFont typeface="Fira Code"/>
              <a:buNone/>
            </a:pPr>
            <a:r>
              <a:rPr lang="en-US" dirty="0">
                <a:solidFill>
                  <a:schemeClr val="accent3"/>
                </a:solidFill>
              </a:rPr>
              <a:t>HW </a:t>
            </a:r>
            <a:r>
              <a:rPr lang="fa-IR" dirty="0">
                <a:solidFill>
                  <a:schemeClr val="accent3"/>
                </a:solidFill>
              </a:rPr>
              <a:t>2</a:t>
            </a:r>
            <a:endParaRPr lang="en-US" dirty="0">
              <a:solidFill>
                <a:schemeClr val="accent3"/>
              </a:solidFill>
            </a:endParaRP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07D68FE6-C957-E7D8-01D6-33B7D623798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092610" y="962884"/>
            <a:ext cx="7860298" cy="37317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1400" dirty="0">
                <a:solidFill>
                  <a:schemeClr val="accent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Define a struct Student that contains:</a:t>
            </a:r>
          </a:p>
          <a:p>
            <a:pPr marL="28575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1050" dirty="0">
                <a:solidFill>
                  <a:schemeClr val="accent2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name (string, maximum 30 characters)</a:t>
            </a:r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1050" dirty="0">
                <a:solidFill>
                  <a:schemeClr val="accent2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age (integer)</a:t>
            </a:r>
            <a:endParaRPr lang="fa-IR" altLang="en-US" sz="1050" dirty="0">
              <a:solidFill>
                <a:schemeClr val="accent2"/>
              </a:solidFill>
              <a:latin typeface="Fira Code" panose="020B0809050000020004" pitchFamily="49" charset="0"/>
              <a:ea typeface="Fira Code" panose="020B0809050000020004" pitchFamily="49" charset="0"/>
            </a:endParaRPr>
          </a:p>
          <a:p>
            <a:pPr marL="28575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endParaRPr lang="en-US" altLang="en-US" sz="1050" dirty="0">
              <a:solidFill>
                <a:schemeClr val="accent2"/>
              </a:solidFill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1400" dirty="0">
                <a:solidFill>
                  <a:schemeClr val="accent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Define a struct Node for a linked list that contains:</a:t>
            </a:r>
          </a:p>
          <a:p>
            <a:pPr marL="28575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1100" dirty="0">
                <a:solidFill>
                  <a:schemeClr val="accent2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data (Student)</a:t>
            </a:r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1100" dirty="0">
                <a:solidFill>
                  <a:schemeClr val="accent2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next (pointer to the next Node)</a:t>
            </a:r>
            <a:endParaRPr lang="fa-IR" altLang="en-US" sz="1100" dirty="0">
              <a:solidFill>
                <a:schemeClr val="accent2"/>
              </a:solidFill>
              <a:latin typeface="Fira Code" panose="020B0809050000020004" pitchFamily="49" charset="0"/>
              <a:ea typeface="Fira Code" panose="020B0809050000020004" pitchFamily="49" charset="0"/>
            </a:endParaRPr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endParaRPr lang="en-US" altLang="en-US" sz="1100" dirty="0">
              <a:solidFill>
                <a:schemeClr val="accent2"/>
              </a:solidFill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1400" b="1" dirty="0">
                <a:solidFill>
                  <a:schemeClr val="accent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Task:</a:t>
            </a:r>
            <a:endParaRPr lang="en-US" altLang="en-US" sz="1400" dirty="0">
              <a:solidFill>
                <a:schemeClr val="accent1"/>
              </a:solidFill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</a:pPr>
            <a:r>
              <a:rPr lang="en-US" altLang="en-US" sz="1400" dirty="0">
                <a:solidFill>
                  <a:schemeClr val="accent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Create a linked list with </a:t>
            </a:r>
            <a:r>
              <a:rPr lang="fa-IR" altLang="en-US" sz="1400" b="1" dirty="0">
                <a:solidFill>
                  <a:schemeClr val="accent1"/>
                </a:solidFill>
                <a:latin typeface="Fira Code" panose="020B0809050000020004" pitchFamily="49" charset="0"/>
                <a:ea typeface="Fira Code" panose="020B0809050000020004" pitchFamily="49" charset="0"/>
              </a:rPr>
              <a:t>4</a:t>
            </a:r>
            <a:r>
              <a:rPr lang="en-US" altLang="en-US" sz="1400" b="1" dirty="0">
                <a:solidFill>
                  <a:schemeClr val="accent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students</a:t>
            </a:r>
            <a:endParaRPr lang="en-US" altLang="en-US" sz="1400" dirty="0">
              <a:solidFill>
                <a:schemeClr val="accent1"/>
              </a:solidFill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</a:pPr>
            <a:r>
              <a:rPr lang="en-US" altLang="en-US" sz="1400" dirty="0">
                <a:solidFill>
                  <a:schemeClr val="accent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Traverse the linked list using pointers and </a:t>
            </a:r>
            <a:r>
              <a:rPr lang="en-US" altLang="en-US" sz="1400" b="1" dirty="0">
                <a:solidFill>
                  <a:schemeClr val="accent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print each student’s name and age</a:t>
            </a:r>
            <a:r>
              <a:rPr lang="en-US" altLang="en-US" sz="1400" dirty="0">
                <a:solidFill>
                  <a:schemeClr val="accent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.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altLang="en-US" sz="4000" dirty="0">
              <a:solidFill>
                <a:schemeClr val="accent1"/>
              </a:solidFill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Google Shape;473;p28">
            <a:extLst>
              <a:ext uri="{FF2B5EF4-FFF2-40B4-BE49-F238E27FC236}">
                <a16:creationId xmlns:a16="http://schemas.microsoft.com/office/drawing/2014/main" id="{CB1476C9-E514-A4C0-9720-4C029DADD26B}"/>
              </a:ext>
            </a:extLst>
          </p:cNvPr>
          <p:cNvSpPr txBox="1">
            <a:spLocks/>
          </p:cNvSpPr>
          <p:nvPr/>
        </p:nvSpPr>
        <p:spPr>
          <a:xfrm>
            <a:off x="710125" y="4694725"/>
            <a:ext cx="4865100" cy="3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pPr marL="0" indent="0">
              <a:buFont typeface="Fira Code"/>
              <a:buNone/>
            </a:pPr>
            <a:r>
              <a:rPr lang="en-US">
                <a:solidFill>
                  <a:schemeClr val="accent3"/>
                </a:solidFill>
              </a:rPr>
              <a:t>Programming Language Lab</a:t>
            </a:r>
            <a:endParaRPr lang="en-US" dirty="0">
              <a:solidFill>
                <a:schemeClr val="accent3"/>
              </a:solidFill>
            </a:endParaRPr>
          </a:p>
        </p:txBody>
      </p:sp>
      <p:sp>
        <p:nvSpPr>
          <p:cNvPr id="8" name="Google Shape;473;p28">
            <a:extLst>
              <a:ext uri="{FF2B5EF4-FFF2-40B4-BE49-F238E27FC236}">
                <a16:creationId xmlns:a16="http://schemas.microsoft.com/office/drawing/2014/main" id="{4E6396D3-CD3C-55F1-783C-9597CED73922}"/>
              </a:ext>
            </a:extLst>
          </p:cNvPr>
          <p:cNvSpPr txBox="1">
            <a:spLocks/>
          </p:cNvSpPr>
          <p:nvPr/>
        </p:nvSpPr>
        <p:spPr>
          <a:xfrm>
            <a:off x="8433851" y="4694675"/>
            <a:ext cx="319124" cy="3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pPr marL="0" indent="0">
              <a:buFont typeface="Fira Code"/>
              <a:buNone/>
            </a:pPr>
            <a:r>
              <a:rPr lang="en" sz="1100" dirty="0">
                <a:solidFill>
                  <a:schemeClr val="accent3"/>
                </a:solidFill>
              </a:rPr>
              <a:t>9</a:t>
            </a:r>
            <a:endParaRPr lang="en" dirty="0">
              <a:solidFill>
                <a:schemeClr val="accent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93705338"/>
      </p:ext>
    </p:extLst>
  </p:cSld>
  <p:clrMapOvr>
    <a:masterClrMapping/>
  </p:clrMapOvr>
</p:sld>
</file>

<file path=ppt/theme/theme1.xml><?xml version="1.0" encoding="utf-8"?>
<a:theme xmlns:a="http://schemas.openxmlformats.org/drawingml/2006/main" name="Programming Language Workshop for Beginners by Slidesgo">
  <a:themeElements>
    <a:clrScheme name="Simple Light">
      <a:dk1>
        <a:srgbClr val="2E323B"/>
      </a:dk1>
      <a:lt1>
        <a:srgbClr val="FF5858"/>
      </a:lt1>
      <a:dk2>
        <a:srgbClr val="72D9F0"/>
      </a:dk2>
      <a:lt2>
        <a:srgbClr val="FCC642"/>
      </a:lt2>
      <a:accent1>
        <a:srgbClr val="DBA0DB"/>
      </a:accent1>
      <a:accent2>
        <a:srgbClr val="A5CF27"/>
      </a:accent2>
      <a:accent3>
        <a:srgbClr val="E7E7E7"/>
      </a:accent3>
      <a:accent4>
        <a:srgbClr val="707070"/>
      </a:accent4>
      <a:accent5>
        <a:srgbClr val="16191F"/>
      </a:accent5>
      <a:accent6>
        <a:srgbClr val="FFFFFF"/>
      </a:accent6>
      <a:hlink>
        <a:srgbClr val="FF585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1110</TotalTime>
  <Words>818</Words>
  <Application>Microsoft Office PowerPoint</Application>
  <PresentationFormat>On-screen Show (16:9)</PresentationFormat>
  <Paragraphs>149</Paragraphs>
  <Slides>11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Fira Code</vt:lpstr>
      <vt:lpstr>Programming Language Workshop for Beginners by Slidesgo</vt:lpstr>
      <vt:lpstr>PowerPoint Presentation</vt:lpstr>
      <vt:lpstr>Struct</vt:lpstr>
      <vt:lpstr>Why do we need arrays?</vt:lpstr>
      <vt:lpstr>struct</vt:lpstr>
      <vt:lpstr>struct</vt:lpstr>
      <vt:lpstr>struct</vt:lpstr>
      <vt:lpstr>struct</vt:lpstr>
      <vt:lpstr>PowerPoint Presentation</vt:lpstr>
      <vt:lpstr>PowerPoint Presentation</vt:lpstr>
      <vt:lpstr>Homework</vt:lpstr>
      <vt:lpstr>Homework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shayan naghizadeh</dc:creator>
  <cp:lastModifiedBy>shayan naghizadeh</cp:lastModifiedBy>
  <cp:revision>29</cp:revision>
  <dcterms:modified xsi:type="dcterms:W3CDTF">2025-09-04T12:27:51Z</dcterms:modified>
</cp:coreProperties>
</file>