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51"/>
  </p:notesMasterIdLst>
  <p:sldIdLst>
    <p:sldId id="256" r:id="rId3"/>
    <p:sldId id="257" r:id="rId4"/>
    <p:sldId id="303" r:id="rId5"/>
    <p:sldId id="302" r:id="rId6"/>
    <p:sldId id="301" r:id="rId7"/>
    <p:sldId id="300"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Lst>
  <p:sldSz cx="9144000" cy="5143500" type="screen16x9"/>
  <p:notesSz cx="6858000" cy="9144000"/>
  <p:embeddedFontLst>
    <p:embeddedFont>
      <p:font typeface="Amatic SC" panose="00000500000000000000" pitchFamily="2" charset="-79"/>
      <p:regular r:id="rId52"/>
      <p:bold r:id="rId53"/>
    </p:embeddedFont>
    <p:embeddedFont>
      <p:font typeface="B Nazanin" panose="00000400000000000000" pitchFamily="2" charset="-78"/>
      <p:regular r:id="rId54"/>
      <p:bold r:id="rId55"/>
    </p:embeddedFont>
    <p:embeddedFont>
      <p:font typeface="Fira Code" panose="020B0809050000020004" pitchFamily="49" charset="0"/>
      <p:regular r:id="rId56"/>
      <p:bold r:id="rId57"/>
    </p:embeddedFont>
    <p:embeddedFont>
      <p:font typeface="Lalezar" panose="00000500000000000000" pitchFamily="2" charset="-78"/>
      <p:regular r:id="rId58"/>
    </p:embeddedFont>
    <p:embeddedFont>
      <p:font typeface="Montserrat" panose="00000500000000000000" pitchFamily="2" charset="0"/>
      <p:regular r:id="rId59"/>
      <p:bold r:id="rId60"/>
      <p:italic r:id="rId61"/>
      <p:boldItalic r:id="rId62"/>
    </p:embeddedFont>
    <p:embeddedFont>
      <p:font typeface="Proxima Nova" panose="020B0604020202020204" charset="0"/>
      <p:regular r:id="rId63"/>
      <p:bold r:id="rId64"/>
      <p:italic r:id="rId65"/>
      <p:boldItalic r:id="rId66"/>
    </p:embeddedFont>
    <p:embeddedFont>
      <p:font typeface="Proxima Nova Semibold" panose="020B0604020202020204" charset="0"/>
      <p:regular r:id="rId67"/>
      <p:bold r:id="rId68"/>
      <p:boldItalic r:id="rId69"/>
    </p:embeddedFont>
    <p:embeddedFont>
      <p:font typeface="Roboto Medium" panose="02000000000000000000" pitchFamily="2" charset="0"/>
      <p:regular r:id="rId70"/>
      <p:bold r:id="rId71"/>
      <p:italic r:id="rId72"/>
      <p:boldItalic r:id="rId7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05060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BEAB1D1-4E42-4361-B4FD-13862715D387}">
  <a:tblStyle styleId="{4BEAB1D1-4E42-4361-B4FD-13862715D38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38" d="100"/>
          <a:sy n="138" d="100"/>
        </p:scale>
        <p:origin x="834" y="12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2.fntdata"/><Relationship Id="rId68" Type="http://schemas.openxmlformats.org/officeDocument/2006/relationships/font" Target="fonts/font17.fntdata"/><Relationship Id="rId16" Type="http://schemas.openxmlformats.org/officeDocument/2006/relationships/slide" Target="slides/slide1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2.fntdata"/><Relationship Id="rId58" Type="http://schemas.openxmlformats.org/officeDocument/2006/relationships/font" Target="fonts/font7.fntdata"/><Relationship Id="rId66" Type="http://schemas.openxmlformats.org/officeDocument/2006/relationships/font" Target="fonts/font15.fntdata"/><Relationship Id="rId74"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font" Target="fonts/font10.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5.fntdata"/><Relationship Id="rId64" Type="http://schemas.openxmlformats.org/officeDocument/2006/relationships/font" Target="fonts/font13.fntdata"/><Relationship Id="rId69" Type="http://schemas.openxmlformats.org/officeDocument/2006/relationships/font" Target="fonts/font18.fntdata"/><Relationship Id="rId77"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notesMaster" Target="notesMasters/notesMaster1.xml"/><Relationship Id="rId72" Type="http://schemas.openxmlformats.org/officeDocument/2006/relationships/font" Target="fonts/font21.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8.fntdata"/><Relationship Id="rId67" Type="http://schemas.openxmlformats.org/officeDocument/2006/relationships/font" Target="fonts/font1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3.fntdata"/><Relationship Id="rId62" Type="http://schemas.openxmlformats.org/officeDocument/2006/relationships/font" Target="fonts/font11.fntdata"/><Relationship Id="rId70" Type="http://schemas.openxmlformats.org/officeDocument/2006/relationships/font" Target="fonts/font19.fntdata"/><Relationship Id="rId75"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6.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1.fntdata"/><Relationship Id="rId60" Type="http://schemas.openxmlformats.org/officeDocument/2006/relationships/font" Target="fonts/font9.fntdata"/><Relationship Id="rId65" Type="http://schemas.openxmlformats.org/officeDocument/2006/relationships/font" Target="fonts/font14.fntdata"/><Relationship Id="rId73" Type="http://schemas.openxmlformats.org/officeDocument/2006/relationships/font" Target="fonts/font22.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4.fntdata"/><Relationship Id="rId76"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font" Target="fonts/font20.fntdata"/><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p:cNvGrpSpPr/>
        <p:nvPr/>
      </p:nvGrpSpPr>
      <p:grpSpPr>
        <a:xfrm>
          <a:off x="0" y="0"/>
          <a:ext cx="0" cy="0"/>
          <a:chOff x="0" y="0"/>
          <a:chExt cx="0" cy="0"/>
        </a:xfrm>
      </p:grpSpPr>
      <p:sp>
        <p:nvSpPr>
          <p:cNvPr id="468" name="Google Shape;468;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0C8A4C62-16A3-D147-AE2B-ADAF890E886C}"/>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370D293B-1D93-0357-73DF-99E204B413D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93A90C3F-278A-EC9D-8B0F-5222F08B4DF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4174652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1B185A36-72A3-B651-077D-51E5120C51CF}"/>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297749A4-12C8-EE72-C655-478B583E1B2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D7E92314-AC33-4613-DEC1-6AF738F620E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680149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AF64EDBF-A15A-09EC-586A-465C1FC0B664}"/>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538D499A-A22C-3183-FA93-0E7CA2192AE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55F13AF0-5EE8-2D1D-C65F-AB8F52255A4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577854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6"/>
        <p:cNvGrpSpPr/>
        <p:nvPr/>
      </p:nvGrpSpPr>
      <p:grpSpPr>
        <a:xfrm>
          <a:off x="0" y="0"/>
          <a:ext cx="0" cy="0"/>
          <a:chOff x="0" y="0"/>
          <a:chExt cx="0" cy="0"/>
        </a:xfrm>
      </p:grpSpPr>
      <p:sp>
        <p:nvSpPr>
          <p:cNvPr id="477" name="Google Shape;477;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 name="Google Shape;478;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
        <p:cNvGrpSpPr/>
        <p:nvPr/>
      </p:nvGrpSpPr>
      <p:grpSpPr>
        <a:xfrm>
          <a:off x="0" y="0"/>
          <a:ext cx="0" cy="0"/>
          <a:chOff x="0" y="0"/>
          <a:chExt cx="0" cy="0"/>
        </a:xfrm>
      </p:grpSpPr>
      <p:sp>
        <p:nvSpPr>
          <p:cNvPr id="497" name="Google Shape;497;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 name="Google Shape;498;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
        <p:cNvGrpSpPr/>
        <p:nvPr/>
      </p:nvGrpSpPr>
      <p:grpSpPr>
        <a:xfrm>
          <a:off x="0" y="0"/>
          <a:ext cx="0" cy="0"/>
          <a:chOff x="0" y="0"/>
          <a:chExt cx="0" cy="0"/>
        </a:xfrm>
      </p:grpSpPr>
      <p:sp>
        <p:nvSpPr>
          <p:cNvPr id="509" name="Google Shape;509;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0" name="Google Shape;510;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7"/>
        <p:cNvGrpSpPr/>
        <p:nvPr/>
      </p:nvGrpSpPr>
      <p:grpSpPr>
        <a:xfrm>
          <a:off x="0" y="0"/>
          <a:ext cx="0" cy="0"/>
          <a:chOff x="0" y="0"/>
          <a:chExt cx="0" cy="0"/>
        </a:xfrm>
      </p:grpSpPr>
      <p:sp>
        <p:nvSpPr>
          <p:cNvPr id="558" name="Google Shape;558;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9" name="Google Shape;559;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0"/>
        <p:cNvGrpSpPr/>
        <p:nvPr/>
      </p:nvGrpSpPr>
      <p:grpSpPr>
        <a:xfrm>
          <a:off x="0" y="0"/>
          <a:ext cx="0" cy="0"/>
          <a:chOff x="0" y="0"/>
          <a:chExt cx="0" cy="0"/>
        </a:xfrm>
      </p:grpSpPr>
      <p:sp>
        <p:nvSpPr>
          <p:cNvPr id="631" name="Google Shape;631;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2" name="Google Shape;632;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8"/>
        <p:cNvGrpSpPr/>
        <p:nvPr/>
      </p:nvGrpSpPr>
      <p:grpSpPr>
        <a:xfrm>
          <a:off x="0" y="0"/>
          <a:ext cx="0" cy="0"/>
          <a:chOff x="0" y="0"/>
          <a:chExt cx="0" cy="0"/>
        </a:xfrm>
      </p:grpSpPr>
      <p:sp>
        <p:nvSpPr>
          <p:cNvPr id="709" name="Google Shape;709;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0" name="Google Shape;710;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
        <p:cNvGrpSpPr/>
        <p:nvPr/>
      </p:nvGrpSpPr>
      <p:grpSpPr>
        <a:xfrm>
          <a:off x="0" y="0"/>
          <a:ext cx="0" cy="0"/>
          <a:chOff x="0" y="0"/>
          <a:chExt cx="0" cy="0"/>
        </a:xfrm>
      </p:grpSpPr>
      <p:sp>
        <p:nvSpPr>
          <p:cNvPr id="779" name="Google Shape;779;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 name="Google Shape;780;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4"/>
        <p:cNvGrpSpPr/>
        <p:nvPr/>
      </p:nvGrpSpPr>
      <p:grpSpPr>
        <a:xfrm>
          <a:off x="0" y="0"/>
          <a:ext cx="0" cy="0"/>
          <a:chOff x="0" y="0"/>
          <a:chExt cx="0" cy="0"/>
        </a:xfrm>
      </p:grpSpPr>
      <p:sp>
        <p:nvSpPr>
          <p:cNvPr id="795" name="Google Shape;795;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6" name="Google Shape;796;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0"/>
        <p:cNvGrpSpPr/>
        <p:nvPr/>
      </p:nvGrpSpPr>
      <p:grpSpPr>
        <a:xfrm>
          <a:off x="0" y="0"/>
          <a:ext cx="0" cy="0"/>
          <a:chOff x="0" y="0"/>
          <a:chExt cx="0" cy="0"/>
        </a:xfrm>
      </p:grpSpPr>
      <p:sp>
        <p:nvSpPr>
          <p:cNvPr id="811" name="Google Shape;811;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 name="Google Shape;812;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7"/>
        <p:cNvGrpSpPr/>
        <p:nvPr/>
      </p:nvGrpSpPr>
      <p:grpSpPr>
        <a:xfrm>
          <a:off x="0" y="0"/>
          <a:ext cx="0" cy="0"/>
          <a:chOff x="0" y="0"/>
          <a:chExt cx="0" cy="0"/>
        </a:xfrm>
      </p:grpSpPr>
      <p:sp>
        <p:nvSpPr>
          <p:cNvPr id="818" name="Google Shape;818;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 name="Google Shape;819;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7"/>
        <p:cNvGrpSpPr/>
        <p:nvPr/>
      </p:nvGrpSpPr>
      <p:grpSpPr>
        <a:xfrm>
          <a:off x="0" y="0"/>
          <a:ext cx="0" cy="0"/>
          <a:chOff x="0" y="0"/>
          <a:chExt cx="0" cy="0"/>
        </a:xfrm>
      </p:grpSpPr>
      <p:sp>
        <p:nvSpPr>
          <p:cNvPr id="828" name="Google Shape;828;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 name="Google Shape;829;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8"/>
        <p:cNvGrpSpPr/>
        <p:nvPr/>
      </p:nvGrpSpPr>
      <p:grpSpPr>
        <a:xfrm>
          <a:off x="0" y="0"/>
          <a:ext cx="0" cy="0"/>
          <a:chOff x="0" y="0"/>
          <a:chExt cx="0" cy="0"/>
        </a:xfrm>
      </p:grpSpPr>
      <p:sp>
        <p:nvSpPr>
          <p:cNvPr id="849" name="Google Shape;849;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0" name="Google Shape;850;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
        <p:cNvGrpSpPr/>
        <p:nvPr/>
      </p:nvGrpSpPr>
      <p:grpSpPr>
        <a:xfrm>
          <a:off x="0" y="0"/>
          <a:ext cx="0" cy="0"/>
          <a:chOff x="0" y="0"/>
          <a:chExt cx="0" cy="0"/>
        </a:xfrm>
      </p:grpSpPr>
      <p:sp>
        <p:nvSpPr>
          <p:cNvPr id="862" name="Google Shape;862;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3" name="Google Shape;863;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3"/>
        <p:cNvGrpSpPr/>
        <p:nvPr/>
      </p:nvGrpSpPr>
      <p:grpSpPr>
        <a:xfrm>
          <a:off x="0" y="0"/>
          <a:ext cx="0" cy="0"/>
          <a:chOff x="0" y="0"/>
          <a:chExt cx="0" cy="0"/>
        </a:xfrm>
      </p:grpSpPr>
      <p:sp>
        <p:nvSpPr>
          <p:cNvPr id="874" name="Google Shape;874;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5" name="Google Shape;875;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2"/>
        <p:cNvGrpSpPr/>
        <p:nvPr/>
      </p:nvGrpSpPr>
      <p:grpSpPr>
        <a:xfrm>
          <a:off x="0" y="0"/>
          <a:ext cx="0" cy="0"/>
          <a:chOff x="0" y="0"/>
          <a:chExt cx="0" cy="0"/>
        </a:xfrm>
      </p:grpSpPr>
      <p:sp>
        <p:nvSpPr>
          <p:cNvPr id="883" name="Google Shape;883;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4" name="Google Shape;884;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3"/>
        <p:cNvGrpSpPr/>
        <p:nvPr/>
      </p:nvGrpSpPr>
      <p:grpSpPr>
        <a:xfrm>
          <a:off x="0" y="0"/>
          <a:ext cx="0" cy="0"/>
          <a:chOff x="0" y="0"/>
          <a:chExt cx="0" cy="0"/>
        </a:xfrm>
      </p:grpSpPr>
      <p:sp>
        <p:nvSpPr>
          <p:cNvPr id="2474" name="Google Shape;2474;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5" name="Google Shape;2475;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5"/>
        <p:cNvGrpSpPr/>
        <p:nvPr/>
      </p:nvGrpSpPr>
      <p:grpSpPr>
        <a:xfrm>
          <a:off x="0" y="0"/>
          <a:ext cx="0" cy="0"/>
          <a:chOff x="0" y="0"/>
          <a:chExt cx="0" cy="0"/>
        </a:xfrm>
      </p:grpSpPr>
      <p:sp>
        <p:nvSpPr>
          <p:cNvPr id="2496" name="Google Shape;2496;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7" name="Google Shape;2497;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8"/>
        <p:cNvGrpSpPr/>
        <p:nvPr/>
      </p:nvGrpSpPr>
      <p:grpSpPr>
        <a:xfrm>
          <a:off x="0" y="0"/>
          <a:ext cx="0" cy="0"/>
          <a:chOff x="0" y="0"/>
          <a:chExt cx="0" cy="0"/>
        </a:xfrm>
      </p:grpSpPr>
      <p:sp>
        <p:nvSpPr>
          <p:cNvPr id="2519" name="Google Shape;2519;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0" name="Google Shape;2520;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0"/>
        <p:cNvGrpSpPr/>
        <p:nvPr/>
      </p:nvGrpSpPr>
      <p:grpSpPr>
        <a:xfrm>
          <a:off x="0" y="0"/>
          <a:ext cx="0" cy="0"/>
          <a:chOff x="0" y="0"/>
          <a:chExt cx="0" cy="0"/>
        </a:xfrm>
      </p:grpSpPr>
      <p:sp>
        <p:nvSpPr>
          <p:cNvPr id="2541" name="Google Shape;2541;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2" name="Google Shape;2542;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6"/>
        <p:cNvGrpSpPr/>
        <p:nvPr/>
      </p:nvGrpSpPr>
      <p:grpSpPr>
        <a:xfrm>
          <a:off x="0" y="0"/>
          <a:ext cx="0" cy="0"/>
          <a:chOff x="0" y="0"/>
          <a:chExt cx="0" cy="0"/>
        </a:xfrm>
      </p:grpSpPr>
      <p:sp>
        <p:nvSpPr>
          <p:cNvPr id="2577" name="Google Shape;2577;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8" name="Google Shape;2578;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1"/>
        <p:cNvGrpSpPr/>
        <p:nvPr/>
      </p:nvGrpSpPr>
      <p:grpSpPr>
        <a:xfrm>
          <a:off x="0" y="0"/>
          <a:ext cx="0" cy="0"/>
          <a:chOff x="0" y="0"/>
          <a:chExt cx="0" cy="0"/>
        </a:xfrm>
      </p:grpSpPr>
      <p:sp>
        <p:nvSpPr>
          <p:cNvPr id="3112" name="Google Shape;3112;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3" name="Google Shape;3113;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4"/>
        <p:cNvGrpSpPr/>
        <p:nvPr/>
      </p:nvGrpSpPr>
      <p:grpSpPr>
        <a:xfrm>
          <a:off x="0" y="0"/>
          <a:ext cx="0" cy="0"/>
          <a:chOff x="0" y="0"/>
          <a:chExt cx="0" cy="0"/>
        </a:xfrm>
      </p:grpSpPr>
      <p:sp>
        <p:nvSpPr>
          <p:cNvPr id="3125" name="Google Shape;3125;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6" name="Google Shape;3126;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7"/>
        <p:cNvGrpSpPr/>
        <p:nvPr/>
      </p:nvGrpSpPr>
      <p:grpSpPr>
        <a:xfrm>
          <a:off x="0" y="0"/>
          <a:ext cx="0" cy="0"/>
          <a:chOff x="0" y="0"/>
          <a:chExt cx="0" cy="0"/>
        </a:xfrm>
      </p:grpSpPr>
      <p:sp>
        <p:nvSpPr>
          <p:cNvPr id="3138" name="Google Shape;3138;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9" name="Google Shape;3139;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4"/>
        <p:cNvGrpSpPr/>
        <p:nvPr/>
      </p:nvGrpSpPr>
      <p:grpSpPr>
        <a:xfrm>
          <a:off x="0" y="0"/>
          <a:ext cx="0" cy="0"/>
          <a:chOff x="0" y="0"/>
          <a:chExt cx="0" cy="0"/>
        </a:xfrm>
      </p:grpSpPr>
      <p:sp>
        <p:nvSpPr>
          <p:cNvPr id="3145" name="Google Shape;3145;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6" name="Google Shape;3146;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1"/>
        <p:cNvGrpSpPr/>
        <p:nvPr/>
      </p:nvGrpSpPr>
      <p:grpSpPr>
        <a:xfrm>
          <a:off x="0" y="0"/>
          <a:ext cx="0" cy="0"/>
          <a:chOff x="0" y="0"/>
          <a:chExt cx="0" cy="0"/>
        </a:xfrm>
      </p:grpSpPr>
      <p:sp>
        <p:nvSpPr>
          <p:cNvPr id="3152" name="Google Shape;3152;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3" name="Google Shape;3153;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8"/>
        <p:cNvGrpSpPr/>
        <p:nvPr/>
      </p:nvGrpSpPr>
      <p:grpSpPr>
        <a:xfrm>
          <a:off x="0" y="0"/>
          <a:ext cx="0" cy="0"/>
          <a:chOff x="0" y="0"/>
          <a:chExt cx="0" cy="0"/>
        </a:xfrm>
      </p:grpSpPr>
      <p:sp>
        <p:nvSpPr>
          <p:cNvPr id="3179" name="Google Shape;3179;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0" name="Google Shape;3180;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4"/>
        <p:cNvGrpSpPr/>
        <p:nvPr/>
      </p:nvGrpSpPr>
      <p:grpSpPr>
        <a:xfrm>
          <a:off x="0" y="0"/>
          <a:ext cx="0" cy="0"/>
          <a:chOff x="0" y="0"/>
          <a:chExt cx="0" cy="0"/>
        </a:xfrm>
      </p:grpSpPr>
      <p:sp>
        <p:nvSpPr>
          <p:cNvPr id="3195" name="Google Shape;3195;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6" name="Google Shape;3196;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31"/>
        <p:cNvGrpSpPr/>
        <p:nvPr/>
      </p:nvGrpSpPr>
      <p:grpSpPr>
        <a:xfrm>
          <a:off x="0" y="0"/>
          <a:ext cx="0" cy="0"/>
          <a:chOff x="0" y="0"/>
          <a:chExt cx="0" cy="0"/>
        </a:xfrm>
      </p:grpSpPr>
      <p:sp>
        <p:nvSpPr>
          <p:cNvPr id="3532" name="Google Shape;3532;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3" name="Google Shape;3533;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31"/>
        <p:cNvGrpSpPr/>
        <p:nvPr/>
      </p:nvGrpSpPr>
      <p:grpSpPr>
        <a:xfrm>
          <a:off x="0" y="0"/>
          <a:ext cx="0" cy="0"/>
          <a:chOff x="0" y="0"/>
          <a:chExt cx="0" cy="0"/>
        </a:xfrm>
      </p:grpSpPr>
      <p:sp>
        <p:nvSpPr>
          <p:cNvPr id="10032" name="Google Shape;10032;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33" name="Google Shape;10033;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58"/>
        <p:cNvGrpSpPr/>
        <p:nvPr/>
      </p:nvGrpSpPr>
      <p:grpSpPr>
        <a:xfrm>
          <a:off x="0" y="0"/>
          <a:ext cx="0" cy="0"/>
          <a:chOff x="0" y="0"/>
          <a:chExt cx="0" cy="0"/>
        </a:xfrm>
      </p:grpSpPr>
      <p:sp>
        <p:nvSpPr>
          <p:cNvPr id="10459" name="Google Shape;10459;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60" name="Google Shape;10460;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1"/>
        <p:cNvGrpSpPr/>
        <p:nvPr/>
      </p:nvGrpSpPr>
      <p:grpSpPr>
        <a:xfrm>
          <a:off x="0" y="0"/>
          <a:ext cx="0" cy="0"/>
          <a:chOff x="0" y="0"/>
          <a:chExt cx="0" cy="0"/>
        </a:xfrm>
      </p:grpSpPr>
      <p:sp>
        <p:nvSpPr>
          <p:cNvPr id="10622" name="Google Shape;10622;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3" name="Google Shape;10623;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23"/>
        <p:cNvGrpSpPr/>
        <p:nvPr/>
      </p:nvGrpSpPr>
      <p:grpSpPr>
        <a:xfrm>
          <a:off x="0" y="0"/>
          <a:ext cx="0" cy="0"/>
          <a:chOff x="0" y="0"/>
          <a:chExt cx="0" cy="0"/>
        </a:xfrm>
      </p:grpSpPr>
      <p:sp>
        <p:nvSpPr>
          <p:cNvPr id="11024" name="Google Shape;11024;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25" name="Google Shape;11025;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94"/>
        <p:cNvGrpSpPr/>
        <p:nvPr/>
      </p:nvGrpSpPr>
      <p:grpSpPr>
        <a:xfrm>
          <a:off x="0" y="0"/>
          <a:ext cx="0" cy="0"/>
          <a:chOff x="0" y="0"/>
          <a:chExt cx="0" cy="0"/>
        </a:xfrm>
      </p:grpSpPr>
      <p:sp>
        <p:nvSpPr>
          <p:cNvPr id="11395" name="Google Shape;11395;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6" name="Google Shape;11396;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71"/>
        <p:cNvGrpSpPr/>
        <p:nvPr/>
      </p:nvGrpSpPr>
      <p:grpSpPr>
        <a:xfrm>
          <a:off x="0" y="0"/>
          <a:ext cx="0" cy="0"/>
          <a:chOff x="0" y="0"/>
          <a:chExt cx="0" cy="0"/>
        </a:xfrm>
      </p:grpSpPr>
      <p:sp>
        <p:nvSpPr>
          <p:cNvPr id="11772" name="Google Shape;11772;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73" name="Google Shape;11773;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02"/>
        <p:cNvGrpSpPr/>
        <p:nvPr/>
      </p:nvGrpSpPr>
      <p:grpSpPr>
        <a:xfrm>
          <a:off x="0" y="0"/>
          <a:ext cx="0" cy="0"/>
          <a:chOff x="0" y="0"/>
          <a:chExt cx="0" cy="0"/>
        </a:xfrm>
      </p:grpSpPr>
      <p:sp>
        <p:nvSpPr>
          <p:cNvPr id="12203" name="Google Shape;12203;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04" name="Google Shape;12204;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95"/>
        <p:cNvGrpSpPr/>
        <p:nvPr/>
      </p:nvGrpSpPr>
      <p:grpSpPr>
        <a:xfrm>
          <a:off x="0" y="0"/>
          <a:ext cx="0" cy="0"/>
          <a:chOff x="0" y="0"/>
          <a:chExt cx="0" cy="0"/>
        </a:xfrm>
      </p:grpSpPr>
      <p:sp>
        <p:nvSpPr>
          <p:cNvPr id="12996" name="Google Shape;12996;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97" name="Google Shape;12997;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36"/>
        <p:cNvGrpSpPr/>
        <p:nvPr/>
      </p:nvGrpSpPr>
      <p:grpSpPr>
        <a:xfrm>
          <a:off x="0" y="0"/>
          <a:ext cx="0" cy="0"/>
          <a:chOff x="0" y="0"/>
          <a:chExt cx="0" cy="0"/>
        </a:xfrm>
      </p:grpSpPr>
      <p:sp>
        <p:nvSpPr>
          <p:cNvPr id="13737" name="Google Shape;13737;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38" name="Google Shape;13738;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29"/>
        <p:cNvGrpSpPr/>
        <p:nvPr/>
      </p:nvGrpSpPr>
      <p:grpSpPr>
        <a:xfrm>
          <a:off x="0" y="0"/>
          <a:ext cx="0" cy="0"/>
          <a:chOff x="0" y="0"/>
          <a:chExt cx="0" cy="0"/>
        </a:xfrm>
      </p:grpSpPr>
      <p:sp>
        <p:nvSpPr>
          <p:cNvPr id="14430" name="Google Shape;14430;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31" name="Google Shape;14431;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31"/>
        <p:cNvGrpSpPr/>
        <p:nvPr/>
      </p:nvGrpSpPr>
      <p:grpSpPr>
        <a:xfrm>
          <a:off x="0" y="0"/>
          <a:ext cx="0" cy="0"/>
          <a:chOff x="0" y="0"/>
          <a:chExt cx="0" cy="0"/>
        </a:xfrm>
      </p:grpSpPr>
      <p:sp>
        <p:nvSpPr>
          <p:cNvPr id="14732" name="Google Shape;14732;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33" name="Google Shape;14733;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71"/>
        <p:cNvGrpSpPr/>
        <p:nvPr/>
      </p:nvGrpSpPr>
      <p:grpSpPr>
        <a:xfrm>
          <a:off x="0" y="0"/>
          <a:ext cx="0" cy="0"/>
          <a:chOff x="0" y="0"/>
          <a:chExt cx="0" cy="0"/>
        </a:xfrm>
      </p:grpSpPr>
      <p:sp>
        <p:nvSpPr>
          <p:cNvPr id="15372" name="Google Shape;15372;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73" name="Google Shape;15373;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hyperlink" Target="https://blockly-demo.appspot.com/static/demos/code/index.html" TargetMode="External"/><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7.xml"/></Relationships>
</file>

<file path=ppt/slides/_rels/slide1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18.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5.xml"/><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28.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29.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0.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7.xml"/></Relationships>
</file>

<file path=ppt/slides/_rels/slide3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1.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33.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1.gif"/><Relationship Id="rId2" Type="http://schemas.openxmlformats.org/officeDocument/2006/relationships/notesSlide" Target="../notesSlides/notesSlide33.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0.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9.gif"/><Relationship Id="rId4" Type="http://schemas.openxmlformats.org/officeDocument/2006/relationships/image" Target="../media/image7.gif"/><Relationship Id="rId9" Type="http://schemas.openxmlformats.org/officeDocument/2006/relationships/image" Target="../media/image8.gif"/></Relationships>
</file>

<file path=ppt/slides/_rels/slide3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7.xml"/><Relationship Id="rId1" Type="http://schemas.openxmlformats.org/officeDocument/2006/relationships/slideLayout" Target="../slideLayouts/slideLayout24.xm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60" name="Google Shape;460;p27"/>
          <p:cNvSpPr txBox="1">
            <a:spLocks noGrp="1"/>
          </p:cNvSpPr>
          <p:nvPr>
            <p:ph type="subTitle" idx="1"/>
          </p:nvPr>
        </p:nvSpPr>
        <p:spPr>
          <a:xfrm>
            <a:off x="754333" y="4669206"/>
            <a:ext cx="4865100" cy="357300"/>
          </a:xfrm>
          <a:prstGeom prst="rect">
            <a:avLst/>
          </a:prstGeom>
        </p:spPr>
        <p:txBody>
          <a:bodyPr spcFirstLastPara="1" wrap="square" lIns="91425" tIns="91425" rIns="91425" bIns="91425" anchor="ctr" anchorCtr="0">
            <a:noAutofit/>
          </a:bodyPr>
          <a:lstStyle/>
          <a:p>
            <a:pPr marL="0" indent="0"/>
            <a:r>
              <a:rPr lang="en-US" sz="1100" dirty="0"/>
              <a:t>#1</a:t>
            </a:r>
            <a:endParaRPr sz="1100" dirty="0"/>
          </a:p>
        </p:txBody>
      </p:sp>
      <p:sp>
        <p:nvSpPr>
          <p:cNvPr id="465" name="Google Shape;465;p2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1000" dirty="0" err="1"/>
              <a:t>Intro.c</a:t>
            </a:r>
            <a:endParaRPr sz="1000" dirty="0"/>
          </a:p>
        </p:txBody>
      </p:sp>
      <p:pic>
        <p:nvPicPr>
          <p:cNvPr id="8" name="Picture 7">
            <a:extLst>
              <a:ext uri="{FF2B5EF4-FFF2-40B4-BE49-F238E27FC236}">
                <a16:creationId xmlns:a16="http://schemas.microsoft.com/office/drawing/2014/main" id="{567936E9-7FC1-30C1-7397-1B2AB8776D29}"/>
              </a:ext>
            </a:extLst>
          </p:cNvPr>
          <p:cNvPicPr>
            <a:picLocks noChangeAspect="1"/>
          </p:cNvPicPr>
          <p:nvPr/>
        </p:nvPicPr>
        <p:blipFill>
          <a:blip r:embed="rId3">
            <a:biLevel thresh="50000"/>
            <a:extLst>
              <a:ext uri="{28A0092B-C50C-407E-A947-70E740481C1C}">
                <a14:useLocalDpi xmlns:a14="http://schemas.microsoft.com/office/drawing/2010/main" val="0"/>
              </a:ext>
            </a:extLst>
          </a:blip>
          <a:stretch>
            <a:fillRect/>
          </a:stretch>
        </p:blipFill>
        <p:spPr>
          <a:xfrm>
            <a:off x="3512613" y="759349"/>
            <a:ext cx="2106820" cy="1900123"/>
          </a:xfrm>
          <a:prstGeom prst="rect">
            <a:avLst/>
          </a:prstGeom>
          <a:effectLst>
            <a:outerShdw blurRad="50800" dist="38100" dir="10800000" algn="r" rotWithShape="0">
              <a:prstClr val="black">
                <a:alpha val="40000"/>
              </a:prstClr>
            </a:outerShdw>
          </a:effectLst>
        </p:spPr>
      </p:pic>
      <p:sp>
        <p:nvSpPr>
          <p:cNvPr id="10" name="TextBox 9">
            <a:extLst>
              <a:ext uri="{FF2B5EF4-FFF2-40B4-BE49-F238E27FC236}">
                <a16:creationId xmlns:a16="http://schemas.microsoft.com/office/drawing/2014/main" id="{27453E56-EC32-C5A9-7C2B-A7AEA24CFF8C}"/>
              </a:ext>
            </a:extLst>
          </p:cNvPr>
          <p:cNvSpPr txBox="1"/>
          <p:nvPr/>
        </p:nvSpPr>
        <p:spPr>
          <a:xfrm>
            <a:off x="3119787" y="2815859"/>
            <a:ext cx="2892474" cy="369332"/>
          </a:xfrm>
          <a:prstGeom prst="rect">
            <a:avLst/>
          </a:prstGeom>
          <a:noFill/>
          <a:effectLst>
            <a:outerShdw blurRad="50800" dist="38100" dir="10800000" algn="r" rotWithShape="0">
              <a:prstClr val="black">
                <a:alpha val="40000"/>
              </a:prstClr>
            </a:outerShdw>
          </a:effectLst>
        </p:spPr>
        <p:txBody>
          <a:bodyPr wrap="square">
            <a:spAutoFit/>
          </a:bodyPr>
          <a:lstStyle/>
          <a:p>
            <a:pPr algn="ctr"/>
            <a:r>
              <a:rPr lang="fa-IR" sz="1800" b="1" dirty="0">
                <a:latin typeface="Lalezar" panose="00000500000000000000" pitchFamily="2" charset="-78"/>
                <a:cs typeface="B Nazanin" panose="00000400000000000000" pitchFamily="2" charset="-78"/>
                <a:sym typeface="Roboto Black"/>
              </a:rPr>
              <a:t>کارگاه مبانی برنامه‌نویسی </a:t>
            </a:r>
            <a:endParaRPr lang="en-US" sz="1800" b="1" dirty="0">
              <a:cs typeface="B Nazanin" panose="00000400000000000000" pitchFamily="2" charset="-78"/>
            </a:endParaRPr>
          </a:p>
        </p:txBody>
      </p:sp>
      <p:sp>
        <p:nvSpPr>
          <p:cNvPr id="12" name="AutoShape 4">
            <a:extLst>
              <a:ext uri="{FF2B5EF4-FFF2-40B4-BE49-F238E27FC236}">
                <a16:creationId xmlns:a16="http://schemas.microsoft.com/office/drawing/2014/main" id="{73A6F7C9-409A-797F-AF51-72A58DC2B3E5}"/>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TextBox 14">
            <a:extLst>
              <a:ext uri="{FF2B5EF4-FFF2-40B4-BE49-F238E27FC236}">
                <a16:creationId xmlns:a16="http://schemas.microsoft.com/office/drawing/2014/main" id="{55A6D1F8-B0DC-5B97-7150-D41AC7E478D1}"/>
              </a:ext>
            </a:extLst>
          </p:cNvPr>
          <p:cNvSpPr txBox="1"/>
          <p:nvPr/>
        </p:nvSpPr>
        <p:spPr>
          <a:xfrm>
            <a:off x="2133474" y="3276900"/>
            <a:ext cx="4865099" cy="707886"/>
          </a:xfrm>
          <a:prstGeom prst="rect">
            <a:avLst/>
          </a:prstGeom>
          <a:noFill/>
          <a:effectLst>
            <a:outerShdw blurRad="50800" dist="38100" dir="10800000" algn="r" rotWithShape="0">
              <a:prstClr val="black">
                <a:alpha val="40000"/>
              </a:prstClr>
            </a:outerShdw>
          </a:effectLst>
        </p:spPr>
        <p:txBody>
          <a:bodyPr wrap="square">
            <a:spAutoFit/>
          </a:bodyPr>
          <a:lstStyle/>
          <a:p>
            <a:pPr algn="ctr"/>
            <a:r>
              <a:rPr lang="fa-IR" sz="2000" b="1" dirty="0">
                <a:latin typeface="Lalezar" panose="00000500000000000000" pitchFamily="2" charset="-78"/>
                <a:cs typeface="B Nazanin" panose="00000400000000000000" pitchFamily="2" charset="-78"/>
                <a:sym typeface="Roboto Black"/>
              </a:rPr>
              <a:t>جلسه اول: آشنایی با کامپیوتر</a:t>
            </a:r>
            <a:endParaRPr lang="en-US" sz="2000" b="1" dirty="0">
              <a:latin typeface="Lalezar" panose="00000500000000000000" pitchFamily="2" charset="-78"/>
              <a:cs typeface="B Nazanin" panose="00000400000000000000" pitchFamily="2" charset="-78"/>
              <a:sym typeface="Roboto Black"/>
            </a:endParaRPr>
          </a:p>
          <a:p>
            <a:pPr algn="ctr" rtl="1"/>
            <a:endParaRPr lang="en-US" sz="2000" dirty="0">
              <a:solidFill>
                <a:schemeClr val="accent6"/>
              </a:solidFill>
              <a:latin typeface="Lalezar" panose="00000500000000000000" pitchFamily="2" charset="-78"/>
              <a:ea typeface="Roboto Black"/>
              <a:cs typeface="Lalezar" panose="00000500000000000000" pitchFamily="2" charset="-78"/>
              <a:sym typeface="Roboto Black"/>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70"/>
        <p:cNvGrpSpPr/>
        <p:nvPr/>
      </p:nvGrpSpPr>
      <p:grpSpPr>
        <a:xfrm>
          <a:off x="0" y="0"/>
          <a:ext cx="0" cy="0"/>
          <a:chOff x="0" y="0"/>
          <a:chExt cx="0" cy="0"/>
        </a:xfrm>
      </p:grpSpPr>
      <p:sp>
        <p:nvSpPr>
          <p:cNvPr id="471" name="Google Shape;471;p2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lvl="0"/>
            <a:r>
              <a:rPr lang="en-US" dirty="0">
                <a:solidFill>
                  <a:schemeClr val="accent2"/>
                </a:solidFill>
              </a:rPr>
              <a:t>What is pseudocode?</a:t>
            </a:r>
            <a:br>
              <a:rPr lang="en-US" dirty="0">
                <a:solidFill>
                  <a:schemeClr val="accent2"/>
                </a:solidFill>
              </a:rPr>
            </a:br>
            <a:br>
              <a:rPr lang="en-US" dirty="0">
                <a:solidFill>
                  <a:schemeClr val="accent2"/>
                </a:solidFill>
              </a:rPr>
            </a:br>
            <a:br>
              <a:rPr lang="en-US" dirty="0">
                <a:solidFill>
                  <a:schemeClr val="accent2"/>
                </a:solidFill>
              </a:rPr>
            </a:br>
            <a:endParaRPr dirty="0">
              <a:solidFill>
                <a:schemeClr val="accent2"/>
              </a:solidFill>
            </a:endParaRPr>
          </a:p>
        </p:txBody>
      </p:sp>
      <p:sp>
        <p:nvSpPr>
          <p:cNvPr id="472" name="Google Shape;472;p28"/>
          <p:cNvSpPr txBox="1">
            <a:spLocks noGrp="1"/>
          </p:cNvSpPr>
          <p:nvPr>
            <p:ph type="body" idx="1"/>
          </p:nvPr>
        </p:nvSpPr>
        <p:spPr>
          <a:xfrm>
            <a:off x="1220622" y="1635575"/>
            <a:ext cx="6969600" cy="3416400"/>
          </a:xfrm>
          <a:prstGeom prst="rect">
            <a:avLst/>
          </a:prstGeom>
        </p:spPr>
        <p:txBody>
          <a:bodyPr spcFirstLastPara="1" wrap="square" lIns="91425" tIns="91425" rIns="91425" bIns="91425" anchor="ctr" anchorCtr="0">
            <a:noAutofit/>
          </a:bodyPr>
          <a:lstStyle/>
          <a:p>
            <a:pPr marL="171450" indent="-171450"/>
            <a:r>
              <a:rPr lang="en-US" sz="1600" dirty="0">
                <a:solidFill>
                  <a:srgbClr val="00B050"/>
                </a:solidFill>
              </a:rPr>
              <a:t>Pseudocode</a:t>
            </a:r>
            <a:r>
              <a:rPr lang="en-US" sz="1600" dirty="0">
                <a:solidFill>
                  <a:schemeClr val="accent3"/>
                </a:solidFill>
              </a:rPr>
              <a:t> is a way to describe how a program or algorithm works, without </a:t>
            </a:r>
            <a:r>
              <a:rPr lang="en-US" sz="1600" dirty="0">
                <a:solidFill>
                  <a:srgbClr val="00B050"/>
                </a:solidFill>
              </a:rPr>
              <a:t>worrying about exact code syntax</a:t>
            </a:r>
            <a:r>
              <a:rPr lang="en-US" sz="1600" dirty="0">
                <a:solidFill>
                  <a:schemeClr val="accent3"/>
                </a:solidFill>
              </a:rPr>
              <a:t>.</a:t>
            </a: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171450" indent="-171450"/>
            <a:r>
              <a:rPr lang="en-US" sz="1600" dirty="0">
                <a:solidFill>
                  <a:schemeClr val="accent3"/>
                </a:solidFill>
              </a:rPr>
              <a:t>when you're </a:t>
            </a:r>
            <a:r>
              <a:rPr lang="en-US" sz="1600" dirty="0">
                <a:solidFill>
                  <a:srgbClr val="00B050"/>
                </a:solidFill>
              </a:rPr>
              <a:t>planning, explaining, or collaborating</a:t>
            </a:r>
            <a:r>
              <a:rPr lang="en-US" sz="1600" dirty="0">
                <a:solidFill>
                  <a:schemeClr val="accent3"/>
                </a:solidFill>
              </a:rPr>
              <a:t>—any time you need clear, language-free logic before actual code.</a:t>
            </a: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dirty="0">
              <a:solidFill>
                <a:schemeClr val="accent3"/>
              </a:solidFill>
            </a:endParaRPr>
          </a:p>
        </p:txBody>
      </p:sp>
      <p:sp>
        <p:nvSpPr>
          <p:cNvPr id="473" name="Google Shape;473;p2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a:t>
            </a:r>
            <a:endParaRPr sz="1400" dirty="0">
              <a:solidFill>
                <a:schemeClr val="accent3"/>
              </a:solidFill>
            </a:endParaRPr>
          </a:p>
        </p:txBody>
      </p:sp>
      <p:sp>
        <p:nvSpPr>
          <p:cNvPr id="474" name="Google Shape;474;p2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a:buNone/>
            </a:pPr>
            <a:r>
              <a:rPr lang="en-US" dirty="0">
                <a:solidFill>
                  <a:schemeClr val="accent3"/>
                </a:solidFill>
              </a:rPr>
              <a:t>pseudocode</a:t>
            </a:r>
            <a:r>
              <a:rPr lang="en" sz="1400" dirty="0">
                <a:solidFill>
                  <a:schemeClr val="accent3"/>
                </a:solidFill>
              </a:rPr>
              <a:t>.c</a:t>
            </a:r>
            <a:endParaRPr sz="1400" dirty="0">
              <a:solidFill>
                <a:schemeClr val="accent3"/>
              </a:solidFill>
            </a:endParaRPr>
          </a:p>
        </p:txBody>
      </p:sp>
      <p:sp>
        <p:nvSpPr>
          <p:cNvPr id="475" name="Google Shape;475;p2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7B325EE0-DD9C-4990-C30A-EA4A27B1DF08}"/>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7BCA46E0-8FC5-BC32-DEC8-D98412439F8B}"/>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lvl="0"/>
            <a:r>
              <a:rPr lang="en-US" dirty="0">
                <a:solidFill>
                  <a:schemeClr val="accent2"/>
                </a:solidFill>
              </a:rPr>
              <a:t>Examples</a:t>
            </a:r>
            <a:endParaRPr dirty="0">
              <a:solidFill>
                <a:schemeClr val="accent2"/>
              </a:solidFill>
            </a:endParaRPr>
          </a:p>
        </p:txBody>
      </p:sp>
      <p:sp>
        <p:nvSpPr>
          <p:cNvPr id="472" name="Google Shape;472;p28">
            <a:extLst>
              <a:ext uri="{FF2B5EF4-FFF2-40B4-BE49-F238E27FC236}">
                <a16:creationId xmlns:a16="http://schemas.microsoft.com/office/drawing/2014/main" id="{C88E984C-4815-ABE6-E8DA-6EDAFD959335}"/>
              </a:ext>
            </a:extLst>
          </p:cNvPr>
          <p:cNvSpPr txBox="1">
            <a:spLocks noGrp="1"/>
          </p:cNvSpPr>
          <p:nvPr>
            <p:ph type="body" idx="1"/>
          </p:nvPr>
        </p:nvSpPr>
        <p:spPr>
          <a:xfrm>
            <a:off x="1220622" y="16355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dirty="0">
              <a:solidFill>
                <a:schemeClr val="accent3"/>
              </a:solidFill>
            </a:endParaRPr>
          </a:p>
        </p:txBody>
      </p:sp>
      <p:sp>
        <p:nvSpPr>
          <p:cNvPr id="473" name="Google Shape;473;p28">
            <a:extLst>
              <a:ext uri="{FF2B5EF4-FFF2-40B4-BE49-F238E27FC236}">
                <a16:creationId xmlns:a16="http://schemas.microsoft.com/office/drawing/2014/main" id="{6F861601-8F1B-F14C-11F4-6830F266507D}"/>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a:t>
            </a:r>
            <a:endParaRPr sz="1400" dirty="0">
              <a:solidFill>
                <a:schemeClr val="accent3"/>
              </a:solidFill>
            </a:endParaRPr>
          </a:p>
        </p:txBody>
      </p:sp>
      <p:sp>
        <p:nvSpPr>
          <p:cNvPr id="474" name="Google Shape;474;p28">
            <a:extLst>
              <a:ext uri="{FF2B5EF4-FFF2-40B4-BE49-F238E27FC236}">
                <a16:creationId xmlns:a16="http://schemas.microsoft.com/office/drawing/2014/main" id="{A1DC4C05-8688-B15E-08F6-C84137FBDDAD}"/>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a:buNone/>
            </a:pPr>
            <a:r>
              <a:rPr lang="en-US" dirty="0">
                <a:solidFill>
                  <a:schemeClr val="accent3"/>
                </a:solidFill>
              </a:rPr>
              <a:t>pseudocode</a:t>
            </a:r>
            <a:r>
              <a:rPr lang="en" sz="1400" dirty="0">
                <a:solidFill>
                  <a:schemeClr val="accent3"/>
                </a:solidFill>
              </a:rPr>
              <a:t>.c</a:t>
            </a:r>
            <a:endParaRPr sz="1400" dirty="0">
              <a:solidFill>
                <a:schemeClr val="accent3"/>
              </a:solidFill>
            </a:endParaRPr>
          </a:p>
        </p:txBody>
      </p:sp>
      <p:sp>
        <p:nvSpPr>
          <p:cNvPr id="475" name="Google Shape;475;p28">
            <a:extLst>
              <a:ext uri="{FF2B5EF4-FFF2-40B4-BE49-F238E27FC236}">
                <a16:creationId xmlns:a16="http://schemas.microsoft.com/office/drawing/2014/main" id="{C8F492C5-D4F6-79FE-DB83-4D77CD443BB9}"/>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Tree>
    <p:extLst>
      <p:ext uri="{BB962C8B-B14F-4D97-AF65-F5344CB8AC3E}">
        <p14:creationId xmlns:p14="http://schemas.microsoft.com/office/powerpoint/2010/main" val="214858602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B4E110-4D94-3198-54B3-704585186DA0}"/>
              </a:ext>
            </a:extLst>
          </p:cNvPr>
          <p:cNvSpPr>
            <a:spLocks noGrp="1"/>
          </p:cNvSpPr>
          <p:nvPr>
            <p:ph type="title"/>
          </p:nvPr>
        </p:nvSpPr>
        <p:spPr/>
        <p:txBody>
          <a:bodyPr/>
          <a:lstStyle/>
          <a:p>
            <a:endParaRPr lang="en-US" dirty="0"/>
          </a:p>
        </p:txBody>
      </p:sp>
      <p:sp>
        <p:nvSpPr>
          <p:cNvPr id="3" name="Text Placeholder 2">
            <a:extLst>
              <a:ext uri="{FF2B5EF4-FFF2-40B4-BE49-F238E27FC236}">
                <a16:creationId xmlns:a16="http://schemas.microsoft.com/office/drawing/2014/main" id="{A613F397-E7CE-DBB0-A283-8E965254D92F}"/>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72476556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7B5BA823-D781-303F-A843-5155A3631155}"/>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FD42C563-CE0E-CCA4-7EDB-3B3FA044F3B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lvl="0"/>
            <a:r>
              <a:rPr lang="en-US" dirty="0">
                <a:solidFill>
                  <a:schemeClr val="accent2"/>
                </a:solidFill>
              </a:rPr>
              <a:t>Try pseudocode for GCD</a:t>
            </a:r>
            <a:br>
              <a:rPr lang="en-US" dirty="0">
                <a:solidFill>
                  <a:schemeClr val="accent2"/>
                </a:solidFill>
              </a:rPr>
            </a:br>
            <a:br>
              <a:rPr lang="en-US" dirty="0">
                <a:solidFill>
                  <a:schemeClr val="accent2"/>
                </a:solidFill>
              </a:rPr>
            </a:br>
            <a:br>
              <a:rPr lang="en-US" dirty="0">
                <a:solidFill>
                  <a:schemeClr val="accent2"/>
                </a:solidFill>
              </a:rPr>
            </a:br>
            <a:endParaRPr dirty="0">
              <a:solidFill>
                <a:schemeClr val="accent2"/>
              </a:solidFill>
            </a:endParaRPr>
          </a:p>
        </p:txBody>
      </p:sp>
      <p:sp>
        <p:nvSpPr>
          <p:cNvPr id="472" name="Google Shape;472;p28">
            <a:extLst>
              <a:ext uri="{FF2B5EF4-FFF2-40B4-BE49-F238E27FC236}">
                <a16:creationId xmlns:a16="http://schemas.microsoft.com/office/drawing/2014/main" id="{9CE9F7F3-C0E4-73DB-170F-65B5268A617D}"/>
              </a:ext>
            </a:extLst>
          </p:cNvPr>
          <p:cNvSpPr txBox="1">
            <a:spLocks noGrp="1"/>
          </p:cNvSpPr>
          <p:nvPr>
            <p:ph type="body" idx="1"/>
          </p:nvPr>
        </p:nvSpPr>
        <p:spPr>
          <a:xfrm>
            <a:off x="1464250" y="1257775"/>
            <a:ext cx="6969600" cy="3416400"/>
          </a:xfrm>
          <a:prstGeom prst="rect">
            <a:avLst/>
          </a:prstGeom>
        </p:spPr>
        <p:txBody>
          <a:bodyPr spcFirstLastPara="1" wrap="square" lIns="91425" tIns="91425" rIns="91425" bIns="91425" anchor="ctr" anchorCtr="0">
            <a:noAutofit/>
          </a:bodyPr>
          <a:lstStyle/>
          <a:p>
            <a:pPr marL="0" lvl="0" indent="0">
              <a:buNone/>
            </a:pPr>
            <a:endParaRPr lang="en-US" sz="1200" dirty="0">
              <a:solidFill>
                <a:schemeClr val="accent3"/>
              </a:solidFill>
            </a:endParaRPr>
          </a:p>
          <a:p>
            <a:pPr marL="0" lvl="0" indent="0">
              <a:buNone/>
            </a:pPr>
            <a:endParaRPr lang="en-US" sz="1200" dirty="0">
              <a:solidFill>
                <a:schemeClr val="accent3"/>
              </a:solidFill>
            </a:endParaRPr>
          </a:p>
          <a:p>
            <a:pPr marL="0" lvl="0" indent="0">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dirty="0">
              <a:solidFill>
                <a:schemeClr val="accent3"/>
              </a:solidFill>
            </a:endParaRPr>
          </a:p>
        </p:txBody>
      </p:sp>
      <p:sp>
        <p:nvSpPr>
          <p:cNvPr id="473" name="Google Shape;473;p28">
            <a:extLst>
              <a:ext uri="{FF2B5EF4-FFF2-40B4-BE49-F238E27FC236}">
                <a16:creationId xmlns:a16="http://schemas.microsoft.com/office/drawing/2014/main" id="{D5961EC5-A5AB-7790-693D-C28B936D476B}"/>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a:t>
            </a:r>
            <a:endParaRPr sz="1400" dirty="0">
              <a:solidFill>
                <a:schemeClr val="accent3"/>
              </a:solidFill>
            </a:endParaRPr>
          </a:p>
        </p:txBody>
      </p:sp>
      <p:sp>
        <p:nvSpPr>
          <p:cNvPr id="474" name="Google Shape;474;p28">
            <a:extLst>
              <a:ext uri="{FF2B5EF4-FFF2-40B4-BE49-F238E27FC236}">
                <a16:creationId xmlns:a16="http://schemas.microsoft.com/office/drawing/2014/main" id="{1449EF42-F55A-2AE6-16FF-51E1C3CB1C90}"/>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a:buNone/>
            </a:pPr>
            <a:r>
              <a:rPr lang="en-US" sz="1400" dirty="0" err="1">
                <a:solidFill>
                  <a:schemeClr val="accent3"/>
                </a:solidFill>
              </a:rPr>
              <a:t>blockly</a:t>
            </a:r>
            <a:r>
              <a:rPr lang="en" sz="1400" dirty="0">
                <a:solidFill>
                  <a:schemeClr val="accent3"/>
                </a:solidFill>
              </a:rPr>
              <a:t>.c</a:t>
            </a:r>
            <a:endParaRPr sz="1400" dirty="0">
              <a:solidFill>
                <a:schemeClr val="accent3"/>
              </a:solidFill>
            </a:endParaRPr>
          </a:p>
        </p:txBody>
      </p:sp>
      <p:sp>
        <p:nvSpPr>
          <p:cNvPr id="475" name="Google Shape;475;p28">
            <a:extLst>
              <a:ext uri="{FF2B5EF4-FFF2-40B4-BE49-F238E27FC236}">
                <a16:creationId xmlns:a16="http://schemas.microsoft.com/office/drawing/2014/main" id="{AAA470F0-461E-1CC2-CCEE-8EF4DE1BBAB1}"/>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Tree>
    <p:extLst>
      <p:ext uri="{BB962C8B-B14F-4D97-AF65-F5344CB8AC3E}">
        <p14:creationId xmlns:p14="http://schemas.microsoft.com/office/powerpoint/2010/main" val="352655289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A185C848-21D7-DEA9-86C5-CF918B42E57D}"/>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D45C07D7-B92B-5C1D-2CC8-45B9200D4F5F}"/>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lvl="0"/>
            <a:r>
              <a:rPr lang="en-US" dirty="0">
                <a:solidFill>
                  <a:schemeClr val="accent2"/>
                </a:solidFill>
              </a:rPr>
              <a:t>Try </a:t>
            </a:r>
            <a:r>
              <a:rPr lang="en-US" dirty="0" err="1">
                <a:solidFill>
                  <a:schemeClr val="accent2"/>
                </a:solidFill>
              </a:rPr>
              <a:t>Blockly</a:t>
            </a:r>
            <a:r>
              <a:rPr lang="en-US" dirty="0">
                <a:solidFill>
                  <a:schemeClr val="accent2"/>
                </a:solidFill>
              </a:rPr>
              <a:t>!</a:t>
            </a:r>
            <a:br>
              <a:rPr lang="en-US" dirty="0">
                <a:solidFill>
                  <a:schemeClr val="accent2"/>
                </a:solidFill>
              </a:rPr>
            </a:br>
            <a:br>
              <a:rPr lang="en-US" dirty="0">
                <a:solidFill>
                  <a:schemeClr val="accent2"/>
                </a:solidFill>
              </a:rPr>
            </a:br>
            <a:br>
              <a:rPr lang="en-US" dirty="0">
                <a:solidFill>
                  <a:schemeClr val="accent2"/>
                </a:solidFill>
              </a:rPr>
            </a:br>
            <a:endParaRPr dirty="0">
              <a:solidFill>
                <a:schemeClr val="accent2"/>
              </a:solidFill>
            </a:endParaRPr>
          </a:p>
        </p:txBody>
      </p:sp>
      <p:sp>
        <p:nvSpPr>
          <p:cNvPr id="472" name="Google Shape;472;p28">
            <a:extLst>
              <a:ext uri="{FF2B5EF4-FFF2-40B4-BE49-F238E27FC236}">
                <a16:creationId xmlns:a16="http://schemas.microsoft.com/office/drawing/2014/main" id="{F32FC26B-250E-7BCA-A318-B2861E6FF20D}"/>
              </a:ext>
            </a:extLst>
          </p:cNvPr>
          <p:cNvSpPr txBox="1">
            <a:spLocks noGrp="1"/>
          </p:cNvSpPr>
          <p:nvPr>
            <p:ph type="body" idx="1"/>
          </p:nvPr>
        </p:nvSpPr>
        <p:spPr>
          <a:xfrm>
            <a:off x="1464250" y="1257775"/>
            <a:ext cx="6969600" cy="3416400"/>
          </a:xfrm>
          <a:prstGeom prst="rect">
            <a:avLst/>
          </a:prstGeom>
        </p:spPr>
        <p:txBody>
          <a:bodyPr spcFirstLastPara="1" wrap="square" lIns="91425" tIns="91425" rIns="91425" bIns="91425" anchor="ctr" anchorCtr="0">
            <a:noAutofit/>
          </a:bodyPr>
          <a:lstStyle/>
          <a:p>
            <a:pPr marL="0" lvl="0" indent="0">
              <a:buNone/>
            </a:pPr>
            <a:endParaRPr lang="en-US" sz="1200" dirty="0">
              <a:solidFill>
                <a:schemeClr val="accent3"/>
              </a:solidFill>
            </a:endParaRPr>
          </a:p>
          <a:p>
            <a:pPr marL="0" lvl="0" indent="0">
              <a:buNone/>
            </a:pPr>
            <a:endParaRPr lang="en-US" sz="1200" dirty="0">
              <a:solidFill>
                <a:schemeClr val="accent3"/>
              </a:solidFill>
            </a:endParaRPr>
          </a:p>
          <a:p>
            <a:pPr marL="0" lvl="0" indent="0">
              <a:buNone/>
            </a:pPr>
            <a:endParaRPr lang="en-US" sz="1200" dirty="0">
              <a:solidFill>
                <a:schemeClr val="accent3"/>
              </a:solidFill>
            </a:endParaRPr>
          </a:p>
          <a:p>
            <a:pPr marL="0" lvl="0" indent="0">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lang="en-US" dirty="0">
              <a:solidFill>
                <a:schemeClr val="accent3"/>
              </a:solidFill>
            </a:endParaRPr>
          </a:p>
          <a:p>
            <a:pPr marL="0" lvl="0" indent="0" algn="l" rtl="0">
              <a:spcBef>
                <a:spcPts val="0"/>
              </a:spcBef>
              <a:spcAft>
                <a:spcPts val="0"/>
              </a:spcAft>
              <a:buNone/>
            </a:pPr>
            <a:endParaRPr dirty="0">
              <a:solidFill>
                <a:schemeClr val="accent3"/>
              </a:solidFill>
            </a:endParaRPr>
          </a:p>
        </p:txBody>
      </p:sp>
      <p:sp>
        <p:nvSpPr>
          <p:cNvPr id="473" name="Google Shape;473;p28">
            <a:extLst>
              <a:ext uri="{FF2B5EF4-FFF2-40B4-BE49-F238E27FC236}">
                <a16:creationId xmlns:a16="http://schemas.microsoft.com/office/drawing/2014/main" id="{91BDF29F-7046-36BC-DFF8-E701A7B206C8}"/>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a:t>
            </a:r>
            <a:endParaRPr sz="1400" dirty="0">
              <a:solidFill>
                <a:schemeClr val="accent3"/>
              </a:solidFill>
            </a:endParaRPr>
          </a:p>
        </p:txBody>
      </p:sp>
      <p:sp>
        <p:nvSpPr>
          <p:cNvPr id="474" name="Google Shape;474;p28">
            <a:extLst>
              <a:ext uri="{FF2B5EF4-FFF2-40B4-BE49-F238E27FC236}">
                <a16:creationId xmlns:a16="http://schemas.microsoft.com/office/drawing/2014/main" id="{DB204D41-69B8-A331-CE7D-D8C99D525023}"/>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a:buNone/>
            </a:pPr>
            <a:r>
              <a:rPr lang="en-US" sz="1400" dirty="0" err="1">
                <a:solidFill>
                  <a:schemeClr val="accent3"/>
                </a:solidFill>
              </a:rPr>
              <a:t>blockly</a:t>
            </a:r>
            <a:r>
              <a:rPr lang="en" sz="1400" dirty="0">
                <a:solidFill>
                  <a:schemeClr val="accent3"/>
                </a:solidFill>
              </a:rPr>
              <a:t>.c</a:t>
            </a:r>
            <a:endParaRPr sz="1400" dirty="0">
              <a:solidFill>
                <a:schemeClr val="accent3"/>
              </a:solidFill>
            </a:endParaRPr>
          </a:p>
        </p:txBody>
      </p:sp>
      <p:sp>
        <p:nvSpPr>
          <p:cNvPr id="475" name="Google Shape;475;p28">
            <a:extLst>
              <a:ext uri="{FF2B5EF4-FFF2-40B4-BE49-F238E27FC236}">
                <a16:creationId xmlns:a16="http://schemas.microsoft.com/office/drawing/2014/main" id="{FF0C51CC-75C5-0079-FE45-3B1A80AAD5EA}"/>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pic>
        <p:nvPicPr>
          <p:cNvPr id="3" name="Picture 2">
            <a:hlinkClick r:id="rId3"/>
            <a:extLst>
              <a:ext uri="{FF2B5EF4-FFF2-40B4-BE49-F238E27FC236}">
                <a16:creationId xmlns:a16="http://schemas.microsoft.com/office/drawing/2014/main" id="{497E3EE1-7DDB-0A0D-DFE3-9ED7851F3811}"/>
              </a:ext>
            </a:extLst>
          </p:cNvPr>
          <p:cNvPicPr>
            <a:picLocks noChangeAspect="1"/>
          </p:cNvPicPr>
          <p:nvPr/>
        </p:nvPicPr>
        <p:blipFill>
          <a:blip r:embed="rId4"/>
          <a:stretch>
            <a:fillRect/>
          </a:stretch>
        </p:blipFill>
        <p:spPr>
          <a:xfrm>
            <a:off x="1861130" y="1257775"/>
            <a:ext cx="5600544" cy="2979367"/>
          </a:xfrm>
          <a:prstGeom prst="rect">
            <a:avLst/>
          </a:prstGeom>
        </p:spPr>
      </p:pic>
      <p:sp>
        <p:nvSpPr>
          <p:cNvPr id="7" name="TextBox 6">
            <a:extLst>
              <a:ext uri="{FF2B5EF4-FFF2-40B4-BE49-F238E27FC236}">
                <a16:creationId xmlns:a16="http://schemas.microsoft.com/office/drawing/2014/main" id="{90D5D9E9-4DC1-A414-033B-F4C12646FCBB}"/>
              </a:ext>
            </a:extLst>
          </p:cNvPr>
          <p:cNvSpPr txBox="1"/>
          <p:nvPr/>
        </p:nvSpPr>
        <p:spPr>
          <a:xfrm>
            <a:off x="4230833" y="4257692"/>
            <a:ext cx="4582390" cy="307777"/>
          </a:xfrm>
          <a:prstGeom prst="rect">
            <a:avLst/>
          </a:prstGeom>
          <a:noFill/>
        </p:spPr>
        <p:txBody>
          <a:bodyPr wrap="square">
            <a:spAutoFit/>
          </a:bodyPr>
          <a:lstStyle/>
          <a:p>
            <a:pPr marL="0" lvl="0" indent="0" algn="l" rtl="0">
              <a:spcBef>
                <a:spcPts val="0"/>
              </a:spcBef>
              <a:spcAft>
                <a:spcPts val="0"/>
              </a:spcAft>
              <a:buNone/>
            </a:pPr>
            <a:r>
              <a:rPr lang="en-US" sz="1400" dirty="0" err="1">
                <a:solidFill>
                  <a:schemeClr val="accent3"/>
                </a:solidFill>
                <a:hlinkClick r:id="rId3"/>
              </a:rPr>
              <a:t>Blockly</a:t>
            </a:r>
            <a:r>
              <a:rPr lang="en-US" sz="1400" dirty="0">
                <a:solidFill>
                  <a:schemeClr val="accent3"/>
                </a:solidFill>
                <a:hlinkClick r:id="rId3"/>
              </a:rPr>
              <a:t>!</a:t>
            </a:r>
            <a:endParaRPr lang="en-US" sz="1400" dirty="0">
              <a:solidFill>
                <a:schemeClr val="accent3"/>
              </a:solidFill>
            </a:endParaRPr>
          </a:p>
        </p:txBody>
      </p:sp>
    </p:spTree>
    <p:extLst>
      <p:ext uri="{BB962C8B-B14F-4D97-AF65-F5344CB8AC3E}">
        <p14:creationId xmlns:p14="http://schemas.microsoft.com/office/powerpoint/2010/main" val="223266138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79"/>
        <p:cNvGrpSpPr/>
        <p:nvPr/>
      </p:nvGrpSpPr>
      <p:grpSpPr>
        <a:xfrm>
          <a:off x="0" y="0"/>
          <a:ext cx="0" cy="0"/>
          <a:chOff x="0" y="0"/>
          <a:chExt cx="0" cy="0"/>
        </a:xfrm>
      </p:grpSpPr>
      <p:sp>
        <p:nvSpPr>
          <p:cNvPr id="480" name="Google Shape;480;p2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481" name="Google Shape;481;p2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&lt; You ca enter a subtitle here if you need it &gt;</a:t>
            </a:r>
            <a:endParaRPr dirty="0"/>
          </a:p>
        </p:txBody>
      </p:sp>
      <p:sp>
        <p:nvSpPr>
          <p:cNvPr id="483" name="Google Shape;483;p2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484" name="Google Shape;484;p2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485" name="Google Shape;485;p2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6" name="Google Shape;486;p2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487" name="Google Shape;487;p2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8" name="Google Shape;488;p2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489" name="Google Shape;489;p2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lvl="0"/>
            <a:r>
              <a:rPr lang="en-US" dirty="0">
                <a:solidFill>
                  <a:schemeClr val="accent6"/>
                </a:solidFill>
              </a:rPr>
              <a:t>Try </a:t>
            </a:r>
            <a:r>
              <a:rPr lang="en-US" dirty="0">
                <a:solidFill>
                  <a:schemeClr val="accent2"/>
                </a:solidFill>
              </a:rPr>
              <a:t>pseudocode</a:t>
            </a:r>
            <a:r>
              <a:rPr lang="en-US" dirty="0">
                <a:solidFill>
                  <a:schemeClr val="accent6"/>
                </a:solidFill>
              </a:rPr>
              <a:t> for GCD</a:t>
            </a:r>
            <a:r>
              <a:rPr lang="en" dirty="0">
                <a:solidFill>
                  <a:schemeClr val="accent6"/>
                </a:solidFill>
              </a:rPr>
              <a:t>{</a:t>
            </a:r>
            <a:endParaRPr dirty="0">
              <a:solidFill>
                <a:schemeClr val="accent6"/>
              </a:solidFill>
            </a:endParaRPr>
          </a:p>
        </p:txBody>
      </p:sp>
      <p:grpSp>
        <p:nvGrpSpPr>
          <p:cNvPr id="490" name="Google Shape;490;p29"/>
          <p:cNvGrpSpPr/>
          <p:nvPr/>
        </p:nvGrpSpPr>
        <p:grpSpPr>
          <a:xfrm>
            <a:off x="1084825" y="1168950"/>
            <a:ext cx="506100" cy="3401075"/>
            <a:chOff x="1084825" y="1168950"/>
            <a:chExt cx="506100" cy="3401075"/>
          </a:xfrm>
        </p:grpSpPr>
        <p:sp>
          <p:nvSpPr>
            <p:cNvPr id="491" name="Google Shape;491;p2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492" name="Google Shape;492;p2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493" name="Google Shape;493;p2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94" name="Google Shape;494;p2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GCD.c</a:t>
            </a:r>
            <a:endParaRPr sz="1400" dirty="0">
              <a:solidFill>
                <a:schemeClr val="accent3"/>
              </a:solidFill>
            </a:endParaRPr>
          </a:p>
        </p:txBody>
      </p:sp>
      <p:sp>
        <p:nvSpPr>
          <p:cNvPr id="495" name="Google Shape;495;p2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3" name="Subtitle 2">
            <a:extLst>
              <a:ext uri="{FF2B5EF4-FFF2-40B4-BE49-F238E27FC236}">
                <a16:creationId xmlns:a16="http://schemas.microsoft.com/office/drawing/2014/main" id="{12A6A41D-D52C-D16F-7B95-2F12A761E7A8}"/>
              </a:ext>
            </a:extLst>
          </p:cNvPr>
          <p:cNvSpPr>
            <a:spLocks noGrp="1"/>
          </p:cNvSpPr>
          <p:nvPr>
            <p:ph type="subTitle" idx="2"/>
          </p:nvPr>
        </p:nvSpPr>
        <p:spPr/>
        <p:txBody>
          <a:bodyPr/>
          <a:lstStyle/>
          <a:p>
            <a:endParaRPr lang="en-US"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99"/>
        <p:cNvGrpSpPr/>
        <p:nvPr/>
      </p:nvGrpSpPr>
      <p:grpSpPr>
        <a:xfrm>
          <a:off x="0" y="0"/>
          <a:ext cx="0" cy="0"/>
          <a:chOff x="0" y="0"/>
          <a:chExt cx="0" cy="0"/>
        </a:xfrm>
      </p:grpSpPr>
      <p:sp>
        <p:nvSpPr>
          <p:cNvPr id="500" name="Google Shape;500;p3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501" name="Google Shape;501;p3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502" name="Google Shape;502;p3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503" name="Google Shape;503;p3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504" name="Google Shape;504;p30"/>
          <p:cNvCxnSpPr>
            <a:endCxn id="503"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505" name="Google Shape;505;p3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06" name="Google Shape;506;p3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507" name="Google Shape;507;p3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11"/>
        <p:cNvGrpSpPr/>
        <p:nvPr/>
      </p:nvGrpSpPr>
      <p:grpSpPr>
        <a:xfrm>
          <a:off x="0" y="0"/>
          <a:ext cx="0" cy="0"/>
          <a:chOff x="0" y="0"/>
          <a:chExt cx="0" cy="0"/>
        </a:xfrm>
      </p:grpSpPr>
      <p:sp>
        <p:nvSpPr>
          <p:cNvPr id="512" name="Google Shape;512;p3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513" name="Google Shape;513;p3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514" name="Google Shape;514;p3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515" name="Google Shape;515;p3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516" name="Google Shape;516;p31"/>
          <p:cNvGrpSpPr/>
          <p:nvPr/>
        </p:nvGrpSpPr>
        <p:grpSpPr>
          <a:xfrm>
            <a:off x="1707884" y="1417701"/>
            <a:ext cx="320076" cy="320076"/>
            <a:chOff x="1562938" y="4248450"/>
            <a:chExt cx="475950" cy="475950"/>
          </a:xfrm>
        </p:grpSpPr>
        <p:sp>
          <p:nvSpPr>
            <p:cNvPr id="517" name="Google Shape;517;p3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 name="Google Shape;532;p31"/>
          <p:cNvGrpSpPr/>
          <p:nvPr/>
        </p:nvGrpSpPr>
        <p:grpSpPr>
          <a:xfrm>
            <a:off x="1707878" y="3444511"/>
            <a:ext cx="320088" cy="260682"/>
            <a:chOff x="5899913" y="4248925"/>
            <a:chExt cx="639025" cy="524300"/>
          </a:xfrm>
        </p:grpSpPr>
        <p:sp>
          <p:nvSpPr>
            <p:cNvPr id="533" name="Google Shape;533;p3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2" name="Google Shape;542;p3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43" name="Google Shape;543;p3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544" name="Google Shape;544;p3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545" name="Google Shape;545;p31"/>
          <p:cNvGrpSpPr/>
          <p:nvPr/>
        </p:nvGrpSpPr>
        <p:grpSpPr>
          <a:xfrm>
            <a:off x="1614876" y="1364434"/>
            <a:ext cx="506092" cy="426611"/>
            <a:chOff x="1665363" y="1706700"/>
            <a:chExt cx="578325" cy="487500"/>
          </a:xfrm>
        </p:grpSpPr>
        <p:sp>
          <p:nvSpPr>
            <p:cNvPr id="546" name="Google Shape;546;p3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31"/>
          <p:cNvGrpSpPr/>
          <p:nvPr/>
        </p:nvGrpSpPr>
        <p:grpSpPr>
          <a:xfrm>
            <a:off x="1614876" y="3361546"/>
            <a:ext cx="506092" cy="426611"/>
            <a:chOff x="1665363" y="1706700"/>
            <a:chExt cx="578325" cy="487500"/>
          </a:xfrm>
        </p:grpSpPr>
        <p:sp>
          <p:nvSpPr>
            <p:cNvPr id="549" name="Google Shape;549;p3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 name="Google Shape;551;p31"/>
          <p:cNvGrpSpPr/>
          <p:nvPr/>
        </p:nvGrpSpPr>
        <p:grpSpPr>
          <a:xfrm>
            <a:off x="1084825" y="3203163"/>
            <a:ext cx="506100" cy="1366863"/>
            <a:chOff x="1084825" y="3203163"/>
            <a:chExt cx="506100" cy="1366863"/>
          </a:xfrm>
        </p:grpSpPr>
        <p:cxnSp>
          <p:nvCxnSpPr>
            <p:cNvPr id="552" name="Google Shape;552;p3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553" name="Google Shape;553;p3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554" name="Google Shape;554;p31"/>
          <p:cNvGrpSpPr/>
          <p:nvPr/>
        </p:nvGrpSpPr>
        <p:grpSpPr>
          <a:xfrm>
            <a:off x="1084825" y="1208049"/>
            <a:ext cx="506100" cy="1366863"/>
            <a:chOff x="1084825" y="3203163"/>
            <a:chExt cx="506100" cy="1366863"/>
          </a:xfrm>
        </p:grpSpPr>
        <p:cxnSp>
          <p:nvCxnSpPr>
            <p:cNvPr id="555" name="Google Shape;555;p3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556" name="Google Shape;556;p3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60"/>
        <p:cNvGrpSpPr/>
        <p:nvPr/>
      </p:nvGrpSpPr>
      <p:grpSpPr>
        <a:xfrm>
          <a:off x="0" y="0"/>
          <a:ext cx="0" cy="0"/>
          <a:chOff x="0" y="0"/>
          <a:chExt cx="0" cy="0"/>
        </a:xfrm>
      </p:grpSpPr>
      <p:sp>
        <p:nvSpPr>
          <p:cNvPr id="561" name="Google Shape;561;p3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562" name="Google Shape;562;p3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563" name="Google Shape;563;p32"/>
          <p:cNvGrpSpPr/>
          <p:nvPr/>
        </p:nvGrpSpPr>
        <p:grpSpPr>
          <a:xfrm>
            <a:off x="1084825" y="1168950"/>
            <a:ext cx="506100" cy="3431975"/>
            <a:chOff x="1084825" y="1168950"/>
            <a:chExt cx="506100" cy="3431975"/>
          </a:xfrm>
        </p:grpSpPr>
        <p:sp>
          <p:nvSpPr>
            <p:cNvPr id="564" name="Google Shape;564;p3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565" name="Google Shape;565;p3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566" name="Google Shape;566;p32"/>
          <p:cNvGrpSpPr/>
          <p:nvPr/>
        </p:nvGrpSpPr>
        <p:grpSpPr>
          <a:xfrm>
            <a:off x="2008321" y="2971150"/>
            <a:ext cx="667800" cy="902750"/>
            <a:chOff x="2008321" y="2971150"/>
            <a:chExt cx="667800" cy="902750"/>
          </a:xfrm>
        </p:grpSpPr>
        <p:cxnSp>
          <p:nvCxnSpPr>
            <p:cNvPr id="567" name="Google Shape;567;p3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568" name="Google Shape;568;p3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569" name="Google Shape;569;p3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70" name="Google Shape;570;p3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571" name="Google Shape;571;p3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cxnSp>
        <p:nvCxnSpPr>
          <p:cNvPr id="576" name="Google Shape;576;p33"/>
          <p:cNvCxnSpPr>
            <a:stCxn id="577" idx="1"/>
            <a:endCxn id="578"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579" name="Google Shape;579;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580" name="Google Shape;580;p33"/>
          <p:cNvGrpSpPr/>
          <p:nvPr/>
        </p:nvGrpSpPr>
        <p:grpSpPr>
          <a:xfrm>
            <a:off x="1084825" y="1153725"/>
            <a:ext cx="506100" cy="3416300"/>
            <a:chOff x="1084825" y="1153725"/>
            <a:chExt cx="506100" cy="3416300"/>
          </a:xfrm>
        </p:grpSpPr>
        <p:sp>
          <p:nvSpPr>
            <p:cNvPr id="581" name="Google Shape;581;p3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582" name="Google Shape;582;p3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583" name="Google Shape;583;p3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584" name="Google Shape;584;p3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585" name="Google Shape;585;p3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577" name="Google Shape;577;p3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578" name="Google Shape;578;p3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587" name="Google Shape;587;p33"/>
          <p:cNvCxnSpPr>
            <a:stCxn id="588" idx="1"/>
            <a:endCxn id="589"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590" name="Google Shape;590;p3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588" name="Google Shape;588;p3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589" name="Google Shape;589;p3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592" name="Google Shape;592;p33"/>
          <p:cNvGrpSpPr/>
          <p:nvPr/>
        </p:nvGrpSpPr>
        <p:grpSpPr>
          <a:xfrm>
            <a:off x="4288657" y="3527161"/>
            <a:ext cx="365741" cy="365763"/>
            <a:chOff x="1776263" y="1291425"/>
            <a:chExt cx="431400" cy="431375"/>
          </a:xfrm>
        </p:grpSpPr>
        <p:sp>
          <p:nvSpPr>
            <p:cNvPr id="593" name="Google Shape;593;p3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33"/>
          <p:cNvGrpSpPr/>
          <p:nvPr/>
        </p:nvGrpSpPr>
        <p:grpSpPr>
          <a:xfrm>
            <a:off x="6522835" y="3527165"/>
            <a:ext cx="365742" cy="365754"/>
            <a:chOff x="3826463" y="1356825"/>
            <a:chExt cx="366475" cy="366450"/>
          </a:xfrm>
        </p:grpSpPr>
        <p:sp>
          <p:nvSpPr>
            <p:cNvPr id="606" name="Google Shape;606;p3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 name="Google Shape;618;p33"/>
          <p:cNvGrpSpPr/>
          <p:nvPr/>
        </p:nvGrpSpPr>
        <p:grpSpPr>
          <a:xfrm>
            <a:off x="2188928" y="3527177"/>
            <a:ext cx="231293" cy="365730"/>
            <a:chOff x="1461488" y="3250125"/>
            <a:chExt cx="394900" cy="624325"/>
          </a:xfrm>
        </p:grpSpPr>
        <p:sp>
          <p:nvSpPr>
            <p:cNvPr id="619" name="Google Shape;619;p3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 name="Google Shape;624;p3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625" name="Google Shape;625;p3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626" name="Google Shape;626;p3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627" name="Google Shape;627;p3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628" name="Google Shape;628;p3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629" name="Google Shape;629;p3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33"/>
        <p:cNvGrpSpPr/>
        <p:nvPr/>
      </p:nvGrpSpPr>
      <p:grpSpPr>
        <a:xfrm>
          <a:off x="0" y="0"/>
          <a:ext cx="0" cy="0"/>
          <a:chOff x="0" y="0"/>
          <a:chExt cx="0" cy="0"/>
        </a:xfrm>
      </p:grpSpPr>
      <p:sp>
        <p:nvSpPr>
          <p:cNvPr id="634" name="Google Shape;634;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635" name="Google Shape;635;p3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636" name="Google Shape;636;p3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637" name="Google Shape;637;p3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638" name="Google Shape;638;p3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639" name="Google Shape;639;p3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640" name="Google Shape;640;p3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641" name="Google Shape;641;p3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642" name="Google Shape;642;p3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643" name="Google Shape;643;p3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644" name="Google Shape;644;p3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645" name="Google Shape;645;p3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646" name="Google Shape;646;p3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647" name="Google Shape;647;p3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648" name="Google Shape;648;p34"/>
          <p:cNvCxnSpPr>
            <a:stCxn id="649" idx="2"/>
            <a:endCxn id="636"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650" name="Google Shape;650;p3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651" name="Google Shape;651;p3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2" name="Google Shape;652;p3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653" name="Google Shape;653;p3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4" name="Google Shape;654;p3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655" name="Google Shape;655;p3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3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661" name="Google Shape;661;p3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662" name="Google Shape;662;p3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663" name="Google Shape;663;p3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664" name="Google Shape;664;p3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665" name="Google Shape;665;p3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666" name="Google Shape;666;p3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667" name="Google Shape;667;p35"/>
          <p:cNvGrpSpPr/>
          <p:nvPr/>
        </p:nvGrpSpPr>
        <p:grpSpPr>
          <a:xfrm>
            <a:off x="1084825" y="1153725"/>
            <a:ext cx="506100" cy="3416300"/>
            <a:chOff x="1084825" y="1153725"/>
            <a:chExt cx="506100" cy="3416300"/>
          </a:xfrm>
        </p:grpSpPr>
        <p:sp>
          <p:nvSpPr>
            <p:cNvPr id="668" name="Google Shape;668;p3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669" name="Google Shape;669;p3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670" name="Google Shape;670;p35"/>
          <p:cNvGrpSpPr/>
          <p:nvPr/>
        </p:nvGrpSpPr>
        <p:grpSpPr>
          <a:xfrm>
            <a:off x="1877950" y="1628855"/>
            <a:ext cx="365774" cy="320040"/>
            <a:chOff x="5618463" y="1291725"/>
            <a:chExt cx="515175" cy="452225"/>
          </a:xfrm>
        </p:grpSpPr>
        <p:sp>
          <p:nvSpPr>
            <p:cNvPr id="671" name="Google Shape;671;p3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 name="Google Shape;681;p35"/>
          <p:cNvGrpSpPr/>
          <p:nvPr/>
        </p:nvGrpSpPr>
        <p:grpSpPr>
          <a:xfrm>
            <a:off x="2304461" y="2622860"/>
            <a:ext cx="365778" cy="297855"/>
            <a:chOff x="5899913" y="4248925"/>
            <a:chExt cx="639025" cy="524300"/>
          </a:xfrm>
        </p:grpSpPr>
        <p:sp>
          <p:nvSpPr>
            <p:cNvPr id="682" name="Google Shape;682;p3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 name="Google Shape;691;p35"/>
          <p:cNvGrpSpPr/>
          <p:nvPr/>
        </p:nvGrpSpPr>
        <p:grpSpPr>
          <a:xfrm>
            <a:off x="2731004" y="3571824"/>
            <a:ext cx="365767" cy="365751"/>
            <a:chOff x="4596788" y="1356600"/>
            <a:chExt cx="315725" cy="315575"/>
          </a:xfrm>
        </p:grpSpPr>
        <p:sp>
          <p:nvSpPr>
            <p:cNvPr id="692" name="Google Shape;692;p3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35"/>
          <p:cNvGrpSpPr/>
          <p:nvPr/>
        </p:nvGrpSpPr>
        <p:grpSpPr>
          <a:xfrm>
            <a:off x="1771675" y="1545125"/>
            <a:ext cx="578325" cy="487500"/>
            <a:chOff x="4764875" y="1706700"/>
            <a:chExt cx="578325" cy="487500"/>
          </a:xfrm>
        </p:grpSpPr>
        <p:sp>
          <p:nvSpPr>
            <p:cNvPr id="697" name="Google Shape;697;p3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 name="Google Shape;699;p35"/>
          <p:cNvGrpSpPr/>
          <p:nvPr/>
        </p:nvGrpSpPr>
        <p:grpSpPr>
          <a:xfrm>
            <a:off x="2198188" y="2528038"/>
            <a:ext cx="578325" cy="487500"/>
            <a:chOff x="4764875" y="1706700"/>
            <a:chExt cx="578325" cy="487500"/>
          </a:xfrm>
        </p:grpSpPr>
        <p:sp>
          <p:nvSpPr>
            <p:cNvPr id="700" name="Google Shape;700;p3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 name="Google Shape;702;p35"/>
          <p:cNvGrpSpPr/>
          <p:nvPr/>
        </p:nvGrpSpPr>
        <p:grpSpPr>
          <a:xfrm>
            <a:off x="2624725" y="3510950"/>
            <a:ext cx="578325" cy="487500"/>
            <a:chOff x="4764875" y="1706700"/>
            <a:chExt cx="578325" cy="487500"/>
          </a:xfrm>
        </p:grpSpPr>
        <p:sp>
          <p:nvSpPr>
            <p:cNvPr id="703" name="Google Shape;703;p3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3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06" name="Google Shape;706;p3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07" name="Google Shape;707;p3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11"/>
        <p:cNvGrpSpPr/>
        <p:nvPr/>
      </p:nvGrpSpPr>
      <p:grpSpPr>
        <a:xfrm>
          <a:off x="0" y="0"/>
          <a:ext cx="0" cy="0"/>
          <a:chOff x="0" y="0"/>
          <a:chExt cx="0" cy="0"/>
        </a:xfrm>
      </p:grpSpPr>
      <p:sp>
        <p:nvSpPr>
          <p:cNvPr id="712" name="Google Shape;712;p3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713" name="Google Shape;713;p3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714" name="Google Shape;714;p3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715" name="Google Shape;715;p3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716" name="Google Shape;716;p3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717" name="Google Shape;717;p3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718" name="Google Shape;718;p3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719" name="Google Shape;719;p3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720" name="Google Shape;720;p3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721" name="Google Shape;721;p36"/>
          <p:cNvGrpSpPr/>
          <p:nvPr/>
        </p:nvGrpSpPr>
        <p:grpSpPr>
          <a:xfrm>
            <a:off x="1084825" y="1152525"/>
            <a:ext cx="506100" cy="3417500"/>
            <a:chOff x="1084825" y="1152525"/>
            <a:chExt cx="506100" cy="3417500"/>
          </a:xfrm>
        </p:grpSpPr>
        <p:sp>
          <p:nvSpPr>
            <p:cNvPr id="722" name="Google Shape;722;p3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23" name="Google Shape;723;p3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724" name="Google Shape;724;p36"/>
          <p:cNvGrpSpPr/>
          <p:nvPr/>
        </p:nvGrpSpPr>
        <p:grpSpPr>
          <a:xfrm>
            <a:off x="1877955" y="1732523"/>
            <a:ext cx="365741" cy="365755"/>
            <a:chOff x="5165638" y="1291400"/>
            <a:chExt cx="431400" cy="431875"/>
          </a:xfrm>
        </p:grpSpPr>
        <p:sp>
          <p:nvSpPr>
            <p:cNvPr id="725" name="Google Shape;725;p3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 name="Google Shape;729;p36"/>
          <p:cNvGrpSpPr/>
          <p:nvPr/>
        </p:nvGrpSpPr>
        <p:grpSpPr>
          <a:xfrm>
            <a:off x="5411269" y="3319749"/>
            <a:ext cx="365747" cy="365752"/>
            <a:chOff x="2036988" y="4249875"/>
            <a:chExt cx="525725" cy="524300"/>
          </a:xfrm>
        </p:grpSpPr>
        <p:sp>
          <p:nvSpPr>
            <p:cNvPr id="730" name="Google Shape;730;p3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36"/>
          <p:cNvGrpSpPr/>
          <p:nvPr/>
        </p:nvGrpSpPr>
        <p:grpSpPr>
          <a:xfrm>
            <a:off x="5024762" y="1732509"/>
            <a:ext cx="271150" cy="365781"/>
            <a:chOff x="4786863" y="4248100"/>
            <a:chExt cx="390650" cy="525850"/>
          </a:xfrm>
        </p:grpSpPr>
        <p:sp>
          <p:nvSpPr>
            <p:cNvPr id="741" name="Google Shape;741;p3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36"/>
          <p:cNvGrpSpPr/>
          <p:nvPr/>
        </p:nvGrpSpPr>
        <p:grpSpPr>
          <a:xfrm>
            <a:off x="2311771" y="3351401"/>
            <a:ext cx="365750" cy="302447"/>
            <a:chOff x="4667413" y="5261950"/>
            <a:chExt cx="475000" cy="389200"/>
          </a:xfrm>
        </p:grpSpPr>
        <p:sp>
          <p:nvSpPr>
            <p:cNvPr id="751" name="Google Shape;751;p3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 name="Google Shape;763;p36"/>
          <p:cNvGrpSpPr/>
          <p:nvPr/>
        </p:nvGrpSpPr>
        <p:grpSpPr>
          <a:xfrm>
            <a:off x="1771663" y="1671650"/>
            <a:ext cx="578325" cy="487500"/>
            <a:chOff x="1665363" y="1706700"/>
            <a:chExt cx="578325" cy="487500"/>
          </a:xfrm>
        </p:grpSpPr>
        <p:sp>
          <p:nvSpPr>
            <p:cNvPr id="764" name="Google Shape;764;p3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36"/>
          <p:cNvGrpSpPr/>
          <p:nvPr/>
        </p:nvGrpSpPr>
        <p:grpSpPr>
          <a:xfrm>
            <a:off x="4871175" y="1671650"/>
            <a:ext cx="578325" cy="487500"/>
            <a:chOff x="4764875" y="1706700"/>
            <a:chExt cx="578325" cy="487500"/>
          </a:xfrm>
        </p:grpSpPr>
        <p:sp>
          <p:nvSpPr>
            <p:cNvPr id="767" name="Google Shape;767;p3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 name="Google Shape;769;p36"/>
          <p:cNvGrpSpPr/>
          <p:nvPr/>
        </p:nvGrpSpPr>
        <p:grpSpPr>
          <a:xfrm>
            <a:off x="5304988" y="3258875"/>
            <a:ext cx="578325" cy="487500"/>
            <a:chOff x="5198688" y="3289450"/>
            <a:chExt cx="578325" cy="487500"/>
          </a:xfrm>
        </p:grpSpPr>
        <p:sp>
          <p:nvSpPr>
            <p:cNvPr id="770" name="Google Shape;770;p3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36"/>
          <p:cNvGrpSpPr/>
          <p:nvPr/>
        </p:nvGrpSpPr>
        <p:grpSpPr>
          <a:xfrm>
            <a:off x="2205475" y="3258875"/>
            <a:ext cx="578325" cy="487500"/>
            <a:chOff x="2099175" y="3289450"/>
            <a:chExt cx="578325" cy="487500"/>
          </a:xfrm>
        </p:grpSpPr>
        <p:sp>
          <p:nvSpPr>
            <p:cNvPr id="773" name="Google Shape;773;p3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 name="Google Shape;775;p3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76" name="Google Shape;776;p3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77" name="Google Shape;777;p3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81"/>
        <p:cNvGrpSpPr/>
        <p:nvPr/>
      </p:nvGrpSpPr>
      <p:grpSpPr>
        <a:xfrm>
          <a:off x="0" y="0"/>
          <a:ext cx="0" cy="0"/>
          <a:chOff x="0" y="0"/>
          <a:chExt cx="0" cy="0"/>
        </a:xfrm>
      </p:grpSpPr>
      <p:sp>
        <p:nvSpPr>
          <p:cNvPr id="782" name="Google Shape;782;p3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783" name="Google Shape;783;p3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784" name="Google Shape;784;p3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785" name="Google Shape;785;p3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786" name="Google Shape;786;p3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787" name="Google Shape;787;p3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788" name="Google Shape;788;p3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89" name="Google Shape;789;p3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90" name="Google Shape;790;p3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791" name="Google Shape;791;p37"/>
          <p:cNvGrpSpPr/>
          <p:nvPr/>
        </p:nvGrpSpPr>
        <p:grpSpPr>
          <a:xfrm>
            <a:off x="1084825" y="1152525"/>
            <a:ext cx="506100" cy="3417500"/>
            <a:chOff x="1084825" y="1152525"/>
            <a:chExt cx="506100" cy="3417500"/>
          </a:xfrm>
        </p:grpSpPr>
        <p:sp>
          <p:nvSpPr>
            <p:cNvPr id="792" name="Google Shape;792;p3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93" name="Google Shape;793;p3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97"/>
        <p:cNvGrpSpPr/>
        <p:nvPr/>
      </p:nvGrpSpPr>
      <p:grpSpPr>
        <a:xfrm>
          <a:off x="0" y="0"/>
          <a:ext cx="0" cy="0"/>
          <a:chOff x="0" y="0"/>
          <a:chExt cx="0" cy="0"/>
        </a:xfrm>
      </p:grpSpPr>
      <p:sp>
        <p:nvSpPr>
          <p:cNvPr id="798" name="Google Shape;798;p3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799" name="Google Shape;799;p3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800" name="Google Shape;800;p38"/>
          <p:cNvGrpSpPr/>
          <p:nvPr/>
        </p:nvGrpSpPr>
        <p:grpSpPr>
          <a:xfrm>
            <a:off x="1084825" y="1403975"/>
            <a:ext cx="506100" cy="3200700"/>
            <a:chOff x="1084825" y="1403975"/>
            <a:chExt cx="506100" cy="3200700"/>
          </a:xfrm>
        </p:grpSpPr>
        <p:sp>
          <p:nvSpPr>
            <p:cNvPr id="801" name="Google Shape;801;p3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802" name="Google Shape;802;p3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803" name="Google Shape;803;p3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804" name="Google Shape;804;p3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805" name="Google Shape;805;p3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806" name="Google Shape;806;p3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807" name="Google Shape;807;p3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8" name="Google Shape;808;p3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9" name="Google Shape;809;p3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13"/>
        <p:cNvGrpSpPr/>
        <p:nvPr/>
      </p:nvGrpSpPr>
      <p:grpSpPr>
        <a:xfrm>
          <a:off x="0" y="0"/>
          <a:ext cx="0" cy="0"/>
          <a:chOff x="0" y="0"/>
          <a:chExt cx="0" cy="0"/>
        </a:xfrm>
      </p:grpSpPr>
      <p:sp>
        <p:nvSpPr>
          <p:cNvPr id="814" name="Google Shape;814;p3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815" name="Google Shape;815;p3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16" name="Google Shape;816;p39"/>
          <p:cNvCxnSpPr>
            <a:endCxn id="815"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20"/>
        <p:cNvGrpSpPr/>
        <p:nvPr/>
      </p:nvGrpSpPr>
      <p:grpSpPr>
        <a:xfrm>
          <a:off x="0" y="0"/>
          <a:ext cx="0" cy="0"/>
          <a:chOff x="0" y="0"/>
          <a:chExt cx="0" cy="0"/>
        </a:xfrm>
      </p:grpSpPr>
      <p:sp>
        <p:nvSpPr>
          <p:cNvPr id="821" name="Google Shape;821;p4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822" name="Google Shape;822;p4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23" name="Google Shape;823;p4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24" name="Google Shape;824;p4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825" name="Google Shape;825;p40"/>
          <p:cNvCxnSpPr>
            <a:endCxn id="824"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826" name="Google Shape;826;p4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30"/>
        <p:cNvGrpSpPr/>
        <p:nvPr/>
      </p:nvGrpSpPr>
      <p:grpSpPr>
        <a:xfrm>
          <a:off x="0" y="0"/>
          <a:ext cx="0" cy="0"/>
          <a:chOff x="0" y="0"/>
          <a:chExt cx="0" cy="0"/>
        </a:xfrm>
      </p:grpSpPr>
      <p:sp>
        <p:nvSpPr>
          <p:cNvPr id="831" name="Google Shape;831;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832" name="Google Shape;832;p4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3" name="Google Shape;833;p4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4" name="Google Shape;834;p4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835" name="Google Shape;835;p4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836" name="Google Shape;836;p4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837" name="Google Shape;837;p4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838" name="Google Shape;838;p4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839" name="Google Shape;839;p4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840" name="Google Shape;840;p4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841" name="Google Shape;841;p4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842" name="Google Shape;842;p41"/>
          <p:cNvCxnSpPr>
            <a:stCxn id="836" idx="1"/>
            <a:endCxn id="839"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843" name="Google Shape;843;p41"/>
          <p:cNvCxnSpPr>
            <a:stCxn id="837" idx="1"/>
            <a:endCxn id="840"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844" name="Google Shape;844;p41"/>
          <p:cNvCxnSpPr>
            <a:stCxn id="838" idx="1"/>
            <a:endCxn id="841"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845" name="Google Shape;845;p4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846" name="Google Shape;846;p4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7" name="Google Shape;847;p4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51"/>
        <p:cNvGrpSpPr/>
        <p:nvPr/>
      </p:nvGrpSpPr>
      <p:grpSpPr>
        <a:xfrm>
          <a:off x="0" y="0"/>
          <a:ext cx="0" cy="0"/>
          <a:chOff x="0" y="0"/>
          <a:chExt cx="0" cy="0"/>
        </a:xfrm>
      </p:grpSpPr>
      <p:sp>
        <p:nvSpPr>
          <p:cNvPr id="852" name="Google Shape;852;p4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853" name="Google Shape;853;p4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854" name="Google Shape;854;p4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55" name="Google Shape;855;p4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56" name="Google Shape;856;p4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857" name="Google Shape;857;p4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858" name="Google Shape;858;p42"/>
          <p:cNvGrpSpPr/>
          <p:nvPr/>
        </p:nvGrpSpPr>
        <p:grpSpPr>
          <a:xfrm>
            <a:off x="1084825" y="2556550"/>
            <a:ext cx="506100" cy="2013475"/>
            <a:chOff x="1084825" y="2556550"/>
            <a:chExt cx="506100" cy="2013475"/>
          </a:xfrm>
        </p:grpSpPr>
        <p:sp>
          <p:nvSpPr>
            <p:cNvPr id="859" name="Google Shape;859;p4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60" name="Google Shape;860;p4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64"/>
        <p:cNvGrpSpPr/>
        <p:nvPr/>
      </p:nvGrpSpPr>
      <p:grpSpPr>
        <a:xfrm>
          <a:off x="0" y="0"/>
          <a:ext cx="0" cy="0"/>
          <a:chOff x="0" y="0"/>
          <a:chExt cx="0" cy="0"/>
        </a:xfrm>
      </p:grpSpPr>
      <p:sp>
        <p:nvSpPr>
          <p:cNvPr id="865" name="Google Shape;865;p4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66" name="Google Shape;866;p4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867" name="Google Shape;867;p4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868" name="Google Shape;868;p4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69" name="Google Shape;869;p4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70" name="Google Shape;870;p43"/>
          <p:cNvGrpSpPr/>
          <p:nvPr/>
        </p:nvGrpSpPr>
        <p:grpSpPr>
          <a:xfrm>
            <a:off x="1084825" y="2250725"/>
            <a:ext cx="506100" cy="1952100"/>
            <a:chOff x="1084825" y="2250725"/>
            <a:chExt cx="506100" cy="1952100"/>
          </a:xfrm>
        </p:grpSpPr>
        <p:cxnSp>
          <p:nvCxnSpPr>
            <p:cNvPr id="871" name="Google Shape;871;p43"/>
            <p:cNvCxnSpPr>
              <a:endCxn id="872"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872" name="Google Shape;872;p4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76"/>
        <p:cNvGrpSpPr/>
        <p:nvPr/>
      </p:nvGrpSpPr>
      <p:grpSpPr>
        <a:xfrm>
          <a:off x="0" y="0"/>
          <a:ext cx="0" cy="0"/>
          <a:chOff x="0" y="0"/>
          <a:chExt cx="0" cy="0"/>
        </a:xfrm>
      </p:grpSpPr>
      <p:sp>
        <p:nvSpPr>
          <p:cNvPr id="877" name="Google Shape;877;p4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878" name="Google Shape;878;p4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879" name="Google Shape;879;p4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0" name="Google Shape;880;p4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81" name="Google Shape;881;p4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85"/>
        <p:cNvGrpSpPr/>
        <p:nvPr/>
      </p:nvGrpSpPr>
      <p:grpSpPr>
        <a:xfrm>
          <a:off x="0" y="0"/>
          <a:ext cx="0" cy="0"/>
          <a:chOff x="0" y="0"/>
          <a:chExt cx="0" cy="0"/>
        </a:xfrm>
      </p:grpSpPr>
      <p:sp>
        <p:nvSpPr>
          <p:cNvPr id="886" name="Google Shape;886;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887" name="Google Shape;887;p4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8" name="Google Shape;888;p4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89" name="Google Shape;889;p4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90" name="Google Shape;890;p45"/>
          <p:cNvGrpSpPr/>
          <p:nvPr/>
        </p:nvGrpSpPr>
        <p:grpSpPr>
          <a:xfrm>
            <a:off x="4299686" y="1531640"/>
            <a:ext cx="4052518" cy="2060409"/>
            <a:chOff x="4329899" y="1362969"/>
            <a:chExt cx="4456744" cy="2265929"/>
          </a:xfrm>
        </p:grpSpPr>
        <p:sp>
          <p:nvSpPr>
            <p:cNvPr id="891" name="Google Shape;891;p4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3" name="Google Shape;2463;p4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464" name="Google Shape;2464;p4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465" name="Google Shape;2465;p4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467" name="Google Shape;2467;p4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469" name="Google Shape;2469;p4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0" name="Google Shape;2470;p45"/>
          <p:cNvGrpSpPr/>
          <p:nvPr/>
        </p:nvGrpSpPr>
        <p:grpSpPr>
          <a:xfrm>
            <a:off x="1084825" y="1152525"/>
            <a:ext cx="506100" cy="3417500"/>
            <a:chOff x="1084825" y="1152525"/>
            <a:chExt cx="506100" cy="3417500"/>
          </a:xfrm>
        </p:grpSpPr>
        <p:sp>
          <p:nvSpPr>
            <p:cNvPr id="2471" name="Google Shape;2471;p4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472" name="Google Shape;2472;p4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476"/>
        <p:cNvGrpSpPr/>
        <p:nvPr/>
      </p:nvGrpSpPr>
      <p:grpSpPr>
        <a:xfrm>
          <a:off x="0" y="0"/>
          <a:ext cx="0" cy="0"/>
          <a:chOff x="0" y="0"/>
          <a:chExt cx="0" cy="0"/>
        </a:xfrm>
      </p:grpSpPr>
      <p:sp>
        <p:nvSpPr>
          <p:cNvPr id="2477" name="Google Shape;2477;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478" name="Google Shape;2478;p4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479" name="Google Shape;2479;p4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480" name="Google Shape;2480;p4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481" name="Google Shape;2481;p46"/>
          <p:cNvGraphicFramePr/>
          <p:nvPr/>
        </p:nvGraphicFramePr>
        <p:xfrm>
          <a:off x="1681025" y="1353045"/>
          <a:ext cx="3000000" cy="3000000"/>
        </p:xfrm>
        <a:graphic>
          <a:graphicData uri="http://schemas.openxmlformats.org/drawingml/2006/table">
            <a:tbl>
              <a:tblPr>
                <a:noFill/>
                <a:tableStyleId>{4BEAB1D1-4E42-4361-B4FD-13862715D387}</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482" name="Google Shape;2482;p4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483" name="Google Shape;2483;p4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484" name="Google Shape;2484;p4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485" name="Google Shape;2485;p4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486" name="Google Shape;2486;p4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487" name="Google Shape;2487;p4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488" name="Google Shape;2488;p4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489" name="Google Shape;2489;p4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490" name="Google Shape;2490;p4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491" name="Google Shape;2491;p4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492" name="Google Shape;2492;p46"/>
          <p:cNvGrpSpPr/>
          <p:nvPr/>
        </p:nvGrpSpPr>
        <p:grpSpPr>
          <a:xfrm>
            <a:off x="1084825" y="1152525"/>
            <a:ext cx="506100" cy="3417500"/>
            <a:chOff x="1084825" y="1152525"/>
            <a:chExt cx="506100" cy="3417500"/>
          </a:xfrm>
        </p:grpSpPr>
        <p:sp>
          <p:nvSpPr>
            <p:cNvPr id="2493" name="Google Shape;2493;p4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494" name="Google Shape;2494;p4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498"/>
        <p:cNvGrpSpPr/>
        <p:nvPr/>
      </p:nvGrpSpPr>
      <p:grpSpPr>
        <a:xfrm>
          <a:off x="0" y="0"/>
          <a:ext cx="0" cy="0"/>
          <a:chOff x="0" y="0"/>
          <a:chExt cx="0" cy="0"/>
        </a:xfrm>
      </p:grpSpPr>
      <p:sp>
        <p:nvSpPr>
          <p:cNvPr id="2499" name="Google Shape;2499;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500" name="Google Shape;2500;p4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501" name="Google Shape;2501;p4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502" name="Google Shape;2502;p4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503" name="Google Shape;2503;p4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504" name="Google Shape;2504;p4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505" name="Google Shape;2505;p4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506" name="Google Shape;2506;p4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507" name="Google Shape;2507;p4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508" name="Google Shape;2508;p4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509" name="Google Shape;2509;p4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510" name="Google Shape;2510;p4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511" name="Google Shape;2511;p4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512" name="Google Shape;2512;p4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513" name="Google Shape;2513;p4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514" name="Google Shape;2514;p4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515" name="Google Shape;2515;p47"/>
          <p:cNvGrpSpPr/>
          <p:nvPr/>
        </p:nvGrpSpPr>
        <p:grpSpPr>
          <a:xfrm>
            <a:off x="1084825" y="1152525"/>
            <a:ext cx="506100" cy="3417500"/>
            <a:chOff x="1084825" y="1152525"/>
            <a:chExt cx="506100" cy="3417500"/>
          </a:xfrm>
        </p:grpSpPr>
        <p:sp>
          <p:nvSpPr>
            <p:cNvPr id="2516" name="Google Shape;2516;p4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517" name="Google Shape;2517;p4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521"/>
        <p:cNvGrpSpPr/>
        <p:nvPr/>
      </p:nvGrpSpPr>
      <p:grpSpPr>
        <a:xfrm>
          <a:off x="0" y="0"/>
          <a:ext cx="0" cy="0"/>
          <a:chOff x="0" y="0"/>
          <a:chExt cx="0" cy="0"/>
        </a:xfrm>
      </p:grpSpPr>
      <p:sp>
        <p:nvSpPr>
          <p:cNvPr id="2522" name="Google Shape;2522;p4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523" name="Google Shape;2523;p4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524" name="Google Shape;2524;p4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525" name="Google Shape;2525;p4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526" name="Google Shape;2526;p4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527" name="Google Shape;2527;p48"/>
          <p:cNvGrpSpPr/>
          <p:nvPr/>
        </p:nvGrpSpPr>
        <p:grpSpPr>
          <a:xfrm>
            <a:off x="1084825" y="2246100"/>
            <a:ext cx="506100" cy="2323925"/>
            <a:chOff x="1084825" y="2246100"/>
            <a:chExt cx="506100" cy="2323925"/>
          </a:xfrm>
        </p:grpSpPr>
        <p:sp>
          <p:nvSpPr>
            <p:cNvPr id="2528" name="Google Shape;2528;p4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529" name="Google Shape;2529;p4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530" name="Google Shape;2530;p4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531" name="Google Shape;2531;p48"/>
          <p:cNvGrpSpPr/>
          <p:nvPr/>
        </p:nvGrpSpPr>
        <p:grpSpPr>
          <a:xfrm>
            <a:off x="4994678" y="1173377"/>
            <a:ext cx="3439196" cy="2775803"/>
            <a:chOff x="4994678" y="1173377"/>
            <a:chExt cx="3439196" cy="2775803"/>
          </a:xfrm>
        </p:grpSpPr>
        <p:grpSp>
          <p:nvGrpSpPr>
            <p:cNvPr id="2532" name="Google Shape;2532;p48"/>
            <p:cNvGrpSpPr/>
            <p:nvPr/>
          </p:nvGrpSpPr>
          <p:grpSpPr>
            <a:xfrm>
              <a:off x="4994678" y="1173377"/>
              <a:ext cx="3439196" cy="2775803"/>
              <a:chOff x="4572031" y="1415284"/>
              <a:chExt cx="2875341" cy="2319354"/>
            </a:xfrm>
          </p:grpSpPr>
          <p:grpSp>
            <p:nvGrpSpPr>
              <p:cNvPr id="2533" name="Google Shape;2533;p48"/>
              <p:cNvGrpSpPr/>
              <p:nvPr/>
            </p:nvGrpSpPr>
            <p:grpSpPr>
              <a:xfrm>
                <a:off x="4572031" y="1415284"/>
                <a:ext cx="2875341" cy="1993075"/>
                <a:chOff x="3665860" y="822037"/>
                <a:chExt cx="4758136" cy="3243937"/>
              </a:xfrm>
            </p:grpSpPr>
            <p:grpSp>
              <p:nvGrpSpPr>
                <p:cNvPr id="2534" name="Google Shape;2534;p48"/>
                <p:cNvGrpSpPr/>
                <p:nvPr/>
              </p:nvGrpSpPr>
              <p:grpSpPr>
                <a:xfrm>
                  <a:off x="3665860" y="822037"/>
                  <a:ext cx="4758136" cy="3243937"/>
                  <a:chOff x="518725" y="252435"/>
                  <a:chExt cx="6524250" cy="4448015"/>
                </a:xfrm>
              </p:grpSpPr>
              <p:sp>
                <p:nvSpPr>
                  <p:cNvPr id="2535" name="Google Shape;2535;p4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536" name="Google Shape;2536;p4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537" name="Google Shape;2537;p4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538" name="Google Shape;2538;p4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539" name="Google Shape;2539;p4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543"/>
        <p:cNvGrpSpPr/>
        <p:nvPr/>
      </p:nvGrpSpPr>
      <p:grpSpPr>
        <a:xfrm>
          <a:off x="0" y="0"/>
          <a:ext cx="0" cy="0"/>
          <a:chOff x="0" y="0"/>
          <a:chExt cx="0" cy="0"/>
        </a:xfrm>
      </p:grpSpPr>
      <p:sp>
        <p:nvSpPr>
          <p:cNvPr id="2544" name="Google Shape;2544;p4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545" name="Google Shape;2545;p4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546" name="Google Shape;2546;p4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547" name="Google Shape;2547;p4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548" name="Google Shape;2548;p49"/>
          <p:cNvGrpSpPr/>
          <p:nvPr/>
        </p:nvGrpSpPr>
        <p:grpSpPr>
          <a:xfrm>
            <a:off x="2584287" y="2579158"/>
            <a:ext cx="375421" cy="353610"/>
            <a:chOff x="4248762" y="2749595"/>
            <a:chExt cx="375421" cy="353610"/>
          </a:xfrm>
        </p:grpSpPr>
        <p:sp>
          <p:nvSpPr>
            <p:cNvPr id="2549" name="Google Shape;2549;p4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2" name="Google Shape;2552;p49"/>
          <p:cNvGrpSpPr/>
          <p:nvPr/>
        </p:nvGrpSpPr>
        <p:grpSpPr>
          <a:xfrm>
            <a:off x="3654268" y="2579159"/>
            <a:ext cx="372558" cy="353610"/>
            <a:chOff x="5318743" y="2749597"/>
            <a:chExt cx="372558" cy="353610"/>
          </a:xfrm>
        </p:grpSpPr>
        <p:sp>
          <p:nvSpPr>
            <p:cNvPr id="2553" name="Google Shape;2553;p4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 name="Google Shape;2561;p49"/>
          <p:cNvGrpSpPr/>
          <p:nvPr/>
        </p:nvGrpSpPr>
        <p:grpSpPr>
          <a:xfrm>
            <a:off x="3120755" y="2565609"/>
            <a:ext cx="372480" cy="353610"/>
            <a:chOff x="4785230" y="2736047"/>
            <a:chExt cx="372480" cy="353610"/>
          </a:xfrm>
        </p:grpSpPr>
        <p:sp>
          <p:nvSpPr>
            <p:cNvPr id="2562" name="Google Shape;2562;p4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0" name="Google Shape;2570;p4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571" name="Google Shape;2571;p4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572" name="Google Shape;2572;p4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573" name="Google Shape;2573;p49"/>
          <p:cNvGrpSpPr/>
          <p:nvPr/>
        </p:nvGrpSpPr>
        <p:grpSpPr>
          <a:xfrm>
            <a:off x="1084825" y="1152525"/>
            <a:ext cx="506100" cy="3417500"/>
            <a:chOff x="1084825" y="1152525"/>
            <a:chExt cx="506100" cy="3417500"/>
          </a:xfrm>
        </p:grpSpPr>
        <p:sp>
          <p:nvSpPr>
            <p:cNvPr id="2574" name="Google Shape;2574;p4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575" name="Google Shape;2575;p4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579"/>
        <p:cNvGrpSpPr/>
        <p:nvPr/>
      </p:nvGrpSpPr>
      <p:grpSpPr>
        <a:xfrm>
          <a:off x="0" y="0"/>
          <a:ext cx="0" cy="0"/>
          <a:chOff x="0" y="0"/>
          <a:chExt cx="0" cy="0"/>
        </a:xfrm>
      </p:grpSpPr>
      <p:sp>
        <p:nvSpPr>
          <p:cNvPr id="2580" name="Google Shape;2580;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581" name="Google Shape;2581;p50"/>
          <p:cNvGrpSpPr/>
          <p:nvPr/>
        </p:nvGrpSpPr>
        <p:grpSpPr>
          <a:xfrm>
            <a:off x="1685093" y="1326590"/>
            <a:ext cx="365763" cy="309009"/>
            <a:chOff x="1200313" y="1357500"/>
            <a:chExt cx="531400" cy="448750"/>
          </a:xfrm>
        </p:grpSpPr>
        <p:sp>
          <p:nvSpPr>
            <p:cNvPr id="2582" name="Google Shape;2582;p5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4" name="Google Shape;2594;p50"/>
          <p:cNvGrpSpPr/>
          <p:nvPr/>
        </p:nvGrpSpPr>
        <p:grpSpPr>
          <a:xfrm>
            <a:off x="2398845" y="1298213"/>
            <a:ext cx="365741" cy="365763"/>
            <a:chOff x="1776263" y="1291425"/>
            <a:chExt cx="431400" cy="431375"/>
          </a:xfrm>
        </p:grpSpPr>
        <p:sp>
          <p:nvSpPr>
            <p:cNvPr id="2595" name="Google Shape;2595;p5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 name="Google Shape;2607;p50"/>
          <p:cNvGrpSpPr/>
          <p:nvPr/>
        </p:nvGrpSpPr>
        <p:grpSpPr>
          <a:xfrm>
            <a:off x="3118490" y="1320720"/>
            <a:ext cx="365731" cy="320750"/>
            <a:chOff x="2363663" y="1358025"/>
            <a:chExt cx="595750" cy="525475"/>
          </a:xfrm>
        </p:grpSpPr>
        <p:sp>
          <p:nvSpPr>
            <p:cNvPr id="2608" name="Google Shape;2608;p5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50"/>
          <p:cNvGrpSpPr/>
          <p:nvPr/>
        </p:nvGrpSpPr>
        <p:grpSpPr>
          <a:xfrm>
            <a:off x="3838121" y="1317678"/>
            <a:ext cx="365769" cy="326832"/>
            <a:chOff x="3131538" y="1356825"/>
            <a:chExt cx="430925" cy="385825"/>
          </a:xfrm>
        </p:grpSpPr>
        <p:sp>
          <p:nvSpPr>
            <p:cNvPr id="2620" name="Google Shape;2620;p5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0" name="Google Shape;2630;p50"/>
          <p:cNvGrpSpPr/>
          <p:nvPr/>
        </p:nvGrpSpPr>
        <p:grpSpPr>
          <a:xfrm>
            <a:off x="4551885" y="1298218"/>
            <a:ext cx="365742" cy="365754"/>
            <a:chOff x="3826463" y="1356825"/>
            <a:chExt cx="366475" cy="366450"/>
          </a:xfrm>
        </p:grpSpPr>
        <p:sp>
          <p:nvSpPr>
            <p:cNvPr id="2631" name="Google Shape;2631;p5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3" name="Google Shape;2643;p50"/>
          <p:cNvGrpSpPr/>
          <p:nvPr/>
        </p:nvGrpSpPr>
        <p:grpSpPr>
          <a:xfrm>
            <a:off x="5265618" y="1298219"/>
            <a:ext cx="365767" cy="365751"/>
            <a:chOff x="4596788" y="1356600"/>
            <a:chExt cx="315725" cy="315575"/>
          </a:xfrm>
        </p:grpSpPr>
        <p:sp>
          <p:nvSpPr>
            <p:cNvPr id="2644" name="Google Shape;2644;p5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8" name="Google Shape;2648;p50"/>
          <p:cNvGrpSpPr/>
          <p:nvPr/>
        </p:nvGrpSpPr>
        <p:grpSpPr>
          <a:xfrm>
            <a:off x="5979365" y="1298217"/>
            <a:ext cx="365741" cy="365755"/>
            <a:chOff x="5165638" y="1291400"/>
            <a:chExt cx="431400" cy="431875"/>
          </a:xfrm>
        </p:grpSpPr>
        <p:sp>
          <p:nvSpPr>
            <p:cNvPr id="2649" name="Google Shape;2649;p5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50"/>
          <p:cNvGrpSpPr/>
          <p:nvPr/>
        </p:nvGrpSpPr>
        <p:grpSpPr>
          <a:xfrm>
            <a:off x="6693087" y="1321075"/>
            <a:ext cx="365774" cy="320040"/>
            <a:chOff x="5618463" y="1291725"/>
            <a:chExt cx="515175" cy="452225"/>
          </a:xfrm>
        </p:grpSpPr>
        <p:sp>
          <p:nvSpPr>
            <p:cNvPr id="2654" name="Google Shape;2654;p5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 name="Google Shape;2664;p50"/>
          <p:cNvGrpSpPr/>
          <p:nvPr/>
        </p:nvGrpSpPr>
        <p:grpSpPr>
          <a:xfrm>
            <a:off x="7406843" y="1298221"/>
            <a:ext cx="374449" cy="365747"/>
            <a:chOff x="6321338" y="1356125"/>
            <a:chExt cx="389200" cy="387075"/>
          </a:xfrm>
        </p:grpSpPr>
        <p:sp>
          <p:nvSpPr>
            <p:cNvPr id="2665" name="Google Shape;2665;p5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 name="Google Shape;2674;p50"/>
          <p:cNvGrpSpPr/>
          <p:nvPr/>
        </p:nvGrpSpPr>
        <p:grpSpPr>
          <a:xfrm>
            <a:off x="8164113" y="1298222"/>
            <a:ext cx="296094" cy="365746"/>
            <a:chOff x="7031913" y="1356000"/>
            <a:chExt cx="314325" cy="382100"/>
          </a:xfrm>
        </p:grpSpPr>
        <p:sp>
          <p:nvSpPr>
            <p:cNvPr id="2675" name="Google Shape;2675;p5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1" name="Google Shape;2681;p50"/>
          <p:cNvGrpSpPr/>
          <p:nvPr/>
        </p:nvGrpSpPr>
        <p:grpSpPr>
          <a:xfrm>
            <a:off x="1685100" y="2011813"/>
            <a:ext cx="365748" cy="325139"/>
            <a:chOff x="1329238" y="2199425"/>
            <a:chExt cx="532850" cy="473825"/>
          </a:xfrm>
        </p:grpSpPr>
        <p:sp>
          <p:nvSpPr>
            <p:cNvPr id="2682" name="Google Shape;2682;p5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 name="Google Shape;2689;p50"/>
          <p:cNvGrpSpPr/>
          <p:nvPr/>
        </p:nvGrpSpPr>
        <p:grpSpPr>
          <a:xfrm>
            <a:off x="2410631" y="1991498"/>
            <a:ext cx="342168" cy="365769"/>
            <a:chOff x="1898088" y="2292925"/>
            <a:chExt cx="269275" cy="285400"/>
          </a:xfrm>
        </p:grpSpPr>
        <p:sp>
          <p:nvSpPr>
            <p:cNvPr id="2690" name="Google Shape;2690;p5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693" name="Google Shape;2693;p5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6" name="Google Shape;2696;p50"/>
          <p:cNvGrpSpPr/>
          <p:nvPr/>
        </p:nvGrpSpPr>
        <p:grpSpPr>
          <a:xfrm>
            <a:off x="3112572" y="1991500"/>
            <a:ext cx="377566" cy="365765"/>
            <a:chOff x="2473563" y="2292925"/>
            <a:chExt cx="288725" cy="285175"/>
          </a:xfrm>
        </p:grpSpPr>
        <p:sp>
          <p:nvSpPr>
            <p:cNvPr id="2697" name="Google Shape;2697;p5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5" name="Google Shape;2705;p50"/>
          <p:cNvGrpSpPr/>
          <p:nvPr/>
        </p:nvGrpSpPr>
        <p:grpSpPr>
          <a:xfrm>
            <a:off x="3838125" y="2004272"/>
            <a:ext cx="365763" cy="340222"/>
            <a:chOff x="3001163" y="2256975"/>
            <a:chExt cx="443725" cy="416275"/>
          </a:xfrm>
        </p:grpSpPr>
        <p:sp>
          <p:nvSpPr>
            <p:cNvPr id="2706" name="Google Shape;2706;p5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3" name="Google Shape;2713;p50"/>
          <p:cNvGrpSpPr/>
          <p:nvPr/>
        </p:nvGrpSpPr>
        <p:grpSpPr>
          <a:xfrm>
            <a:off x="4585559" y="1991501"/>
            <a:ext cx="298393" cy="365763"/>
            <a:chOff x="3578063" y="2293050"/>
            <a:chExt cx="283025" cy="345125"/>
          </a:xfrm>
        </p:grpSpPr>
        <p:sp>
          <p:nvSpPr>
            <p:cNvPr id="2714" name="Google Shape;2714;p5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1" name="Google Shape;2721;p50"/>
          <p:cNvGrpSpPr/>
          <p:nvPr/>
        </p:nvGrpSpPr>
        <p:grpSpPr>
          <a:xfrm>
            <a:off x="5265631" y="1991512"/>
            <a:ext cx="365741" cy="365742"/>
            <a:chOff x="4910113" y="2257300"/>
            <a:chExt cx="388425" cy="381100"/>
          </a:xfrm>
        </p:grpSpPr>
        <p:sp>
          <p:nvSpPr>
            <p:cNvPr id="2722" name="Google Shape;2722;p5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 name="Google Shape;2730;p50"/>
          <p:cNvGrpSpPr/>
          <p:nvPr/>
        </p:nvGrpSpPr>
        <p:grpSpPr>
          <a:xfrm>
            <a:off x="5994586" y="1991492"/>
            <a:ext cx="335299" cy="365780"/>
            <a:chOff x="5453363" y="2197900"/>
            <a:chExt cx="401075" cy="440275"/>
          </a:xfrm>
        </p:grpSpPr>
        <p:sp>
          <p:nvSpPr>
            <p:cNvPr id="2731" name="Google Shape;2731;p5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3" name="Google Shape;2743;p50"/>
          <p:cNvGrpSpPr/>
          <p:nvPr/>
        </p:nvGrpSpPr>
        <p:grpSpPr>
          <a:xfrm>
            <a:off x="6693102" y="2000209"/>
            <a:ext cx="365744" cy="348346"/>
            <a:chOff x="6015963" y="2196025"/>
            <a:chExt cx="491525" cy="476925"/>
          </a:xfrm>
        </p:grpSpPr>
        <p:sp>
          <p:nvSpPr>
            <p:cNvPr id="2744" name="Google Shape;2744;p5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 name="Google Shape;2753;p50"/>
          <p:cNvGrpSpPr/>
          <p:nvPr/>
        </p:nvGrpSpPr>
        <p:grpSpPr>
          <a:xfrm>
            <a:off x="7411181" y="1991488"/>
            <a:ext cx="365773" cy="365788"/>
            <a:chOff x="6741813" y="2198225"/>
            <a:chExt cx="637125" cy="637150"/>
          </a:xfrm>
        </p:grpSpPr>
        <p:sp>
          <p:nvSpPr>
            <p:cNvPr id="2754" name="Google Shape;2754;p5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50"/>
          <p:cNvGrpSpPr/>
          <p:nvPr/>
        </p:nvGrpSpPr>
        <p:grpSpPr>
          <a:xfrm>
            <a:off x="8129272" y="1991501"/>
            <a:ext cx="365776" cy="365763"/>
            <a:chOff x="4193363" y="2293000"/>
            <a:chExt cx="381175" cy="380725"/>
          </a:xfrm>
        </p:grpSpPr>
        <p:sp>
          <p:nvSpPr>
            <p:cNvPr id="2764" name="Google Shape;2764;p5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7" name="Google Shape;2777;p50"/>
          <p:cNvGrpSpPr/>
          <p:nvPr/>
        </p:nvGrpSpPr>
        <p:grpSpPr>
          <a:xfrm>
            <a:off x="1752328" y="2684911"/>
            <a:ext cx="231293" cy="365730"/>
            <a:chOff x="1461488" y="3250125"/>
            <a:chExt cx="394900" cy="624325"/>
          </a:xfrm>
        </p:grpSpPr>
        <p:sp>
          <p:nvSpPr>
            <p:cNvPr id="2778" name="Google Shape;2778;p5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3" name="Google Shape;2783;p50"/>
          <p:cNvGrpSpPr/>
          <p:nvPr/>
        </p:nvGrpSpPr>
        <p:grpSpPr>
          <a:xfrm>
            <a:off x="2398838" y="2684899"/>
            <a:ext cx="365755" cy="365754"/>
            <a:chOff x="2072538" y="3306075"/>
            <a:chExt cx="511975" cy="514350"/>
          </a:xfrm>
        </p:grpSpPr>
        <p:sp>
          <p:nvSpPr>
            <p:cNvPr id="2784" name="Google Shape;2784;p5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8" name="Google Shape;2788;p50"/>
          <p:cNvGrpSpPr/>
          <p:nvPr/>
        </p:nvGrpSpPr>
        <p:grpSpPr>
          <a:xfrm>
            <a:off x="3115539" y="2684902"/>
            <a:ext cx="371631" cy="365748"/>
            <a:chOff x="2717688" y="3216950"/>
            <a:chExt cx="577875" cy="564600"/>
          </a:xfrm>
        </p:grpSpPr>
        <p:sp>
          <p:nvSpPr>
            <p:cNvPr id="2789" name="Google Shape;2789;p5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9" name="Google Shape;2799;p50"/>
          <p:cNvGrpSpPr/>
          <p:nvPr/>
        </p:nvGrpSpPr>
        <p:grpSpPr>
          <a:xfrm>
            <a:off x="3838118" y="2697667"/>
            <a:ext cx="365777" cy="340219"/>
            <a:chOff x="3281338" y="3217425"/>
            <a:chExt cx="520975" cy="488750"/>
          </a:xfrm>
        </p:grpSpPr>
        <p:sp>
          <p:nvSpPr>
            <p:cNvPr id="2800" name="Google Shape;2800;p5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 name="Google Shape;2825;p50"/>
          <p:cNvGrpSpPr/>
          <p:nvPr/>
        </p:nvGrpSpPr>
        <p:grpSpPr>
          <a:xfrm>
            <a:off x="4551874" y="2684908"/>
            <a:ext cx="365764" cy="365736"/>
            <a:chOff x="3962513" y="3253150"/>
            <a:chExt cx="497300" cy="497600"/>
          </a:xfrm>
        </p:grpSpPr>
        <p:sp>
          <p:nvSpPr>
            <p:cNvPr id="2826" name="Google Shape;2826;p5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4" name="Google Shape;2834;p50"/>
          <p:cNvGrpSpPr/>
          <p:nvPr/>
        </p:nvGrpSpPr>
        <p:grpSpPr>
          <a:xfrm>
            <a:off x="5298689" y="2684789"/>
            <a:ext cx="299625" cy="365975"/>
            <a:chOff x="4668363" y="3341625"/>
            <a:chExt cx="299625" cy="365975"/>
          </a:xfrm>
        </p:grpSpPr>
        <p:sp>
          <p:nvSpPr>
            <p:cNvPr id="2835" name="Google Shape;2835;p5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 name="Google Shape;2849;p50"/>
          <p:cNvGrpSpPr/>
          <p:nvPr/>
        </p:nvGrpSpPr>
        <p:grpSpPr>
          <a:xfrm>
            <a:off x="6023253" y="2684897"/>
            <a:ext cx="277964" cy="365758"/>
            <a:chOff x="5162788" y="3252750"/>
            <a:chExt cx="343250" cy="453400"/>
          </a:xfrm>
        </p:grpSpPr>
        <p:sp>
          <p:nvSpPr>
            <p:cNvPr id="2850" name="Google Shape;2850;p5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 name="Google Shape;2858;p50"/>
          <p:cNvGrpSpPr/>
          <p:nvPr/>
        </p:nvGrpSpPr>
        <p:grpSpPr>
          <a:xfrm>
            <a:off x="6693104" y="2688273"/>
            <a:ext cx="365741" cy="359005"/>
            <a:chOff x="5899913" y="3216125"/>
            <a:chExt cx="491125" cy="488975"/>
          </a:xfrm>
        </p:grpSpPr>
        <p:sp>
          <p:nvSpPr>
            <p:cNvPr id="2859" name="Google Shape;2859;p5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4" name="Google Shape;2864;p50"/>
          <p:cNvGrpSpPr/>
          <p:nvPr/>
        </p:nvGrpSpPr>
        <p:grpSpPr>
          <a:xfrm>
            <a:off x="7411178" y="2684896"/>
            <a:ext cx="365780" cy="365760"/>
            <a:chOff x="6564038" y="3306475"/>
            <a:chExt cx="402000" cy="400175"/>
          </a:xfrm>
        </p:grpSpPr>
        <p:sp>
          <p:nvSpPr>
            <p:cNvPr id="2865" name="Google Shape;2865;p5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 name="Google Shape;2875;p50"/>
          <p:cNvGrpSpPr/>
          <p:nvPr/>
        </p:nvGrpSpPr>
        <p:grpSpPr>
          <a:xfrm>
            <a:off x="8204581" y="2684907"/>
            <a:ext cx="215157" cy="365738"/>
            <a:chOff x="7382238" y="3252975"/>
            <a:chExt cx="364550" cy="621475"/>
          </a:xfrm>
        </p:grpSpPr>
        <p:sp>
          <p:nvSpPr>
            <p:cNvPr id="2876" name="Google Shape;2876;p5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 name="Google Shape;2894;p50"/>
          <p:cNvGrpSpPr/>
          <p:nvPr/>
        </p:nvGrpSpPr>
        <p:grpSpPr>
          <a:xfrm>
            <a:off x="1685090" y="3378283"/>
            <a:ext cx="365768" cy="365768"/>
            <a:chOff x="1562938" y="4248450"/>
            <a:chExt cx="475950" cy="475950"/>
          </a:xfrm>
        </p:grpSpPr>
        <p:sp>
          <p:nvSpPr>
            <p:cNvPr id="2895" name="Google Shape;2895;p5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0" name="Google Shape;2910;p50"/>
          <p:cNvGrpSpPr/>
          <p:nvPr/>
        </p:nvGrpSpPr>
        <p:grpSpPr>
          <a:xfrm>
            <a:off x="2398842" y="3378291"/>
            <a:ext cx="365747" cy="365752"/>
            <a:chOff x="2036988" y="4249875"/>
            <a:chExt cx="525725" cy="524300"/>
          </a:xfrm>
        </p:grpSpPr>
        <p:sp>
          <p:nvSpPr>
            <p:cNvPr id="2911" name="Google Shape;2911;p5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1" name="Google Shape;2921;p50"/>
          <p:cNvGrpSpPr/>
          <p:nvPr/>
        </p:nvGrpSpPr>
        <p:grpSpPr>
          <a:xfrm>
            <a:off x="3127937" y="3378276"/>
            <a:ext cx="346837" cy="365781"/>
            <a:chOff x="2617188" y="4248250"/>
            <a:chExt cx="506775" cy="525925"/>
          </a:xfrm>
        </p:grpSpPr>
        <p:sp>
          <p:nvSpPr>
            <p:cNvPr id="2922" name="Google Shape;2922;p5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2" name="Google Shape;2932;p50"/>
          <p:cNvGrpSpPr/>
          <p:nvPr/>
        </p:nvGrpSpPr>
        <p:grpSpPr>
          <a:xfrm>
            <a:off x="3838140" y="3418052"/>
            <a:ext cx="365732" cy="286230"/>
            <a:chOff x="3340113" y="4284000"/>
            <a:chExt cx="627650" cy="489700"/>
          </a:xfrm>
        </p:grpSpPr>
        <p:sp>
          <p:nvSpPr>
            <p:cNvPr id="2933" name="Google Shape;2933;p5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4" name="Google Shape;2944;p50"/>
          <p:cNvGrpSpPr/>
          <p:nvPr/>
        </p:nvGrpSpPr>
        <p:grpSpPr>
          <a:xfrm>
            <a:off x="4578976" y="3378282"/>
            <a:ext cx="311560" cy="365769"/>
            <a:chOff x="4093838" y="4284000"/>
            <a:chExt cx="421425" cy="490175"/>
          </a:xfrm>
        </p:grpSpPr>
        <p:sp>
          <p:nvSpPr>
            <p:cNvPr id="2945" name="Google Shape;2945;p5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 name="Google Shape;2952;p50"/>
          <p:cNvGrpSpPr/>
          <p:nvPr/>
        </p:nvGrpSpPr>
        <p:grpSpPr>
          <a:xfrm>
            <a:off x="5312926" y="3378276"/>
            <a:ext cx="271150" cy="365781"/>
            <a:chOff x="4786863" y="4248100"/>
            <a:chExt cx="390650" cy="525850"/>
          </a:xfrm>
        </p:grpSpPr>
        <p:sp>
          <p:nvSpPr>
            <p:cNvPr id="2953" name="Google Shape;2953;p5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2" name="Google Shape;2962;p50"/>
          <p:cNvGrpSpPr/>
          <p:nvPr/>
        </p:nvGrpSpPr>
        <p:grpSpPr>
          <a:xfrm>
            <a:off x="6023389" y="3378285"/>
            <a:ext cx="277693" cy="365764"/>
            <a:chOff x="5334863" y="4283925"/>
            <a:chExt cx="370900" cy="489775"/>
          </a:xfrm>
        </p:grpSpPr>
        <p:sp>
          <p:nvSpPr>
            <p:cNvPr id="2963" name="Google Shape;2963;p5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50"/>
          <p:cNvGrpSpPr/>
          <p:nvPr/>
        </p:nvGrpSpPr>
        <p:grpSpPr>
          <a:xfrm>
            <a:off x="6693085" y="3412239"/>
            <a:ext cx="365778" cy="297855"/>
            <a:chOff x="5899913" y="4248925"/>
            <a:chExt cx="639025" cy="524300"/>
          </a:xfrm>
        </p:grpSpPr>
        <p:sp>
          <p:nvSpPr>
            <p:cNvPr id="2972" name="Google Shape;2972;p5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1" name="Google Shape;2981;p50"/>
          <p:cNvGrpSpPr/>
          <p:nvPr/>
        </p:nvGrpSpPr>
        <p:grpSpPr>
          <a:xfrm>
            <a:off x="7411199" y="3378296"/>
            <a:ext cx="365736" cy="365741"/>
            <a:chOff x="6559538" y="4194875"/>
            <a:chExt cx="532600" cy="528375"/>
          </a:xfrm>
        </p:grpSpPr>
        <p:sp>
          <p:nvSpPr>
            <p:cNvPr id="2982" name="Google Shape;2982;p5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 name="Google Shape;2996;p50"/>
          <p:cNvGrpSpPr/>
          <p:nvPr/>
        </p:nvGrpSpPr>
        <p:grpSpPr>
          <a:xfrm>
            <a:off x="8129277" y="3391060"/>
            <a:ext cx="365765" cy="340214"/>
            <a:chOff x="7511638" y="4248450"/>
            <a:chExt cx="625025" cy="575075"/>
          </a:xfrm>
        </p:grpSpPr>
        <p:sp>
          <p:nvSpPr>
            <p:cNvPr id="2997" name="Google Shape;2997;p5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 name="Google Shape;3008;p50"/>
          <p:cNvGrpSpPr/>
          <p:nvPr/>
        </p:nvGrpSpPr>
        <p:grpSpPr>
          <a:xfrm>
            <a:off x="1685101" y="4099004"/>
            <a:ext cx="365747" cy="310906"/>
            <a:chOff x="1527388" y="5229650"/>
            <a:chExt cx="547525" cy="470500"/>
          </a:xfrm>
        </p:grpSpPr>
        <p:sp>
          <p:nvSpPr>
            <p:cNvPr id="3009" name="Google Shape;3009;p5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8" name="Google Shape;3018;p50"/>
          <p:cNvGrpSpPr/>
          <p:nvPr/>
        </p:nvGrpSpPr>
        <p:grpSpPr>
          <a:xfrm>
            <a:off x="2449420" y="4071570"/>
            <a:ext cx="264589" cy="365774"/>
            <a:chOff x="2141263" y="5264900"/>
            <a:chExt cx="314800" cy="434050"/>
          </a:xfrm>
        </p:grpSpPr>
        <p:sp>
          <p:nvSpPr>
            <p:cNvPr id="3019" name="Google Shape;3019;p5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50"/>
          <p:cNvGrpSpPr/>
          <p:nvPr/>
        </p:nvGrpSpPr>
        <p:grpSpPr>
          <a:xfrm>
            <a:off x="3118470" y="4071581"/>
            <a:ext cx="365770" cy="365752"/>
            <a:chOff x="2806813" y="5231175"/>
            <a:chExt cx="295500" cy="292625"/>
          </a:xfrm>
        </p:grpSpPr>
        <p:sp>
          <p:nvSpPr>
            <p:cNvPr id="3025" name="Google Shape;3025;p5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1" name="Google Shape;3031;p50"/>
          <p:cNvGrpSpPr/>
          <p:nvPr/>
        </p:nvGrpSpPr>
        <p:grpSpPr>
          <a:xfrm>
            <a:off x="3863641" y="4071586"/>
            <a:ext cx="314729" cy="365742"/>
            <a:chOff x="3363338" y="5229225"/>
            <a:chExt cx="341800" cy="390125"/>
          </a:xfrm>
        </p:grpSpPr>
        <p:sp>
          <p:nvSpPr>
            <p:cNvPr id="3032" name="Google Shape;3032;p5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3" name="Google Shape;3043;p50"/>
          <p:cNvGrpSpPr/>
          <p:nvPr/>
        </p:nvGrpSpPr>
        <p:grpSpPr>
          <a:xfrm>
            <a:off x="4585908" y="4071586"/>
            <a:ext cx="297696" cy="365742"/>
            <a:chOff x="4093838" y="5265200"/>
            <a:chExt cx="320000" cy="390625"/>
          </a:xfrm>
        </p:grpSpPr>
        <p:sp>
          <p:nvSpPr>
            <p:cNvPr id="3044" name="Google Shape;3044;p5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 name="Google Shape;3053;p50"/>
          <p:cNvGrpSpPr/>
          <p:nvPr/>
        </p:nvGrpSpPr>
        <p:grpSpPr>
          <a:xfrm>
            <a:off x="5265626" y="4103233"/>
            <a:ext cx="365750" cy="302447"/>
            <a:chOff x="4667413" y="5261950"/>
            <a:chExt cx="475000" cy="389200"/>
          </a:xfrm>
        </p:grpSpPr>
        <p:sp>
          <p:nvSpPr>
            <p:cNvPr id="3054" name="Google Shape;3054;p5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6" name="Google Shape;3066;p50"/>
          <p:cNvGrpSpPr/>
          <p:nvPr/>
        </p:nvGrpSpPr>
        <p:grpSpPr>
          <a:xfrm>
            <a:off x="6016873" y="4071581"/>
            <a:ext cx="290724" cy="365751"/>
            <a:chOff x="5177013" y="5225925"/>
            <a:chExt cx="281600" cy="360275"/>
          </a:xfrm>
        </p:grpSpPr>
        <p:sp>
          <p:nvSpPr>
            <p:cNvPr id="3067" name="Google Shape;3067;p5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8" name="Google Shape;3078;p50"/>
          <p:cNvGrpSpPr/>
          <p:nvPr/>
        </p:nvGrpSpPr>
        <p:grpSpPr>
          <a:xfrm>
            <a:off x="6693094" y="4071585"/>
            <a:ext cx="365761" cy="365743"/>
            <a:chOff x="5781888" y="5225925"/>
            <a:chExt cx="425700" cy="426175"/>
          </a:xfrm>
        </p:grpSpPr>
        <p:sp>
          <p:nvSpPr>
            <p:cNvPr id="3079" name="Google Shape;3079;p5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9" name="Google Shape;3089;p50"/>
          <p:cNvGrpSpPr/>
          <p:nvPr/>
        </p:nvGrpSpPr>
        <p:grpSpPr>
          <a:xfrm>
            <a:off x="7411190" y="4071579"/>
            <a:ext cx="365755" cy="365755"/>
            <a:chOff x="6492938" y="5137275"/>
            <a:chExt cx="511975" cy="511975"/>
          </a:xfrm>
        </p:grpSpPr>
        <p:sp>
          <p:nvSpPr>
            <p:cNvPr id="3090" name="Google Shape;3090;p5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50"/>
          <p:cNvGrpSpPr/>
          <p:nvPr/>
        </p:nvGrpSpPr>
        <p:grpSpPr>
          <a:xfrm>
            <a:off x="8129302" y="4080287"/>
            <a:ext cx="365714" cy="348340"/>
            <a:chOff x="7447163" y="5136800"/>
            <a:chExt cx="929625" cy="895475"/>
          </a:xfrm>
        </p:grpSpPr>
        <p:sp>
          <p:nvSpPr>
            <p:cNvPr id="3097" name="Google Shape;3097;p5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8" name="Google Shape;3108;p5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109" name="Google Shape;3109;p5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110" name="Google Shape;3110;p5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3114"/>
        <p:cNvGrpSpPr/>
        <p:nvPr/>
      </p:nvGrpSpPr>
      <p:grpSpPr>
        <a:xfrm>
          <a:off x="0" y="0"/>
          <a:ext cx="0" cy="0"/>
          <a:chOff x="0" y="0"/>
          <a:chExt cx="0" cy="0"/>
        </a:xfrm>
      </p:grpSpPr>
      <p:sp>
        <p:nvSpPr>
          <p:cNvPr id="3115" name="Google Shape;3115;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116" name="Google Shape;3116;p5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117" name="Google Shape;3117;p5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118" name="Google Shape;3118;p5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119" name="Google Shape;3119;p5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120" name="Google Shape;3120;p5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121" name="Google Shape;3121;p51"/>
          <p:cNvGrpSpPr/>
          <p:nvPr/>
        </p:nvGrpSpPr>
        <p:grpSpPr>
          <a:xfrm>
            <a:off x="1084825" y="1152525"/>
            <a:ext cx="506100" cy="3417500"/>
            <a:chOff x="1084825" y="1152525"/>
            <a:chExt cx="506100" cy="3417500"/>
          </a:xfrm>
        </p:grpSpPr>
        <p:sp>
          <p:nvSpPr>
            <p:cNvPr id="3122" name="Google Shape;3122;p5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123" name="Google Shape;3123;p5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3127"/>
        <p:cNvGrpSpPr/>
        <p:nvPr/>
      </p:nvGrpSpPr>
      <p:grpSpPr>
        <a:xfrm>
          <a:off x="0" y="0"/>
          <a:ext cx="0" cy="0"/>
          <a:chOff x="0" y="0"/>
          <a:chExt cx="0" cy="0"/>
        </a:xfrm>
      </p:grpSpPr>
      <p:sp>
        <p:nvSpPr>
          <p:cNvPr id="3128" name="Google Shape;3128;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129" name="Google Shape;3129;p5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130" name="Google Shape;3130;p5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131" name="Google Shape;3131;p5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132" name="Google Shape;3132;p5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133" name="Google Shape;3133;p5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134" name="Google Shape;3134;p52"/>
          <p:cNvGrpSpPr/>
          <p:nvPr/>
        </p:nvGrpSpPr>
        <p:grpSpPr>
          <a:xfrm>
            <a:off x="1084825" y="1152525"/>
            <a:ext cx="506100" cy="3417500"/>
            <a:chOff x="1084825" y="1152525"/>
            <a:chExt cx="506100" cy="3417500"/>
          </a:xfrm>
        </p:grpSpPr>
        <p:sp>
          <p:nvSpPr>
            <p:cNvPr id="3135" name="Google Shape;3135;p5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136" name="Google Shape;3136;p5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40"/>
        <p:cNvGrpSpPr/>
        <p:nvPr/>
      </p:nvGrpSpPr>
      <p:grpSpPr>
        <a:xfrm>
          <a:off x="0" y="0"/>
          <a:ext cx="0" cy="0"/>
          <a:chOff x="0" y="0"/>
          <a:chExt cx="0" cy="0"/>
        </a:xfrm>
      </p:grpSpPr>
      <p:sp>
        <p:nvSpPr>
          <p:cNvPr id="3141" name="Google Shape;3141;p5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142" name="Google Shape;3142;p5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143" name="Google Shape;3143;p5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47"/>
        <p:cNvGrpSpPr/>
        <p:nvPr/>
      </p:nvGrpSpPr>
      <p:grpSpPr>
        <a:xfrm>
          <a:off x="0" y="0"/>
          <a:ext cx="0" cy="0"/>
          <a:chOff x="0" y="0"/>
          <a:chExt cx="0" cy="0"/>
        </a:xfrm>
      </p:grpSpPr>
      <p:sp>
        <p:nvSpPr>
          <p:cNvPr id="3148" name="Google Shape;3148;p5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149" name="Google Shape;3149;p5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150" name="Google Shape;3150;p5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4"/>
        <p:cNvGrpSpPr/>
        <p:nvPr/>
      </p:nvGrpSpPr>
      <p:grpSpPr>
        <a:xfrm>
          <a:off x="0" y="0"/>
          <a:ext cx="0" cy="0"/>
          <a:chOff x="0" y="0"/>
          <a:chExt cx="0" cy="0"/>
        </a:xfrm>
      </p:grpSpPr>
      <p:sp>
        <p:nvSpPr>
          <p:cNvPr id="3155" name="Google Shape;3155;p5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156" name="Google Shape;3156;p5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157" name="Google Shape;3157;p5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161" name="Google Shape;3161;p5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162" name="Google Shape;3162;p5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163" name="Google Shape;3163;p5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164" name="Google Shape;3164;p5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166" name="Google Shape;3166;p5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170" name="Google Shape;3170;p5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171" name="Google Shape;3171;p5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172" name="Google Shape;3172;p5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174" name="Google Shape;3174;p5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176" name="Google Shape;3176;p5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81"/>
        <p:cNvGrpSpPr/>
        <p:nvPr/>
      </p:nvGrpSpPr>
      <p:grpSpPr>
        <a:xfrm>
          <a:off x="0" y="0"/>
          <a:ext cx="0" cy="0"/>
          <a:chOff x="0" y="0"/>
          <a:chExt cx="0" cy="0"/>
        </a:xfrm>
      </p:grpSpPr>
      <p:sp>
        <p:nvSpPr>
          <p:cNvPr id="3182" name="Google Shape;3182;p5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183" name="Google Shape;3183;p5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184" name="Google Shape;3184;p5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185" name="Google Shape;3185;p5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186" name="Google Shape;3186;p5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187" name="Google Shape;3187;p5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188" name="Google Shape;3188;p5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189" name="Google Shape;3189;p5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190" name="Google Shape;3190;p5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191" name="Google Shape;3191;p5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192" name="Google Shape;3192;p5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193" name="Google Shape;3193;p5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97"/>
        <p:cNvGrpSpPr/>
        <p:nvPr/>
      </p:nvGrpSpPr>
      <p:grpSpPr>
        <a:xfrm>
          <a:off x="0" y="0"/>
          <a:ext cx="0" cy="0"/>
          <a:chOff x="0" y="0"/>
          <a:chExt cx="0" cy="0"/>
        </a:xfrm>
      </p:grpSpPr>
      <p:sp>
        <p:nvSpPr>
          <p:cNvPr id="3198" name="Google Shape;3198;p5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199" name="Google Shape;3199;p57"/>
          <p:cNvGrpSpPr/>
          <p:nvPr/>
        </p:nvGrpSpPr>
        <p:grpSpPr>
          <a:xfrm>
            <a:off x="5156078" y="3085736"/>
            <a:ext cx="474294" cy="551291"/>
            <a:chOff x="4727025" y="1332775"/>
            <a:chExt cx="59900" cy="69625"/>
          </a:xfrm>
        </p:grpSpPr>
        <p:sp>
          <p:nvSpPr>
            <p:cNvPr id="3200" name="Google Shape;3200;p5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2" name="Google Shape;3202;p57"/>
          <p:cNvGrpSpPr/>
          <p:nvPr/>
        </p:nvGrpSpPr>
        <p:grpSpPr>
          <a:xfrm>
            <a:off x="5769734" y="2314340"/>
            <a:ext cx="555653" cy="557031"/>
            <a:chOff x="4820425" y="1329900"/>
            <a:chExt cx="70175" cy="70350"/>
          </a:xfrm>
        </p:grpSpPr>
        <p:sp>
          <p:nvSpPr>
            <p:cNvPr id="3203" name="Google Shape;3203;p5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 name="Google Shape;3207;p57"/>
          <p:cNvGrpSpPr/>
          <p:nvPr/>
        </p:nvGrpSpPr>
        <p:grpSpPr>
          <a:xfrm>
            <a:off x="6396103" y="2318845"/>
            <a:ext cx="582574" cy="533871"/>
            <a:chOff x="4903200" y="1331525"/>
            <a:chExt cx="73575" cy="67425"/>
          </a:xfrm>
        </p:grpSpPr>
        <p:sp>
          <p:nvSpPr>
            <p:cNvPr id="3208" name="Google Shape;3208;p5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0" name="Google Shape;3210;p57"/>
          <p:cNvGrpSpPr/>
          <p:nvPr/>
        </p:nvGrpSpPr>
        <p:grpSpPr>
          <a:xfrm>
            <a:off x="5755581" y="3078709"/>
            <a:ext cx="583960" cy="565345"/>
            <a:chOff x="4815575" y="1416800"/>
            <a:chExt cx="73750" cy="71400"/>
          </a:xfrm>
        </p:grpSpPr>
        <p:sp>
          <p:nvSpPr>
            <p:cNvPr id="3211" name="Google Shape;3211;p5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57"/>
          <p:cNvGrpSpPr/>
          <p:nvPr/>
        </p:nvGrpSpPr>
        <p:grpSpPr>
          <a:xfrm>
            <a:off x="6390362" y="3108896"/>
            <a:ext cx="589898" cy="504970"/>
            <a:chOff x="4902475" y="1418875"/>
            <a:chExt cx="74500" cy="63775"/>
          </a:xfrm>
        </p:grpSpPr>
        <p:sp>
          <p:nvSpPr>
            <p:cNvPr id="3215" name="Google Shape;3215;p5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7" name="Google Shape;3217;p57"/>
          <p:cNvGrpSpPr/>
          <p:nvPr/>
        </p:nvGrpSpPr>
        <p:grpSpPr>
          <a:xfrm>
            <a:off x="5765577" y="3826000"/>
            <a:ext cx="563967" cy="567127"/>
            <a:chOff x="4818100" y="1507675"/>
            <a:chExt cx="71225" cy="71625"/>
          </a:xfrm>
        </p:grpSpPr>
        <p:sp>
          <p:nvSpPr>
            <p:cNvPr id="3218" name="Google Shape;3218;p5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2" name="Google Shape;3222;p57"/>
          <p:cNvGrpSpPr/>
          <p:nvPr/>
        </p:nvGrpSpPr>
        <p:grpSpPr>
          <a:xfrm>
            <a:off x="5079075" y="3829461"/>
            <a:ext cx="628301" cy="588505"/>
            <a:chOff x="4721450" y="1509475"/>
            <a:chExt cx="79350" cy="74325"/>
          </a:xfrm>
        </p:grpSpPr>
        <p:sp>
          <p:nvSpPr>
            <p:cNvPr id="3223" name="Google Shape;3223;p5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7" name="Google Shape;3227;p57"/>
          <p:cNvGrpSpPr/>
          <p:nvPr/>
        </p:nvGrpSpPr>
        <p:grpSpPr>
          <a:xfrm>
            <a:off x="6424608" y="3814027"/>
            <a:ext cx="557038" cy="562772"/>
            <a:chOff x="4906800" y="1507500"/>
            <a:chExt cx="70350" cy="71075"/>
          </a:xfrm>
        </p:grpSpPr>
        <p:sp>
          <p:nvSpPr>
            <p:cNvPr id="3228" name="Google Shape;3228;p5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57"/>
          <p:cNvGrpSpPr/>
          <p:nvPr/>
        </p:nvGrpSpPr>
        <p:grpSpPr>
          <a:xfrm>
            <a:off x="4462216" y="2340963"/>
            <a:ext cx="517934" cy="517934"/>
            <a:chOff x="3736598" y="2170606"/>
            <a:chExt cx="404889" cy="404889"/>
          </a:xfrm>
        </p:grpSpPr>
        <p:sp>
          <p:nvSpPr>
            <p:cNvPr id="3234" name="Google Shape;3234;p5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8" name="Google Shape;3238;p57"/>
          <p:cNvGrpSpPr/>
          <p:nvPr/>
        </p:nvGrpSpPr>
        <p:grpSpPr>
          <a:xfrm>
            <a:off x="3729277" y="2341061"/>
            <a:ext cx="586986" cy="517740"/>
            <a:chOff x="3161917" y="2170682"/>
            <a:chExt cx="458870" cy="404737"/>
          </a:xfrm>
        </p:grpSpPr>
        <p:sp>
          <p:nvSpPr>
            <p:cNvPr id="3239" name="Google Shape;3239;p5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57"/>
          <p:cNvGrpSpPr/>
          <p:nvPr/>
        </p:nvGrpSpPr>
        <p:grpSpPr>
          <a:xfrm>
            <a:off x="3752299" y="3102400"/>
            <a:ext cx="540943" cy="517963"/>
            <a:chOff x="3179914" y="2889488"/>
            <a:chExt cx="422876" cy="404911"/>
          </a:xfrm>
        </p:grpSpPr>
        <p:sp>
          <p:nvSpPr>
            <p:cNvPr id="3243" name="Google Shape;3243;p5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9" name="Google Shape;3249;p57"/>
          <p:cNvGrpSpPr/>
          <p:nvPr/>
        </p:nvGrpSpPr>
        <p:grpSpPr>
          <a:xfrm>
            <a:off x="4453093" y="3102358"/>
            <a:ext cx="536180" cy="518047"/>
            <a:chOff x="3729467" y="2889422"/>
            <a:chExt cx="419153" cy="404977"/>
          </a:xfrm>
        </p:grpSpPr>
        <p:sp>
          <p:nvSpPr>
            <p:cNvPr id="3250" name="Google Shape;3250;p5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57"/>
          <p:cNvGrpSpPr/>
          <p:nvPr/>
        </p:nvGrpSpPr>
        <p:grpSpPr>
          <a:xfrm>
            <a:off x="1990126" y="3445787"/>
            <a:ext cx="965351" cy="134611"/>
            <a:chOff x="4411970" y="2962952"/>
            <a:chExt cx="706544" cy="104212"/>
          </a:xfrm>
        </p:grpSpPr>
        <p:sp>
          <p:nvSpPr>
            <p:cNvPr id="3258" name="Google Shape;3258;p5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2" name="Google Shape;3262;p57"/>
          <p:cNvGrpSpPr/>
          <p:nvPr/>
        </p:nvGrpSpPr>
        <p:grpSpPr>
          <a:xfrm>
            <a:off x="1990126" y="3041077"/>
            <a:ext cx="960158" cy="289172"/>
            <a:chOff x="4411970" y="2726085"/>
            <a:chExt cx="643107" cy="193659"/>
          </a:xfrm>
        </p:grpSpPr>
        <p:sp>
          <p:nvSpPr>
            <p:cNvPr id="3263" name="Google Shape;3263;p5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6" name="Google Shape;3266;p57"/>
          <p:cNvGrpSpPr/>
          <p:nvPr/>
        </p:nvGrpSpPr>
        <p:grpSpPr>
          <a:xfrm>
            <a:off x="998624" y="3295400"/>
            <a:ext cx="811503" cy="252584"/>
            <a:chOff x="4411970" y="4340222"/>
            <a:chExt cx="779467" cy="242683"/>
          </a:xfrm>
        </p:grpSpPr>
        <p:sp>
          <p:nvSpPr>
            <p:cNvPr id="3267" name="Google Shape;3267;p5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57"/>
          <p:cNvGrpSpPr/>
          <p:nvPr/>
        </p:nvGrpSpPr>
        <p:grpSpPr>
          <a:xfrm>
            <a:off x="1990126" y="2709308"/>
            <a:ext cx="965160" cy="216230"/>
            <a:chOff x="4411970" y="2468674"/>
            <a:chExt cx="747317" cy="167425"/>
          </a:xfrm>
        </p:grpSpPr>
        <p:sp>
          <p:nvSpPr>
            <p:cNvPr id="3271" name="Google Shape;3271;p5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73" name="Google Shape;3273;p5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4" name="Google Shape;3274;p57"/>
          <p:cNvGrpSpPr/>
          <p:nvPr/>
        </p:nvGrpSpPr>
        <p:grpSpPr>
          <a:xfrm>
            <a:off x="997692" y="2334687"/>
            <a:ext cx="1959041" cy="208784"/>
            <a:chOff x="6336019" y="3733725"/>
            <a:chExt cx="2566206" cy="351310"/>
          </a:xfrm>
        </p:grpSpPr>
        <p:sp>
          <p:nvSpPr>
            <p:cNvPr id="3275" name="Google Shape;3275;p5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57"/>
          <p:cNvGrpSpPr/>
          <p:nvPr/>
        </p:nvGrpSpPr>
        <p:grpSpPr>
          <a:xfrm>
            <a:off x="1990126" y="3950602"/>
            <a:ext cx="946551" cy="153200"/>
            <a:chOff x="4404545" y="3301592"/>
            <a:chExt cx="782403" cy="129272"/>
          </a:xfrm>
        </p:grpSpPr>
        <p:sp>
          <p:nvSpPr>
            <p:cNvPr id="3280" name="Google Shape;3280;p5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2" name="Google Shape;3282;p57"/>
          <p:cNvGrpSpPr/>
          <p:nvPr/>
        </p:nvGrpSpPr>
        <p:grpSpPr>
          <a:xfrm>
            <a:off x="1990126" y="3695937"/>
            <a:ext cx="962257" cy="139127"/>
            <a:chOff x="4411970" y="3131459"/>
            <a:chExt cx="710520" cy="117397"/>
          </a:xfrm>
        </p:grpSpPr>
        <p:sp>
          <p:nvSpPr>
            <p:cNvPr id="3283" name="Google Shape;3283;p5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5" name="Google Shape;3285;p5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6" name="Google Shape;3286;p57"/>
          <p:cNvGrpSpPr/>
          <p:nvPr/>
        </p:nvGrpSpPr>
        <p:grpSpPr>
          <a:xfrm>
            <a:off x="990271" y="3621603"/>
            <a:ext cx="823838" cy="458988"/>
            <a:chOff x="4411970" y="1801825"/>
            <a:chExt cx="734586" cy="409262"/>
          </a:xfrm>
        </p:grpSpPr>
        <p:sp>
          <p:nvSpPr>
            <p:cNvPr id="3287" name="Google Shape;3287;p5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9" name="Google Shape;3289;p57"/>
          <p:cNvGrpSpPr/>
          <p:nvPr/>
        </p:nvGrpSpPr>
        <p:grpSpPr>
          <a:xfrm>
            <a:off x="3095243" y="2339173"/>
            <a:ext cx="521514" cy="521514"/>
            <a:chOff x="5681300" y="2527788"/>
            <a:chExt cx="805800" cy="805800"/>
          </a:xfrm>
        </p:grpSpPr>
        <p:sp>
          <p:nvSpPr>
            <p:cNvPr id="3290" name="Google Shape;3290;p5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57"/>
          <p:cNvGrpSpPr/>
          <p:nvPr/>
        </p:nvGrpSpPr>
        <p:grpSpPr>
          <a:xfrm>
            <a:off x="3089483" y="3094865"/>
            <a:ext cx="533033" cy="533033"/>
            <a:chOff x="4049800" y="640400"/>
            <a:chExt cx="858900" cy="858900"/>
          </a:xfrm>
        </p:grpSpPr>
        <p:sp>
          <p:nvSpPr>
            <p:cNvPr id="3293" name="Google Shape;3293;p5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 name="Google Shape;3295;p57"/>
          <p:cNvGrpSpPr/>
          <p:nvPr/>
        </p:nvGrpSpPr>
        <p:grpSpPr>
          <a:xfrm>
            <a:off x="3014966" y="3772543"/>
            <a:ext cx="682068" cy="682068"/>
            <a:chOff x="5080188" y="927900"/>
            <a:chExt cx="961200" cy="961200"/>
          </a:xfrm>
        </p:grpSpPr>
        <p:sp>
          <p:nvSpPr>
            <p:cNvPr id="3296" name="Google Shape;3296;p5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57"/>
          <p:cNvGrpSpPr/>
          <p:nvPr/>
        </p:nvGrpSpPr>
        <p:grpSpPr>
          <a:xfrm>
            <a:off x="4478465" y="3869234"/>
            <a:ext cx="505650" cy="504006"/>
            <a:chOff x="6039282" y="1042577"/>
            <a:chExt cx="734315" cy="731929"/>
          </a:xfrm>
        </p:grpSpPr>
        <p:sp>
          <p:nvSpPr>
            <p:cNvPr id="3305" name="Google Shape;3305;p5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57"/>
          <p:cNvGrpSpPr/>
          <p:nvPr/>
        </p:nvGrpSpPr>
        <p:grpSpPr>
          <a:xfrm>
            <a:off x="5091067" y="2298862"/>
            <a:ext cx="567744" cy="602136"/>
            <a:chOff x="1825800" y="1651625"/>
            <a:chExt cx="539989" cy="571775"/>
          </a:xfrm>
        </p:grpSpPr>
        <p:sp>
          <p:nvSpPr>
            <p:cNvPr id="3327" name="Google Shape;3327;p5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1" name="Google Shape;3331;p57"/>
          <p:cNvGrpSpPr/>
          <p:nvPr/>
        </p:nvGrpSpPr>
        <p:grpSpPr>
          <a:xfrm>
            <a:off x="3765995" y="3855579"/>
            <a:ext cx="508123" cy="507955"/>
            <a:chOff x="1897577" y="2802432"/>
            <a:chExt cx="492176" cy="492014"/>
          </a:xfrm>
        </p:grpSpPr>
        <p:sp>
          <p:nvSpPr>
            <p:cNvPr id="3332" name="Google Shape;3332;p5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4" name="Google Shape;3344;p57"/>
          <p:cNvGrpSpPr/>
          <p:nvPr/>
        </p:nvGrpSpPr>
        <p:grpSpPr>
          <a:xfrm>
            <a:off x="997525" y="4169123"/>
            <a:ext cx="809227" cy="200842"/>
            <a:chOff x="2013045" y="4813233"/>
            <a:chExt cx="921986" cy="228854"/>
          </a:xfrm>
        </p:grpSpPr>
        <p:sp>
          <p:nvSpPr>
            <p:cNvPr id="3345" name="Google Shape;3345;p5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7" name="Google Shape;3347;p57"/>
          <p:cNvGrpSpPr/>
          <p:nvPr/>
        </p:nvGrpSpPr>
        <p:grpSpPr>
          <a:xfrm>
            <a:off x="1005985" y="2656004"/>
            <a:ext cx="792421" cy="269941"/>
            <a:chOff x="1046767" y="4756633"/>
            <a:chExt cx="859646" cy="292841"/>
          </a:xfrm>
        </p:grpSpPr>
        <p:sp>
          <p:nvSpPr>
            <p:cNvPr id="3348" name="Google Shape;3348;p5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5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5" name="Google Shape;3355;p57"/>
          <p:cNvGrpSpPr/>
          <p:nvPr/>
        </p:nvGrpSpPr>
        <p:grpSpPr>
          <a:xfrm>
            <a:off x="7141841" y="2550562"/>
            <a:ext cx="166473" cy="141497"/>
            <a:chOff x="4660325" y="1866850"/>
            <a:chExt cx="68350" cy="58100"/>
          </a:xfrm>
        </p:grpSpPr>
        <p:sp>
          <p:nvSpPr>
            <p:cNvPr id="3356" name="Google Shape;3356;p5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8" name="Google Shape;3358;p57"/>
          <p:cNvGrpSpPr/>
          <p:nvPr/>
        </p:nvGrpSpPr>
        <p:grpSpPr>
          <a:xfrm>
            <a:off x="7451186" y="2576286"/>
            <a:ext cx="162515" cy="90049"/>
            <a:chOff x="4791775" y="1877500"/>
            <a:chExt cx="66725" cy="36975"/>
          </a:xfrm>
        </p:grpSpPr>
        <p:sp>
          <p:nvSpPr>
            <p:cNvPr id="3359" name="Google Shape;3359;p5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1" name="Google Shape;3361;p57"/>
          <p:cNvGrpSpPr/>
          <p:nvPr/>
        </p:nvGrpSpPr>
        <p:grpSpPr>
          <a:xfrm>
            <a:off x="7772899" y="2576286"/>
            <a:ext cx="144979" cy="90049"/>
            <a:chOff x="4923925" y="1877500"/>
            <a:chExt cx="59525" cy="36975"/>
          </a:xfrm>
        </p:grpSpPr>
        <p:sp>
          <p:nvSpPr>
            <p:cNvPr id="3362" name="Google Shape;3362;p5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57"/>
          <p:cNvGrpSpPr/>
          <p:nvPr/>
        </p:nvGrpSpPr>
        <p:grpSpPr>
          <a:xfrm>
            <a:off x="8067390" y="2558477"/>
            <a:ext cx="141447" cy="125667"/>
            <a:chOff x="5058450" y="1870100"/>
            <a:chExt cx="58075" cy="51600"/>
          </a:xfrm>
        </p:grpSpPr>
        <p:sp>
          <p:nvSpPr>
            <p:cNvPr id="3365" name="Google Shape;3365;p5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57"/>
          <p:cNvGrpSpPr/>
          <p:nvPr/>
        </p:nvGrpSpPr>
        <p:grpSpPr>
          <a:xfrm>
            <a:off x="7481905" y="2980885"/>
            <a:ext cx="101077" cy="107645"/>
            <a:chOff x="4811425" y="2065025"/>
            <a:chExt cx="41500" cy="44200"/>
          </a:xfrm>
        </p:grpSpPr>
        <p:sp>
          <p:nvSpPr>
            <p:cNvPr id="3368" name="Google Shape;3368;p5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0" name="Google Shape;3370;p57"/>
          <p:cNvGrpSpPr/>
          <p:nvPr/>
        </p:nvGrpSpPr>
        <p:grpSpPr>
          <a:xfrm>
            <a:off x="7774342" y="2981098"/>
            <a:ext cx="120867" cy="107218"/>
            <a:chOff x="4929875" y="2065025"/>
            <a:chExt cx="49625" cy="44025"/>
          </a:xfrm>
        </p:grpSpPr>
        <p:sp>
          <p:nvSpPr>
            <p:cNvPr id="3371" name="Google Shape;3371;p5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 name="Google Shape;3373;p57"/>
          <p:cNvGrpSpPr/>
          <p:nvPr/>
        </p:nvGrpSpPr>
        <p:grpSpPr>
          <a:xfrm>
            <a:off x="8103011" y="2984112"/>
            <a:ext cx="70206" cy="101191"/>
            <a:chOff x="5083925" y="2066350"/>
            <a:chExt cx="28825" cy="41550"/>
          </a:xfrm>
        </p:grpSpPr>
        <p:sp>
          <p:nvSpPr>
            <p:cNvPr id="3374" name="Google Shape;3374;p5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6" name="Google Shape;3376;p57"/>
          <p:cNvGrpSpPr/>
          <p:nvPr/>
        </p:nvGrpSpPr>
        <p:grpSpPr>
          <a:xfrm>
            <a:off x="7134565" y="2999759"/>
            <a:ext cx="181026" cy="69896"/>
            <a:chOff x="4659775" y="2072775"/>
            <a:chExt cx="74325" cy="28700"/>
          </a:xfrm>
        </p:grpSpPr>
        <p:sp>
          <p:nvSpPr>
            <p:cNvPr id="3377" name="Google Shape;3377;p5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0" name="Google Shape;3380;p57"/>
          <p:cNvGrpSpPr/>
          <p:nvPr/>
        </p:nvGrpSpPr>
        <p:grpSpPr>
          <a:xfrm>
            <a:off x="8054421" y="2790324"/>
            <a:ext cx="167387" cy="89197"/>
            <a:chOff x="4662475" y="1976500"/>
            <a:chExt cx="68725" cy="36625"/>
          </a:xfrm>
        </p:grpSpPr>
        <p:sp>
          <p:nvSpPr>
            <p:cNvPr id="3381" name="Google Shape;3381;p5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4" name="Google Shape;3384;p57"/>
          <p:cNvGrpSpPr/>
          <p:nvPr/>
        </p:nvGrpSpPr>
        <p:grpSpPr>
          <a:xfrm>
            <a:off x="7751326" y="2793764"/>
            <a:ext cx="166899" cy="82317"/>
            <a:chOff x="4920150" y="1977875"/>
            <a:chExt cx="68525" cy="33800"/>
          </a:xfrm>
        </p:grpSpPr>
        <p:sp>
          <p:nvSpPr>
            <p:cNvPr id="3385" name="Google Shape;3385;p5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57"/>
          <p:cNvGrpSpPr/>
          <p:nvPr/>
        </p:nvGrpSpPr>
        <p:grpSpPr>
          <a:xfrm>
            <a:off x="7162483" y="3197682"/>
            <a:ext cx="125190" cy="127859"/>
            <a:chOff x="4676550" y="2160575"/>
            <a:chExt cx="51400" cy="52500"/>
          </a:xfrm>
        </p:grpSpPr>
        <p:sp>
          <p:nvSpPr>
            <p:cNvPr id="3389" name="Google Shape;3389;p5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2" name="Google Shape;3392;p57"/>
          <p:cNvGrpSpPr/>
          <p:nvPr/>
        </p:nvGrpSpPr>
        <p:grpSpPr>
          <a:xfrm>
            <a:off x="7459741" y="3204714"/>
            <a:ext cx="145405" cy="113794"/>
            <a:chOff x="4768325" y="2163475"/>
            <a:chExt cx="59700" cy="46725"/>
          </a:xfrm>
        </p:grpSpPr>
        <p:sp>
          <p:nvSpPr>
            <p:cNvPr id="3393" name="Google Shape;3393;p5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5" name="Google Shape;3395;p5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1" name="Google Shape;3401;p57"/>
          <p:cNvGrpSpPr/>
          <p:nvPr/>
        </p:nvGrpSpPr>
        <p:grpSpPr>
          <a:xfrm>
            <a:off x="7476059" y="3459808"/>
            <a:ext cx="112768" cy="106853"/>
            <a:chOff x="4768575" y="2253950"/>
            <a:chExt cx="46300" cy="43875"/>
          </a:xfrm>
        </p:grpSpPr>
        <p:sp>
          <p:nvSpPr>
            <p:cNvPr id="3402" name="Google Shape;3402;p5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4" name="Google Shape;3404;p57"/>
          <p:cNvGrpSpPr/>
          <p:nvPr/>
        </p:nvGrpSpPr>
        <p:grpSpPr>
          <a:xfrm>
            <a:off x="7775682" y="3948834"/>
            <a:ext cx="118187" cy="146246"/>
            <a:chOff x="4960900" y="2433225"/>
            <a:chExt cx="48525" cy="60050"/>
          </a:xfrm>
        </p:grpSpPr>
        <p:sp>
          <p:nvSpPr>
            <p:cNvPr id="3405" name="Google Shape;3405;p5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57"/>
          <p:cNvGrpSpPr/>
          <p:nvPr/>
        </p:nvGrpSpPr>
        <p:grpSpPr>
          <a:xfrm>
            <a:off x="7464247" y="4212895"/>
            <a:ext cx="136394" cy="143810"/>
            <a:chOff x="4854075" y="2527625"/>
            <a:chExt cx="56000" cy="59050"/>
          </a:xfrm>
        </p:grpSpPr>
        <p:sp>
          <p:nvSpPr>
            <p:cNvPr id="3408" name="Google Shape;3408;p5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0" name="Google Shape;3410;p5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3" name="Google Shape;3413;p57"/>
          <p:cNvGrpSpPr/>
          <p:nvPr/>
        </p:nvGrpSpPr>
        <p:grpSpPr>
          <a:xfrm>
            <a:off x="8088458" y="3676639"/>
            <a:ext cx="99312" cy="160797"/>
            <a:chOff x="5059700" y="2334775"/>
            <a:chExt cx="40775" cy="66025"/>
          </a:xfrm>
        </p:grpSpPr>
        <p:sp>
          <p:nvSpPr>
            <p:cNvPr id="3414" name="Google Shape;3414;p5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3" name="Google Shape;3423;p57"/>
          <p:cNvGrpSpPr/>
          <p:nvPr/>
        </p:nvGrpSpPr>
        <p:grpSpPr>
          <a:xfrm>
            <a:off x="8045622" y="3941771"/>
            <a:ext cx="184984" cy="160371"/>
            <a:chOff x="5037700" y="2430325"/>
            <a:chExt cx="75950" cy="65850"/>
          </a:xfrm>
        </p:grpSpPr>
        <p:sp>
          <p:nvSpPr>
            <p:cNvPr id="3424" name="Google Shape;3424;p5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6" name="Google Shape;3426;p57"/>
          <p:cNvGrpSpPr/>
          <p:nvPr/>
        </p:nvGrpSpPr>
        <p:grpSpPr>
          <a:xfrm>
            <a:off x="7465128" y="3708223"/>
            <a:ext cx="173014" cy="97629"/>
            <a:chOff x="4756975" y="2341800"/>
            <a:chExt cx="91975" cy="51925"/>
          </a:xfrm>
        </p:grpSpPr>
        <p:sp>
          <p:nvSpPr>
            <p:cNvPr id="3427" name="Google Shape;3427;p5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7" name="Google Shape;3447;p57"/>
          <p:cNvGrpSpPr/>
          <p:nvPr/>
        </p:nvGrpSpPr>
        <p:grpSpPr>
          <a:xfrm>
            <a:off x="7732065" y="4196920"/>
            <a:ext cx="212497" cy="175761"/>
            <a:chOff x="4943575" y="2516350"/>
            <a:chExt cx="98675" cy="81700"/>
          </a:xfrm>
        </p:grpSpPr>
        <p:sp>
          <p:nvSpPr>
            <p:cNvPr id="3448" name="Google Shape;3448;p5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6" name="Google Shape;3526;p5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534"/>
        <p:cNvGrpSpPr/>
        <p:nvPr/>
      </p:nvGrpSpPr>
      <p:grpSpPr>
        <a:xfrm>
          <a:off x="0" y="0"/>
          <a:ext cx="0" cy="0"/>
          <a:chOff x="0" y="0"/>
          <a:chExt cx="0" cy="0"/>
        </a:xfrm>
      </p:grpSpPr>
      <p:grpSp>
        <p:nvGrpSpPr>
          <p:cNvPr id="3535" name="Google Shape;3535;p58"/>
          <p:cNvGrpSpPr/>
          <p:nvPr/>
        </p:nvGrpSpPr>
        <p:grpSpPr>
          <a:xfrm>
            <a:off x="6647587" y="3567393"/>
            <a:ext cx="560636" cy="516497"/>
            <a:chOff x="6652051" y="3714143"/>
            <a:chExt cx="560636" cy="516497"/>
          </a:xfrm>
        </p:grpSpPr>
        <p:grpSp>
          <p:nvGrpSpPr>
            <p:cNvPr id="3536" name="Google Shape;3536;p58"/>
            <p:cNvGrpSpPr/>
            <p:nvPr/>
          </p:nvGrpSpPr>
          <p:grpSpPr>
            <a:xfrm>
              <a:off x="6669657" y="3716715"/>
              <a:ext cx="466768" cy="464314"/>
              <a:chOff x="3139766" y="765669"/>
              <a:chExt cx="886380" cy="881888"/>
            </a:xfrm>
          </p:grpSpPr>
          <p:grpSp>
            <p:nvGrpSpPr>
              <p:cNvPr id="3537" name="Google Shape;3537;p58"/>
              <p:cNvGrpSpPr/>
              <p:nvPr/>
            </p:nvGrpSpPr>
            <p:grpSpPr>
              <a:xfrm>
                <a:off x="3139766" y="765669"/>
                <a:ext cx="886380" cy="881888"/>
                <a:chOff x="3139766" y="765669"/>
                <a:chExt cx="886380" cy="881888"/>
              </a:xfrm>
            </p:grpSpPr>
            <p:sp>
              <p:nvSpPr>
                <p:cNvPr id="3538" name="Google Shape;3538;p5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7" name="Google Shape;3547;p5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1" name="Google Shape;3551;p5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58"/>
          <p:cNvGrpSpPr/>
          <p:nvPr/>
        </p:nvGrpSpPr>
        <p:grpSpPr>
          <a:xfrm>
            <a:off x="7646296" y="3047976"/>
            <a:ext cx="104231" cy="320340"/>
            <a:chOff x="7564426" y="3224343"/>
            <a:chExt cx="119985" cy="368801"/>
          </a:xfrm>
        </p:grpSpPr>
        <p:sp>
          <p:nvSpPr>
            <p:cNvPr id="3553" name="Google Shape;3553;p5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5" name="Google Shape;3555;p58"/>
          <p:cNvGrpSpPr/>
          <p:nvPr/>
        </p:nvGrpSpPr>
        <p:grpSpPr>
          <a:xfrm>
            <a:off x="7345785" y="3042077"/>
            <a:ext cx="189489" cy="332132"/>
            <a:chOff x="8370831" y="3202002"/>
            <a:chExt cx="218129" cy="382376"/>
          </a:xfrm>
        </p:grpSpPr>
        <p:sp>
          <p:nvSpPr>
            <p:cNvPr id="3556" name="Google Shape;3556;p5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8"/>
          <p:cNvGrpSpPr/>
          <p:nvPr/>
        </p:nvGrpSpPr>
        <p:grpSpPr>
          <a:xfrm>
            <a:off x="8069174" y="3453209"/>
            <a:ext cx="309429" cy="267000"/>
            <a:chOff x="6742064" y="3750480"/>
            <a:chExt cx="399315" cy="344560"/>
          </a:xfrm>
        </p:grpSpPr>
        <p:sp>
          <p:nvSpPr>
            <p:cNvPr id="3559" name="Google Shape;3559;p5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8"/>
          <p:cNvGrpSpPr/>
          <p:nvPr/>
        </p:nvGrpSpPr>
        <p:grpSpPr>
          <a:xfrm>
            <a:off x="7608193" y="3804257"/>
            <a:ext cx="180437" cy="281608"/>
            <a:chOff x="7248525" y="3739696"/>
            <a:chExt cx="230531" cy="359790"/>
          </a:xfrm>
        </p:grpSpPr>
        <p:sp>
          <p:nvSpPr>
            <p:cNvPr id="3562" name="Google Shape;3562;p5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8"/>
          <p:cNvGrpSpPr/>
          <p:nvPr/>
        </p:nvGrpSpPr>
        <p:grpSpPr>
          <a:xfrm>
            <a:off x="7854113" y="3447481"/>
            <a:ext cx="162896" cy="278710"/>
            <a:chOff x="7601242" y="3729267"/>
            <a:chExt cx="222566" cy="380803"/>
          </a:xfrm>
        </p:grpSpPr>
        <p:sp>
          <p:nvSpPr>
            <p:cNvPr id="3565" name="Google Shape;3565;p5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7" name="Google Shape;3567;p5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68" name="Google Shape;3568;p58"/>
          <p:cNvGrpSpPr/>
          <p:nvPr/>
        </p:nvGrpSpPr>
        <p:grpSpPr>
          <a:xfrm>
            <a:off x="7343758" y="3448622"/>
            <a:ext cx="193543" cy="275990"/>
            <a:chOff x="8304647" y="3738687"/>
            <a:chExt cx="225076" cy="320956"/>
          </a:xfrm>
        </p:grpSpPr>
        <p:sp>
          <p:nvSpPr>
            <p:cNvPr id="3569" name="Google Shape;3569;p5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2" name="Google Shape;3572;p58"/>
          <p:cNvGrpSpPr/>
          <p:nvPr/>
        </p:nvGrpSpPr>
        <p:grpSpPr>
          <a:xfrm>
            <a:off x="7616251" y="3448622"/>
            <a:ext cx="178492" cy="275990"/>
            <a:chOff x="8615101" y="3738687"/>
            <a:chExt cx="207573" cy="320956"/>
          </a:xfrm>
        </p:grpSpPr>
        <p:sp>
          <p:nvSpPr>
            <p:cNvPr id="3573" name="Google Shape;3573;p5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6" name="Google Shape;3576;p5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7" name="Google Shape;3577;p58"/>
          <p:cNvGrpSpPr/>
          <p:nvPr/>
        </p:nvGrpSpPr>
        <p:grpSpPr>
          <a:xfrm>
            <a:off x="7841782" y="3851282"/>
            <a:ext cx="187557" cy="187557"/>
            <a:chOff x="8565775" y="671075"/>
            <a:chExt cx="441000" cy="441000"/>
          </a:xfrm>
        </p:grpSpPr>
        <p:sp>
          <p:nvSpPr>
            <p:cNvPr id="3578" name="Google Shape;3578;p5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0" name="Google Shape;3580;p5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2" name="Google Shape;3582;p58"/>
          <p:cNvGrpSpPr/>
          <p:nvPr/>
        </p:nvGrpSpPr>
        <p:grpSpPr>
          <a:xfrm>
            <a:off x="5996254" y="2923808"/>
            <a:ext cx="587865" cy="517731"/>
            <a:chOff x="6000718" y="3070557"/>
            <a:chExt cx="587865" cy="517731"/>
          </a:xfrm>
        </p:grpSpPr>
        <p:sp>
          <p:nvSpPr>
            <p:cNvPr id="3583" name="Google Shape;3583;p5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58"/>
          <p:cNvGrpSpPr/>
          <p:nvPr/>
        </p:nvGrpSpPr>
        <p:grpSpPr>
          <a:xfrm>
            <a:off x="6011059" y="3567468"/>
            <a:ext cx="557665" cy="516387"/>
            <a:chOff x="6015523" y="3714217"/>
            <a:chExt cx="557665" cy="516387"/>
          </a:xfrm>
        </p:grpSpPr>
        <p:grpSp>
          <p:nvGrpSpPr>
            <p:cNvPr id="3594" name="Google Shape;3594;p58"/>
            <p:cNvGrpSpPr/>
            <p:nvPr/>
          </p:nvGrpSpPr>
          <p:grpSpPr>
            <a:xfrm>
              <a:off x="6036094" y="3716980"/>
              <a:ext cx="529822" cy="510480"/>
              <a:chOff x="3148311" y="-545634"/>
              <a:chExt cx="1006118" cy="969572"/>
            </a:xfrm>
          </p:grpSpPr>
          <p:sp>
            <p:nvSpPr>
              <p:cNvPr id="3595" name="Google Shape;3595;p5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5" name="Google Shape;3605;p5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58"/>
          <p:cNvGrpSpPr/>
          <p:nvPr/>
        </p:nvGrpSpPr>
        <p:grpSpPr>
          <a:xfrm>
            <a:off x="6639841" y="2926879"/>
            <a:ext cx="576302" cy="511871"/>
            <a:chOff x="6644304" y="3073628"/>
            <a:chExt cx="576302" cy="511871"/>
          </a:xfrm>
        </p:grpSpPr>
        <p:grpSp>
          <p:nvGrpSpPr>
            <p:cNvPr id="3607" name="Google Shape;3607;p58"/>
            <p:cNvGrpSpPr/>
            <p:nvPr/>
          </p:nvGrpSpPr>
          <p:grpSpPr>
            <a:xfrm>
              <a:off x="6712169" y="3073651"/>
              <a:ext cx="481611" cy="506713"/>
              <a:chOff x="1833536" y="-546641"/>
              <a:chExt cx="914567" cy="962419"/>
            </a:xfrm>
          </p:grpSpPr>
          <p:grpSp>
            <p:nvGrpSpPr>
              <p:cNvPr id="3608" name="Google Shape;3608;p58"/>
              <p:cNvGrpSpPr/>
              <p:nvPr/>
            </p:nvGrpSpPr>
            <p:grpSpPr>
              <a:xfrm>
                <a:off x="1833536" y="-524249"/>
                <a:ext cx="914567" cy="940027"/>
                <a:chOff x="1833536" y="-524249"/>
                <a:chExt cx="914567" cy="940027"/>
              </a:xfrm>
            </p:grpSpPr>
            <p:sp>
              <p:nvSpPr>
                <p:cNvPr id="3609" name="Google Shape;3609;p5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4" name="Google Shape;3614;p5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8" name="Google Shape;3618;p5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58"/>
          <p:cNvGrpSpPr/>
          <p:nvPr/>
        </p:nvGrpSpPr>
        <p:grpSpPr>
          <a:xfrm>
            <a:off x="719115" y="2852867"/>
            <a:ext cx="2622876" cy="1333540"/>
            <a:chOff x="238125" y="1038125"/>
            <a:chExt cx="7146800" cy="3633625"/>
          </a:xfrm>
        </p:grpSpPr>
        <p:sp>
          <p:nvSpPr>
            <p:cNvPr id="3620" name="Google Shape;3620;p5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2" name="Google Shape;5192;p58"/>
          <p:cNvGrpSpPr/>
          <p:nvPr/>
        </p:nvGrpSpPr>
        <p:grpSpPr>
          <a:xfrm>
            <a:off x="3574273" y="2854307"/>
            <a:ext cx="2241344" cy="1330656"/>
            <a:chOff x="3597785" y="3065882"/>
            <a:chExt cx="2241344" cy="1330656"/>
          </a:xfrm>
        </p:grpSpPr>
        <p:grpSp>
          <p:nvGrpSpPr>
            <p:cNvPr id="5193" name="Google Shape;5193;p58"/>
            <p:cNvGrpSpPr/>
            <p:nvPr/>
          </p:nvGrpSpPr>
          <p:grpSpPr>
            <a:xfrm>
              <a:off x="5296908" y="3937355"/>
              <a:ext cx="143198" cy="32380"/>
              <a:chOff x="5296908" y="3937355"/>
              <a:chExt cx="143198" cy="32380"/>
            </a:xfrm>
          </p:grpSpPr>
          <p:sp>
            <p:nvSpPr>
              <p:cNvPr id="5194" name="Google Shape;5194;p5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5" name="Google Shape;5195;p58"/>
              <p:cNvGrpSpPr/>
              <p:nvPr/>
            </p:nvGrpSpPr>
            <p:grpSpPr>
              <a:xfrm>
                <a:off x="5402331" y="3937355"/>
                <a:ext cx="37776" cy="32380"/>
                <a:chOff x="5402331" y="3937355"/>
                <a:chExt cx="37776" cy="32380"/>
              </a:xfrm>
            </p:grpSpPr>
            <p:sp>
              <p:nvSpPr>
                <p:cNvPr id="5196" name="Google Shape;5196;p5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8" name="Google Shape;5198;p58"/>
              <p:cNvGrpSpPr/>
              <p:nvPr/>
            </p:nvGrpSpPr>
            <p:grpSpPr>
              <a:xfrm>
                <a:off x="5296908" y="3937355"/>
                <a:ext cx="37783" cy="32380"/>
                <a:chOff x="5296908" y="3937355"/>
                <a:chExt cx="37783" cy="32380"/>
              </a:xfrm>
            </p:grpSpPr>
            <p:sp>
              <p:nvSpPr>
                <p:cNvPr id="5199" name="Google Shape;5199;p5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01" name="Google Shape;5201;p58"/>
            <p:cNvGrpSpPr/>
            <p:nvPr/>
          </p:nvGrpSpPr>
          <p:grpSpPr>
            <a:xfrm>
              <a:off x="4724163" y="3119631"/>
              <a:ext cx="120838" cy="84218"/>
              <a:chOff x="4724163" y="3119631"/>
              <a:chExt cx="120838" cy="84218"/>
            </a:xfrm>
          </p:grpSpPr>
          <p:grpSp>
            <p:nvGrpSpPr>
              <p:cNvPr id="5202" name="Google Shape;5202;p58"/>
              <p:cNvGrpSpPr/>
              <p:nvPr/>
            </p:nvGrpSpPr>
            <p:grpSpPr>
              <a:xfrm>
                <a:off x="4746712" y="3132773"/>
                <a:ext cx="86869" cy="56424"/>
                <a:chOff x="4746712" y="3132773"/>
                <a:chExt cx="86869" cy="56424"/>
              </a:xfrm>
            </p:grpSpPr>
            <p:sp>
              <p:nvSpPr>
                <p:cNvPr id="5203" name="Google Shape;5203;p5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58"/>
              <p:cNvGrpSpPr/>
              <p:nvPr/>
            </p:nvGrpSpPr>
            <p:grpSpPr>
              <a:xfrm>
                <a:off x="4773634" y="3143336"/>
                <a:ext cx="37776" cy="32451"/>
                <a:chOff x="4773634" y="3143336"/>
                <a:chExt cx="37776" cy="32451"/>
              </a:xfrm>
            </p:grpSpPr>
            <p:sp>
              <p:nvSpPr>
                <p:cNvPr id="5206" name="Google Shape;5206;p5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8" name="Google Shape;5208;p58"/>
              <p:cNvGrpSpPr/>
              <p:nvPr/>
            </p:nvGrpSpPr>
            <p:grpSpPr>
              <a:xfrm>
                <a:off x="4724163" y="3131248"/>
                <a:ext cx="37776" cy="32459"/>
                <a:chOff x="4724163" y="3131248"/>
                <a:chExt cx="37776" cy="32459"/>
              </a:xfrm>
            </p:grpSpPr>
            <p:sp>
              <p:nvSpPr>
                <p:cNvPr id="5209" name="Google Shape;5209;p5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1" name="Google Shape;5211;p58"/>
              <p:cNvGrpSpPr/>
              <p:nvPr/>
            </p:nvGrpSpPr>
            <p:grpSpPr>
              <a:xfrm>
                <a:off x="4755081" y="3176054"/>
                <a:ext cx="32357" cy="27795"/>
                <a:chOff x="4755081" y="3176054"/>
                <a:chExt cx="32357" cy="27795"/>
              </a:xfrm>
            </p:grpSpPr>
            <p:sp>
              <p:nvSpPr>
                <p:cNvPr id="5212" name="Google Shape;5212;p5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58"/>
              <p:cNvGrpSpPr/>
              <p:nvPr/>
            </p:nvGrpSpPr>
            <p:grpSpPr>
              <a:xfrm>
                <a:off x="4812550" y="3119631"/>
                <a:ext cx="32451" cy="27803"/>
                <a:chOff x="4812550" y="3119631"/>
                <a:chExt cx="32451" cy="27803"/>
              </a:xfrm>
            </p:grpSpPr>
            <p:sp>
              <p:nvSpPr>
                <p:cNvPr id="5215" name="Google Shape;5215;p5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7" name="Google Shape;5217;p58"/>
            <p:cNvGrpSpPr/>
            <p:nvPr/>
          </p:nvGrpSpPr>
          <p:grpSpPr>
            <a:xfrm>
              <a:off x="5382826" y="4027197"/>
              <a:ext cx="268967" cy="250422"/>
              <a:chOff x="5382826" y="4027197"/>
              <a:chExt cx="268967" cy="250422"/>
            </a:xfrm>
          </p:grpSpPr>
          <p:grpSp>
            <p:nvGrpSpPr>
              <p:cNvPr id="5218" name="Google Shape;5218;p58"/>
              <p:cNvGrpSpPr/>
              <p:nvPr/>
            </p:nvGrpSpPr>
            <p:grpSpPr>
              <a:xfrm>
                <a:off x="5405280" y="4042510"/>
                <a:ext cx="237570" cy="218647"/>
                <a:chOff x="5405280" y="4042510"/>
                <a:chExt cx="237570" cy="218647"/>
              </a:xfrm>
            </p:grpSpPr>
            <p:sp>
              <p:nvSpPr>
                <p:cNvPr id="5219" name="Google Shape;5219;p5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58"/>
              <p:cNvGrpSpPr/>
              <p:nvPr/>
            </p:nvGrpSpPr>
            <p:grpSpPr>
              <a:xfrm>
                <a:off x="5382826" y="4125549"/>
                <a:ext cx="37776" cy="32380"/>
                <a:chOff x="5382826" y="4125549"/>
                <a:chExt cx="37776" cy="32380"/>
              </a:xfrm>
            </p:grpSpPr>
            <p:sp>
              <p:nvSpPr>
                <p:cNvPr id="5226" name="Google Shape;5226;p5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8" name="Google Shape;5228;p58"/>
              <p:cNvGrpSpPr/>
              <p:nvPr/>
            </p:nvGrpSpPr>
            <p:grpSpPr>
              <a:xfrm>
                <a:off x="5475680" y="4195587"/>
                <a:ext cx="37783" cy="32364"/>
                <a:chOff x="5475680" y="4195587"/>
                <a:chExt cx="37783" cy="32364"/>
              </a:xfrm>
            </p:grpSpPr>
            <p:sp>
              <p:nvSpPr>
                <p:cNvPr id="5229" name="Google Shape;5229;p5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1" name="Google Shape;5231;p58"/>
              <p:cNvGrpSpPr/>
              <p:nvPr/>
            </p:nvGrpSpPr>
            <p:grpSpPr>
              <a:xfrm>
                <a:off x="5532575" y="4027197"/>
                <a:ext cx="33308" cy="32262"/>
                <a:chOff x="5532575" y="4027197"/>
                <a:chExt cx="33308" cy="32262"/>
              </a:xfrm>
            </p:grpSpPr>
            <p:sp>
              <p:nvSpPr>
                <p:cNvPr id="5232" name="Google Shape;5232;p5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4" name="Google Shape;5234;p58"/>
              <p:cNvGrpSpPr/>
              <p:nvPr/>
            </p:nvGrpSpPr>
            <p:grpSpPr>
              <a:xfrm>
                <a:off x="5590706" y="4245348"/>
                <a:ext cx="33497" cy="32270"/>
                <a:chOff x="5590706" y="4245348"/>
                <a:chExt cx="33497" cy="32270"/>
              </a:xfrm>
            </p:grpSpPr>
            <p:sp>
              <p:nvSpPr>
                <p:cNvPr id="5235" name="Google Shape;5235;p5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58"/>
              <p:cNvGrpSpPr/>
              <p:nvPr/>
            </p:nvGrpSpPr>
            <p:grpSpPr>
              <a:xfrm>
                <a:off x="5618681" y="4109677"/>
                <a:ext cx="33112" cy="32357"/>
                <a:chOff x="5618681" y="4109677"/>
                <a:chExt cx="33112" cy="32357"/>
              </a:xfrm>
            </p:grpSpPr>
            <p:sp>
              <p:nvSpPr>
                <p:cNvPr id="5238" name="Google Shape;5238;p5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0" name="Google Shape;5240;p58"/>
              <p:cNvGrpSpPr/>
              <p:nvPr/>
            </p:nvGrpSpPr>
            <p:grpSpPr>
              <a:xfrm>
                <a:off x="5479298" y="4128262"/>
                <a:ext cx="31405" cy="26906"/>
                <a:chOff x="5479298" y="4128262"/>
                <a:chExt cx="31405" cy="26906"/>
              </a:xfrm>
            </p:grpSpPr>
            <p:sp>
              <p:nvSpPr>
                <p:cNvPr id="5241" name="Google Shape;5241;p5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 name="Google Shape;5243;p58"/>
              <p:cNvGrpSpPr/>
              <p:nvPr/>
            </p:nvGrpSpPr>
            <p:grpSpPr>
              <a:xfrm>
                <a:off x="5582903" y="4180116"/>
                <a:ext cx="31499" cy="26898"/>
                <a:chOff x="5582903" y="4180116"/>
                <a:chExt cx="31499" cy="26898"/>
              </a:xfrm>
            </p:grpSpPr>
            <p:sp>
              <p:nvSpPr>
                <p:cNvPr id="5244" name="Google Shape;5244;p5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6" name="Google Shape;5246;p58"/>
            <p:cNvGrpSpPr/>
            <p:nvPr/>
          </p:nvGrpSpPr>
          <p:grpSpPr>
            <a:xfrm>
              <a:off x="3977681" y="3230323"/>
              <a:ext cx="94584" cy="84085"/>
              <a:chOff x="3977681" y="3230323"/>
              <a:chExt cx="94584" cy="84085"/>
            </a:xfrm>
          </p:grpSpPr>
          <p:grpSp>
            <p:nvGrpSpPr>
              <p:cNvPr id="5247" name="Google Shape;5247;p58"/>
              <p:cNvGrpSpPr/>
              <p:nvPr/>
            </p:nvGrpSpPr>
            <p:grpSpPr>
              <a:xfrm>
                <a:off x="4000135" y="3243041"/>
                <a:ext cx="59570" cy="57186"/>
                <a:chOff x="4000135" y="3243041"/>
                <a:chExt cx="59570" cy="57186"/>
              </a:xfrm>
            </p:grpSpPr>
            <p:sp>
              <p:nvSpPr>
                <p:cNvPr id="5248" name="Google Shape;5248;p5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1" name="Google Shape;5251;p58"/>
              <p:cNvGrpSpPr/>
              <p:nvPr/>
            </p:nvGrpSpPr>
            <p:grpSpPr>
              <a:xfrm>
                <a:off x="3977681" y="3245872"/>
                <a:ext cx="37783" cy="32380"/>
                <a:chOff x="3977681" y="3245872"/>
                <a:chExt cx="37783" cy="32380"/>
              </a:xfrm>
            </p:grpSpPr>
            <p:sp>
              <p:nvSpPr>
                <p:cNvPr id="5252" name="Google Shape;5252;p5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4" name="Google Shape;5254;p58"/>
              <p:cNvGrpSpPr/>
              <p:nvPr/>
            </p:nvGrpSpPr>
            <p:grpSpPr>
              <a:xfrm>
                <a:off x="4040860" y="3262672"/>
                <a:ext cx="31405" cy="27001"/>
                <a:chOff x="4040860" y="3262672"/>
                <a:chExt cx="31405" cy="27001"/>
              </a:xfrm>
            </p:grpSpPr>
            <p:sp>
              <p:nvSpPr>
                <p:cNvPr id="5255" name="Google Shape;5255;p5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7" name="Google Shape;5257;p58"/>
              <p:cNvGrpSpPr/>
              <p:nvPr/>
            </p:nvGrpSpPr>
            <p:grpSpPr>
              <a:xfrm>
                <a:off x="4021072" y="3230323"/>
                <a:ext cx="31397" cy="26906"/>
                <a:chOff x="4021072" y="3230323"/>
                <a:chExt cx="31397" cy="26906"/>
              </a:xfrm>
            </p:grpSpPr>
            <p:sp>
              <p:nvSpPr>
                <p:cNvPr id="5258" name="Google Shape;5258;p5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0" name="Google Shape;5260;p58"/>
              <p:cNvGrpSpPr/>
              <p:nvPr/>
            </p:nvGrpSpPr>
            <p:grpSpPr>
              <a:xfrm>
                <a:off x="4001472" y="3287462"/>
                <a:ext cx="31499" cy="26945"/>
                <a:chOff x="4001472" y="3287462"/>
                <a:chExt cx="31499" cy="26945"/>
              </a:xfrm>
            </p:grpSpPr>
            <p:sp>
              <p:nvSpPr>
                <p:cNvPr id="5261" name="Google Shape;5261;p5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63" name="Google Shape;5263;p58"/>
            <p:cNvGrpSpPr/>
            <p:nvPr/>
          </p:nvGrpSpPr>
          <p:grpSpPr>
            <a:xfrm>
              <a:off x="4084715" y="3258865"/>
              <a:ext cx="184961" cy="137268"/>
              <a:chOff x="4084715" y="3258865"/>
              <a:chExt cx="184961" cy="137268"/>
            </a:xfrm>
          </p:grpSpPr>
          <p:grpSp>
            <p:nvGrpSpPr>
              <p:cNvPr id="5264" name="Google Shape;5264;p58"/>
              <p:cNvGrpSpPr/>
              <p:nvPr/>
            </p:nvGrpSpPr>
            <p:grpSpPr>
              <a:xfrm>
                <a:off x="4107453" y="3271583"/>
                <a:ext cx="153470" cy="110275"/>
                <a:chOff x="4107453" y="3271583"/>
                <a:chExt cx="153470" cy="110275"/>
              </a:xfrm>
            </p:grpSpPr>
            <p:sp>
              <p:nvSpPr>
                <p:cNvPr id="5265" name="Google Shape;5265;p5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 name="Google Shape;5269;p58"/>
              <p:cNvGrpSpPr/>
              <p:nvPr/>
            </p:nvGrpSpPr>
            <p:grpSpPr>
              <a:xfrm>
                <a:off x="4136947" y="3258865"/>
                <a:ext cx="31499" cy="27001"/>
                <a:chOff x="4136947" y="3258865"/>
                <a:chExt cx="31499" cy="27001"/>
              </a:xfrm>
            </p:grpSpPr>
            <p:sp>
              <p:nvSpPr>
                <p:cNvPr id="5270" name="Google Shape;5270;p5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 name="Google Shape;5272;p58"/>
              <p:cNvGrpSpPr/>
              <p:nvPr/>
            </p:nvGrpSpPr>
            <p:grpSpPr>
              <a:xfrm>
                <a:off x="4084715" y="3266478"/>
                <a:ext cx="31468" cy="26898"/>
                <a:chOff x="4084715" y="3266478"/>
                <a:chExt cx="31468" cy="26898"/>
              </a:xfrm>
            </p:grpSpPr>
            <p:sp>
              <p:nvSpPr>
                <p:cNvPr id="5273" name="Google Shape;5273;p5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58"/>
              <p:cNvGrpSpPr/>
              <p:nvPr/>
            </p:nvGrpSpPr>
            <p:grpSpPr>
              <a:xfrm>
                <a:off x="4159213" y="3279849"/>
                <a:ext cx="31405" cy="26945"/>
                <a:chOff x="4159213" y="3279849"/>
                <a:chExt cx="31405" cy="26945"/>
              </a:xfrm>
            </p:grpSpPr>
            <p:sp>
              <p:nvSpPr>
                <p:cNvPr id="5276" name="Google Shape;5276;p5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 name="Google Shape;5278;p58"/>
              <p:cNvGrpSpPr/>
              <p:nvPr/>
            </p:nvGrpSpPr>
            <p:grpSpPr>
              <a:xfrm>
                <a:off x="4201550" y="3266502"/>
                <a:ext cx="31405" cy="26883"/>
                <a:chOff x="4201550" y="3266502"/>
                <a:chExt cx="31405" cy="26883"/>
              </a:xfrm>
            </p:grpSpPr>
            <p:sp>
              <p:nvSpPr>
                <p:cNvPr id="5279" name="Google Shape;5279;p5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 name="Google Shape;5281;p58"/>
              <p:cNvGrpSpPr/>
              <p:nvPr/>
            </p:nvGrpSpPr>
            <p:grpSpPr>
              <a:xfrm>
                <a:off x="4201550" y="3338278"/>
                <a:ext cx="31405" cy="26930"/>
                <a:chOff x="4201550" y="3338278"/>
                <a:chExt cx="31405" cy="26930"/>
              </a:xfrm>
            </p:grpSpPr>
            <p:sp>
              <p:nvSpPr>
                <p:cNvPr id="5282" name="Google Shape;5282;p5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4" name="Google Shape;5284;p58"/>
              <p:cNvGrpSpPr/>
              <p:nvPr/>
            </p:nvGrpSpPr>
            <p:grpSpPr>
              <a:xfrm>
                <a:off x="4238272" y="3369132"/>
                <a:ext cx="31405" cy="27001"/>
                <a:chOff x="4238272" y="3369132"/>
                <a:chExt cx="31405" cy="27001"/>
              </a:xfrm>
            </p:grpSpPr>
            <p:sp>
              <p:nvSpPr>
                <p:cNvPr id="5285" name="Google Shape;5285;p5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87" name="Google Shape;5287;p58"/>
            <p:cNvGrpSpPr/>
            <p:nvPr/>
          </p:nvGrpSpPr>
          <p:grpSpPr>
            <a:xfrm>
              <a:off x="4068639" y="3200169"/>
              <a:ext cx="77643" cy="37272"/>
              <a:chOff x="4068639" y="3200169"/>
              <a:chExt cx="77643" cy="37272"/>
            </a:xfrm>
          </p:grpSpPr>
          <p:sp>
            <p:nvSpPr>
              <p:cNvPr id="5288" name="Google Shape;5288;p5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9" name="Google Shape;5289;p58"/>
              <p:cNvGrpSpPr/>
              <p:nvPr/>
            </p:nvGrpSpPr>
            <p:grpSpPr>
              <a:xfrm>
                <a:off x="4114878" y="3200169"/>
                <a:ext cx="31405" cy="26993"/>
                <a:chOff x="4114878" y="3200169"/>
                <a:chExt cx="31405" cy="26993"/>
              </a:xfrm>
            </p:grpSpPr>
            <p:sp>
              <p:nvSpPr>
                <p:cNvPr id="5290" name="Google Shape;5290;p5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2" name="Google Shape;5292;p58"/>
              <p:cNvGrpSpPr/>
              <p:nvPr/>
            </p:nvGrpSpPr>
            <p:grpSpPr>
              <a:xfrm>
                <a:off x="4068639" y="3210535"/>
                <a:ext cx="31499" cy="26906"/>
                <a:chOff x="4068639" y="3210535"/>
                <a:chExt cx="31499" cy="26906"/>
              </a:xfrm>
            </p:grpSpPr>
            <p:sp>
              <p:nvSpPr>
                <p:cNvPr id="5293" name="Google Shape;5293;p5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95" name="Google Shape;5295;p58"/>
            <p:cNvGrpSpPr/>
            <p:nvPr/>
          </p:nvGrpSpPr>
          <p:grpSpPr>
            <a:xfrm>
              <a:off x="3869702" y="3066935"/>
              <a:ext cx="382664" cy="190294"/>
              <a:chOff x="3869702" y="3066935"/>
              <a:chExt cx="382664" cy="190294"/>
            </a:xfrm>
          </p:grpSpPr>
          <p:grpSp>
            <p:nvGrpSpPr>
              <p:cNvPr id="5296" name="Google Shape;5296;p58"/>
              <p:cNvGrpSpPr/>
              <p:nvPr/>
            </p:nvGrpSpPr>
            <p:grpSpPr>
              <a:xfrm>
                <a:off x="3888633" y="3082351"/>
                <a:ext cx="351172" cy="160698"/>
                <a:chOff x="3888633" y="3082351"/>
                <a:chExt cx="351172" cy="160698"/>
              </a:xfrm>
            </p:grpSpPr>
            <p:sp>
              <p:nvSpPr>
                <p:cNvPr id="5297" name="Google Shape;5297;p5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 name="Google Shape;5303;p58"/>
              <p:cNvGrpSpPr/>
              <p:nvPr/>
            </p:nvGrpSpPr>
            <p:grpSpPr>
              <a:xfrm>
                <a:off x="4143703" y="3066935"/>
                <a:ext cx="37783" cy="32357"/>
                <a:chOff x="4143703" y="3066935"/>
                <a:chExt cx="37783" cy="32357"/>
              </a:xfrm>
            </p:grpSpPr>
            <p:sp>
              <p:nvSpPr>
                <p:cNvPr id="5304" name="Google Shape;5304;p5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6" name="Google Shape;5306;p58"/>
              <p:cNvGrpSpPr/>
              <p:nvPr/>
            </p:nvGrpSpPr>
            <p:grpSpPr>
              <a:xfrm>
                <a:off x="4044565" y="3103563"/>
                <a:ext cx="37783" cy="32451"/>
                <a:chOff x="4044565" y="3103563"/>
                <a:chExt cx="37783" cy="32451"/>
              </a:xfrm>
            </p:grpSpPr>
            <p:sp>
              <p:nvSpPr>
                <p:cNvPr id="5307" name="Google Shape;5307;p5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 name="Google Shape;5309;p58"/>
              <p:cNvGrpSpPr/>
              <p:nvPr/>
            </p:nvGrpSpPr>
            <p:grpSpPr>
              <a:xfrm>
                <a:off x="4017454" y="3188237"/>
                <a:ext cx="37776" cy="32357"/>
                <a:chOff x="4017454" y="3188237"/>
                <a:chExt cx="37776" cy="32357"/>
              </a:xfrm>
            </p:grpSpPr>
            <p:sp>
              <p:nvSpPr>
                <p:cNvPr id="5310" name="Google Shape;5310;p5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 name="Google Shape;5312;p58"/>
              <p:cNvGrpSpPr/>
              <p:nvPr/>
            </p:nvGrpSpPr>
            <p:grpSpPr>
              <a:xfrm>
                <a:off x="3921548" y="3157509"/>
                <a:ext cx="37783" cy="32357"/>
                <a:chOff x="3921548" y="3157509"/>
                <a:chExt cx="37783" cy="32357"/>
              </a:xfrm>
            </p:grpSpPr>
            <p:sp>
              <p:nvSpPr>
                <p:cNvPr id="5313" name="Google Shape;5313;p5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 name="Google Shape;5315;p58"/>
              <p:cNvGrpSpPr/>
              <p:nvPr/>
            </p:nvGrpSpPr>
            <p:grpSpPr>
              <a:xfrm>
                <a:off x="3939056" y="3211620"/>
                <a:ext cx="37783" cy="32380"/>
                <a:chOff x="3939056" y="3211620"/>
                <a:chExt cx="37783" cy="32380"/>
              </a:xfrm>
            </p:grpSpPr>
            <p:sp>
              <p:nvSpPr>
                <p:cNvPr id="5316" name="Google Shape;5316;p5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 name="Google Shape;5318;p58"/>
              <p:cNvGrpSpPr/>
              <p:nvPr/>
            </p:nvGrpSpPr>
            <p:grpSpPr>
              <a:xfrm>
                <a:off x="4176240" y="3136965"/>
                <a:ext cx="31405" cy="26930"/>
                <a:chOff x="4176240" y="3136965"/>
                <a:chExt cx="31405" cy="26930"/>
              </a:xfrm>
            </p:grpSpPr>
            <p:sp>
              <p:nvSpPr>
                <p:cNvPr id="5319" name="Google Shape;5319;p5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1" name="Google Shape;5321;p58"/>
              <p:cNvGrpSpPr/>
              <p:nvPr/>
            </p:nvGrpSpPr>
            <p:grpSpPr>
              <a:xfrm>
                <a:off x="4133148" y="3152593"/>
                <a:ext cx="31499" cy="27001"/>
                <a:chOff x="4133148" y="3152593"/>
                <a:chExt cx="31499" cy="27001"/>
              </a:xfrm>
            </p:grpSpPr>
            <p:sp>
              <p:nvSpPr>
                <p:cNvPr id="5322" name="Google Shape;5322;p5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4" name="Google Shape;5324;p58"/>
              <p:cNvGrpSpPr/>
              <p:nvPr/>
            </p:nvGrpSpPr>
            <p:grpSpPr>
              <a:xfrm>
                <a:off x="4220866" y="3073534"/>
                <a:ext cx="31499" cy="26898"/>
                <a:chOff x="4220866" y="3073534"/>
                <a:chExt cx="31499" cy="26898"/>
              </a:xfrm>
            </p:grpSpPr>
            <p:sp>
              <p:nvSpPr>
                <p:cNvPr id="5325" name="Google Shape;5325;p5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7" name="Google Shape;5327;p58"/>
              <p:cNvGrpSpPr/>
              <p:nvPr/>
            </p:nvGrpSpPr>
            <p:grpSpPr>
              <a:xfrm>
                <a:off x="3869702" y="3230323"/>
                <a:ext cx="31499" cy="26906"/>
                <a:chOff x="3869702" y="3230323"/>
                <a:chExt cx="31499" cy="26906"/>
              </a:xfrm>
            </p:grpSpPr>
            <p:sp>
              <p:nvSpPr>
                <p:cNvPr id="5328" name="Google Shape;5328;p5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30" name="Google Shape;5330;p58"/>
            <p:cNvGrpSpPr/>
            <p:nvPr/>
          </p:nvGrpSpPr>
          <p:grpSpPr>
            <a:xfrm>
              <a:off x="4271383" y="3065882"/>
              <a:ext cx="304556" cy="341663"/>
              <a:chOff x="4271383" y="3065882"/>
              <a:chExt cx="304556" cy="341663"/>
            </a:xfrm>
          </p:grpSpPr>
          <p:grpSp>
            <p:nvGrpSpPr>
              <p:cNvPr id="5331" name="Google Shape;5331;p58"/>
              <p:cNvGrpSpPr/>
              <p:nvPr/>
            </p:nvGrpSpPr>
            <p:grpSpPr>
              <a:xfrm>
                <a:off x="4293838" y="3078639"/>
                <a:ext cx="269353" cy="311973"/>
                <a:chOff x="4293838" y="3078639"/>
                <a:chExt cx="269353" cy="311973"/>
              </a:xfrm>
            </p:grpSpPr>
            <p:sp>
              <p:nvSpPr>
                <p:cNvPr id="5332" name="Google Shape;5332;p5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9" name="Google Shape;5349;p58"/>
              <p:cNvGrpSpPr/>
              <p:nvPr/>
            </p:nvGrpSpPr>
            <p:grpSpPr>
              <a:xfrm>
                <a:off x="4538164" y="3342061"/>
                <a:ext cx="37776" cy="32380"/>
                <a:chOff x="4538164" y="3342061"/>
                <a:chExt cx="37776" cy="32380"/>
              </a:xfrm>
            </p:grpSpPr>
            <p:sp>
              <p:nvSpPr>
                <p:cNvPr id="5350" name="Google Shape;5350;p5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2" name="Google Shape;5352;p58"/>
              <p:cNvGrpSpPr/>
              <p:nvPr/>
            </p:nvGrpSpPr>
            <p:grpSpPr>
              <a:xfrm>
                <a:off x="4271383" y="3194742"/>
                <a:ext cx="37783" cy="32420"/>
                <a:chOff x="4271383" y="3194742"/>
                <a:chExt cx="37783" cy="32420"/>
              </a:xfrm>
            </p:grpSpPr>
            <p:sp>
              <p:nvSpPr>
                <p:cNvPr id="5353" name="Google Shape;5353;p5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5" name="Google Shape;5355;p58"/>
              <p:cNvGrpSpPr/>
              <p:nvPr/>
            </p:nvGrpSpPr>
            <p:grpSpPr>
              <a:xfrm>
                <a:off x="4284416" y="3084058"/>
                <a:ext cx="37783" cy="32357"/>
                <a:chOff x="4284416" y="3084058"/>
                <a:chExt cx="37783" cy="32357"/>
              </a:xfrm>
            </p:grpSpPr>
            <p:sp>
              <p:nvSpPr>
                <p:cNvPr id="5356" name="Google Shape;5356;p5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8" name="Google Shape;5358;p58"/>
              <p:cNvGrpSpPr/>
              <p:nvPr/>
            </p:nvGrpSpPr>
            <p:grpSpPr>
              <a:xfrm>
                <a:off x="4478697" y="3297561"/>
                <a:ext cx="37776" cy="32451"/>
                <a:chOff x="4478697" y="3297561"/>
                <a:chExt cx="37776" cy="32451"/>
              </a:xfrm>
            </p:grpSpPr>
            <p:sp>
              <p:nvSpPr>
                <p:cNvPr id="5359" name="Google Shape;5359;p5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1" name="Google Shape;5361;p58"/>
              <p:cNvGrpSpPr/>
              <p:nvPr/>
            </p:nvGrpSpPr>
            <p:grpSpPr>
              <a:xfrm>
                <a:off x="4411813" y="3331711"/>
                <a:ext cx="37776" cy="32451"/>
                <a:chOff x="4411813" y="3331711"/>
                <a:chExt cx="37776" cy="32451"/>
              </a:xfrm>
            </p:grpSpPr>
            <p:sp>
              <p:nvSpPr>
                <p:cNvPr id="5362" name="Google Shape;5362;p5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4" name="Google Shape;5364;p58"/>
              <p:cNvGrpSpPr/>
              <p:nvPr/>
            </p:nvGrpSpPr>
            <p:grpSpPr>
              <a:xfrm>
                <a:off x="4337984" y="3375188"/>
                <a:ext cx="37776" cy="32357"/>
                <a:chOff x="4337984" y="3375188"/>
                <a:chExt cx="37776" cy="32357"/>
              </a:xfrm>
            </p:grpSpPr>
            <p:sp>
              <p:nvSpPr>
                <p:cNvPr id="5365" name="Google Shape;5365;p5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7" name="Google Shape;5367;p58"/>
              <p:cNvGrpSpPr/>
              <p:nvPr/>
            </p:nvGrpSpPr>
            <p:grpSpPr>
              <a:xfrm>
                <a:off x="4494867" y="3090530"/>
                <a:ext cx="37878" cy="32451"/>
                <a:chOff x="4494867" y="3090530"/>
                <a:chExt cx="37878" cy="32451"/>
              </a:xfrm>
            </p:grpSpPr>
            <p:sp>
              <p:nvSpPr>
                <p:cNvPr id="5368" name="Google Shape;5368;p5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0" name="Google Shape;5370;p58"/>
              <p:cNvGrpSpPr/>
              <p:nvPr/>
            </p:nvGrpSpPr>
            <p:grpSpPr>
              <a:xfrm>
                <a:off x="4525124" y="3207774"/>
                <a:ext cx="37783" cy="32420"/>
                <a:chOff x="4525124" y="3207774"/>
                <a:chExt cx="37783" cy="32420"/>
              </a:xfrm>
            </p:grpSpPr>
            <p:sp>
              <p:nvSpPr>
                <p:cNvPr id="5371" name="Google Shape;5371;p5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3" name="Google Shape;5373;p58"/>
              <p:cNvGrpSpPr/>
              <p:nvPr/>
            </p:nvGrpSpPr>
            <p:grpSpPr>
              <a:xfrm>
                <a:off x="4440544" y="3176479"/>
                <a:ext cx="31499" cy="26898"/>
                <a:chOff x="4440544" y="3176479"/>
                <a:chExt cx="31499" cy="26898"/>
              </a:xfrm>
            </p:grpSpPr>
            <p:sp>
              <p:nvSpPr>
                <p:cNvPr id="5374" name="Google Shape;5374;p5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6" name="Google Shape;5376;p58"/>
              <p:cNvGrpSpPr/>
              <p:nvPr/>
            </p:nvGrpSpPr>
            <p:grpSpPr>
              <a:xfrm>
                <a:off x="4350545" y="3156400"/>
                <a:ext cx="31405" cy="27001"/>
                <a:chOff x="4350545" y="3156400"/>
                <a:chExt cx="31405" cy="27001"/>
              </a:xfrm>
            </p:grpSpPr>
            <p:sp>
              <p:nvSpPr>
                <p:cNvPr id="5377" name="Google Shape;5377;p5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9" name="Google Shape;5379;p58"/>
              <p:cNvGrpSpPr/>
              <p:nvPr/>
            </p:nvGrpSpPr>
            <p:grpSpPr>
              <a:xfrm>
                <a:off x="4376703" y="3255058"/>
                <a:ext cx="31405" cy="27001"/>
                <a:chOff x="4376703" y="3255058"/>
                <a:chExt cx="31405" cy="27001"/>
              </a:xfrm>
            </p:grpSpPr>
            <p:sp>
              <p:nvSpPr>
                <p:cNvPr id="5380" name="Google Shape;5380;p5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2" name="Google Shape;5382;p58"/>
              <p:cNvGrpSpPr/>
              <p:nvPr/>
            </p:nvGrpSpPr>
            <p:grpSpPr>
              <a:xfrm>
                <a:off x="4331322" y="3283656"/>
                <a:ext cx="31405" cy="26945"/>
                <a:chOff x="4331322" y="3283656"/>
                <a:chExt cx="31405" cy="26945"/>
              </a:xfrm>
            </p:grpSpPr>
            <p:sp>
              <p:nvSpPr>
                <p:cNvPr id="5383" name="Google Shape;5383;p5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5" name="Google Shape;5385;p58"/>
              <p:cNvGrpSpPr/>
              <p:nvPr/>
            </p:nvGrpSpPr>
            <p:grpSpPr>
              <a:xfrm>
                <a:off x="4380510" y="3065882"/>
                <a:ext cx="31405" cy="26938"/>
                <a:chOff x="4380510" y="3065882"/>
                <a:chExt cx="31405" cy="26938"/>
              </a:xfrm>
            </p:grpSpPr>
            <p:sp>
              <p:nvSpPr>
                <p:cNvPr id="5386" name="Google Shape;5386;p5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88" name="Google Shape;5388;p58"/>
            <p:cNvGrpSpPr/>
            <p:nvPr/>
          </p:nvGrpSpPr>
          <p:grpSpPr>
            <a:xfrm>
              <a:off x="4558998" y="3188237"/>
              <a:ext cx="1280131" cy="1052746"/>
              <a:chOff x="4558998" y="3188237"/>
              <a:chExt cx="1280131" cy="1052746"/>
            </a:xfrm>
          </p:grpSpPr>
          <p:sp>
            <p:nvSpPr>
              <p:cNvPr id="5389" name="Google Shape;5389;p5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0" name="Google Shape;5390;p58"/>
              <p:cNvGrpSpPr/>
              <p:nvPr/>
            </p:nvGrpSpPr>
            <p:grpSpPr>
              <a:xfrm>
                <a:off x="4579164" y="3203653"/>
                <a:ext cx="1244833" cy="1020397"/>
                <a:chOff x="4579164" y="3203653"/>
                <a:chExt cx="1244833" cy="1020397"/>
              </a:xfrm>
            </p:grpSpPr>
            <p:sp>
              <p:nvSpPr>
                <p:cNvPr id="5391" name="Google Shape;5391;p5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3" name="Google Shape;5393;p58"/>
                <p:cNvGrpSpPr/>
                <p:nvPr/>
              </p:nvGrpSpPr>
              <p:grpSpPr>
                <a:xfrm>
                  <a:off x="4579164" y="3203653"/>
                  <a:ext cx="1244833" cy="1020397"/>
                  <a:chOff x="4579164" y="3203653"/>
                  <a:chExt cx="1244833" cy="1020397"/>
                </a:xfrm>
              </p:grpSpPr>
              <p:sp>
                <p:nvSpPr>
                  <p:cNvPr id="5394" name="Google Shape;5394;p5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6" name="Google Shape;5396;p58"/>
                  <p:cNvGrpSpPr/>
                  <p:nvPr/>
                </p:nvGrpSpPr>
                <p:grpSpPr>
                  <a:xfrm>
                    <a:off x="4579164" y="3203653"/>
                    <a:ext cx="1244833" cy="1020397"/>
                    <a:chOff x="4579164" y="3203653"/>
                    <a:chExt cx="1244833" cy="1020397"/>
                  </a:xfrm>
                </p:grpSpPr>
                <p:sp>
                  <p:nvSpPr>
                    <p:cNvPr id="5397" name="Google Shape;5397;p5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5" name="Google Shape;5405;p58"/>
                    <p:cNvGrpSpPr/>
                    <p:nvPr/>
                  </p:nvGrpSpPr>
                  <p:grpSpPr>
                    <a:xfrm>
                      <a:off x="4579164" y="3203653"/>
                      <a:ext cx="1244833" cy="1020397"/>
                      <a:chOff x="4579164" y="3203653"/>
                      <a:chExt cx="1244833" cy="1020397"/>
                    </a:xfrm>
                  </p:grpSpPr>
                  <p:sp>
                    <p:nvSpPr>
                      <p:cNvPr id="5406" name="Google Shape;5406;p5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0" name="Google Shape;5420;p58"/>
                      <p:cNvGrpSpPr/>
                      <p:nvPr/>
                    </p:nvGrpSpPr>
                    <p:grpSpPr>
                      <a:xfrm>
                        <a:off x="4579164" y="3203653"/>
                        <a:ext cx="1244833" cy="1020397"/>
                        <a:chOff x="4579164" y="3203653"/>
                        <a:chExt cx="1244833" cy="1020397"/>
                      </a:xfrm>
                    </p:grpSpPr>
                    <p:sp>
                      <p:nvSpPr>
                        <p:cNvPr id="5421" name="Google Shape;5421;p5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5" name="Google Shape;5445;p58"/>
                        <p:cNvGrpSpPr/>
                        <p:nvPr/>
                      </p:nvGrpSpPr>
                      <p:grpSpPr>
                        <a:xfrm>
                          <a:off x="4579164" y="3203653"/>
                          <a:ext cx="1244833" cy="1020397"/>
                          <a:chOff x="4579164" y="3203653"/>
                          <a:chExt cx="1244833" cy="1020397"/>
                        </a:xfrm>
                      </p:grpSpPr>
                      <p:sp>
                        <p:nvSpPr>
                          <p:cNvPr id="5446" name="Google Shape;5446;p5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7" name="Google Shape;5447;p58"/>
                          <p:cNvGrpSpPr/>
                          <p:nvPr/>
                        </p:nvGrpSpPr>
                        <p:grpSpPr>
                          <a:xfrm>
                            <a:off x="4579164" y="3203653"/>
                            <a:ext cx="1244833" cy="1020397"/>
                            <a:chOff x="4579164" y="3203653"/>
                            <a:chExt cx="1244833" cy="1020397"/>
                          </a:xfrm>
                        </p:grpSpPr>
                        <p:sp>
                          <p:nvSpPr>
                            <p:cNvPr id="5448" name="Google Shape;5448;p5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5" name="Google Shape;5455;p58"/>
                            <p:cNvGrpSpPr/>
                            <p:nvPr/>
                          </p:nvGrpSpPr>
                          <p:grpSpPr>
                            <a:xfrm>
                              <a:off x="4579164" y="3203653"/>
                              <a:ext cx="1244833" cy="1020397"/>
                              <a:chOff x="4579164" y="3203653"/>
                              <a:chExt cx="1244833" cy="1020397"/>
                            </a:xfrm>
                          </p:grpSpPr>
                          <p:sp>
                            <p:nvSpPr>
                              <p:cNvPr id="5456" name="Google Shape;5456;p5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9" name="Google Shape;5469;p58"/>
                              <p:cNvGrpSpPr/>
                              <p:nvPr/>
                            </p:nvGrpSpPr>
                            <p:grpSpPr>
                              <a:xfrm>
                                <a:off x="4579164" y="3203653"/>
                                <a:ext cx="1244833" cy="1020397"/>
                                <a:chOff x="4579164" y="3203653"/>
                                <a:chExt cx="1244833" cy="1020397"/>
                              </a:xfrm>
                            </p:grpSpPr>
                            <p:sp>
                              <p:nvSpPr>
                                <p:cNvPr id="5470" name="Google Shape;5470;p5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7" name="Google Shape;5477;p58"/>
                                <p:cNvGrpSpPr/>
                                <p:nvPr/>
                              </p:nvGrpSpPr>
                              <p:grpSpPr>
                                <a:xfrm>
                                  <a:off x="4579164" y="3203653"/>
                                  <a:ext cx="1244833" cy="1020397"/>
                                  <a:chOff x="4579164" y="3203653"/>
                                  <a:chExt cx="1244833" cy="1020397"/>
                                </a:xfrm>
                              </p:grpSpPr>
                              <p:sp>
                                <p:nvSpPr>
                                  <p:cNvPr id="5478" name="Google Shape;5478;p5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83" name="Google Shape;5483;p58"/>
                                  <p:cNvGrpSpPr/>
                                  <p:nvPr/>
                                </p:nvGrpSpPr>
                                <p:grpSpPr>
                                  <a:xfrm>
                                    <a:off x="4579164" y="3203653"/>
                                    <a:ext cx="1244833" cy="1020397"/>
                                    <a:chOff x="4579164" y="3203653"/>
                                    <a:chExt cx="1244833" cy="1020397"/>
                                  </a:xfrm>
                                </p:grpSpPr>
                                <p:sp>
                                  <p:nvSpPr>
                                    <p:cNvPr id="5484" name="Google Shape;5484;p5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488" name="Google Shape;5488;p5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91" name="Google Shape;5491;p5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492" name="Google Shape;5492;p58"/>
              <p:cNvGrpSpPr/>
              <p:nvPr/>
            </p:nvGrpSpPr>
            <p:grpSpPr>
              <a:xfrm>
                <a:off x="4595437" y="3598775"/>
                <a:ext cx="37776" cy="32451"/>
                <a:chOff x="4595437" y="3598775"/>
                <a:chExt cx="37776" cy="32451"/>
              </a:xfrm>
            </p:grpSpPr>
            <p:sp>
              <p:nvSpPr>
                <p:cNvPr id="5493" name="Google Shape;5493;p5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58"/>
              <p:cNvGrpSpPr/>
              <p:nvPr/>
            </p:nvGrpSpPr>
            <p:grpSpPr>
              <a:xfrm>
                <a:off x="4641864" y="3524443"/>
                <a:ext cx="37776" cy="32380"/>
                <a:chOff x="4641864" y="3524443"/>
                <a:chExt cx="37776" cy="32380"/>
              </a:xfrm>
            </p:grpSpPr>
            <p:sp>
              <p:nvSpPr>
                <p:cNvPr id="5496" name="Google Shape;5496;p5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58"/>
              <p:cNvGrpSpPr/>
              <p:nvPr/>
            </p:nvGrpSpPr>
            <p:grpSpPr>
              <a:xfrm>
                <a:off x="4648431" y="3893901"/>
                <a:ext cx="37776" cy="32357"/>
                <a:chOff x="4648431" y="3893901"/>
                <a:chExt cx="37776" cy="32357"/>
              </a:xfrm>
            </p:grpSpPr>
            <p:sp>
              <p:nvSpPr>
                <p:cNvPr id="5499" name="Google Shape;5499;p5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58"/>
              <p:cNvGrpSpPr/>
              <p:nvPr/>
            </p:nvGrpSpPr>
            <p:grpSpPr>
              <a:xfrm>
                <a:off x="4567752" y="3722908"/>
                <a:ext cx="37870" cy="32380"/>
                <a:chOff x="4567752" y="3722908"/>
                <a:chExt cx="37870" cy="32380"/>
              </a:xfrm>
            </p:grpSpPr>
            <p:sp>
              <p:nvSpPr>
                <p:cNvPr id="5502" name="Google Shape;5502;p5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58"/>
              <p:cNvGrpSpPr/>
              <p:nvPr/>
            </p:nvGrpSpPr>
            <p:grpSpPr>
              <a:xfrm>
                <a:off x="4617506" y="3652052"/>
                <a:ext cx="37783" cy="32357"/>
                <a:chOff x="4617506" y="3652052"/>
                <a:chExt cx="37783" cy="32357"/>
              </a:xfrm>
            </p:grpSpPr>
            <p:sp>
              <p:nvSpPr>
                <p:cNvPr id="5505" name="Google Shape;5505;p5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7" name="Google Shape;5507;p58"/>
              <p:cNvGrpSpPr/>
              <p:nvPr/>
            </p:nvGrpSpPr>
            <p:grpSpPr>
              <a:xfrm>
                <a:off x="4739005" y="3554149"/>
                <a:ext cx="37870" cy="32357"/>
                <a:chOff x="4739005" y="3554149"/>
                <a:chExt cx="37870" cy="32357"/>
              </a:xfrm>
            </p:grpSpPr>
            <p:sp>
              <p:nvSpPr>
                <p:cNvPr id="5508" name="Google Shape;5508;p5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0" name="Google Shape;5510;p58"/>
              <p:cNvGrpSpPr/>
              <p:nvPr/>
            </p:nvGrpSpPr>
            <p:grpSpPr>
              <a:xfrm>
                <a:off x="4806557" y="3630258"/>
                <a:ext cx="37776" cy="32364"/>
                <a:chOff x="4806557" y="3630258"/>
                <a:chExt cx="37776" cy="32364"/>
              </a:xfrm>
            </p:grpSpPr>
            <p:sp>
              <p:nvSpPr>
                <p:cNvPr id="5511" name="Google Shape;5511;p5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3" name="Google Shape;5513;p58"/>
              <p:cNvGrpSpPr/>
              <p:nvPr/>
            </p:nvGrpSpPr>
            <p:grpSpPr>
              <a:xfrm>
                <a:off x="4737007" y="4004357"/>
                <a:ext cx="37870" cy="32357"/>
                <a:chOff x="4737007" y="4004357"/>
                <a:chExt cx="37870" cy="32357"/>
              </a:xfrm>
            </p:grpSpPr>
            <p:sp>
              <p:nvSpPr>
                <p:cNvPr id="5514" name="Google Shape;5514;p5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6" name="Google Shape;5516;p58"/>
              <p:cNvGrpSpPr/>
              <p:nvPr/>
            </p:nvGrpSpPr>
            <p:grpSpPr>
              <a:xfrm>
                <a:off x="4773634" y="4208627"/>
                <a:ext cx="37776" cy="32357"/>
                <a:chOff x="4773634" y="4208627"/>
                <a:chExt cx="37776" cy="32357"/>
              </a:xfrm>
            </p:grpSpPr>
            <p:sp>
              <p:nvSpPr>
                <p:cNvPr id="5517" name="Google Shape;5517;p5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9" name="Google Shape;5519;p58"/>
              <p:cNvGrpSpPr/>
              <p:nvPr/>
            </p:nvGrpSpPr>
            <p:grpSpPr>
              <a:xfrm>
                <a:off x="4888282" y="4074764"/>
                <a:ext cx="37776" cy="32451"/>
                <a:chOff x="4888282" y="4074764"/>
                <a:chExt cx="37776" cy="32451"/>
              </a:xfrm>
            </p:grpSpPr>
            <p:sp>
              <p:nvSpPr>
                <p:cNvPr id="5520" name="Google Shape;5520;p5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2" name="Google Shape;5522;p58"/>
              <p:cNvGrpSpPr/>
              <p:nvPr/>
            </p:nvGrpSpPr>
            <p:grpSpPr>
              <a:xfrm>
                <a:off x="4901315" y="3804271"/>
                <a:ext cx="37776" cy="32364"/>
                <a:chOff x="4901315" y="3804271"/>
                <a:chExt cx="37776" cy="32364"/>
              </a:xfrm>
            </p:grpSpPr>
            <p:sp>
              <p:nvSpPr>
                <p:cNvPr id="5523" name="Google Shape;5523;p5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5" name="Google Shape;5525;p58"/>
              <p:cNvGrpSpPr/>
              <p:nvPr/>
            </p:nvGrpSpPr>
            <p:grpSpPr>
              <a:xfrm>
                <a:off x="4866394" y="3715035"/>
                <a:ext cx="37846" cy="32357"/>
                <a:chOff x="4866394" y="3715035"/>
                <a:chExt cx="37846" cy="32357"/>
              </a:xfrm>
            </p:grpSpPr>
            <p:sp>
              <p:nvSpPr>
                <p:cNvPr id="5526" name="Google Shape;5526;p5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8" name="Google Shape;5528;p58"/>
              <p:cNvGrpSpPr/>
              <p:nvPr/>
            </p:nvGrpSpPr>
            <p:grpSpPr>
              <a:xfrm>
                <a:off x="4979233" y="3839798"/>
                <a:ext cx="37878" cy="32420"/>
                <a:chOff x="4979233" y="3839798"/>
                <a:chExt cx="37878" cy="32420"/>
              </a:xfrm>
            </p:grpSpPr>
            <p:sp>
              <p:nvSpPr>
                <p:cNvPr id="5529" name="Google Shape;5529;p5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1" name="Google Shape;5531;p58"/>
              <p:cNvGrpSpPr/>
              <p:nvPr/>
            </p:nvGrpSpPr>
            <p:grpSpPr>
              <a:xfrm>
                <a:off x="4790662" y="3679147"/>
                <a:ext cx="37783" cy="32380"/>
                <a:chOff x="4790662" y="3679147"/>
                <a:chExt cx="37783" cy="32380"/>
              </a:xfrm>
            </p:grpSpPr>
            <p:sp>
              <p:nvSpPr>
                <p:cNvPr id="5532" name="Google Shape;5532;p5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4" name="Google Shape;5534;p58"/>
              <p:cNvGrpSpPr/>
              <p:nvPr/>
            </p:nvGrpSpPr>
            <p:grpSpPr>
              <a:xfrm>
                <a:off x="4857263" y="3557861"/>
                <a:ext cx="37776" cy="32357"/>
                <a:chOff x="4857263" y="3557861"/>
                <a:chExt cx="37776" cy="32357"/>
              </a:xfrm>
            </p:grpSpPr>
            <p:sp>
              <p:nvSpPr>
                <p:cNvPr id="5535" name="Google Shape;5535;p5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7" name="Google Shape;5537;p58"/>
              <p:cNvGrpSpPr/>
              <p:nvPr/>
            </p:nvGrpSpPr>
            <p:grpSpPr>
              <a:xfrm>
                <a:off x="4883902" y="3648033"/>
                <a:ext cx="37783" cy="32380"/>
                <a:chOff x="4883902" y="3648033"/>
                <a:chExt cx="37783" cy="32380"/>
              </a:xfrm>
            </p:grpSpPr>
            <p:sp>
              <p:nvSpPr>
                <p:cNvPr id="5538" name="Google Shape;5538;p5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0" name="Google Shape;5540;p58"/>
              <p:cNvGrpSpPr/>
              <p:nvPr/>
            </p:nvGrpSpPr>
            <p:grpSpPr>
              <a:xfrm>
                <a:off x="4907780" y="3347220"/>
                <a:ext cx="37878" cy="32357"/>
                <a:chOff x="4907780" y="3347220"/>
                <a:chExt cx="37878" cy="32357"/>
              </a:xfrm>
            </p:grpSpPr>
            <p:sp>
              <p:nvSpPr>
                <p:cNvPr id="5541" name="Google Shape;5541;p5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3" name="Google Shape;5543;p58"/>
              <p:cNvGrpSpPr/>
              <p:nvPr/>
            </p:nvGrpSpPr>
            <p:grpSpPr>
              <a:xfrm>
                <a:off x="5065048" y="3738150"/>
                <a:ext cx="37783" cy="32364"/>
                <a:chOff x="5065048" y="3738150"/>
                <a:chExt cx="37783" cy="32364"/>
              </a:xfrm>
            </p:grpSpPr>
            <p:sp>
              <p:nvSpPr>
                <p:cNvPr id="5544" name="Google Shape;5544;p5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6" name="Google Shape;5546;p58"/>
              <p:cNvGrpSpPr/>
              <p:nvPr/>
            </p:nvGrpSpPr>
            <p:grpSpPr>
              <a:xfrm>
                <a:off x="5071616" y="3284615"/>
                <a:ext cx="37783" cy="32357"/>
                <a:chOff x="5071616" y="3284615"/>
                <a:chExt cx="37783" cy="32357"/>
              </a:xfrm>
            </p:grpSpPr>
            <p:sp>
              <p:nvSpPr>
                <p:cNvPr id="5547" name="Google Shape;5547;p5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9" name="Google Shape;5549;p58"/>
              <p:cNvGrpSpPr/>
              <p:nvPr/>
            </p:nvGrpSpPr>
            <p:grpSpPr>
              <a:xfrm>
                <a:off x="5389291" y="3759921"/>
                <a:ext cx="37783" cy="32380"/>
                <a:chOff x="5389291" y="3759921"/>
                <a:chExt cx="37783" cy="32380"/>
              </a:xfrm>
            </p:grpSpPr>
            <p:sp>
              <p:nvSpPr>
                <p:cNvPr id="5550" name="Google Shape;5550;p5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58"/>
              <p:cNvGrpSpPr/>
              <p:nvPr/>
            </p:nvGrpSpPr>
            <p:grpSpPr>
              <a:xfrm>
                <a:off x="5431534" y="3632932"/>
                <a:ext cx="37878" cy="32451"/>
                <a:chOff x="5431534" y="3632932"/>
                <a:chExt cx="37878" cy="32451"/>
              </a:xfrm>
            </p:grpSpPr>
            <p:sp>
              <p:nvSpPr>
                <p:cNvPr id="5553" name="Google Shape;5553;p5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5" name="Google Shape;5555;p58"/>
              <p:cNvGrpSpPr/>
              <p:nvPr/>
            </p:nvGrpSpPr>
            <p:grpSpPr>
              <a:xfrm>
                <a:off x="5540755" y="3544829"/>
                <a:ext cx="37783" cy="32357"/>
                <a:chOff x="5540755" y="3544829"/>
                <a:chExt cx="37783" cy="32357"/>
              </a:xfrm>
            </p:grpSpPr>
            <p:sp>
              <p:nvSpPr>
                <p:cNvPr id="5556" name="Google Shape;5556;p5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8" name="Google Shape;5558;p58"/>
              <p:cNvGrpSpPr/>
              <p:nvPr/>
            </p:nvGrpSpPr>
            <p:grpSpPr>
              <a:xfrm>
                <a:off x="5579293" y="3412107"/>
                <a:ext cx="37776" cy="32357"/>
                <a:chOff x="5579293" y="3412107"/>
                <a:chExt cx="37776" cy="32357"/>
              </a:xfrm>
            </p:grpSpPr>
            <p:sp>
              <p:nvSpPr>
                <p:cNvPr id="5559" name="Google Shape;5559;p5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1" name="Google Shape;5561;p58"/>
              <p:cNvGrpSpPr/>
              <p:nvPr/>
            </p:nvGrpSpPr>
            <p:grpSpPr>
              <a:xfrm>
                <a:off x="5801346" y="3284615"/>
                <a:ext cx="37783" cy="32357"/>
                <a:chOff x="5801346" y="3284615"/>
                <a:chExt cx="37783" cy="32357"/>
              </a:xfrm>
            </p:grpSpPr>
            <p:sp>
              <p:nvSpPr>
                <p:cNvPr id="5562" name="Google Shape;5562;p5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58"/>
              <p:cNvGrpSpPr/>
              <p:nvPr/>
            </p:nvGrpSpPr>
            <p:grpSpPr>
              <a:xfrm>
                <a:off x="5763578" y="3399067"/>
                <a:ext cx="37776" cy="32364"/>
                <a:chOff x="5763578" y="3399067"/>
                <a:chExt cx="37776" cy="32364"/>
              </a:xfrm>
            </p:grpSpPr>
            <p:sp>
              <p:nvSpPr>
                <p:cNvPr id="5565" name="Google Shape;5565;p5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58"/>
              <p:cNvGrpSpPr/>
              <p:nvPr/>
            </p:nvGrpSpPr>
            <p:grpSpPr>
              <a:xfrm>
                <a:off x="5395858" y="3230952"/>
                <a:ext cx="37776" cy="32364"/>
                <a:chOff x="5395858" y="3230952"/>
                <a:chExt cx="37776" cy="32364"/>
              </a:xfrm>
            </p:grpSpPr>
            <p:sp>
              <p:nvSpPr>
                <p:cNvPr id="5568" name="Google Shape;5568;p5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58"/>
              <p:cNvGrpSpPr/>
              <p:nvPr/>
            </p:nvGrpSpPr>
            <p:grpSpPr>
              <a:xfrm>
                <a:off x="5264088" y="3188237"/>
                <a:ext cx="37776" cy="32357"/>
                <a:chOff x="5264088" y="3188237"/>
                <a:chExt cx="37776" cy="32357"/>
              </a:xfrm>
            </p:grpSpPr>
            <p:sp>
              <p:nvSpPr>
                <p:cNvPr id="5571" name="Google Shape;5571;p5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58"/>
              <p:cNvGrpSpPr/>
              <p:nvPr/>
            </p:nvGrpSpPr>
            <p:grpSpPr>
              <a:xfrm>
                <a:off x="5585758" y="3237425"/>
                <a:ext cx="37878" cy="32357"/>
                <a:chOff x="5585758" y="3237425"/>
                <a:chExt cx="37878" cy="32357"/>
              </a:xfrm>
            </p:grpSpPr>
            <p:sp>
              <p:nvSpPr>
                <p:cNvPr id="5574" name="Google Shape;5574;p5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58"/>
              <p:cNvGrpSpPr/>
              <p:nvPr/>
            </p:nvGrpSpPr>
            <p:grpSpPr>
              <a:xfrm>
                <a:off x="4874196" y="3291088"/>
                <a:ext cx="37878" cy="32451"/>
                <a:chOff x="4874196" y="3291088"/>
                <a:chExt cx="37878" cy="32451"/>
              </a:xfrm>
            </p:grpSpPr>
            <p:sp>
              <p:nvSpPr>
                <p:cNvPr id="5577" name="Google Shape;5577;p5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58"/>
              <p:cNvGrpSpPr/>
              <p:nvPr/>
            </p:nvGrpSpPr>
            <p:grpSpPr>
              <a:xfrm>
                <a:off x="5197770" y="3785466"/>
                <a:ext cx="37783" cy="32427"/>
                <a:chOff x="5197770" y="3785466"/>
                <a:chExt cx="37783" cy="32427"/>
              </a:xfrm>
            </p:grpSpPr>
            <p:sp>
              <p:nvSpPr>
                <p:cNvPr id="5580" name="Google Shape;5580;p5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58"/>
              <p:cNvGrpSpPr/>
              <p:nvPr/>
            </p:nvGrpSpPr>
            <p:grpSpPr>
              <a:xfrm>
                <a:off x="5177699" y="3492117"/>
                <a:ext cx="37776" cy="32357"/>
                <a:chOff x="5177699" y="3492117"/>
                <a:chExt cx="37776" cy="32357"/>
              </a:xfrm>
            </p:grpSpPr>
            <p:sp>
              <p:nvSpPr>
                <p:cNvPr id="5583" name="Google Shape;5583;p5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58"/>
              <p:cNvGrpSpPr/>
              <p:nvPr/>
            </p:nvGrpSpPr>
            <p:grpSpPr>
              <a:xfrm>
                <a:off x="5349431" y="3622346"/>
                <a:ext cx="37870" cy="32380"/>
                <a:chOff x="5349431" y="3622346"/>
                <a:chExt cx="37870" cy="32380"/>
              </a:xfrm>
            </p:grpSpPr>
            <p:sp>
              <p:nvSpPr>
                <p:cNvPr id="5586" name="Google Shape;5586;p5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58"/>
              <p:cNvGrpSpPr/>
              <p:nvPr/>
            </p:nvGrpSpPr>
            <p:grpSpPr>
              <a:xfrm>
                <a:off x="5068855" y="3563980"/>
                <a:ext cx="53954" cy="46223"/>
                <a:chOff x="5068855" y="3563980"/>
                <a:chExt cx="53954" cy="46223"/>
              </a:xfrm>
            </p:grpSpPr>
            <p:sp>
              <p:nvSpPr>
                <p:cNvPr id="5589" name="Google Shape;5589;p5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1" name="Google Shape;5591;p58"/>
              <p:cNvGrpSpPr/>
              <p:nvPr/>
            </p:nvGrpSpPr>
            <p:grpSpPr>
              <a:xfrm>
                <a:off x="5037654" y="3392507"/>
                <a:ext cx="37870" cy="32451"/>
                <a:chOff x="5037654" y="3392507"/>
                <a:chExt cx="37870" cy="32451"/>
              </a:xfrm>
            </p:grpSpPr>
            <p:sp>
              <p:nvSpPr>
                <p:cNvPr id="5592" name="Google Shape;5592;p5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4" name="Google Shape;5594;p58"/>
              <p:cNvGrpSpPr/>
              <p:nvPr/>
            </p:nvGrpSpPr>
            <p:grpSpPr>
              <a:xfrm>
                <a:off x="5456560" y="3368629"/>
                <a:ext cx="37870" cy="32451"/>
                <a:chOff x="5456560" y="3368629"/>
                <a:chExt cx="37870" cy="32451"/>
              </a:xfrm>
            </p:grpSpPr>
            <p:sp>
              <p:nvSpPr>
                <p:cNvPr id="5595" name="Google Shape;5595;p5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58"/>
              <p:cNvGrpSpPr/>
              <p:nvPr/>
            </p:nvGrpSpPr>
            <p:grpSpPr>
              <a:xfrm>
                <a:off x="4755749" y="3501516"/>
                <a:ext cx="46246" cy="39608"/>
                <a:chOff x="4755749" y="3501516"/>
                <a:chExt cx="46246" cy="39608"/>
              </a:xfrm>
            </p:grpSpPr>
            <p:sp>
              <p:nvSpPr>
                <p:cNvPr id="5598" name="Google Shape;5598;p5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0" name="Google Shape;5600;p58"/>
              <p:cNvGrpSpPr/>
              <p:nvPr/>
            </p:nvGrpSpPr>
            <p:grpSpPr>
              <a:xfrm>
                <a:off x="4681346" y="3485582"/>
                <a:ext cx="37783" cy="32427"/>
                <a:chOff x="4681346" y="3485582"/>
                <a:chExt cx="37783" cy="32427"/>
              </a:xfrm>
            </p:grpSpPr>
            <p:sp>
              <p:nvSpPr>
                <p:cNvPr id="5601" name="Google Shape;5601;p5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3" name="Google Shape;5603;p58"/>
              <p:cNvGrpSpPr/>
              <p:nvPr/>
            </p:nvGrpSpPr>
            <p:grpSpPr>
              <a:xfrm>
                <a:off x="4767067" y="3291088"/>
                <a:ext cx="37878" cy="32451"/>
                <a:chOff x="4767067" y="3291088"/>
                <a:chExt cx="37878" cy="32451"/>
              </a:xfrm>
            </p:grpSpPr>
            <p:sp>
              <p:nvSpPr>
                <p:cNvPr id="5604" name="Google Shape;5604;p5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6" name="Google Shape;5606;p58"/>
              <p:cNvGrpSpPr/>
              <p:nvPr/>
            </p:nvGrpSpPr>
            <p:grpSpPr>
              <a:xfrm>
                <a:off x="4687819" y="3405539"/>
                <a:ext cx="37776" cy="32451"/>
                <a:chOff x="4687819" y="3405539"/>
                <a:chExt cx="37776" cy="32451"/>
              </a:xfrm>
            </p:grpSpPr>
            <p:sp>
              <p:nvSpPr>
                <p:cNvPr id="5607" name="Google Shape;5607;p5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58"/>
              <p:cNvGrpSpPr/>
              <p:nvPr/>
            </p:nvGrpSpPr>
            <p:grpSpPr>
              <a:xfrm>
                <a:off x="4923101" y="3444809"/>
                <a:ext cx="52813" cy="45318"/>
                <a:chOff x="4923101" y="3444809"/>
                <a:chExt cx="52813" cy="45318"/>
              </a:xfrm>
            </p:grpSpPr>
            <p:sp>
              <p:nvSpPr>
                <p:cNvPr id="5610" name="Google Shape;5610;p5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2" name="Google Shape;5612;p58"/>
              <p:cNvGrpSpPr/>
              <p:nvPr/>
            </p:nvGrpSpPr>
            <p:grpSpPr>
              <a:xfrm>
                <a:off x="4846040" y="3654750"/>
                <a:ext cx="31405" cy="26993"/>
                <a:chOff x="4846040" y="3654750"/>
                <a:chExt cx="31405" cy="26993"/>
              </a:xfrm>
            </p:grpSpPr>
            <p:sp>
              <p:nvSpPr>
                <p:cNvPr id="5613" name="Google Shape;5613;p5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58"/>
              <p:cNvGrpSpPr/>
              <p:nvPr/>
            </p:nvGrpSpPr>
            <p:grpSpPr>
              <a:xfrm>
                <a:off x="4925673" y="3691700"/>
                <a:ext cx="40253" cy="34472"/>
                <a:chOff x="4925673" y="3691700"/>
                <a:chExt cx="40253" cy="34472"/>
              </a:xfrm>
            </p:grpSpPr>
            <p:sp>
              <p:nvSpPr>
                <p:cNvPr id="5616" name="Google Shape;5616;p5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58"/>
              <p:cNvGrpSpPr/>
              <p:nvPr/>
            </p:nvGrpSpPr>
            <p:grpSpPr>
              <a:xfrm>
                <a:off x="4894653" y="3740848"/>
                <a:ext cx="31405" cy="26906"/>
                <a:chOff x="4894653" y="3740848"/>
                <a:chExt cx="31405" cy="26906"/>
              </a:xfrm>
            </p:grpSpPr>
            <p:sp>
              <p:nvSpPr>
                <p:cNvPr id="5619" name="Google Shape;5619;p5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58"/>
              <p:cNvGrpSpPr/>
              <p:nvPr/>
            </p:nvGrpSpPr>
            <p:grpSpPr>
              <a:xfrm>
                <a:off x="4962300" y="3696348"/>
                <a:ext cx="38255" cy="32773"/>
                <a:chOff x="4962300" y="3696348"/>
                <a:chExt cx="38255" cy="32773"/>
              </a:xfrm>
            </p:grpSpPr>
            <p:sp>
              <p:nvSpPr>
                <p:cNvPr id="5622" name="Google Shape;5622;p5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58"/>
              <p:cNvGrpSpPr/>
              <p:nvPr/>
            </p:nvGrpSpPr>
            <p:grpSpPr>
              <a:xfrm>
                <a:off x="4980185" y="3743349"/>
                <a:ext cx="31499" cy="26969"/>
                <a:chOff x="4980185" y="3743349"/>
                <a:chExt cx="31499" cy="26969"/>
              </a:xfrm>
            </p:grpSpPr>
            <p:sp>
              <p:nvSpPr>
                <p:cNvPr id="5625" name="Google Shape;5625;p5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58"/>
              <p:cNvGrpSpPr/>
              <p:nvPr/>
            </p:nvGrpSpPr>
            <p:grpSpPr>
              <a:xfrm>
                <a:off x="5013768" y="3734312"/>
                <a:ext cx="31499" cy="26969"/>
                <a:chOff x="5013768" y="3734312"/>
                <a:chExt cx="31499" cy="26969"/>
              </a:xfrm>
            </p:grpSpPr>
            <p:sp>
              <p:nvSpPr>
                <p:cNvPr id="5628" name="Google Shape;5628;p5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58"/>
              <p:cNvGrpSpPr/>
              <p:nvPr/>
            </p:nvGrpSpPr>
            <p:grpSpPr>
              <a:xfrm>
                <a:off x="5036703" y="3764545"/>
                <a:ext cx="31499" cy="26898"/>
                <a:chOff x="5036703" y="3764545"/>
                <a:chExt cx="31499" cy="26898"/>
              </a:xfrm>
            </p:grpSpPr>
            <p:sp>
              <p:nvSpPr>
                <p:cNvPr id="5631" name="Google Shape;5631;p5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58"/>
              <p:cNvGrpSpPr/>
              <p:nvPr/>
            </p:nvGrpSpPr>
            <p:grpSpPr>
              <a:xfrm>
                <a:off x="4953546" y="3768352"/>
                <a:ext cx="31405" cy="26898"/>
                <a:chOff x="4953546" y="3768352"/>
                <a:chExt cx="31405" cy="26898"/>
              </a:xfrm>
            </p:grpSpPr>
            <p:sp>
              <p:nvSpPr>
                <p:cNvPr id="5634" name="Google Shape;5634;p5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58"/>
              <p:cNvGrpSpPr/>
              <p:nvPr/>
            </p:nvGrpSpPr>
            <p:grpSpPr>
              <a:xfrm>
                <a:off x="4964770" y="3814016"/>
                <a:ext cx="31499" cy="26993"/>
                <a:chOff x="4964770" y="3814016"/>
                <a:chExt cx="31499" cy="26993"/>
              </a:xfrm>
            </p:grpSpPr>
            <p:sp>
              <p:nvSpPr>
                <p:cNvPr id="5637" name="Google Shape;5637;p5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9" name="Google Shape;5639;p58"/>
              <p:cNvGrpSpPr/>
              <p:nvPr/>
            </p:nvGrpSpPr>
            <p:grpSpPr>
              <a:xfrm>
                <a:off x="4923290" y="3800504"/>
                <a:ext cx="31468" cy="26898"/>
                <a:chOff x="4923290" y="3800504"/>
                <a:chExt cx="31468" cy="26898"/>
              </a:xfrm>
            </p:grpSpPr>
            <p:sp>
              <p:nvSpPr>
                <p:cNvPr id="5640" name="Google Shape;5640;p5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2" name="Google Shape;5642;p58"/>
              <p:cNvGrpSpPr/>
              <p:nvPr/>
            </p:nvGrpSpPr>
            <p:grpSpPr>
              <a:xfrm>
                <a:off x="5108534" y="3650943"/>
                <a:ext cx="31405" cy="26993"/>
                <a:chOff x="5108534" y="3650943"/>
                <a:chExt cx="31405" cy="26993"/>
              </a:xfrm>
            </p:grpSpPr>
            <p:sp>
              <p:nvSpPr>
                <p:cNvPr id="5643" name="Google Shape;5643;p5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5" name="Google Shape;5645;p58"/>
              <p:cNvGrpSpPr/>
              <p:nvPr/>
            </p:nvGrpSpPr>
            <p:grpSpPr>
              <a:xfrm>
                <a:off x="5119380" y="3760739"/>
                <a:ext cx="31499" cy="26993"/>
                <a:chOff x="5119380" y="3760739"/>
                <a:chExt cx="31499" cy="26993"/>
              </a:xfrm>
            </p:grpSpPr>
            <p:sp>
              <p:nvSpPr>
                <p:cNvPr id="5646" name="Google Shape;5646;p5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8" name="Google Shape;5648;p58"/>
              <p:cNvGrpSpPr/>
              <p:nvPr/>
            </p:nvGrpSpPr>
            <p:grpSpPr>
              <a:xfrm>
                <a:off x="5119380" y="3788235"/>
                <a:ext cx="31499" cy="26993"/>
                <a:chOff x="5119380" y="3788235"/>
                <a:chExt cx="31499" cy="26993"/>
              </a:xfrm>
            </p:grpSpPr>
            <p:sp>
              <p:nvSpPr>
                <p:cNvPr id="5649" name="Google Shape;5649;p5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1" name="Google Shape;5651;p58"/>
              <p:cNvGrpSpPr/>
              <p:nvPr/>
            </p:nvGrpSpPr>
            <p:grpSpPr>
              <a:xfrm>
                <a:off x="5158005" y="3875284"/>
                <a:ext cx="31405" cy="27001"/>
                <a:chOff x="5158005" y="3875284"/>
                <a:chExt cx="31405" cy="27001"/>
              </a:xfrm>
            </p:grpSpPr>
            <p:sp>
              <p:nvSpPr>
                <p:cNvPr id="5652" name="Google Shape;5652;p5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4" name="Google Shape;5654;p58"/>
              <p:cNvGrpSpPr/>
              <p:nvPr/>
            </p:nvGrpSpPr>
            <p:grpSpPr>
              <a:xfrm>
                <a:off x="5233163" y="3764545"/>
                <a:ext cx="31499" cy="26898"/>
                <a:chOff x="5233163" y="3764545"/>
                <a:chExt cx="31499" cy="26898"/>
              </a:xfrm>
            </p:grpSpPr>
            <p:sp>
              <p:nvSpPr>
                <p:cNvPr id="5655" name="Google Shape;5655;p5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7" name="Google Shape;5657;p58"/>
              <p:cNvGrpSpPr/>
              <p:nvPr/>
            </p:nvGrpSpPr>
            <p:grpSpPr>
              <a:xfrm>
                <a:off x="5276168" y="3805545"/>
                <a:ext cx="31499" cy="26906"/>
                <a:chOff x="5276168" y="3805545"/>
                <a:chExt cx="31499" cy="26906"/>
              </a:xfrm>
            </p:grpSpPr>
            <p:sp>
              <p:nvSpPr>
                <p:cNvPr id="5658" name="Google Shape;5658;p5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0" name="Google Shape;5660;p58"/>
              <p:cNvGrpSpPr/>
              <p:nvPr/>
            </p:nvGrpSpPr>
            <p:grpSpPr>
              <a:xfrm>
                <a:off x="5294053" y="3851933"/>
                <a:ext cx="31405" cy="26945"/>
                <a:chOff x="5294053" y="3851933"/>
                <a:chExt cx="31405" cy="26945"/>
              </a:xfrm>
            </p:grpSpPr>
            <p:sp>
              <p:nvSpPr>
                <p:cNvPr id="5661" name="Google Shape;5661;p5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3" name="Google Shape;5663;p58"/>
              <p:cNvGrpSpPr/>
              <p:nvPr/>
            </p:nvGrpSpPr>
            <p:grpSpPr>
              <a:xfrm>
                <a:off x="5341723" y="3851902"/>
                <a:ext cx="31405" cy="26977"/>
                <a:chOff x="5341723" y="3851902"/>
                <a:chExt cx="31405" cy="26977"/>
              </a:xfrm>
            </p:grpSpPr>
            <p:sp>
              <p:nvSpPr>
                <p:cNvPr id="5664" name="Google Shape;5664;p5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58"/>
              <p:cNvGrpSpPr/>
              <p:nvPr/>
            </p:nvGrpSpPr>
            <p:grpSpPr>
              <a:xfrm>
                <a:off x="5054871" y="3507855"/>
                <a:ext cx="31405" cy="26993"/>
                <a:chOff x="5054871" y="3507855"/>
                <a:chExt cx="31405" cy="26993"/>
              </a:xfrm>
            </p:grpSpPr>
            <p:sp>
              <p:nvSpPr>
                <p:cNvPr id="5667" name="Google Shape;5667;p5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9" name="Google Shape;5669;p58"/>
              <p:cNvGrpSpPr/>
              <p:nvPr/>
            </p:nvGrpSpPr>
            <p:grpSpPr>
              <a:xfrm>
                <a:off x="4876579" y="3675325"/>
                <a:ext cx="31405" cy="26969"/>
                <a:chOff x="4876579" y="3675325"/>
                <a:chExt cx="31405" cy="26969"/>
              </a:xfrm>
            </p:grpSpPr>
            <p:sp>
              <p:nvSpPr>
                <p:cNvPr id="5670" name="Google Shape;5670;p5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2" name="Google Shape;5672;p58"/>
              <p:cNvGrpSpPr/>
              <p:nvPr/>
            </p:nvGrpSpPr>
            <p:grpSpPr>
              <a:xfrm>
                <a:off x="4842233" y="3688333"/>
                <a:ext cx="31405" cy="26993"/>
                <a:chOff x="4842233" y="3688333"/>
                <a:chExt cx="31405" cy="26993"/>
              </a:xfrm>
            </p:grpSpPr>
            <p:sp>
              <p:nvSpPr>
                <p:cNvPr id="5673" name="Google Shape;5673;p5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5" name="Google Shape;5675;p58"/>
              <p:cNvGrpSpPr/>
              <p:nvPr/>
            </p:nvGrpSpPr>
            <p:grpSpPr>
              <a:xfrm>
                <a:off x="5187876" y="3608032"/>
                <a:ext cx="31405" cy="27001"/>
                <a:chOff x="5187876" y="3608032"/>
                <a:chExt cx="31405" cy="27001"/>
              </a:xfrm>
            </p:grpSpPr>
            <p:sp>
              <p:nvSpPr>
                <p:cNvPr id="5676" name="Google Shape;5676;p5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78" name="Google Shape;5678;p5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0" name="Google Shape;5680;p58"/>
              <p:cNvGrpSpPr/>
              <p:nvPr/>
            </p:nvGrpSpPr>
            <p:grpSpPr>
              <a:xfrm>
                <a:off x="5269224" y="3304167"/>
                <a:ext cx="40253" cy="34402"/>
                <a:chOff x="5269224" y="3304167"/>
                <a:chExt cx="40253" cy="34402"/>
              </a:xfrm>
            </p:grpSpPr>
            <p:sp>
              <p:nvSpPr>
                <p:cNvPr id="5681" name="Google Shape;5681;p5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3" name="Google Shape;5683;p58"/>
              <p:cNvGrpSpPr/>
              <p:nvPr/>
            </p:nvGrpSpPr>
            <p:grpSpPr>
              <a:xfrm>
                <a:off x="5327354" y="3476615"/>
                <a:ext cx="49864" cy="42723"/>
                <a:chOff x="5327354" y="3476615"/>
                <a:chExt cx="49864" cy="42723"/>
              </a:xfrm>
            </p:grpSpPr>
            <p:sp>
              <p:nvSpPr>
                <p:cNvPr id="5684" name="Google Shape;5684;p5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86" name="Google Shape;5686;p5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8" name="Google Shape;5688;p58"/>
              <p:cNvGrpSpPr/>
              <p:nvPr/>
            </p:nvGrpSpPr>
            <p:grpSpPr>
              <a:xfrm>
                <a:off x="5341723" y="3775957"/>
                <a:ext cx="31405" cy="26898"/>
                <a:chOff x="5341723" y="3775957"/>
                <a:chExt cx="31405" cy="26898"/>
              </a:xfrm>
            </p:grpSpPr>
            <p:sp>
              <p:nvSpPr>
                <p:cNvPr id="5689" name="Google Shape;5689;p5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1" name="Google Shape;5691;p58"/>
              <p:cNvGrpSpPr/>
              <p:nvPr/>
            </p:nvGrpSpPr>
            <p:grpSpPr>
              <a:xfrm>
                <a:off x="5439053" y="3699274"/>
                <a:ext cx="31405" cy="26898"/>
                <a:chOff x="5439053" y="3699274"/>
                <a:chExt cx="31405" cy="26898"/>
              </a:xfrm>
            </p:grpSpPr>
            <p:sp>
              <p:nvSpPr>
                <p:cNvPr id="5692" name="Google Shape;5692;p5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58"/>
              <p:cNvGrpSpPr/>
              <p:nvPr/>
            </p:nvGrpSpPr>
            <p:grpSpPr>
              <a:xfrm>
                <a:off x="5412414" y="3622307"/>
                <a:ext cx="31499" cy="26993"/>
                <a:chOff x="5412414" y="3622307"/>
                <a:chExt cx="31499" cy="26993"/>
              </a:xfrm>
            </p:grpSpPr>
            <p:sp>
              <p:nvSpPr>
                <p:cNvPr id="5695" name="Google Shape;5695;p5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7" name="Google Shape;5697;p58"/>
              <p:cNvGrpSpPr/>
              <p:nvPr/>
            </p:nvGrpSpPr>
            <p:grpSpPr>
              <a:xfrm>
                <a:off x="5476254" y="3473949"/>
                <a:ext cx="26835" cy="26930"/>
                <a:chOff x="5476254" y="3473949"/>
                <a:chExt cx="26835" cy="26930"/>
              </a:xfrm>
            </p:grpSpPr>
            <p:sp>
              <p:nvSpPr>
                <p:cNvPr id="5698" name="Google Shape;5698;p5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58"/>
              <p:cNvGrpSpPr/>
              <p:nvPr/>
            </p:nvGrpSpPr>
            <p:grpSpPr>
              <a:xfrm>
                <a:off x="5564547" y="3481594"/>
                <a:ext cx="31397" cy="26898"/>
                <a:chOff x="5564547" y="3481594"/>
                <a:chExt cx="31397" cy="26898"/>
              </a:xfrm>
            </p:grpSpPr>
            <p:sp>
              <p:nvSpPr>
                <p:cNvPr id="5701" name="Google Shape;5701;p5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3" name="Google Shape;5703;p58"/>
              <p:cNvGrpSpPr/>
              <p:nvPr/>
            </p:nvGrpSpPr>
            <p:grpSpPr>
              <a:xfrm>
                <a:off x="5534101" y="3470174"/>
                <a:ext cx="31397" cy="26906"/>
                <a:chOff x="5534101" y="3470174"/>
                <a:chExt cx="31397" cy="26906"/>
              </a:xfrm>
            </p:grpSpPr>
            <p:sp>
              <p:nvSpPr>
                <p:cNvPr id="5704" name="Google Shape;5704;p5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6" name="Google Shape;5706;p58"/>
              <p:cNvGrpSpPr/>
              <p:nvPr/>
            </p:nvGrpSpPr>
            <p:grpSpPr>
              <a:xfrm>
                <a:off x="5610879" y="3314486"/>
                <a:ext cx="31499" cy="26938"/>
                <a:chOff x="5610879" y="3314486"/>
                <a:chExt cx="31499" cy="26938"/>
              </a:xfrm>
            </p:grpSpPr>
            <p:sp>
              <p:nvSpPr>
                <p:cNvPr id="5707" name="Google Shape;5707;p5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9" name="Google Shape;5709;p58"/>
              <p:cNvGrpSpPr/>
              <p:nvPr/>
            </p:nvGrpSpPr>
            <p:grpSpPr>
              <a:xfrm>
                <a:off x="4834525" y="3501382"/>
                <a:ext cx="31499" cy="26898"/>
                <a:chOff x="4834525" y="3501382"/>
                <a:chExt cx="31499" cy="26898"/>
              </a:xfrm>
            </p:grpSpPr>
            <p:sp>
              <p:nvSpPr>
                <p:cNvPr id="5710" name="Google Shape;5710;p5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2" name="Google Shape;5712;p58"/>
              <p:cNvGrpSpPr/>
              <p:nvPr/>
            </p:nvGrpSpPr>
            <p:grpSpPr>
              <a:xfrm>
                <a:off x="4898460" y="3580158"/>
                <a:ext cx="31405" cy="26898"/>
                <a:chOff x="4898460" y="3580158"/>
                <a:chExt cx="31405" cy="26898"/>
              </a:xfrm>
            </p:grpSpPr>
            <p:sp>
              <p:nvSpPr>
                <p:cNvPr id="5713" name="Google Shape;5713;p5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5" name="Google Shape;5715;p58"/>
              <p:cNvGrpSpPr/>
              <p:nvPr/>
            </p:nvGrpSpPr>
            <p:grpSpPr>
              <a:xfrm>
                <a:off x="4882667" y="3608032"/>
                <a:ext cx="31499" cy="27001"/>
                <a:chOff x="4882667" y="3608032"/>
                <a:chExt cx="31499" cy="27001"/>
              </a:xfrm>
            </p:grpSpPr>
            <p:sp>
              <p:nvSpPr>
                <p:cNvPr id="5716" name="Google Shape;5716;p5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8" name="Google Shape;5718;p58"/>
              <p:cNvGrpSpPr/>
              <p:nvPr/>
            </p:nvGrpSpPr>
            <p:grpSpPr>
              <a:xfrm>
                <a:off x="4843373" y="3631407"/>
                <a:ext cx="16273" cy="16186"/>
                <a:chOff x="4843373" y="3631407"/>
                <a:chExt cx="16273" cy="16186"/>
              </a:xfrm>
            </p:grpSpPr>
            <p:sp>
              <p:nvSpPr>
                <p:cNvPr id="5719" name="Google Shape;5719;p5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1" name="Google Shape;5721;p58"/>
              <p:cNvGrpSpPr/>
              <p:nvPr/>
            </p:nvGrpSpPr>
            <p:grpSpPr>
              <a:xfrm>
                <a:off x="4727773" y="3591578"/>
                <a:ext cx="31499" cy="26898"/>
                <a:chOff x="4727773" y="3591578"/>
                <a:chExt cx="31499" cy="26898"/>
              </a:xfrm>
            </p:grpSpPr>
            <p:sp>
              <p:nvSpPr>
                <p:cNvPr id="5722" name="Google Shape;5722;p5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24" name="Google Shape;5724;p5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6" name="Google Shape;5726;p58"/>
              <p:cNvGrpSpPr/>
              <p:nvPr/>
            </p:nvGrpSpPr>
            <p:grpSpPr>
              <a:xfrm>
                <a:off x="4609421" y="3577398"/>
                <a:ext cx="31499" cy="27001"/>
                <a:chOff x="4609421" y="3577398"/>
                <a:chExt cx="31499" cy="27001"/>
              </a:xfrm>
            </p:grpSpPr>
            <p:sp>
              <p:nvSpPr>
                <p:cNvPr id="5727" name="Google Shape;5727;p5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9" name="Google Shape;5729;p58"/>
              <p:cNvGrpSpPr/>
              <p:nvPr/>
            </p:nvGrpSpPr>
            <p:grpSpPr>
              <a:xfrm>
                <a:off x="4649289" y="3577398"/>
                <a:ext cx="31499" cy="27001"/>
                <a:chOff x="4649289" y="3577398"/>
                <a:chExt cx="31499" cy="27001"/>
              </a:xfrm>
            </p:grpSpPr>
            <p:sp>
              <p:nvSpPr>
                <p:cNvPr id="5730" name="Google Shape;5730;p5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2" name="Google Shape;5732;p58"/>
              <p:cNvGrpSpPr/>
              <p:nvPr/>
            </p:nvGrpSpPr>
            <p:grpSpPr>
              <a:xfrm>
                <a:off x="4605614" y="3639523"/>
                <a:ext cx="31499" cy="26906"/>
                <a:chOff x="4605614" y="3639523"/>
                <a:chExt cx="31499" cy="26906"/>
              </a:xfrm>
            </p:grpSpPr>
            <p:sp>
              <p:nvSpPr>
                <p:cNvPr id="5733" name="Google Shape;5733;p5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5" name="Google Shape;5735;p58"/>
              <p:cNvGrpSpPr/>
              <p:nvPr/>
            </p:nvGrpSpPr>
            <p:grpSpPr>
              <a:xfrm>
                <a:off x="4785149" y="3618846"/>
                <a:ext cx="26930" cy="26843"/>
                <a:chOff x="4785149" y="3618846"/>
                <a:chExt cx="26930" cy="26843"/>
              </a:xfrm>
            </p:grpSpPr>
            <p:sp>
              <p:nvSpPr>
                <p:cNvPr id="5736" name="Google Shape;5736;p5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8" name="Google Shape;5738;p58"/>
              <p:cNvGrpSpPr/>
              <p:nvPr/>
            </p:nvGrpSpPr>
            <p:grpSpPr>
              <a:xfrm>
                <a:off x="4810167" y="3601567"/>
                <a:ext cx="31405" cy="26898"/>
                <a:chOff x="4810167" y="3601567"/>
                <a:chExt cx="31405" cy="26898"/>
              </a:xfrm>
            </p:grpSpPr>
            <p:sp>
              <p:nvSpPr>
                <p:cNvPr id="5739" name="Google Shape;5739;p5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1" name="Google Shape;5741;p58"/>
              <p:cNvGrpSpPr/>
              <p:nvPr/>
            </p:nvGrpSpPr>
            <p:grpSpPr>
              <a:xfrm>
                <a:off x="4831002" y="3373230"/>
                <a:ext cx="31405" cy="26898"/>
                <a:chOff x="4831002" y="3373230"/>
                <a:chExt cx="31405" cy="26898"/>
              </a:xfrm>
            </p:grpSpPr>
            <p:sp>
              <p:nvSpPr>
                <p:cNvPr id="5742" name="Google Shape;5742;p5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 name="Google Shape;5744;p58"/>
              <p:cNvGrpSpPr/>
              <p:nvPr/>
            </p:nvGrpSpPr>
            <p:grpSpPr>
              <a:xfrm>
                <a:off x="4719311" y="3355054"/>
                <a:ext cx="31499" cy="27001"/>
                <a:chOff x="4719311" y="3355054"/>
                <a:chExt cx="31499" cy="27001"/>
              </a:xfrm>
            </p:grpSpPr>
            <p:sp>
              <p:nvSpPr>
                <p:cNvPr id="5745" name="Google Shape;5745;p5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7" name="Google Shape;5747;p58"/>
              <p:cNvGrpSpPr/>
              <p:nvPr/>
            </p:nvGrpSpPr>
            <p:grpSpPr>
              <a:xfrm>
                <a:off x="4798755" y="3450260"/>
                <a:ext cx="26930" cy="26930"/>
                <a:chOff x="4798755" y="3450260"/>
                <a:chExt cx="26930" cy="26930"/>
              </a:xfrm>
            </p:grpSpPr>
            <p:sp>
              <p:nvSpPr>
                <p:cNvPr id="5748" name="Google Shape;5748;p5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0" name="Google Shape;5750;p58"/>
              <p:cNvGrpSpPr/>
              <p:nvPr/>
            </p:nvGrpSpPr>
            <p:grpSpPr>
              <a:xfrm>
                <a:off x="4645576" y="3467555"/>
                <a:ext cx="31405" cy="26953"/>
                <a:chOff x="4645576" y="3467555"/>
                <a:chExt cx="31405" cy="26953"/>
              </a:xfrm>
            </p:grpSpPr>
            <p:sp>
              <p:nvSpPr>
                <p:cNvPr id="5751" name="Google Shape;5751;p5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3" name="Google Shape;5753;p58"/>
              <p:cNvGrpSpPr/>
              <p:nvPr/>
            </p:nvGrpSpPr>
            <p:grpSpPr>
              <a:xfrm>
                <a:off x="4687631" y="3583965"/>
                <a:ext cx="31499" cy="26898"/>
                <a:chOff x="4687631" y="3583965"/>
                <a:chExt cx="31499" cy="26898"/>
              </a:xfrm>
            </p:grpSpPr>
            <p:sp>
              <p:nvSpPr>
                <p:cNvPr id="5754" name="Google Shape;5754;p5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58"/>
              <p:cNvGrpSpPr/>
              <p:nvPr/>
            </p:nvGrpSpPr>
            <p:grpSpPr>
              <a:xfrm>
                <a:off x="4719311" y="3471314"/>
                <a:ext cx="31499" cy="27001"/>
                <a:chOff x="4719311" y="3471314"/>
                <a:chExt cx="31499" cy="27001"/>
              </a:xfrm>
            </p:grpSpPr>
            <p:sp>
              <p:nvSpPr>
                <p:cNvPr id="5757" name="Google Shape;5757;p5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58"/>
              <p:cNvGrpSpPr/>
              <p:nvPr/>
            </p:nvGrpSpPr>
            <p:grpSpPr>
              <a:xfrm>
                <a:off x="4719311" y="3434404"/>
                <a:ext cx="31499" cy="26898"/>
                <a:chOff x="4719311" y="3434404"/>
                <a:chExt cx="31499" cy="26898"/>
              </a:xfrm>
            </p:grpSpPr>
            <p:sp>
              <p:nvSpPr>
                <p:cNvPr id="5760" name="Google Shape;5760;p5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58"/>
              <p:cNvGrpSpPr/>
              <p:nvPr/>
            </p:nvGrpSpPr>
            <p:grpSpPr>
              <a:xfrm>
                <a:off x="4768876" y="3401772"/>
                <a:ext cx="31499" cy="26898"/>
                <a:chOff x="4768876" y="3401772"/>
                <a:chExt cx="31499" cy="26898"/>
              </a:xfrm>
            </p:grpSpPr>
            <p:sp>
              <p:nvSpPr>
                <p:cNvPr id="5763" name="Google Shape;5763;p5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58"/>
              <p:cNvGrpSpPr/>
              <p:nvPr/>
            </p:nvGrpSpPr>
            <p:grpSpPr>
              <a:xfrm>
                <a:off x="4762214" y="3471377"/>
                <a:ext cx="26938" cy="26938"/>
                <a:chOff x="4762214" y="3471377"/>
                <a:chExt cx="26938" cy="26938"/>
              </a:xfrm>
            </p:grpSpPr>
            <p:sp>
              <p:nvSpPr>
                <p:cNvPr id="5766" name="Google Shape;5766;p5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58"/>
              <p:cNvGrpSpPr/>
              <p:nvPr/>
            </p:nvGrpSpPr>
            <p:grpSpPr>
              <a:xfrm>
                <a:off x="4790473" y="3344782"/>
                <a:ext cx="31405" cy="26898"/>
                <a:chOff x="4790473" y="3344782"/>
                <a:chExt cx="31405" cy="26898"/>
              </a:xfrm>
            </p:grpSpPr>
            <p:sp>
              <p:nvSpPr>
                <p:cNvPr id="5769" name="Google Shape;5769;p5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58"/>
              <p:cNvGrpSpPr/>
              <p:nvPr/>
            </p:nvGrpSpPr>
            <p:grpSpPr>
              <a:xfrm>
                <a:off x="4823774" y="3950733"/>
                <a:ext cx="37398" cy="32034"/>
                <a:chOff x="4823774" y="3950733"/>
                <a:chExt cx="37398" cy="32034"/>
              </a:xfrm>
            </p:grpSpPr>
            <p:sp>
              <p:nvSpPr>
                <p:cNvPr id="5772" name="Google Shape;5772;p5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58"/>
              <p:cNvGrpSpPr/>
              <p:nvPr/>
            </p:nvGrpSpPr>
            <p:grpSpPr>
              <a:xfrm>
                <a:off x="4823396" y="4110566"/>
                <a:ext cx="31405" cy="26906"/>
                <a:chOff x="4823396" y="4110566"/>
                <a:chExt cx="31405" cy="26906"/>
              </a:xfrm>
            </p:grpSpPr>
            <p:sp>
              <p:nvSpPr>
                <p:cNvPr id="5775" name="Google Shape;5775;p5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58"/>
              <p:cNvGrpSpPr/>
              <p:nvPr/>
            </p:nvGrpSpPr>
            <p:grpSpPr>
              <a:xfrm>
                <a:off x="4838332" y="3821150"/>
                <a:ext cx="31499" cy="26898"/>
                <a:chOff x="4838332" y="3821150"/>
                <a:chExt cx="31499" cy="26898"/>
              </a:xfrm>
            </p:grpSpPr>
            <p:sp>
              <p:nvSpPr>
                <p:cNvPr id="5778" name="Google Shape;5778;p5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58"/>
              <p:cNvGrpSpPr/>
              <p:nvPr/>
            </p:nvGrpSpPr>
            <p:grpSpPr>
              <a:xfrm>
                <a:off x="4661275" y="3815007"/>
                <a:ext cx="36824" cy="31523"/>
                <a:chOff x="4661275" y="3815007"/>
                <a:chExt cx="36824" cy="31523"/>
              </a:xfrm>
            </p:grpSpPr>
            <p:sp>
              <p:nvSpPr>
                <p:cNvPr id="5781" name="Google Shape;5781;p5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58"/>
              <p:cNvGrpSpPr/>
              <p:nvPr/>
            </p:nvGrpSpPr>
            <p:grpSpPr>
              <a:xfrm>
                <a:off x="4558998" y="3851037"/>
                <a:ext cx="33591" cy="28699"/>
                <a:chOff x="4558998" y="3851037"/>
                <a:chExt cx="33591" cy="28699"/>
              </a:xfrm>
            </p:grpSpPr>
            <p:sp>
              <p:nvSpPr>
                <p:cNvPr id="5784" name="Google Shape;5784;p5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58"/>
              <p:cNvGrpSpPr/>
              <p:nvPr/>
            </p:nvGrpSpPr>
            <p:grpSpPr>
              <a:xfrm>
                <a:off x="4696762" y="3638587"/>
                <a:ext cx="33591" cy="28794"/>
                <a:chOff x="4696762" y="3638587"/>
                <a:chExt cx="33591" cy="28794"/>
              </a:xfrm>
            </p:grpSpPr>
            <p:sp>
              <p:nvSpPr>
                <p:cNvPr id="5787" name="Google Shape;5787;p5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58"/>
              <p:cNvGrpSpPr/>
              <p:nvPr/>
            </p:nvGrpSpPr>
            <p:grpSpPr>
              <a:xfrm>
                <a:off x="4929479" y="3939140"/>
                <a:ext cx="33497" cy="28692"/>
                <a:chOff x="4929479" y="3939140"/>
                <a:chExt cx="33497" cy="28692"/>
              </a:xfrm>
            </p:grpSpPr>
            <p:sp>
              <p:nvSpPr>
                <p:cNvPr id="5790" name="Google Shape;5790;p5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58"/>
              <p:cNvGrpSpPr/>
              <p:nvPr/>
            </p:nvGrpSpPr>
            <p:grpSpPr>
              <a:xfrm>
                <a:off x="4907119" y="3986039"/>
                <a:ext cx="33497" cy="28699"/>
                <a:chOff x="4907119" y="3986039"/>
                <a:chExt cx="33497" cy="28699"/>
              </a:xfrm>
            </p:grpSpPr>
            <p:sp>
              <p:nvSpPr>
                <p:cNvPr id="5793" name="Google Shape;5793;p5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58"/>
              <p:cNvGrpSpPr/>
              <p:nvPr/>
            </p:nvGrpSpPr>
            <p:grpSpPr>
              <a:xfrm>
                <a:off x="4911783" y="4048102"/>
                <a:ext cx="33591" cy="28762"/>
                <a:chOff x="4911783" y="4048102"/>
                <a:chExt cx="33591" cy="28762"/>
              </a:xfrm>
            </p:grpSpPr>
            <p:sp>
              <p:nvSpPr>
                <p:cNvPr id="5796" name="Google Shape;5796;p5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8" name="Google Shape;5798;p5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0" name="Google Shape;5800;p58"/>
              <p:cNvGrpSpPr/>
              <p:nvPr/>
            </p:nvGrpSpPr>
            <p:grpSpPr>
              <a:xfrm>
                <a:off x="4762623" y="3837847"/>
                <a:ext cx="42416" cy="36273"/>
                <a:chOff x="4762623" y="3837847"/>
                <a:chExt cx="42416" cy="36273"/>
              </a:xfrm>
            </p:grpSpPr>
            <p:sp>
              <p:nvSpPr>
                <p:cNvPr id="5801" name="Google Shape;5801;p5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 name="Google Shape;5803;p58"/>
              <p:cNvGrpSpPr/>
              <p:nvPr/>
            </p:nvGrpSpPr>
            <p:grpSpPr>
              <a:xfrm>
                <a:off x="4746044" y="4104966"/>
                <a:ext cx="33497" cy="28699"/>
                <a:chOff x="4746044" y="4104966"/>
                <a:chExt cx="33497" cy="28699"/>
              </a:xfrm>
            </p:grpSpPr>
            <p:sp>
              <p:nvSpPr>
                <p:cNvPr id="5804" name="Google Shape;5804;p5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58"/>
              <p:cNvGrpSpPr/>
              <p:nvPr/>
            </p:nvGrpSpPr>
            <p:grpSpPr>
              <a:xfrm>
                <a:off x="4859646" y="4162554"/>
                <a:ext cx="33591" cy="28762"/>
                <a:chOff x="4859646" y="4162554"/>
                <a:chExt cx="33591" cy="28762"/>
              </a:xfrm>
            </p:grpSpPr>
            <p:sp>
              <p:nvSpPr>
                <p:cNvPr id="5807" name="Google Shape;5807;p5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9" name="Google Shape;5809;p58"/>
            <p:cNvGrpSpPr/>
            <p:nvPr/>
          </p:nvGrpSpPr>
          <p:grpSpPr>
            <a:xfrm>
              <a:off x="3597785" y="3274438"/>
              <a:ext cx="855610" cy="1122100"/>
              <a:chOff x="3597785" y="3274438"/>
              <a:chExt cx="855610" cy="1122100"/>
            </a:xfrm>
          </p:grpSpPr>
          <p:grpSp>
            <p:nvGrpSpPr>
              <p:cNvPr id="5810" name="Google Shape;5810;p58"/>
              <p:cNvGrpSpPr/>
              <p:nvPr/>
            </p:nvGrpSpPr>
            <p:grpSpPr>
              <a:xfrm>
                <a:off x="3617857" y="3284717"/>
                <a:ext cx="826785" cy="1099165"/>
                <a:chOff x="3617857" y="3284717"/>
                <a:chExt cx="826785" cy="1099165"/>
              </a:xfrm>
            </p:grpSpPr>
            <p:sp>
              <p:nvSpPr>
                <p:cNvPr id="5811" name="Google Shape;5811;p5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58"/>
              <p:cNvGrpSpPr/>
              <p:nvPr/>
            </p:nvGrpSpPr>
            <p:grpSpPr>
              <a:xfrm>
                <a:off x="4180904" y="4251758"/>
                <a:ext cx="37783" cy="32420"/>
                <a:chOff x="4180904" y="4251758"/>
                <a:chExt cx="37783" cy="32420"/>
              </a:xfrm>
            </p:grpSpPr>
            <p:sp>
              <p:nvSpPr>
                <p:cNvPr id="5868" name="Google Shape;5868;p5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58"/>
              <p:cNvGrpSpPr/>
              <p:nvPr/>
            </p:nvGrpSpPr>
            <p:grpSpPr>
              <a:xfrm>
                <a:off x="4201644" y="4081324"/>
                <a:ext cx="37783" cy="32364"/>
                <a:chOff x="4201644" y="4081324"/>
                <a:chExt cx="37783" cy="32364"/>
              </a:xfrm>
            </p:grpSpPr>
            <p:sp>
              <p:nvSpPr>
                <p:cNvPr id="5871" name="Google Shape;5871;p5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58"/>
              <p:cNvGrpSpPr/>
              <p:nvPr/>
            </p:nvGrpSpPr>
            <p:grpSpPr>
              <a:xfrm>
                <a:off x="4284416" y="3887428"/>
                <a:ext cx="37783" cy="32451"/>
                <a:chOff x="4284416" y="3887428"/>
                <a:chExt cx="37783" cy="32451"/>
              </a:xfrm>
            </p:grpSpPr>
            <p:sp>
              <p:nvSpPr>
                <p:cNvPr id="5874" name="Google Shape;5874;p5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58"/>
              <p:cNvGrpSpPr/>
              <p:nvPr/>
            </p:nvGrpSpPr>
            <p:grpSpPr>
              <a:xfrm>
                <a:off x="4223721" y="3860404"/>
                <a:ext cx="37870" cy="32364"/>
                <a:chOff x="4223721" y="3860404"/>
                <a:chExt cx="37870" cy="32364"/>
              </a:xfrm>
            </p:grpSpPr>
            <p:sp>
              <p:nvSpPr>
                <p:cNvPr id="5877" name="Google Shape;5877;p5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58"/>
              <p:cNvGrpSpPr/>
              <p:nvPr/>
            </p:nvGrpSpPr>
            <p:grpSpPr>
              <a:xfrm>
                <a:off x="4104889" y="3699242"/>
                <a:ext cx="37776" cy="32357"/>
                <a:chOff x="4104889" y="3699242"/>
                <a:chExt cx="37776" cy="32357"/>
              </a:xfrm>
            </p:grpSpPr>
            <p:sp>
              <p:nvSpPr>
                <p:cNvPr id="5880" name="Google Shape;5880;p5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58"/>
              <p:cNvGrpSpPr/>
              <p:nvPr/>
            </p:nvGrpSpPr>
            <p:grpSpPr>
              <a:xfrm>
                <a:off x="4143608" y="3475121"/>
                <a:ext cx="37878" cy="32420"/>
                <a:chOff x="4143608" y="3475121"/>
                <a:chExt cx="37878" cy="32420"/>
              </a:xfrm>
            </p:grpSpPr>
            <p:sp>
              <p:nvSpPr>
                <p:cNvPr id="5883" name="Google Shape;5883;p5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58"/>
              <p:cNvGrpSpPr/>
              <p:nvPr/>
            </p:nvGrpSpPr>
            <p:grpSpPr>
              <a:xfrm>
                <a:off x="4217248" y="3570893"/>
                <a:ext cx="37776" cy="32364"/>
                <a:chOff x="4217248" y="3570893"/>
                <a:chExt cx="37776" cy="32364"/>
              </a:xfrm>
            </p:grpSpPr>
            <p:sp>
              <p:nvSpPr>
                <p:cNvPr id="5886" name="Google Shape;5886;p5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58"/>
              <p:cNvGrpSpPr/>
              <p:nvPr/>
            </p:nvGrpSpPr>
            <p:grpSpPr>
              <a:xfrm>
                <a:off x="4255307" y="3431612"/>
                <a:ext cx="37776" cy="32451"/>
                <a:chOff x="4255307" y="3431612"/>
                <a:chExt cx="37776" cy="32451"/>
              </a:xfrm>
            </p:grpSpPr>
            <p:sp>
              <p:nvSpPr>
                <p:cNvPr id="5889" name="Google Shape;5889;p5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58"/>
              <p:cNvGrpSpPr/>
              <p:nvPr/>
            </p:nvGrpSpPr>
            <p:grpSpPr>
              <a:xfrm>
                <a:off x="3853052" y="3577398"/>
                <a:ext cx="37776" cy="32420"/>
                <a:chOff x="3853052" y="3577398"/>
                <a:chExt cx="37776" cy="32420"/>
              </a:xfrm>
            </p:grpSpPr>
            <p:sp>
              <p:nvSpPr>
                <p:cNvPr id="5892" name="Google Shape;5892;p5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58"/>
              <p:cNvGrpSpPr/>
              <p:nvPr/>
            </p:nvGrpSpPr>
            <p:grpSpPr>
              <a:xfrm>
                <a:off x="4039908" y="3412107"/>
                <a:ext cx="37776" cy="32357"/>
                <a:chOff x="4039908" y="3412107"/>
                <a:chExt cx="37776" cy="32357"/>
              </a:xfrm>
            </p:grpSpPr>
            <p:sp>
              <p:nvSpPr>
                <p:cNvPr id="5895" name="Google Shape;5895;p5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58"/>
              <p:cNvGrpSpPr/>
              <p:nvPr/>
            </p:nvGrpSpPr>
            <p:grpSpPr>
              <a:xfrm>
                <a:off x="4017360" y="3342061"/>
                <a:ext cx="37870" cy="32380"/>
                <a:chOff x="4017360" y="3342061"/>
                <a:chExt cx="37870" cy="32380"/>
              </a:xfrm>
            </p:grpSpPr>
            <p:sp>
              <p:nvSpPr>
                <p:cNvPr id="5898" name="Google Shape;5898;p5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0" name="Google Shape;5900;p5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2" name="Google Shape;5902;p58"/>
              <p:cNvGrpSpPr/>
              <p:nvPr/>
            </p:nvGrpSpPr>
            <p:grpSpPr>
              <a:xfrm>
                <a:off x="3750870" y="3418650"/>
                <a:ext cx="37776" cy="32380"/>
                <a:chOff x="3750870" y="3418650"/>
                <a:chExt cx="37776" cy="32380"/>
              </a:xfrm>
            </p:grpSpPr>
            <p:sp>
              <p:nvSpPr>
                <p:cNvPr id="5903" name="Google Shape;5903;p5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58"/>
              <p:cNvGrpSpPr/>
              <p:nvPr/>
            </p:nvGrpSpPr>
            <p:grpSpPr>
              <a:xfrm>
                <a:off x="3632509" y="3274438"/>
                <a:ext cx="37783" cy="32357"/>
                <a:chOff x="3632509" y="3274438"/>
                <a:chExt cx="37783" cy="32357"/>
              </a:xfrm>
            </p:grpSpPr>
            <p:sp>
              <p:nvSpPr>
                <p:cNvPr id="5906" name="Google Shape;5906;p5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8" name="Google Shape;5908;p58"/>
              <p:cNvGrpSpPr/>
              <p:nvPr/>
            </p:nvGrpSpPr>
            <p:grpSpPr>
              <a:xfrm>
                <a:off x="3906424" y="3297561"/>
                <a:ext cx="37776" cy="32451"/>
                <a:chOff x="3906424" y="3297561"/>
                <a:chExt cx="37776" cy="32451"/>
              </a:xfrm>
            </p:grpSpPr>
            <p:sp>
              <p:nvSpPr>
                <p:cNvPr id="5909" name="Google Shape;5909;p5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 name="Google Shape;5911;p58"/>
              <p:cNvGrpSpPr/>
              <p:nvPr/>
            </p:nvGrpSpPr>
            <p:grpSpPr>
              <a:xfrm>
                <a:off x="3866084" y="3412107"/>
                <a:ext cx="37776" cy="32357"/>
                <a:chOff x="3866084" y="3412107"/>
                <a:chExt cx="37776" cy="32357"/>
              </a:xfrm>
            </p:grpSpPr>
            <p:sp>
              <p:nvSpPr>
                <p:cNvPr id="5912" name="Google Shape;5912;p5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 name="Google Shape;5914;p58"/>
              <p:cNvGrpSpPr/>
              <p:nvPr/>
            </p:nvGrpSpPr>
            <p:grpSpPr>
              <a:xfrm>
                <a:off x="4023919" y="3766409"/>
                <a:ext cx="37783" cy="32357"/>
                <a:chOff x="4023919" y="3766409"/>
                <a:chExt cx="37783" cy="32357"/>
              </a:xfrm>
            </p:grpSpPr>
            <p:sp>
              <p:nvSpPr>
                <p:cNvPr id="5915" name="Google Shape;5915;p5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7" name="Google Shape;5917;p58"/>
              <p:cNvGrpSpPr/>
              <p:nvPr/>
            </p:nvGrpSpPr>
            <p:grpSpPr>
              <a:xfrm>
                <a:off x="3973882" y="3779449"/>
                <a:ext cx="37776" cy="32357"/>
                <a:chOff x="3973882" y="3779449"/>
                <a:chExt cx="37776" cy="32357"/>
              </a:xfrm>
            </p:grpSpPr>
            <p:sp>
              <p:nvSpPr>
                <p:cNvPr id="5918" name="Google Shape;5918;p5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 name="Google Shape;5920;p58"/>
              <p:cNvGrpSpPr/>
              <p:nvPr/>
            </p:nvGrpSpPr>
            <p:grpSpPr>
              <a:xfrm>
                <a:off x="4073398" y="3838028"/>
                <a:ext cx="37776" cy="32380"/>
                <a:chOff x="4073398" y="3838028"/>
                <a:chExt cx="37776" cy="32380"/>
              </a:xfrm>
            </p:grpSpPr>
            <p:sp>
              <p:nvSpPr>
                <p:cNvPr id="5921" name="Google Shape;5921;p5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58"/>
              <p:cNvGrpSpPr/>
              <p:nvPr/>
            </p:nvGrpSpPr>
            <p:grpSpPr>
              <a:xfrm>
                <a:off x="4342672" y="4144496"/>
                <a:ext cx="37752" cy="32364"/>
                <a:chOff x="4342672" y="4144496"/>
                <a:chExt cx="37752" cy="32364"/>
              </a:xfrm>
            </p:grpSpPr>
            <p:sp>
              <p:nvSpPr>
                <p:cNvPr id="5924" name="Google Shape;5924;p5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58"/>
              <p:cNvGrpSpPr/>
              <p:nvPr/>
            </p:nvGrpSpPr>
            <p:grpSpPr>
              <a:xfrm>
                <a:off x="4406386" y="4056872"/>
                <a:ext cx="37783" cy="32364"/>
                <a:chOff x="4406386" y="4056872"/>
                <a:chExt cx="37783" cy="32364"/>
              </a:xfrm>
            </p:grpSpPr>
            <p:sp>
              <p:nvSpPr>
                <p:cNvPr id="5927" name="Google Shape;5927;p5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 name="Google Shape;5929;p58"/>
              <p:cNvGrpSpPr/>
              <p:nvPr/>
            </p:nvGrpSpPr>
            <p:grpSpPr>
              <a:xfrm>
                <a:off x="4284416" y="4245254"/>
                <a:ext cx="37783" cy="32357"/>
                <a:chOff x="4284416" y="4245254"/>
                <a:chExt cx="37783" cy="32357"/>
              </a:xfrm>
            </p:grpSpPr>
            <p:sp>
              <p:nvSpPr>
                <p:cNvPr id="5930" name="Google Shape;5930;p5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58"/>
              <p:cNvGrpSpPr/>
              <p:nvPr/>
            </p:nvGrpSpPr>
            <p:grpSpPr>
              <a:xfrm>
                <a:off x="4219057" y="4331258"/>
                <a:ext cx="37776" cy="32364"/>
                <a:chOff x="4219057" y="4331258"/>
                <a:chExt cx="37776" cy="32364"/>
              </a:xfrm>
            </p:grpSpPr>
            <p:sp>
              <p:nvSpPr>
                <p:cNvPr id="5933" name="Google Shape;5933;p5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 name="Google Shape;5935;p58"/>
              <p:cNvGrpSpPr/>
              <p:nvPr/>
            </p:nvGrpSpPr>
            <p:grpSpPr>
              <a:xfrm>
                <a:off x="4204122" y="4141688"/>
                <a:ext cx="33497" cy="28699"/>
                <a:chOff x="4204122" y="4141688"/>
                <a:chExt cx="33497" cy="28699"/>
              </a:xfrm>
            </p:grpSpPr>
            <p:sp>
              <p:nvSpPr>
                <p:cNvPr id="5936" name="Google Shape;5936;p5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8" name="Google Shape;5938;p58"/>
              <p:cNvGrpSpPr/>
              <p:nvPr/>
            </p:nvGrpSpPr>
            <p:grpSpPr>
              <a:xfrm>
                <a:off x="4301546" y="4003869"/>
                <a:ext cx="38916" cy="33324"/>
                <a:chOff x="4301546" y="4003869"/>
                <a:chExt cx="38916" cy="33324"/>
              </a:xfrm>
            </p:grpSpPr>
            <p:sp>
              <p:nvSpPr>
                <p:cNvPr id="5939" name="Google Shape;5939;p5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1" name="Google Shape;5941;p58"/>
              <p:cNvGrpSpPr/>
              <p:nvPr/>
            </p:nvGrpSpPr>
            <p:grpSpPr>
              <a:xfrm>
                <a:off x="4210681" y="3924669"/>
                <a:ext cx="36549" cy="31366"/>
                <a:chOff x="4210681" y="3924669"/>
                <a:chExt cx="36549" cy="31366"/>
              </a:xfrm>
            </p:grpSpPr>
            <p:sp>
              <p:nvSpPr>
                <p:cNvPr id="5942" name="Google Shape;5942;p5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58"/>
              <p:cNvGrpSpPr/>
              <p:nvPr/>
            </p:nvGrpSpPr>
            <p:grpSpPr>
              <a:xfrm>
                <a:off x="3987771" y="3628874"/>
                <a:ext cx="31499" cy="26993"/>
                <a:chOff x="3987771" y="3628874"/>
                <a:chExt cx="31499" cy="26993"/>
              </a:xfrm>
            </p:grpSpPr>
            <p:sp>
              <p:nvSpPr>
                <p:cNvPr id="5945" name="Google Shape;5945;p5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 name="Google Shape;5947;p58"/>
              <p:cNvGrpSpPr/>
              <p:nvPr/>
            </p:nvGrpSpPr>
            <p:grpSpPr>
              <a:xfrm>
                <a:off x="4087382" y="3775674"/>
                <a:ext cx="31405" cy="26898"/>
                <a:chOff x="4087382" y="3775674"/>
                <a:chExt cx="31405" cy="26898"/>
              </a:xfrm>
            </p:grpSpPr>
            <p:sp>
              <p:nvSpPr>
                <p:cNvPr id="5948" name="Google Shape;5948;p5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0" name="Google Shape;5950;p58"/>
              <p:cNvGrpSpPr/>
              <p:nvPr/>
            </p:nvGrpSpPr>
            <p:grpSpPr>
              <a:xfrm>
                <a:off x="4118873" y="3856637"/>
                <a:ext cx="31405" cy="26906"/>
                <a:chOff x="4118873" y="3856637"/>
                <a:chExt cx="31405" cy="26906"/>
              </a:xfrm>
            </p:grpSpPr>
            <p:sp>
              <p:nvSpPr>
                <p:cNvPr id="5951" name="Google Shape;5951;p5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3" name="Google Shape;5953;p58"/>
              <p:cNvGrpSpPr/>
              <p:nvPr/>
            </p:nvGrpSpPr>
            <p:grpSpPr>
              <a:xfrm>
                <a:off x="4168541" y="3639523"/>
                <a:ext cx="31499" cy="26906"/>
                <a:chOff x="4168541" y="3639523"/>
                <a:chExt cx="31499" cy="26906"/>
              </a:xfrm>
            </p:grpSpPr>
            <p:sp>
              <p:nvSpPr>
                <p:cNvPr id="5954" name="Google Shape;5954;p5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6" name="Google Shape;5956;p58"/>
              <p:cNvGrpSpPr/>
              <p:nvPr/>
            </p:nvGrpSpPr>
            <p:grpSpPr>
              <a:xfrm>
                <a:off x="3965789" y="3393545"/>
                <a:ext cx="31405" cy="26945"/>
                <a:chOff x="3965789" y="3393545"/>
                <a:chExt cx="31405" cy="26945"/>
              </a:xfrm>
            </p:grpSpPr>
            <p:sp>
              <p:nvSpPr>
                <p:cNvPr id="5957" name="Google Shape;5957;p5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58"/>
              <p:cNvGrpSpPr/>
              <p:nvPr/>
            </p:nvGrpSpPr>
            <p:grpSpPr>
              <a:xfrm>
                <a:off x="3925166" y="3491008"/>
                <a:ext cx="31405" cy="27001"/>
                <a:chOff x="3925166" y="3491008"/>
                <a:chExt cx="31405" cy="27001"/>
              </a:xfrm>
            </p:grpSpPr>
            <p:sp>
              <p:nvSpPr>
                <p:cNvPr id="5960" name="Google Shape;5960;p5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58"/>
              <p:cNvGrpSpPr/>
              <p:nvPr/>
            </p:nvGrpSpPr>
            <p:grpSpPr>
              <a:xfrm>
                <a:off x="3682845" y="3340976"/>
                <a:ext cx="31397" cy="26898"/>
                <a:chOff x="3682845" y="3340976"/>
                <a:chExt cx="31397" cy="26898"/>
              </a:xfrm>
            </p:grpSpPr>
            <p:sp>
              <p:nvSpPr>
                <p:cNvPr id="5963" name="Google Shape;5963;p5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58"/>
              <p:cNvGrpSpPr/>
              <p:nvPr/>
            </p:nvGrpSpPr>
            <p:grpSpPr>
              <a:xfrm>
                <a:off x="3795393" y="3353725"/>
                <a:ext cx="31499" cy="26993"/>
                <a:chOff x="3795393" y="3353725"/>
                <a:chExt cx="31499" cy="26993"/>
              </a:xfrm>
            </p:grpSpPr>
            <p:sp>
              <p:nvSpPr>
                <p:cNvPr id="5966" name="Google Shape;5966;p5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58"/>
              <p:cNvGrpSpPr/>
              <p:nvPr/>
            </p:nvGrpSpPr>
            <p:grpSpPr>
              <a:xfrm>
                <a:off x="4176909" y="4363221"/>
                <a:ext cx="38924" cy="33316"/>
                <a:chOff x="4176909" y="4363221"/>
                <a:chExt cx="38924" cy="33316"/>
              </a:xfrm>
            </p:grpSpPr>
            <p:sp>
              <p:nvSpPr>
                <p:cNvPr id="5969" name="Google Shape;5969;p5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58"/>
              <p:cNvGrpSpPr/>
              <p:nvPr/>
            </p:nvGrpSpPr>
            <p:grpSpPr>
              <a:xfrm>
                <a:off x="4226191" y="4007660"/>
                <a:ext cx="33560" cy="28770"/>
                <a:chOff x="4226191" y="4007660"/>
                <a:chExt cx="33560" cy="28770"/>
              </a:xfrm>
            </p:grpSpPr>
            <p:sp>
              <p:nvSpPr>
                <p:cNvPr id="5972" name="Google Shape;5972;p5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 name="Google Shape;5974;p58"/>
              <p:cNvGrpSpPr/>
              <p:nvPr/>
            </p:nvGrpSpPr>
            <p:grpSpPr>
              <a:xfrm>
                <a:off x="3597785" y="3377045"/>
                <a:ext cx="33591" cy="28699"/>
                <a:chOff x="3597785" y="3377045"/>
                <a:chExt cx="33591" cy="28699"/>
              </a:xfrm>
            </p:grpSpPr>
            <p:sp>
              <p:nvSpPr>
                <p:cNvPr id="5975" name="Google Shape;5975;p5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58"/>
              <p:cNvGrpSpPr/>
              <p:nvPr/>
            </p:nvGrpSpPr>
            <p:grpSpPr>
              <a:xfrm>
                <a:off x="3887870" y="3669796"/>
                <a:ext cx="33591" cy="28692"/>
                <a:chOff x="3887870" y="3669796"/>
                <a:chExt cx="33591" cy="28692"/>
              </a:xfrm>
            </p:grpSpPr>
            <p:sp>
              <p:nvSpPr>
                <p:cNvPr id="5978" name="Google Shape;5978;p5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 name="Google Shape;5980;p58"/>
              <p:cNvGrpSpPr/>
              <p:nvPr/>
            </p:nvGrpSpPr>
            <p:grpSpPr>
              <a:xfrm>
                <a:off x="3818320" y="3481625"/>
                <a:ext cx="33497" cy="28770"/>
                <a:chOff x="3818320" y="3481625"/>
                <a:chExt cx="33497" cy="28770"/>
              </a:xfrm>
            </p:grpSpPr>
            <p:sp>
              <p:nvSpPr>
                <p:cNvPr id="5981" name="Google Shape;5981;p5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58"/>
              <p:cNvGrpSpPr/>
              <p:nvPr/>
            </p:nvGrpSpPr>
            <p:grpSpPr>
              <a:xfrm>
                <a:off x="4278139" y="4120948"/>
                <a:ext cx="37492" cy="32129"/>
                <a:chOff x="4278139" y="4120948"/>
                <a:chExt cx="37492" cy="32129"/>
              </a:xfrm>
            </p:grpSpPr>
            <p:sp>
              <p:nvSpPr>
                <p:cNvPr id="5984" name="Google Shape;5984;p5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 name="Google Shape;5986;p58"/>
              <p:cNvGrpSpPr/>
              <p:nvPr/>
            </p:nvGrpSpPr>
            <p:grpSpPr>
              <a:xfrm>
                <a:off x="4419898" y="3977388"/>
                <a:ext cx="33497" cy="28692"/>
                <a:chOff x="4419898" y="3977388"/>
                <a:chExt cx="33497" cy="28692"/>
              </a:xfrm>
            </p:grpSpPr>
            <p:sp>
              <p:nvSpPr>
                <p:cNvPr id="5987" name="Google Shape;5987;p5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 name="Google Shape;5989;p58"/>
              <p:cNvGrpSpPr/>
              <p:nvPr/>
            </p:nvGrpSpPr>
            <p:grpSpPr>
              <a:xfrm>
                <a:off x="4158930" y="4034684"/>
                <a:ext cx="33497" cy="28762"/>
                <a:chOff x="4158930" y="4034684"/>
                <a:chExt cx="33497" cy="28762"/>
              </a:xfrm>
            </p:grpSpPr>
            <p:sp>
              <p:nvSpPr>
                <p:cNvPr id="5990" name="Google Shape;5990;p5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58"/>
              <p:cNvGrpSpPr/>
              <p:nvPr/>
            </p:nvGrpSpPr>
            <p:grpSpPr>
              <a:xfrm>
                <a:off x="4134949" y="3957049"/>
                <a:ext cx="33497" cy="28770"/>
                <a:chOff x="4134949" y="3957049"/>
                <a:chExt cx="33497" cy="28770"/>
              </a:xfrm>
            </p:grpSpPr>
            <p:sp>
              <p:nvSpPr>
                <p:cNvPr id="5993" name="Google Shape;5993;p5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 name="Google Shape;5995;p58"/>
              <p:cNvGrpSpPr/>
              <p:nvPr/>
            </p:nvGrpSpPr>
            <p:grpSpPr>
              <a:xfrm>
                <a:off x="4193653" y="4184403"/>
                <a:ext cx="43580" cy="37264"/>
                <a:chOff x="4193653" y="4184403"/>
                <a:chExt cx="43580" cy="37264"/>
              </a:xfrm>
            </p:grpSpPr>
            <p:sp>
              <p:nvSpPr>
                <p:cNvPr id="5996" name="Google Shape;5996;p5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 name="Google Shape;5998;p58"/>
              <p:cNvGrpSpPr/>
              <p:nvPr/>
            </p:nvGrpSpPr>
            <p:grpSpPr>
              <a:xfrm>
                <a:off x="4343600" y="3943844"/>
                <a:ext cx="43580" cy="37312"/>
                <a:chOff x="4343600" y="3943844"/>
                <a:chExt cx="43580" cy="37312"/>
              </a:xfrm>
            </p:grpSpPr>
            <p:sp>
              <p:nvSpPr>
                <p:cNvPr id="5999" name="Google Shape;5999;p5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58"/>
              <p:cNvGrpSpPr/>
              <p:nvPr/>
            </p:nvGrpSpPr>
            <p:grpSpPr>
              <a:xfrm>
                <a:off x="4172339" y="3381693"/>
                <a:ext cx="31499" cy="27001"/>
                <a:chOff x="4172339" y="3381693"/>
                <a:chExt cx="31499" cy="27001"/>
              </a:xfrm>
            </p:grpSpPr>
            <p:sp>
              <p:nvSpPr>
                <p:cNvPr id="6002" name="Google Shape;6002;p5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04" name="Google Shape;6004;p58"/>
          <p:cNvGrpSpPr/>
          <p:nvPr/>
        </p:nvGrpSpPr>
        <p:grpSpPr>
          <a:xfrm>
            <a:off x="3530626" y="1013128"/>
            <a:ext cx="2078182" cy="1366558"/>
            <a:chOff x="235800" y="830650"/>
            <a:chExt cx="6978450" cy="4588844"/>
          </a:xfrm>
        </p:grpSpPr>
        <p:sp>
          <p:nvSpPr>
            <p:cNvPr id="6005" name="Google Shape;6005;p5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58"/>
          <p:cNvGrpSpPr/>
          <p:nvPr/>
        </p:nvGrpSpPr>
        <p:grpSpPr>
          <a:xfrm>
            <a:off x="5904877" y="1016248"/>
            <a:ext cx="2435960" cy="1297725"/>
            <a:chOff x="233350" y="949250"/>
            <a:chExt cx="7137300" cy="3802300"/>
          </a:xfrm>
        </p:grpSpPr>
        <p:sp>
          <p:nvSpPr>
            <p:cNvPr id="6012" name="Google Shape;6012;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 name="Google Shape;6063;p58"/>
          <p:cNvGrpSpPr/>
          <p:nvPr/>
        </p:nvGrpSpPr>
        <p:grpSpPr>
          <a:xfrm>
            <a:off x="698034" y="977939"/>
            <a:ext cx="2665073" cy="1317140"/>
            <a:chOff x="793334" y="1192826"/>
            <a:chExt cx="2665073" cy="1317140"/>
          </a:xfrm>
        </p:grpSpPr>
        <p:sp>
          <p:nvSpPr>
            <p:cNvPr id="6064" name="Google Shape;6064;p5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5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5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5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5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5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5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5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5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5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5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5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5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5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5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5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5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5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5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5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5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5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5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5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5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5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5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5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5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5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5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5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5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5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5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5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5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5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5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5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5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5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5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5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5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5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5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5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5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5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5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5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5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5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5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5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5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5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5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5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5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5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5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5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5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5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5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5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5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5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5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5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5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5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5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5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5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5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5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5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5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5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5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5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5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5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5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5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5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5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5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5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5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5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5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5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5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5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5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5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5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5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5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5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5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5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5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5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5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5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5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5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5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5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5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5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5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5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5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5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5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5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5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5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5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5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5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5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5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5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5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5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5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5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5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5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5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5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5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5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5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5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5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5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5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5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5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5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5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5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5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5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5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5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5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5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5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5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5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5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5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5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5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5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5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5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5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5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5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5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5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5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5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5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5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5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5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5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5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5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5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5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5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5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5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5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5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5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5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5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5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5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5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5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5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5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5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5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5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5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5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5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5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5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5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5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5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5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5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5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5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5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5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5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5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5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5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5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5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5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5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5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5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5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5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5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5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5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5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5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5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5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5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5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5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5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5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5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5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5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5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5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5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5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5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5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5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5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5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5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5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5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5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5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5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5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5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5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5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5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5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5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5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5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5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5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5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5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5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5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5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5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5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5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5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5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5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5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5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5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5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5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5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5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5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5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5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5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5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5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5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5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5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5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5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5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5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5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5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5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5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5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5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5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5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5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5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5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5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5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5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5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5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5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5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5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5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5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5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5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5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5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5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5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5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5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5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5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5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5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5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5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5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5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5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5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5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5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5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5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5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5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5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5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5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5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5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5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5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5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5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5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5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5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5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5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5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5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5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5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5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5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5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5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5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5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5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5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5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5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5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5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5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5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5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5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5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5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5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5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5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5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5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5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5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5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5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5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5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5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5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5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5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5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5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5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5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5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5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5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5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5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5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5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5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5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0034"/>
        <p:cNvGrpSpPr/>
        <p:nvPr/>
      </p:nvGrpSpPr>
      <p:grpSpPr>
        <a:xfrm>
          <a:off x="0" y="0"/>
          <a:ext cx="0" cy="0"/>
          <a:chOff x="0" y="0"/>
          <a:chExt cx="0" cy="0"/>
        </a:xfrm>
      </p:grpSpPr>
      <p:grpSp>
        <p:nvGrpSpPr>
          <p:cNvPr id="10035" name="Google Shape;10035;p59"/>
          <p:cNvGrpSpPr/>
          <p:nvPr/>
        </p:nvGrpSpPr>
        <p:grpSpPr>
          <a:xfrm>
            <a:off x="2100561" y="3398658"/>
            <a:ext cx="1102891" cy="760337"/>
            <a:chOff x="4967783" y="2151471"/>
            <a:chExt cx="3920692" cy="2702940"/>
          </a:xfrm>
        </p:grpSpPr>
        <p:grpSp>
          <p:nvGrpSpPr>
            <p:cNvPr id="10036" name="Google Shape;10036;p59"/>
            <p:cNvGrpSpPr/>
            <p:nvPr/>
          </p:nvGrpSpPr>
          <p:grpSpPr>
            <a:xfrm>
              <a:off x="5045709" y="2252109"/>
              <a:ext cx="3761071" cy="2501708"/>
              <a:chOff x="2691784" y="1805334"/>
              <a:chExt cx="3761071" cy="2501708"/>
            </a:xfrm>
          </p:grpSpPr>
          <p:sp>
            <p:nvSpPr>
              <p:cNvPr id="10037" name="Google Shape;10037;p5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5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5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5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5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5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5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59"/>
            <p:cNvGrpSpPr/>
            <p:nvPr/>
          </p:nvGrpSpPr>
          <p:grpSpPr>
            <a:xfrm>
              <a:off x="4967783" y="2151471"/>
              <a:ext cx="3920692" cy="2702940"/>
              <a:chOff x="2613858" y="1704696"/>
              <a:chExt cx="3920692" cy="2702940"/>
            </a:xfrm>
          </p:grpSpPr>
          <p:sp>
            <p:nvSpPr>
              <p:cNvPr id="10045" name="Google Shape;10045;p5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5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5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5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5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0" name="Google Shape;10050;p59"/>
          <p:cNvGrpSpPr/>
          <p:nvPr/>
        </p:nvGrpSpPr>
        <p:grpSpPr>
          <a:xfrm>
            <a:off x="3504470" y="1286935"/>
            <a:ext cx="1561911" cy="708580"/>
            <a:chOff x="3530532" y="1496185"/>
            <a:chExt cx="1561911" cy="708580"/>
          </a:xfrm>
        </p:grpSpPr>
        <p:grpSp>
          <p:nvGrpSpPr>
            <p:cNvPr id="10051" name="Google Shape;10051;p59"/>
            <p:cNvGrpSpPr/>
            <p:nvPr/>
          </p:nvGrpSpPr>
          <p:grpSpPr>
            <a:xfrm>
              <a:off x="3720318" y="1857562"/>
              <a:ext cx="1372125" cy="54"/>
              <a:chOff x="3720318" y="1857562"/>
              <a:chExt cx="1372125" cy="54"/>
            </a:xfrm>
          </p:grpSpPr>
          <p:cxnSp>
            <p:nvCxnSpPr>
              <p:cNvPr id="10052" name="Google Shape;10052;p59"/>
              <p:cNvCxnSpPr>
                <a:endCxn id="1005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54" name="Google Shape;10054;p5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55" name="Google Shape;10055;p5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56" name="Google Shape;10056;p59"/>
              <p:cNvCxnSpPr>
                <a:stCxn id="1005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057" name="Google Shape;10057;p59"/>
            <p:cNvGrpSpPr/>
            <p:nvPr/>
          </p:nvGrpSpPr>
          <p:grpSpPr>
            <a:xfrm>
              <a:off x="3567462" y="1496185"/>
              <a:ext cx="286500" cy="272914"/>
              <a:chOff x="3567462" y="1496185"/>
              <a:chExt cx="286500" cy="272914"/>
            </a:xfrm>
          </p:grpSpPr>
          <p:cxnSp>
            <p:nvCxnSpPr>
              <p:cNvPr id="10058" name="Google Shape;10058;p5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059" name="Google Shape;10059;p5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5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5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2" name="Google Shape;10062;p59"/>
            <p:cNvGrpSpPr/>
            <p:nvPr/>
          </p:nvGrpSpPr>
          <p:grpSpPr>
            <a:xfrm>
              <a:off x="3929014" y="1960574"/>
              <a:ext cx="286500" cy="242342"/>
              <a:chOff x="3929014" y="1960574"/>
              <a:chExt cx="286500" cy="242342"/>
            </a:xfrm>
          </p:grpSpPr>
          <p:cxnSp>
            <p:nvCxnSpPr>
              <p:cNvPr id="10063" name="Google Shape;10063;p5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064" name="Google Shape;10064;p5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5" name="Google Shape;10065;p59"/>
            <p:cNvGrpSpPr/>
            <p:nvPr/>
          </p:nvGrpSpPr>
          <p:grpSpPr>
            <a:xfrm>
              <a:off x="4290828" y="1496185"/>
              <a:ext cx="286500" cy="272914"/>
              <a:chOff x="4290828" y="1496185"/>
              <a:chExt cx="286500" cy="272914"/>
            </a:xfrm>
          </p:grpSpPr>
          <p:cxnSp>
            <p:nvCxnSpPr>
              <p:cNvPr id="10066" name="Google Shape;10066;p5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067" name="Google Shape;10067;p5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8" name="Google Shape;10068;p5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5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9" name="Google Shape;10069;p59"/>
            <p:cNvGrpSpPr/>
            <p:nvPr/>
          </p:nvGrpSpPr>
          <p:grpSpPr>
            <a:xfrm>
              <a:off x="4657726" y="1959674"/>
              <a:ext cx="286500" cy="245092"/>
              <a:chOff x="4657726" y="1959674"/>
              <a:chExt cx="286500" cy="245092"/>
            </a:xfrm>
          </p:grpSpPr>
          <p:cxnSp>
            <p:nvCxnSpPr>
              <p:cNvPr id="10070" name="Google Shape;10070;p5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071" name="Google Shape;10071;p5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72" name="Google Shape;10072;p59"/>
          <p:cNvGrpSpPr/>
          <p:nvPr/>
        </p:nvGrpSpPr>
        <p:grpSpPr>
          <a:xfrm>
            <a:off x="3486489" y="2149032"/>
            <a:ext cx="1597032" cy="378649"/>
            <a:chOff x="3512551" y="2358282"/>
            <a:chExt cx="1597032" cy="378649"/>
          </a:xfrm>
        </p:grpSpPr>
        <p:grpSp>
          <p:nvGrpSpPr>
            <p:cNvPr id="10073" name="Google Shape;10073;p59"/>
            <p:cNvGrpSpPr/>
            <p:nvPr/>
          </p:nvGrpSpPr>
          <p:grpSpPr>
            <a:xfrm>
              <a:off x="3738198" y="2553002"/>
              <a:ext cx="1145834" cy="117"/>
              <a:chOff x="3738198" y="2553002"/>
              <a:chExt cx="1145834" cy="117"/>
            </a:xfrm>
          </p:grpSpPr>
          <p:cxnSp>
            <p:nvCxnSpPr>
              <p:cNvPr id="10074" name="Google Shape;10074;p5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075" name="Google Shape;10075;p5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076" name="Google Shape;10076;p59"/>
              <p:cNvCxnSpPr>
                <a:stCxn id="10077" idx="6"/>
                <a:endCxn id="1007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079" name="Google Shape;10079;p59"/>
            <p:cNvGrpSpPr/>
            <p:nvPr/>
          </p:nvGrpSpPr>
          <p:grpSpPr>
            <a:xfrm>
              <a:off x="3969644" y="2440153"/>
              <a:ext cx="225900" cy="296779"/>
              <a:chOff x="3969644" y="2440153"/>
              <a:chExt cx="225900" cy="296779"/>
            </a:xfrm>
          </p:grpSpPr>
          <p:cxnSp>
            <p:nvCxnSpPr>
              <p:cNvPr id="10080" name="Google Shape;10080;p5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078" name="Google Shape;10078;p5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5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59"/>
            <p:cNvGrpSpPr/>
            <p:nvPr/>
          </p:nvGrpSpPr>
          <p:grpSpPr>
            <a:xfrm>
              <a:off x="4426818" y="2358282"/>
              <a:ext cx="225600" cy="307471"/>
              <a:chOff x="4426818" y="2358282"/>
              <a:chExt cx="225600" cy="307471"/>
            </a:xfrm>
          </p:grpSpPr>
          <p:cxnSp>
            <p:nvCxnSpPr>
              <p:cNvPr id="10083" name="Google Shape;10083;p59"/>
              <p:cNvCxnSpPr>
                <a:stCxn id="1008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085" name="Google Shape;10085;p5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5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6" name="Google Shape;10086;p59"/>
            <p:cNvGrpSpPr/>
            <p:nvPr/>
          </p:nvGrpSpPr>
          <p:grpSpPr>
            <a:xfrm>
              <a:off x="4883984" y="2440153"/>
              <a:ext cx="225600" cy="296479"/>
              <a:chOff x="4883984" y="2440153"/>
              <a:chExt cx="225600" cy="296479"/>
            </a:xfrm>
          </p:grpSpPr>
          <p:cxnSp>
            <p:nvCxnSpPr>
              <p:cNvPr id="10087" name="Google Shape;10087;p5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088" name="Google Shape;10088;p5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5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59"/>
            <p:cNvGrpSpPr/>
            <p:nvPr/>
          </p:nvGrpSpPr>
          <p:grpSpPr>
            <a:xfrm>
              <a:off x="3512551" y="2358356"/>
              <a:ext cx="225647" cy="307629"/>
              <a:chOff x="2182679" y="2005014"/>
              <a:chExt cx="792300" cy="1080158"/>
            </a:xfrm>
          </p:grpSpPr>
          <p:cxnSp>
            <p:nvCxnSpPr>
              <p:cNvPr id="10091" name="Google Shape;10091;p59"/>
              <p:cNvCxnSpPr>
                <a:stCxn id="1009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077" name="Google Shape;10077;p5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5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59"/>
          <p:cNvGrpSpPr/>
          <p:nvPr/>
        </p:nvGrpSpPr>
        <p:grpSpPr>
          <a:xfrm>
            <a:off x="6846571" y="972829"/>
            <a:ext cx="1559809" cy="722610"/>
            <a:chOff x="634175" y="2986275"/>
            <a:chExt cx="3147949" cy="1458344"/>
          </a:xfrm>
        </p:grpSpPr>
        <p:cxnSp>
          <p:nvCxnSpPr>
            <p:cNvPr id="10094" name="Google Shape;10094;p59"/>
            <p:cNvCxnSpPr>
              <a:stCxn id="10095" idx="4"/>
              <a:endCxn id="1009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097" name="Google Shape;10097;p59"/>
            <p:cNvCxnSpPr>
              <a:stCxn id="10096" idx="0"/>
              <a:endCxn id="1009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099" name="Google Shape;10099;p59"/>
            <p:cNvCxnSpPr>
              <a:stCxn id="10098" idx="4"/>
              <a:endCxn id="1010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101" name="Google Shape;10101;p59"/>
            <p:cNvCxnSpPr>
              <a:stCxn id="10100" idx="0"/>
              <a:endCxn id="1010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102" name="Google Shape;10102;p5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98" name="Google Shape;10098;p5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95" name="Google Shape;10095;p5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100" name="Google Shape;10100;p5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96" name="Google Shape;10096;p5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103" name="Google Shape;10103;p59"/>
          <p:cNvGrpSpPr/>
          <p:nvPr/>
        </p:nvGrpSpPr>
        <p:grpSpPr>
          <a:xfrm>
            <a:off x="3500361" y="2682737"/>
            <a:ext cx="1570719" cy="294123"/>
            <a:chOff x="998425" y="1182125"/>
            <a:chExt cx="1065400" cy="199500"/>
          </a:xfrm>
        </p:grpSpPr>
        <p:sp>
          <p:nvSpPr>
            <p:cNvPr id="10104" name="Google Shape;10104;p5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5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5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5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5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59"/>
          <p:cNvGrpSpPr/>
          <p:nvPr/>
        </p:nvGrpSpPr>
        <p:grpSpPr>
          <a:xfrm>
            <a:off x="6843617" y="1800224"/>
            <a:ext cx="1565716" cy="366729"/>
            <a:chOff x="1247650" y="2075423"/>
            <a:chExt cx="6648477" cy="1557238"/>
          </a:xfrm>
        </p:grpSpPr>
        <p:sp>
          <p:nvSpPr>
            <p:cNvPr id="10110" name="Google Shape;10110;p5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5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5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5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5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5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59"/>
          <p:cNvGrpSpPr/>
          <p:nvPr/>
        </p:nvGrpSpPr>
        <p:grpSpPr>
          <a:xfrm>
            <a:off x="6827929" y="2949039"/>
            <a:ext cx="1597061" cy="663440"/>
            <a:chOff x="6796238" y="3158297"/>
            <a:chExt cx="1630319" cy="677257"/>
          </a:xfrm>
        </p:grpSpPr>
        <p:cxnSp>
          <p:nvCxnSpPr>
            <p:cNvPr id="10117" name="Google Shape;10117;p5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118" name="Google Shape;10118;p5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119" name="Google Shape;10119;p5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120" name="Google Shape;10120;p5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121" name="Google Shape;10121;p59"/>
            <p:cNvGrpSpPr/>
            <p:nvPr/>
          </p:nvGrpSpPr>
          <p:grpSpPr>
            <a:xfrm>
              <a:off x="6796238" y="3311904"/>
              <a:ext cx="1630319" cy="377697"/>
              <a:chOff x="6796238" y="3311904"/>
              <a:chExt cx="1630319" cy="377697"/>
            </a:xfrm>
          </p:grpSpPr>
          <p:sp>
            <p:nvSpPr>
              <p:cNvPr id="10122" name="Google Shape;10122;p5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5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5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59"/>
          <p:cNvGrpSpPr/>
          <p:nvPr/>
        </p:nvGrpSpPr>
        <p:grpSpPr>
          <a:xfrm>
            <a:off x="5349067" y="970431"/>
            <a:ext cx="1368606" cy="1593805"/>
            <a:chOff x="1839112" y="2209163"/>
            <a:chExt cx="1918159" cy="2233784"/>
          </a:xfrm>
        </p:grpSpPr>
        <p:sp>
          <p:nvSpPr>
            <p:cNvPr id="10126" name="Google Shape;10126;p5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5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5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29" name="Google Shape;10129;p59"/>
            <p:cNvCxnSpPr>
              <a:stCxn id="10126" idx="6"/>
              <a:endCxn id="1012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130" name="Google Shape;10130;p59"/>
            <p:cNvCxnSpPr>
              <a:stCxn id="10127" idx="4"/>
              <a:endCxn id="1013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132" name="Google Shape;10132;p59"/>
            <p:cNvCxnSpPr>
              <a:stCxn id="10131" idx="6"/>
              <a:endCxn id="1012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133" name="Google Shape;10133;p59"/>
            <p:cNvCxnSpPr>
              <a:stCxn id="10128" idx="4"/>
              <a:endCxn id="1013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131" name="Google Shape;10131;p5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5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5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36" name="Google Shape;10136;p59"/>
            <p:cNvCxnSpPr>
              <a:endCxn id="1013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137" name="Google Shape;10137;p59"/>
          <p:cNvGrpSpPr/>
          <p:nvPr/>
        </p:nvGrpSpPr>
        <p:grpSpPr>
          <a:xfrm>
            <a:off x="3481440" y="976667"/>
            <a:ext cx="1637968" cy="154942"/>
            <a:chOff x="238125" y="2506075"/>
            <a:chExt cx="7115411" cy="673075"/>
          </a:xfrm>
        </p:grpSpPr>
        <p:sp>
          <p:nvSpPr>
            <p:cNvPr id="10138" name="Google Shape;10138;p5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5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5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5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5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59"/>
          <p:cNvGrpSpPr/>
          <p:nvPr/>
        </p:nvGrpSpPr>
        <p:grpSpPr>
          <a:xfrm>
            <a:off x="720125" y="1298264"/>
            <a:ext cx="2476762" cy="91743"/>
            <a:chOff x="1464850" y="436376"/>
            <a:chExt cx="6001362" cy="222300"/>
          </a:xfrm>
        </p:grpSpPr>
        <p:sp>
          <p:nvSpPr>
            <p:cNvPr id="10144" name="Google Shape;10144;p5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5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5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5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5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49" name="Google Shape;10149;p5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50" name="Google Shape;10150;p5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51" name="Google Shape;10151;p5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52" name="Google Shape;10152;p5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153" name="Google Shape;10153;p59"/>
          <p:cNvGrpSpPr/>
          <p:nvPr/>
        </p:nvGrpSpPr>
        <p:grpSpPr>
          <a:xfrm>
            <a:off x="706392" y="2533730"/>
            <a:ext cx="1452710" cy="651923"/>
            <a:chOff x="803162" y="2667727"/>
            <a:chExt cx="1411906" cy="633611"/>
          </a:xfrm>
        </p:grpSpPr>
        <p:cxnSp>
          <p:nvCxnSpPr>
            <p:cNvPr id="10154" name="Google Shape;10154;p59"/>
            <p:cNvCxnSpPr>
              <a:stCxn id="10155" idx="2"/>
              <a:endCxn id="1015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57" name="Google Shape;10157;p59"/>
            <p:cNvCxnSpPr>
              <a:stCxn id="10158" idx="0"/>
              <a:endCxn id="1015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59" name="Google Shape;10159;p59"/>
            <p:cNvCxnSpPr>
              <a:stCxn id="10158" idx="2"/>
              <a:endCxn id="1016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61" name="Google Shape;10161;p59"/>
            <p:cNvCxnSpPr>
              <a:stCxn id="10162" idx="0"/>
              <a:endCxn id="1015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63" name="Google Shape;10163;p59"/>
            <p:cNvCxnSpPr>
              <a:stCxn id="10156" idx="2"/>
              <a:endCxn id="1016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65" name="Google Shape;10165;p59"/>
            <p:cNvCxnSpPr>
              <a:stCxn id="10166" idx="0"/>
              <a:endCxn id="1015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162" name="Google Shape;10162;p5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60" name="Google Shape;10160;p5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66" name="Google Shape;10166;p5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64" name="Google Shape;10164;p5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56" name="Google Shape;10156;p5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58" name="Google Shape;10158;p5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55" name="Google Shape;10155;p5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167" name="Google Shape;10167;p59"/>
          <p:cNvGrpSpPr/>
          <p:nvPr/>
        </p:nvGrpSpPr>
        <p:grpSpPr>
          <a:xfrm>
            <a:off x="706394" y="969268"/>
            <a:ext cx="2518541" cy="209309"/>
            <a:chOff x="803163" y="1111966"/>
            <a:chExt cx="2447800" cy="203430"/>
          </a:xfrm>
        </p:grpSpPr>
        <p:grpSp>
          <p:nvGrpSpPr>
            <p:cNvPr id="10168" name="Google Shape;10168;p59"/>
            <p:cNvGrpSpPr/>
            <p:nvPr/>
          </p:nvGrpSpPr>
          <p:grpSpPr>
            <a:xfrm>
              <a:off x="1958180" y="1111966"/>
              <a:ext cx="588019" cy="121396"/>
              <a:chOff x="4808316" y="2800065"/>
              <a:chExt cx="1999386" cy="412910"/>
            </a:xfrm>
          </p:grpSpPr>
          <p:sp>
            <p:nvSpPr>
              <p:cNvPr id="10169" name="Google Shape;10169;p5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0" name="Google Shape;10170;p59"/>
              <p:cNvGrpSpPr/>
              <p:nvPr/>
            </p:nvGrpSpPr>
            <p:grpSpPr>
              <a:xfrm>
                <a:off x="4808316" y="2800065"/>
                <a:ext cx="92400" cy="411825"/>
                <a:chOff x="845575" y="2563700"/>
                <a:chExt cx="92400" cy="411825"/>
              </a:xfrm>
            </p:grpSpPr>
            <p:cxnSp>
              <p:nvCxnSpPr>
                <p:cNvPr id="10171" name="Google Shape;10171;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72" name="Google Shape;10172;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173" name="Google Shape;10173;p5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174" name="Google Shape;10174;p5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5" name="Google Shape;10175;p59"/>
            <p:cNvGrpSpPr/>
            <p:nvPr/>
          </p:nvGrpSpPr>
          <p:grpSpPr>
            <a:xfrm>
              <a:off x="803163" y="1111974"/>
              <a:ext cx="591158" cy="121545"/>
              <a:chOff x="803163" y="1111974"/>
              <a:chExt cx="591158" cy="121545"/>
            </a:xfrm>
          </p:grpSpPr>
          <p:grpSp>
            <p:nvGrpSpPr>
              <p:cNvPr id="10176" name="Google Shape;10176;p59"/>
              <p:cNvGrpSpPr/>
              <p:nvPr/>
            </p:nvGrpSpPr>
            <p:grpSpPr>
              <a:xfrm>
                <a:off x="803163" y="1111974"/>
                <a:ext cx="27175" cy="121077"/>
                <a:chOff x="845575" y="2563700"/>
                <a:chExt cx="92400" cy="411825"/>
              </a:xfrm>
            </p:grpSpPr>
            <p:cxnSp>
              <p:nvCxnSpPr>
                <p:cNvPr id="10177" name="Google Shape;10177;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78" name="Google Shape;10178;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9" name="Google Shape;10179;p5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59"/>
            <p:cNvGrpSpPr/>
            <p:nvPr/>
          </p:nvGrpSpPr>
          <p:grpSpPr>
            <a:xfrm>
              <a:off x="1381910" y="1194219"/>
              <a:ext cx="588341" cy="121177"/>
              <a:chOff x="1381910" y="1194219"/>
              <a:chExt cx="588341" cy="121177"/>
            </a:xfrm>
          </p:grpSpPr>
          <p:grpSp>
            <p:nvGrpSpPr>
              <p:cNvPr id="10181" name="Google Shape;10181;p59"/>
              <p:cNvGrpSpPr/>
              <p:nvPr/>
            </p:nvGrpSpPr>
            <p:grpSpPr>
              <a:xfrm rot="10800000">
                <a:off x="1381910" y="1194319"/>
                <a:ext cx="27175" cy="121077"/>
                <a:chOff x="2070100" y="2563700"/>
                <a:chExt cx="92400" cy="411825"/>
              </a:xfrm>
            </p:grpSpPr>
            <p:cxnSp>
              <p:nvCxnSpPr>
                <p:cNvPr id="10182" name="Google Shape;10182;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83" name="Google Shape;10183;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4" name="Google Shape;10184;p5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59"/>
            <p:cNvGrpSpPr/>
            <p:nvPr/>
          </p:nvGrpSpPr>
          <p:grpSpPr>
            <a:xfrm>
              <a:off x="2532079" y="1194219"/>
              <a:ext cx="704927" cy="121177"/>
              <a:chOff x="2532079" y="1194219"/>
              <a:chExt cx="704927" cy="121177"/>
            </a:xfrm>
          </p:grpSpPr>
          <p:grpSp>
            <p:nvGrpSpPr>
              <p:cNvPr id="10186" name="Google Shape;10186;p59"/>
              <p:cNvGrpSpPr/>
              <p:nvPr/>
            </p:nvGrpSpPr>
            <p:grpSpPr>
              <a:xfrm rot="10800000">
                <a:off x="2532079" y="1194319"/>
                <a:ext cx="27175" cy="121077"/>
                <a:chOff x="2070100" y="2563700"/>
                <a:chExt cx="92400" cy="411825"/>
              </a:xfrm>
            </p:grpSpPr>
            <p:cxnSp>
              <p:nvCxnSpPr>
                <p:cNvPr id="10187" name="Google Shape;10187;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88" name="Google Shape;10188;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9" name="Google Shape;10189;p5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90" name="Google Shape;10190;p59"/>
          <p:cNvGrpSpPr/>
          <p:nvPr/>
        </p:nvGrpSpPr>
        <p:grpSpPr>
          <a:xfrm>
            <a:off x="3499404" y="3665900"/>
            <a:ext cx="1567778" cy="491677"/>
            <a:chOff x="5194708" y="3484366"/>
            <a:chExt cx="3148148" cy="987304"/>
          </a:xfrm>
        </p:grpSpPr>
        <p:grpSp>
          <p:nvGrpSpPr>
            <p:cNvPr id="10191" name="Google Shape;10191;p59"/>
            <p:cNvGrpSpPr/>
            <p:nvPr/>
          </p:nvGrpSpPr>
          <p:grpSpPr>
            <a:xfrm>
              <a:off x="7531521" y="3484366"/>
              <a:ext cx="811335" cy="987304"/>
              <a:chOff x="3379425" y="1617275"/>
              <a:chExt cx="1090650" cy="1327200"/>
            </a:xfrm>
          </p:grpSpPr>
          <p:sp>
            <p:nvSpPr>
              <p:cNvPr id="10192" name="Google Shape;10192;p5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5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5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59"/>
            <p:cNvGrpSpPr/>
            <p:nvPr/>
          </p:nvGrpSpPr>
          <p:grpSpPr>
            <a:xfrm>
              <a:off x="6752546" y="3484366"/>
              <a:ext cx="811428" cy="987304"/>
              <a:chOff x="2332275" y="1617275"/>
              <a:chExt cx="1090775" cy="1327200"/>
            </a:xfrm>
          </p:grpSpPr>
          <p:sp>
            <p:nvSpPr>
              <p:cNvPr id="10196" name="Google Shape;10196;p5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5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5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9" name="Google Shape;10199;p59"/>
            <p:cNvGrpSpPr/>
            <p:nvPr/>
          </p:nvGrpSpPr>
          <p:grpSpPr>
            <a:xfrm>
              <a:off x="5973664" y="3484366"/>
              <a:ext cx="811335" cy="987304"/>
              <a:chOff x="1285250" y="1617275"/>
              <a:chExt cx="1090650" cy="1327200"/>
            </a:xfrm>
          </p:grpSpPr>
          <p:sp>
            <p:nvSpPr>
              <p:cNvPr id="10200" name="Google Shape;10200;p5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5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59"/>
            <p:cNvGrpSpPr/>
            <p:nvPr/>
          </p:nvGrpSpPr>
          <p:grpSpPr>
            <a:xfrm>
              <a:off x="5194708" y="3484366"/>
              <a:ext cx="811409" cy="987304"/>
              <a:chOff x="238125" y="1617275"/>
              <a:chExt cx="1090750" cy="1327200"/>
            </a:xfrm>
          </p:grpSpPr>
          <p:sp>
            <p:nvSpPr>
              <p:cNvPr id="10204" name="Google Shape;10204;p5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5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5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59"/>
          <p:cNvGrpSpPr/>
          <p:nvPr/>
        </p:nvGrpSpPr>
        <p:grpSpPr>
          <a:xfrm>
            <a:off x="3460013" y="3146311"/>
            <a:ext cx="1616964" cy="346256"/>
            <a:chOff x="1808063" y="4294338"/>
            <a:chExt cx="3370782" cy="721817"/>
          </a:xfrm>
        </p:grpSpPr>
        <p:sp>
          <p:nvSpPr>
            <p:cNvPr id="10208" name="Google Shape;10208;p5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5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5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5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5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5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5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5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5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5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59"/>
          <p:cNvGrpSpPr/>
          <p:nvPr/>
        </p:nvGrpSpPr>
        <p:grpSpPr>
          <a:xfrm>
            <a:off x="738225" y="3432340"/>
            <a:ext cx="1295882" cy="646587"/>
            <a:chOff x="834100" y="3642869"/>
            <a:chExt cx="1259483" cy="628426"/>
          </a:xfrm>
        </p:grpSpPr>
        <p:sp>
          <p:nvSpPr>
            <p:cNvPr id="10219" name="Google Shape;10219;p5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5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5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5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5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5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5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5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5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5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5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5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5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5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5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5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4" name="Google Shape;10244;p59"/>
            <p:cNvGrpSpPr/>
            <p:nvPr/>
          </p:nvGrpSpPr>
          <p:grpSpPr>
            <a:xfrm>
              <a:off x="1360364" y="3847835"/>
              <a:ext cx="208119" cy="224359"/>
              <a:chOff x="1360769" y="3847100"/>
              <a:chExt cx="208119" cy="224359"/>
            </a:xfrm>
          </p:grpSpPr>
          <p:sp>
            <p:nvSpPr>
              <p:cNvPr id="10245" name="Google Shape;10245;p5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5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5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5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5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5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5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5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5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5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5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5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5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5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5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5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5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5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5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5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5" name="Google Shape;10265;p5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5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5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5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5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5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5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5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5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5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59"/>
          <p:cNvGrpSpPr/>
          <p:nvPr/>
        </p:nvGrpSpPr>
        <p:grpSpPr>
          <a:xfrm rot="5400000">
            <a:off x="5951338" y="3228837"/>
            <a:ext cx="164064" cy="1414916"/>
            <a:chOff x="4428249" y="1369375"/>
            <a:chExt cx="36905" cy="429569"/>
          </a:xfrm>
        </p:grpSpPr>
        <p:sp>
          <p:nvSpPr>
            <p:cNvPr id="10280" name="Google Shape;10280;p5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5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5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5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5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5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5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5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5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5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5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5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5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5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5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5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59"/>
          <p:cNvGrpSpPr/>
          <p:nvPr/>
        </p:nvGrpSpPr>
        <p:grpSpPr>
          <a:xfrm rot="10800000" flipH="1">
            <a:off x="5323767" y="2817380"/>
            <a:ext cx="1419207" cy="24808"/>
            <a:chOff x="219558" y="4738465"/>
            <a:chExt cx="5852400" cy="102300"/>
          </a:xfrm>
        </p:grpSpPr>
        <p:cxnSp>
          <p:nvCxnSpPr>
            <p:cNvPr id="10313" name="Google Shape;10313;p5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314" name="Google Shape;10314;p5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5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5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59"/>
          <p:cNvGrpSpPr/>
          <p:nvPr/>
        </p:nvGrpSpPr>
        <p:grpSpPr>
          <a:xfrm>
            <a:off x="5335086" y="3190444"/>
            <a:ext cx="1396570" cy="385016"/>
            <a:chOff x="5286284" y="2966544"/>
            <a:chExt cx="1396570" cy="385016"/>
          </a:xfrm>
        </p:grpSpPr>
        <p:cxnSp>
          <p:nvCxnSpPr>
            <p:cNvPr id="10320" name="Google Shape;10320;p5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321" name="Google Shape;10321;p5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322" name="Google Shape;10322;p59"/>
            <p:cNvGrpSpPr/>
            <p:nvPr/>
          </p:nvGrpSpPr>
          <p:grpSpPr>
            <a:xfrm>
              <a:off x="5287688" y="3173364"/>
              <a:ext cx="1395166" cy="74100"/>
              <a:chOff x="5287688" y="3173364"/>
              <a:chExt cx="1395166" cy="74100"/>
            </a:xfrm>
          </p:grpSpPr>
          <p:cxnSp>
            <p:nvCxnSpPr>
              <p:cNvPr id="10323" name="Google Shape;10323;p5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324" name="Google Shape;10324;p5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325" name="Google Shape;10325;p5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6" name="Google Shape;10326;p5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7" name="Google Shape;10327;p5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8" name="Google Shape;10328;p5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9" name="Google Shape;10329;p5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30" name="Google Shape;10330;p5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331" name="Google Shape;10331;p5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332" name="Google Shape;10332;p59"/>
          <p:cNvGrpSpPr/>
          <p:nvPr/>
        </p:nvGrpSpPr>
        <p:grpSpPr>
          <a:xfrm>
            <a:off x="2021151" y="1609220"/>
            <a:ext cx="1182276" cy="662027"/>
            <a:chOff x="2029517" y="1732295"/>
            <a:chExt cx="1149068" cy="643432"/>
          </a:xfrm>
        </p:grpSpPr>
        <p:grpSp>
          <p:nvGrpSpPr>
            <p:cNvPr id="10333" name="Google Shape;10333;p59"/>
            <p:cNvGrpSpPr/>
            <p:nvPr/>
          </p:nvGrpSpPr>
          <p:grpSpPr>
            <a:xfrm>
              <a:off x="2708660" y="1746937"/>
              <a:ext cx="455427" cy="244429"/>
              <a:chOff x="2700693" y="1746937"/>
              <a:chExt cx="455427" cy="244429"/>
            </a:xfrm>
          </p:grpSpPr>
          <p:grpSp>
            <p:nvGrpSpPr>
              <p:cNvPr id="10334" name="Google Shape;10334;p59"/>
              <p:cNvGrpSpPr/>
              <p:nvPr/>
            </p:nvGrpSpPr>
            <p:grpSpPr>
              <a:xfrm>
                <a:off x="2905682" y="1782817"/>
                <a:ext cx="250438" cy="208549"/>
                <a:chOff x="2905682" y="1782817"/>
                <a:chExt cx="250438" cy="208549"/>
              </a:xfrm>
            </p:grpSpPr>
            <p:cxnSp>
              <p:nvCxnSpPr>
                <p:cNvPr id="10335" name="Google Shape;10335;p5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36" name="Google Shape;10336;p5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59"/>
              <p:cNvGrpSpPr/>
              <p:nvPr/>
            </p:nvGrpSpPr>
            <p:grpSpPr>
              <a:xfrm>
                <a:off x="2700693" y="1746937"/>
                <a:ext cx="449967" cy="72374"/>
                <a:chOff x="2700693" y="1746937"/>
                <a:chExt cx="449967" cy="72374"/>
              </a:xfrm>
            </p:grpSpPr>
            <p:cxnSp>
              <p:nvCxnSpPr>
                <p:cNvPr id="10338" name="Google Shape;10338;p5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39" name="Google Shape;10339;p5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40" name="Google Shape;10340;p59"/>
            <p:cNvGrpSpPr/>
            <p:nvPr/>
          </p:nvGrpSpPr>
          <p:grpSpPr>
            <a:xfrm>
              <a:off x="2029517" y="1732295"/>
              <a:ext cx="1149068" cy="643432"/>
              <a:chOff x="2029517" y="1732295"/>
              <a:chExt cx="1149068" cy="643432"/>
            </a:xfrm>
          </p:grpSpPr>
          <p:grpSp>
            <p:nvGrpSpPr>
              <p:cNvPr id="10341" name="Google Shape;10341;p59"/>
              <p:cNvGrpSpPr/>
              <p:nvPr/>
            </p:nvGrpSpPr>
            <p:grpSpPr>
              <a:xfrm>
                <a:off x="2703618" y="2103152"/>
                <a:ext cx="474966" cy="260017"/>
                <a:chOff x="2703618" y="2103152"/>
                <a:chExt cx="474966" cy="260017"/>
              </a:xfrm>
            </p:grpSpPr>
            <p:grpSp>
              <p:nvGrpSpPr>
                <p:cNvPr id="10342" name="Google Shape;10342;p59"/>
                <p:cNvGrpSpPr/>
                <p:nvPr/>
              </p:nvGrpSpPr>
              <p:grpSpPr>
                <a:xfrm>
                  <a:off x="2703618" y="2290640"/>
                  <a:ext cx="450291" cy="72529"/>
                  <a:chOff x="2703618" y="2290640"/>
                  <a:chExt cx="450291" cy="72529"/>
                </a:xfrm>
              </p:grpSpPr>
              <p:cxnSp>
                <p:nvCxnSpPr>
                  <p:cNvPr id="10343" name="Google Shape;10343;p5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44" name="Google Shape;10344;p5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59"/>
                <p:cNvGrpSpPr/>
                <p:nvPr/>
              </p:nvGrpSpPr>
              <p:grpSpPr>
                <a:xfrm>
                  <a:off x="2908607" y="2103152"/>
                  <a:ext cx="269977" cy="223538"/>
                  <a:chOff x="2908607" y="2103152"/>
                  <a:chExt cx="269977" cy="223538"/>
                </a:xfrm>
              </p:grpSpPr>
              <p:cxnSp>
                <p:nvCxnSpPr>
                  <p:cNvPr id="10346" name="Google Shape;10346;p5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47" name="Google Shape;10347;p5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48" name="Google Shape;10348;p59"/>
              <p:cNvGrpSpPr/>
              <p:nvPr/>
            </p:nvGrpSpPr>
            <p:grpSpPr>
              <a:xfrm>
                <a:off x="2029517" y="1732295"/>
                <a:ext cx="685827" cy="643432"/>
                <a:chOff x="2029517" y="1732295"/>
                <a:chExt cx="685827" cy="643432"/>
              </a:xfrm>
            </p:grpSpPr>
            <p:sp>
              <p:nvSpPr>
                <p:cNvPr id="10349" name="Google Shape;10349;p5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0" name="Google Shape;10350;p59"/>
                <p:cNvGrpSpPr/>
                <p:nvPr/>
              </p:nvGrpSpPr>
              <p:grpSpPr>
                <a:xfrm>
                  <a:off x="2158948" y="1732295"/>
                  <a:ext cx="556396" cy="333108"/>
                  <a:chOff x="2158948" y="1732295"/>
                  <a:chExt cx="556396" cy="333108"/>
                </a:xfrm>
              </p:grpSpPr>
              <p:cxnSp>
                <p:nvCxnSpPr>
                  <p:cNvPr id="10351" name="Google Shape;10351;p5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352" name="Google Shape;10352;p5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59"/>
                <p:cNvGrpSpPr/>
                <p:nvPr/>
              </p:nvGrpSpPr>
              <p:grpSpPr>
                <a:xfrm>
                  <a:off x="2159908" y="2065057"/>
                  <a:ext cx="550884" cy="310670"/>
                  <a:chOff x="2159908" y="2065057"/>
                  <a:chExt cx="550884" cy="310670"/>
                </a:xfrm>
              </p:grpSpPr>
              <p:cxnSp>
                <p:nvCxnSpPr>
                  <p:cNvPr id="10354" name="Google Shape;10354;p5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355" name="Google Shape;10355;p5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356" name="Google Shape;10356;p59"/>
          <p:cNvGrpSpPr/>
          <p:nvPr/>
        </p:nvGrpSpPr>
        <p:grpSpPr>
          <a:xfrm>
            <a:off x="706400" y="1556833"/>
            <a:ext cx="962651" cy="810058"/>
            <a:chOff x="844912" y="1681380"/>
            <a:chExt cx="935611" cy="787305"/>
          </a:xfrm>
        </p:grpSpPr>
        <p:grpSp>
          <p:nvGrpSpPr>
            <p:cNvPr id="10357" name="Google Shape;10357;p59"/>
            <p:cNvGrpSpPr/>
            <p:nvPr/>
          </p:nvGrpSpPr>
          <p:grpSpPr>
            <a:xfrm>
              <a:off x="844912" y="1819635"/>
              <a:ext cx="329836" cy="510016"/>
              <a:chOff x="844912" y="1819635"/>
              <a:chExt cx="329836" cy="510016"/>
            </a:xfrm>
          </p:grpSpPr>
          <p:sp>
            <p:nvSpPr>
              <p:cNvPr id="10358" name="Google Shape;10358;p5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5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5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59"/>
            <p:cNvGrpSpPr/>
            <p:nvPr/>
          </p:nvGrpSpPr>
          <p:grpSpPr>
            <a:xfrm>
              <a:off x="1284601" y="2158168"/>
              <a:ext cx="495923" cy="310517"/>
              <a:chOff x="1284601" y="2158168"/>
              <a:chExt cx="495923" cy="310517"/>
            </a:xfrm>
          </p:grpSpPr>
          <p:sp>
            <p:nvSpPr>
              <p:cNvPr id="10365" name="Google Shape;10365;p5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59"/>
              <p:cNvGrpSpPr/>
              <p:nvPr/>
            </p:nvGrpSpPr>
            <p:grpSpPr>
              <a:xfrm>
                <a:off x="1507666" y="2158168"/>
                <a:ext cx="272858" cy="310517"/>
                <a:chOff x="1507666" y="2158168"/>
                <a:chExt cx="272858" cy="310517"/>
              </a:xfrm>
            </p:grpSpPr>
            <p:grpSp>
              <p:nvGrpSpPr>
                <p:cNvPr id="10367" name="Google Shape;10367;p59"/>
                <p:cNvGrpSpPr/>
                <p:nvPr/>
              </p:nvGrpSpPr>
              <p:grpSpPr>
                <a:xfrm>
                  <a:off x="1507666" y="2176104"/>
                  <a:ext cx="166395" cy="273149"/>
                  <a:chOff x="1507666" y="2176104"/>
                  <a:chExt cx="166395" cy="273149"/>
                </a:xfrm>
              </p:grpSpPr>
              <p:sp>
                <p:nvSpPr>
                  <p:cNvPr id="10368" name="Google Shape;10368;p5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5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5" name="Google Shape;10375;p5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77" name="Google Shape;10377;p59"/>
            <p:cNvGrpSpPr/>
            <p:nvPr/>
          </p:nvGrpSpPr>
          <p:grpSpPr>
            <a:xfrm>
              <a:off x="1284601" y="1681380"/>
              <a:ext cx="495923" cy="310517"/>
              <a:chOff x="1284601" y="1681380"/>
              <a:chExt cx="495923" cy="310517"/>
            </a:xfrm>
          </p:grpSpPr>
          <p:sp>
            <p:nvSpPr>
              <p:cNvPr id="10378" name="Google Shape;10378;p5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9" name="Google Shape;10379;p59"/>
              <p:cNvGrpSpPr/>
              <p:nvPr/>
            </p:nvGrpSpPr>
            <p:grpSpPr>
              <a:xfrm>
                <a:off x="1507666" y="1681380"/>
                <a:ext cx="272858" cy="310517"/>
                <a:chOff x="1507666" y="1681380"/>
                <a:chExt cx="272858" cy="310517"/>
              </a:xfrm>
            </p:grpSpPr>
            <p:grpSp>
              <p:nvGrpSpPr>
                <p:cNvPr id="10380" name="Google Shape;10380;p59"/>
                <p:cNvGrpSpPr/>
                <p:nvPr/>
              </p:nvGrpSpPr>
              <p:grpSpPr>
                <a:xfrm>
                  <a:off x="1507666" y="1700120"/>
                  <a:ext cx="166395" cy="272984"/>
                  <a:chOff x="1507666" y="1700120"/>
                  <a:chExt cx="166395" cy="272984"/>
                </a:xfrm>
              </p:grpSpPr>
              <p:sp>
                <p:nvSpPr>
                  <p:cNvPr id="10381" name="Google Shape;10381;p5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5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5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5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8" name="Google Shape;10388;p5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90" name="Google Shape;10390;p59"/>
          <p:cNvGrpSpPr/>
          <p:nvPr/>
        </p:nvGrpSpPr>
        <p:grpSpPr>
          <a:xfrm>
            <a:off x="6815341" y="2324262"/>
            <a:ext cx="1622269" cy="552443"/>
            <a:chOff x="6894650" y="2574740"/>
            <a:chExt cx="1445100" cy="492111"/>
          </a:xfrm>
        </p:grpSpPr>
        <p:sp>
          <p:nvSpPr>
            <p:cNvPr id="10391" name="Google Shape;10391;p5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6" name="Google Shape;10396;p5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397" name="Google Shape;10397;p59"/>
          <p:cNvGrpSpPr/>
          <p:nvPr/>
        </p:nvGrpSpPr>
        <p:grpSpPr>
          <a:xfrm>
            <a:off x="6834884" y="3698518"/>
            <a:ext cx="1583206" cy="475705"/>
            <a:chOff x="6953919" y="3907920"/>
            <a:chExt cx="1377300" cy="475705"/>
          </a:xfrm>
        </p:grpSpPr>
        <p:cxnSp>
          <p:nvCxnSpPr>
            <p:cNvPr id="10398" name="Google Shape;10398;p5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399" name="Google Shape;10399;p5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400" name="Google Shape;10400;p5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401" name="Google Shape;10401;p5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402" name="Google Shape;10402;p5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403" name="Google Shape;10403;p59"/>
          <p:cNvGrpSpPr/>
          <p:nvPr/>
        </p:nvGrpSpPr>
        <p:grpSpPr>
          <a:xfrm>
            <a:off x="2338472" y="2459663"/>
            <a:ext cx="836286" cy="824529"/>
            <a:chOff x="2389399" y="2595741"/>
            <a:chExt cx="812796" cy="801369"/>
          </a:xfrm>
        </p:grpSpPr>
        <p:grpSp>
          <p:nvGrpSpPr>
            <p:cNvPr id="10404" name="Google Shape;10404;p59"/>
            <p:cNvGrpSpPr/>
            <p:nvPr/>
          </p:nvGrpSpPr>
          <p:grpSpPr>
            <a:xfrm>
              <a:off x="2492145" y="2881565"/>
              <a:ext cx="607300" cy="229751"/>
              <a:chOff x="2492145" y="2881565"/>
              <a:chExt cx="607300" cy="229751"/>
            </a:xfrm>
          </p:grpSpPr>
          <p:sp>
            <p:nvSpPr>
              <p:cNvPr id="10405" name="Google Shape;10405;p5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59"/>
            <p:cNvGrpSpPr/>
            <p:nvPr/>
          </p:nvGrpSpPr>
          <p:grpSpPr>
            <a:xfrm>
              <a:off x="2389399" y="2595741"/>
              <a:ext cx="812796" cy="296825"/>
              <a:chOff x="2389399" y="2595741"/>
              <a:chExt cx="812796" cy="296825"/>
            </a:xfrm>
          </p:grpSpPr>
          <p:grpSp>
            <p:nvGrpSpPr>
              <p:cNvPr id="10409" name="Google Shape;10409;p59"/>
              <p:cNvGrpSpPr/>
              <p:nvPr/>
            </p:nvGrpSpPr>
            <p:grpSpPr>
              <a:xfrm>
                <a:off x="2389399" y="2595741"/>
                <a:ext cx="363638" cy="296825"/>
                <a:chOff x="2389399" y="2595741"/>
                <a:chExt cx="363638" cy="296825"/>
              </a:xfrm>
            </p:grpSpPr>
            <p:grpSp>
              <p:nvGrpSpPr>
                <p:cNvPr id="10410" name="Google Shape;10410;p59"/>
                <p:cNvGrpSpPr/>
                <p:nvPr/>
              </p:nvGrpSpPr>
              <p:grpSpPr>
                <a:xfrm>
                  <a:off x="2493852" y="2794333"/>
                  <a:ext cx="259185" cy="98232"/>
                  <a:chOff x="2493852" y="2794333"/>
                  <a:chExt cx="259185" cy="98232"/>
                </a:xfrm>
              </p:grpSpPr>
              <p:sp>
                <p:nvSpPr>
                  <p:cNvPr id="10411" name="Google Shape;10411;p5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59"/>
                <p:cNvGrpSpPr/>
                <p:nvPr/>
              </p:nvGrpSpPr>
              <p:grpSpPr>
                <a:xfrm>
                  <a:off x="2389399" y="2595741"/>
                  <a:ext cx="224343" cy="182054"/>
                  <a:chOff x="2389399" y="2595741"/>
                  <a:chExt cx="224343" cy="182054"/>
                </a:xfrm>
              </p:grpSpPr>
              <p:sp>
                <p:nvSpPr>
                  <p:cNvPr id="10415" name="Google Shape;10415;p5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17" name="Google Shape;10417;p59"/>
              <p:cNvGrpSpPr/>
              <p:nvPr/>
            </p:nvGrpSpPr>
            <p:grpSpPr>
              <a:xfrm>
                <a:off x="2683630" y="2595741"/>
                <a:ext cx="224334" cy="296825"/>
                <a:chOff x="2683630" y="2595741"/>
                <a:chExt cx="224334" cy="296825"/>
              </a:xfrm>
            </p:grpSpPr>
            <p:grpSp>
              <p:nvGrpSpPr>
                <p:cNvPr id="10418" name="Google Shape;10418;p59"/>
                <p:cNvGrpSpPr/>
                <p:nvPr/>
              </p:nvGrpSpPr>
              <p:grpSpPr>
                <a:xfrm>
                  <a:off x="2788083" y="2794333"/>
                  <a:ext cx="15356" cy="98232"/>
                  <a:chOff x="2788083" y="2794333"/>
                  <a:chExt cx="15356" cy="98232"/>
                </a:xfrm>
              </p:grpSpPr>
              <p:sp>
                <p:nvSpPr>
                  <p:cNvPr id="10419" name="Google Shape;10419;p5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5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5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59"/>
                <p:cNvGrpSpPr/>
                <p:nvPr/>
              </p:nvGrpSpPr>
              <p:grpSpPr>
                <a:xfrm>
                  <a:off x="2683630" y="2595741"/>
                  <a:ext cx="224334" cy="182054"/>
                  <a:chOff x="2683630" y="2595741"/>
                  <a:chExt cx="224334" cy="182054"/>
                </a:xfrm>
              </p:grpSpPr>
              <p:sp>
                <p:nvSpPr>
                  <p:cNvPr id="10423" name="Google Shape;10423;p5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25" name="Google Shape;10425;p59"/>
              <p:cNvGrpSpPr/>
              <p:nvPr/>
            </p:nvGrpSpPr>
            <p:grpSpPr>
              <a:xfrm>
                <a:off x="2838475" y="2595741"/>
                <a:ext cx="363719" cy="296825"/>
                <a:chOff x="2838475" y="2595741"/>
                <a:chExt cx="363719" cy="296825"/>
              </a:xfrm>
            </p:grpSpPr>
            <p:grpSp>
              <p:nvGrpSpPr>
                <p:cNvPr id="10426" name="Google Shape;10426;p59"/>
                <p:cNvGrpSpPr/>
                <p:nvPr/>
              </p:nvGrpSpPr>
              <p:grpSpPr>
                <a:xfrm>
                  <a:off x="2838475" y="2794333"/>
                  <a:ext cx="259185" cy="98232"/>
                  <a:chOff x="2838475" y="2794333"/>
                  <a:chExt cx="259185" cy="98232"/>
                </a:xfrm>
              </p:grpSpPr>
              <p:sp>
                <p:nvSpPr>
                  <p:cNvPr id="10427" name="Google Shape;10427;p5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0" name="Google Shape;10430;p59"/>
                <p:cNvGrpSpPr/>
                <p:nvPr/>
              </p:nvGrpSpPr>
              <p:grpSpPr>
                <a:xfrm>
                  <a:off x="2977852" y="2595741"/>
                  <a:ext cx="224343" cy="182054"/>
                  <a:chOff x="2977852" y="2595741"/>
                  <a:chExt cx="224343" cy="182054"/>
                </a:xfrm>
              </p:grpSpPr>
              <p:sp>
                <p:nvSpPr>
                  <p:cNvPr id="10431" name="Google Shape;10431;p5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433" name="Google Shape;10433;p59"/>
            <p:cNvGrpSpPr/>
            <p:nvPr/>
          </p:nvGrpSpPr>
          <p:grpSpPr>
            <a:xfrm>
              <a:off x="2389399" y="3100241"/>
              <a:ext cx="812796" cy="296869"/>
              <a:chOff x="2389399" y="3100241"/>
              <a:chExt cx="812796" cy="296869"/>
            </a:xfrm>
          </p:grpSpPr>
          <p:grpSp>
            <p:nvGrpSpPr>
              <p:cNvPr id="10434" name="Google Shape;10434;p59"/>
              <p:cNvGrpSpPr/>
              <p:nvPr/>
            </p:nvGrpSpPr>
            <p:grpSpPr>
              <a:xfrm>
                <a:off x="2683630" y="3100241"/>
                <a:ext cx="224334" cy="296869"/>
                <a:chOff x="2683630" y="3100241"/>
                <a:chExt cx="224334" cy="296869"/>
              </a:xfrm>
            </p:grpSpPr>
            <p:grpSp>
              <p:nvGrpSpPr>
                <p:cNvPr id="10435" name="Google Shape;10435;p59"/>
                <p:cNvGrpSpPr/>
                <p:nvPr/>
              </p:nvGrpSpPr>
              <p:grpSpPr>
                <a:xfrm>
                  <a:off x="2788083" y="3100241"/>
                  <a:ext cx="15356" cy="98237"/>
                  <a:chOff x="2788083" y="3100241"/>
                  <a:chExt cx="15356" cy="98237"/>
                </a:xfrm>
              </p:grpSpPr>
              <p:sp>
                <p:nvSpPr>
                  <p:cNvPr id="10436" name="Google Shape;10436;p5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9" name="Google Shape;10439;p59"/>
                <p:cNvGrpSpPr/>
                <p:nvPr/>
              </p:nvGrpSpPr>
              <p:grpSpPr>
                <a:xfrm>
                  <a:off x="2683630" y="3215065"/>
                  <a:ext cx="224334" cy="182045"/>
                  <a:chOff x="2683630" y="3215065"/>
                  <a:chExt cx="224334" cy="182045"/>
                </a:xfrm>
              </p:grpSpPr>
              <p:sp>
                <p:nvSpPr>
                  <p:cNvPr id="10440" name="Google Shape;10440;p5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42" name="Google Shape;10442;p59"/>
              <p:cNvGrpSpPr/>
              <p:nvPr/>
            </p:nvGrpSpPr>
            <p:grpSpPr>
              <a:xfrm>
                <a:off x="2389399" y="3100241"/>
                <a:ext cx="363638" cy="296869"/>
                <a:chOff x="2389399" y="3100241"/>
                <a:chExt cx="363638" cy="296869"/>
              </a:xfrm>
            </p:grpSpPr>
            <p:grpSp>
              <p:nvGrpSpPr>
                <p:cNvPr id="10443" name="Google Shape;10443;p59"/>
                <p:cNvGrpSpPr/>
                <p:nvPr/>
              </p:nvGrpSpPr>
              <p:grpSpPr>
                <a:xfrm>
                  <a:off x="2493852" y="3100241"/>
                  <a:ext cx="259185" cy="98237"/>
                  <a:chOff x="2493852" y="3100241"/>
                  <a:chExt cx="259185" cy="98237"/>
                </a:xfrm>
              </p:grpSpPr>
              <p:sp>
                <p:nvSpPr>
                  <p:cNvPr id="10444" name="Google Shape;10444;p5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59"/>
                <p:cNvGrpSpPr/>
                <p:nvPr/>
              </p:nvGrpSpPr>
              <p:grpSpPr>
                <a:xfrm>
                  <a:off x="2389399" y="3215065"/>
                  <a:ext cx="224343" cy="182045"/>
                  <a:chOff x="2389399" y="3215065"/>
                  <a:chExt cx="224343" cy="182045"/>
                </a:xfrm>
              </p:grpSpPr>
              <p:sp>
                <p:nvSpPr>
                  <p:cNvPr id="10448" name="Google Shape;10448;p5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0" name="Google Shape;10450;p59"/>
              <p:cNvGrpSpPr/>
              <p:nvPr/>
            </p:nvGrpSpPr>
            <p:grpSpPr>
              <a:xfrm>
                <a:off x="2838475" y="3100241"/>
                <a:ext cx="363719" cy="296869"/>
                <a:chOff x="2838475" y="3100241"/>
                <a:chExt cx="363719" cy="296869"/>
              </a:xfrm>
            </p:grpSpPr>
            <p:grpSp>
              <p:nvGrpSpPr>
                <p:cNvPr id="10451" name="Google Shape;10451;p59"/>
                <p:cNvGrpSpPr/>
                <p:nvPr/>
              </p:nvGrpSpPr>
              <p:grpSpPr>
                <a:xfrm>
                  <a:off x="2838475" y="3100241"/>
                  <a:ext cx="259185" cy="98237"/>
                  <a:chOff x="2838475" y="3100241"/>
                  <a:chExt cx="259185" cy="98237"/>
                </a:xfrm>
              </p:grpSpPr>
              <p:sp>
                <p:nvSpPr>
                  <p:cNvPr id="10452" name="Google Shape;10452;p5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5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59"/>
                <p:cNvGrpSpPr/>
                <p:nvPr/>
              </p:nvGrpSpPr>
              <p:grpSpPr>
                <a:xfrm>
                  <a:off x="2977852" y="3215065"/>
                  <a:ext cx="224343" cy="182045"/>
                  <a:chOff x="2977852" y="3215065"/>
                  <a:chExt cx="224343" cy="182045"/>
                </a:xfrm>
              </p:grpSpPr>
              <p:sp>
                <p:nvSpPr>
                  <p:cNvPr id="10456" name="Google Shape;10456;p5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0461"/>
        <p:cNvGrpSpPr/>
        <p:nvPr/>
      </p:nvGrpSpPr>
      <p:grpSpPr>
        <a:xfrm>
          <a:off x="0" y="0"/>
          <a:ext cx="0" cy="0"/>
          <a:chOff x="0" y="0"/>
          <a:chExt cx="0" cy="0"/>
        </a:xfrm>
      </p:grpSpPr>
      <p:grpSp>
        <p:nvGrpSpPr>
          <p:cNvPr id="10462" name="Google Shape;10462;p60"/>
          <p:cNvGrpSpPr/>
          <p:nvPr/>
        </p:nvGrpSpPr>
        <p:grpSpPr>
          <a:xfrm>
            <a:off x="702075" y="3155925"/>
            <a:ext cx="2390414" cy="1024800"/>
            <a:chOff x="728925" y="3296613"/>
            <a:chExt cx="2390414" cy="1024800"/>
          </a:xfrm>
        </p:grpSpPr>
        <p:grpSp>
          <p:nvGrpSpPr>
            <p:cNvPr id="10463" name="Google Shape;10463;p60"/>
            <p:cNvGrpSpPr/>
            <p:nvPr/>
          </p:nvGrpSpPr>
          <p:grpSpPr>
            <a:xfrm>
              <a:off x="728925" y="3619800"/>
              <a:ext cx="2390414" cy="500893"/>
              <a:chOff x="728925" y="3619800"/>
              <a:chExt cx="2390414" cy="500893"/>
            </a:xfrm>
          </p:grpSpPr>
          <p:sp>
            <p:nvSpPr>
              <p:cNvPr id="10464" name="Google Shape;10464;p6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5" name="Google Shape;10465;p6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466" name="Google Shape;10466;p60"/>
            <p:cNvGrpSpPr/>
            <p:nvPr/>
          </p:nvGrpSpPr>
          <p:grpSpPr>
            <a:xfrm>
              <a:off x="1348050" y="3296613"/>
              <a:ext cx="1706152" cy="1024800"/>
              <a:chOff x="1348050" y="3296613"/>
              <a:chExt cx="1706152" cy="1024800"/>
            </a:xfrm>
          </p:grpSpPr>
          <p:sp>
            <p:nvSpPr>
              <p:cNvPr id="10467" name="Google Shape;10467;p6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8" name="Google Shape;10468;p6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9" name="Google Shape;10469;p6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70" name="Google Shape;10470;p6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71" name="Google Shape;10471;p6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472" name="Google Shape;10472;p60"/>
            <p:cNvGrpSpPr/>
            <p:nvPr/>
          </p:nvGrpSpPr>
          <p:grpSpPr>
            <a:xfrm>
              <a:off x="1455707" y="3654858"/>
              <a:ext cx="1491150" cy="417657"/>
              <a:chOff x="1455707" y="3654858"/>
              <a:chExt cx="1491150" cy="417657"/>
            </a:xfrm>
          </p:grpSpPr>
          <p:sp>
            <p:nvSpPr>
              <p:cNvPr id="10473" name="Google Shape;10473;p6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493" name="Google Shape;10493;p60"/>
          <p:cNvGraphicFramePr/>
          <p:nvPr/>
        </p:nvGraphicFramePr>
        <p:xfrm>
          <a:off x="5937775" y="2153837"/>
          <a:ext cx="3000000" cy="3000000"/>
        </p:xfrm>
        <a:graphic>
          <a:graphicData uri="http://schemas.openxmlformats.org/drawingml/2006/table">
            <a:tbl>
              <a:tblPr>
                <a:noFill/>
                <a:tableStyleId>{4BEAB1D1-4E42-4361-B4FD-13862715D387}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494" name="Google Shape;10494;p60"/>
          <p:cNvGrpSpPr/>
          <p:nvPr/>
        </p:nvGrpSpPr>
        <p:grpSpPr>
          <a:xfrm>
            <a:off x="710451" y="981601"/>
            <a:ext cx="2396505" cy="976502"/>
            <a:chOff x="749309" y="1112739"/>
            <a:chExt cx="2371603" cy="976502"/>
          </a:xfrm>
        </p:grpSpPr>
        <p:grpSp>
          <p:nvGrpSpPr>
            <p:cNvPr id="10495" name="Google Shape;10495;p60"/>
            <p:cNvGrpSpPr/>
            <p:nvPr/>
          </p:nvGrpSpPr>
          <p:grpSpPr>
            <a:xfrm>
              <a:off x="1092126" y="1112739"/>
              <a:ext cx="2028786" cy="975464"/>
              <a:chOff x="1092126" y="1112739"/>
              <a:chExt cx="2028786" cy="975464"/>
            </a:xfrm>
          </p:grpSpPr>
          <p:sp>
            <p:nvSpPr>
              <p:cNvPr id="10496" name="Google Shape;10496;p6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60"/>
            <p:cNvGrpSpPr/>
            <p:nvPr/>
          </p:nvGrpSpPr>
          <p:grpSpPr>
            <a:xfrm>
              <a:off x="749309" y="1112739"/>
              <a:ext cx="314700" cy="975464"/>
              <a:chOff x="749309" y="1112739"/>
              <a:chExt cx="314700" cy="975464"/>
            </a:xfrm>
          </p:grpSpPr>
          <p:sp>
            <p:nvSpPr>
              <p:cNvPr id="10521" name="Google Shape;10521;p6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5" name="Google Shape;10525;p6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529" name="Google Shape;10529;p60"/>
          <p:cNvGraphicFramePr/>
          <p:nvPr/>
        </p:nvGraphicFramePr>
        <p:xfrm>
          <a:off x="5937800" y="981587"/>
          <a:ext cx="3000000" cy="3000000"/>
        </p:xfrm>
        <a:graphic>
          <a:graphicData uri="http://schemas.openxmlformats.org/drawingml/2006/table">
            <a:tbl>
              <a:tblPr>
                <a:noFill/>
                <a:tableStyleId>{4BEAB1D1-4E42-4361-B4FD-13862715D387}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530" name="Google Shape;10530;p60"/>
          <p:cNvGraphicFramePr/>
          <p:nvPr/>
        </p:nvGraphicFramePr>
        <p:xfrm>
          <a:off x="3358663" y="2153837"/>
          <a:ext cx="3000000" cy="3000000"/>
        </p:xfrm>
        <a:graphic>
          <a:graphicData uri="http://schemas.openxmlformats.org/drawingml/2006/table">
            <a:tbl>
              <a:tblPr>
                <a:noFill/>
                <a:tableStyleId>{4BEAB1D1-4E42-4361-B4FD-13862715D387}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531" name="Google Shape;10531;p60"/>
          <p:cNvGrpSpPr/>
          <p:nvPr/>
        </p:nvGrpSpPr>
        <p:grpSpPr>
          <a:xfrm>
            <a:off x="3360649" y="3144798"/>
            <a:ext cx="2363377" cy="1047062"/>
            <a:chOff x="3358399" y="3285485"/>
            <a:chExt cx="2363377" cy="1047062"/>
          </a:xfrm>
        </p:grpSpPr>
        <p:grpSp>
          <p:nvGrpSpPr>
            <p:cNvPr id="10532" name="Google Shape;10532;p60"/>
            <p:cNvGrpSpPr/>
            <p:nvPr/>
          </p:nvGrpSpPr>
          <p:grpSpPr>
            <a:xfrm>
              <a:off x="3358412" y="3285485"/>
              <a:ext cx="2363244" cy="139500"/>
              <a:chOff x="3358412" y="3285485"/>
              <a:chExt cx="2363244" cy="139500"/>
            </a:xfrm>
          </p:grpSpPr>
          <p:sp>
            <p:nvSpPr>
              <p:cNvPr id="10533" name="Google Shape;10533;p6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8" name="Google Shape;10538;p60"/>
            <p:cNvGrpSpPr/>
            <p:nvPr/>
          </p:nvGrpSpPr>
          <p:grpSpPr>
            <a:xfrm>
              <a:off x="3358412" y="3466996"/>
              <a:ext cx="2363244" cy="139500"/>
              <a:chOff x="3358412" y="3466996"/>
              <a:chExt cx="2363244" cy="139500"/>
            </a:xfrm>
          </p:grpSpPr>
          <p:sp>
            <p:nvSpPr>
              <p:cNvPr id="10539" name="Google Shape;10539;p6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60"/>
            <p:cNvGrpSpPr/>
            <p:nvPr/>
          </p:nvGrpSpPr>
          <p:grpSpPr>
            <a:xfrm>
              <a:off x="3358412" y="3648507"/>
              <a:ext cx="2363244" cy="139500"/>
              <a:chOff x="3358412" y="3648507"/>
              <a:chExt cx="2363244" cy="139500"/>
            </a:xfrm>
          </p:grpSpPr>
          <p:sp>
            <p:nvSpPr>
              <p:cNvPr id="10545" name="Google Shape;10545;p6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60"/>
            <p:cNvGrpSpPr/>
            <p:nvPr/>
          </p:nvGrpSpPr>
          <p:grpSpPr>
            <a:xfrm>
              <a:off x="3358412" y="3830018"/>
              <a:ext cx="2363244" cy="139500"/>
              <a:chOff x="3358412" y="3830018"/>
              <a:chExt cx="2363244" cy="139500"/>
            </a:xfrm>
          </p:grpSpPr>
          <p:sp>
            <p:nvSpPr>
              <p:cNvPr id="10551" name="Google Shape;10551;p6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60"/>
            <p:cNvGrpSpPr/>
            <p:nvPr/>
          </p:nvGrpSpPr>
          <p:grpSpPr>
            <a:xfrm>
              <a:off x="3358399" y="4011514"/>
              <a:ext cx="2363377" cy="139537"/>
              <a:chOff x="3294800" y="4134603"/>
              <a:chExt cx="2638876" cy="152400"/>
            </a:xfrm>
          </p:grpSpPr>
          <p:sp>
            <p:nvSpPr>
              <p:cNvPr id="10557" name="Google Shape;10557;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60"/>
            <p:cNvGrpSpPr/>
            <p:nvPr/>
          </p:nvGrpSpPr>
          <p:grpSpPr>
            <a:xfrm>
              <a:off x="3358399" y="4193010"/>
              <a:ext cx="2363377" cy="139537"/>
              <a:chOff x="3294800" y="4134603"/>
              <a:chExt cx="2638876" cy="152400"/>
            </a:xfrm>
          </p:grpSpPr>
          <p:sp>
            <p:nvSpPr>
              <p:cNvPr id="10563" name="Google Shape;10563;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568" name="Google Shape;10568;p60"/>
          <p:cNvGraphicFramePr/>
          <p:nvPr/>
        </p:nvGraphicFramePr>
        <p:xfrm>
          <a:off x="711450" y="2153837"/>
          <a:ext cx="3000000" cy="3000000"/>
        </p:xfrm>
        <a:graphic>
          <a:graphicData uri="http://schemas.openxmlformats.org/drawingml/2006/table">
            <a:tbl>
              <a:tblPr>
                <a:noFill/>
                <a:tableStyleId>{4BEAB1D1-4E42-4361-B4FD-13862715D387}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569" name="Google Shape;10569;p60"/>
          <p:cNvGrpSpPr/>
          <p:nvPr/>
        </p:nvGrpSpPr>
        <p:grpSpPr>
          <a:xfrm>
            <a:off x="4161119" y="2557652"/>
            <a:ext cx="1302095" cy="60959"/>
            <a:chOff x="3558802" y="4011427"/>
            <a:chExt cx="1866000" cy="111300"/>
          </a:xfrm>
        </p:grpSpPr>
        <p:sp>
          <p:nvSpPr>
            <p:cNvPr id="10570" name="Google Shape;10570;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0"/>
          <p:cNvGrpSpPr/>
          <p:nvPr/>
        </p:nvGrpSpPr>
        <p:grpSpPr>
          <a:xfrm>
            <a:off x="4706607" y="2839811"/>
            <a:ext cx="914340" cy="60959"/>
            <a:chOff x="3558802" y="4011427"/>
            <a:chExt cx="1866000" cy="111300"/>
          </a:xfrm>
        </p:grpSpPr>
        <p:sp>
          <p:nvSpPr>
            <p:cNvPr id="10573" name="Google Shape;1057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60"/>
          <p:cNvGrpSpPr/>
          <p:nvPr/>
        </p:nvGrpSpPr>
        <p:grpSpPr>
          <a:xfrm>
            <a:off x="5874449" y="3167609"/>
            <a:ext cx="2519825" cy="1001454"/>
            <a:chOff x="1906114" y="789980"/>
            <a:chExt cx="1487676" cy="606868"/>
          </a:xfrm>
        </p:grpSpPr>
        <p:cxnSp>
          <p:nvCxnSpPr>
            <p:cNvPr id="10576" name="Google Shape;10576;p6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577" name="Google Shape;10577;p6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578" name="Google Shape;10578;p6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579" name="Google Shape;10579;p6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580" name="Google Shape;10580;p6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581" name="Google Shape;10581;p6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582" name="Google Shape;10582;p6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583" name="Google Shape;10583;p6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590" name="Google Shape;10590;p6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591" name="Google Shape;10591;p6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592" name="Google Shape;10592;p6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3" name="Google Shape;10593;p60"/>
          <p:cNvGrpSpPr/>
          <p:nvPr/>
        </p:nvGrpSpPr>
        <p:grpSpPr>
          <a:xfrm>
            <a:off x="3355812" y="951645"/>
            <a:ext cx="2363393" cy="1005865"/>
            <a:chOff x="3292400" y="1193188"/>
            <a:chExt cx="2615240" cy="1131075"/>
          </a:xfrm>
        </p:grpSpPr>
        <p:sp>
          <p:nvSpPr>
            <p:cNvPr id="10594" name="Google Shape;10594;p6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595" name="Google Shape;10595;p6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596" name="Google Shape;10596;p6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597" name="Google Shape;10597;p6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598" name="Google Shape;10598;p6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599" name="Google Shape;10599;p6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600" name="Google Shape;10600;p6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601" name="Google Shape;10601;p6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602" name="Google Shape;10602;p6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603" name="Google Shape;10603;p6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604" name="Google Shape;10604;p6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05" name="Google Shape;10605;p6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606" name="Google Shape;10606;p6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07" name="Google Shape;10607;p6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608" name="Google Shape;10608;p60"/>
            <p:cNvGrpSpPr/>
            <p:nvPr/>
          </p:nvGrpSpPr>
          <p:grpSpPr>
            <a:xfrm>
              <a:off x="3748438" y="1378608"/>
              <a:ext cx="2159202" cy="903971"/>
              <a:chOff x="1683525" y="2179850"/>
              <a:chExt cx="4519050" cy="2134525"/>
            </a:xfrm>
          </p:grpSpPr>
          <p:sp>
            <p:nvSpPr>
              <p:cNvPr id="10609" name="Google Shape;10609;p6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0" name="Google Shape;10610;p6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1" name="Google Shape;10611;p6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2" name="Google Shape;10612;p6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3" name="Google Shape;10613;p6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4" name="Google Shape;10614;p6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5" name="Google Shape;10615;p6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6" name="Google Shape;10616;p6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7" name="Google Shape;10617;p6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8" name="Google Shape;10618;p6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9" name="Google Shape;10619;p6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20" name="Google Shape;10620;p6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624"/>
        <p:cNvGrpSpPr/>
        <p:nvPr/>
      </p:nvGrpSpPr>
      <p:grpSpPr>
        <a:xfrm>
          <a:off x="0" y="0"/>
          <a:ext cx="0" cy="0"/>
          <a:chOff x="0" y="0"/>
          <a:chExt cx="0" cy="0"/>
        </a:xfrm>
      </p:grpSpPr>
      <p:grpSp>
        <p:nvGrpSpPr>
          <p:cNvPr id="10625" name="Google Shape;10625;p61"/>
          <p:cNvGrpSpPr/>
          <p:nvPr/>
        </p:nvGrpSpPr>
        <p:grpSpPr>
          <a:xfrm>
            <a:off x="4796684" y="970941"/>
            <a:ext cx="745431" cy="718863"/>
            <a:chOff x="4249973" y="1201875"/>
            <a:chExt cx="1958568" cy="1888762"/>
          </a:xfrm>
        </p:grpSpPr>
        <p:sp>
          <p:nvSpPr>
            <p:cNvPr id="10626" name="Google Shape;10626;p6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61"/>
            <p:cNvGrpSpPr/>
            <p:nvPr/>
          </p:nvGrpSpPr>
          <p:grpSpPr>
            <a:xfrm>
              <a:off x="5853086" y="1789142"/>
              <a:ext cx="355454" cy="1048099"/>
              <a:chOff x="5576108" y="2016725"/>
              <a:chExt cx="565200" cy="1666560"/>
            </a:xfrm>
          </p:grpSpPr>
          <p:sp>
            <p:nvSpPr>
              <p:cNvPr id="10628" name="Google Shape;10628;p6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29" name="Google Shape;10629;p6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61"/>
            <p:cNvGrpSpPr/>
            <p:nvPr/>
          </p:nvGrpSpPr>
          <p:grpSpPr>
            <a:xfrm>
              <a:off x="4869455" y="2691676"/>
              <a:ext cx="1013897" cy="398961"/>
              <a:chOff x="4012057" y="3451825"/>
              <a:chExt cx="1612175" cy="634379"/>
            </a:xfrm>
          </p:grpSpPr>
          <p:sp>
            <p:nvSpPr>
              <p:cNvPr id="10631" name="Google Shape;10631;p6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32" name="Google Shape;10632;p6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61"/>
            <p:cNvGrpSpPr/>
            <p:nvPr/>
          </p:nvGrpSpPr>
          <p:grpSpPr>
            <a:xfrm>
              <a:off x="4276937" y="2155961"/>
              <a:ext cx="651965" cy="891358"/>
              <a:chOff x="3069908" y="2599997"/>
              <a:chExt cx="1036675" cy="1417328"/>
            </a:xfrm>
          </p:grpSpPr>
          <p:sp>
            <p:nvSpPr>
              <p:cNvPr id="10634" name="Google Shape;10634;p6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35" name="Google Shape;10635;p6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6" name="Google Shape;10636;p61"/>
            <p:cNvGrpSpPr/>
            <p:nvPr/>
          </p:nvGrpSpPr>
          <p:grpSpPr>
            <a:xfrm>
              <a:off x="5054918" y="1201875"/>
              <a:ext cx="999548" cy="602711"/>
              <a:chOff x="4306958" y="1082925"/>
              <a:chExt cx="1589359" cy="958358"/>
            </a:xfrm>
          </p:grpSpPr>
          <p:sp>
            <p:nvSpPr>
              <p:cNvPr id="10637" name="Google Shape;10637;p6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38" name="Google Shape;10638;p6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1"/>
            <p:cNvGrpSpPr/>
            <p:nvPr/>
          </p:nvGrpSpPr>
          <p:grpSpPr>
            <a:xfrm>
              <a:off x="4249973" y="1303451"/>
              <a:ext cx="799317" cy="841334"/>
              <a:chOff x="3027033" y="1244439"/>
              <a:chExt cx="1270977" cy="1337786"/>
            </a:xfrm>
          </p:grpSpPr>
          <p:sp>
            <p:nvSpPr>
              <p:cNvPr id="10640" name="Google Shape;10640;p6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41" name="Google Shape;10641;p6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2" name="Google Shape;10642;p61"/>
          <p:cNvGrpSpPr/>
          <p:nvPr/>
        </p:nvGrpSpPr>
        <p:grpSpPr>
          <a:xfrm>
            <a:off x="713057" y="1849390"/>
            <a:ext cx="761767" cy="729896"/>
            <a:chOff x="2657744" y="2337745"/>
            <a:chExt cx="832987" cy="798137"/>
          </a:xfrm>
        </p:grpSpPr>
        <p:sp>
          <p:nvSpPr>
            <p:cNvPr id="10643" name="Google Shape;10643;p6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61"/>
          <p:cNvGrpSpPr/>
          <p:nvPr/>
        </p:nvGrpSpPr>
        <p:grpSpPr>
          <a:xfrm>
            <a:off x="3224022" y="1852597"/>
            <a:ext cx="685569" cy="723586"/>
            <a:chOff x="3398134" y="2057755"/>
            <a:chExt cx="704087" cy="743130"/>
          </a:xfrm>
        </p:grpSpPr>
        <p:grpSp>
          <p:nvGrpSpPr>
            <p:cNvPr id="10650" name="Google Shape;10650;p61"/>
            <p:cNvGrpSpPr/>
            <p:nvPr/>
          </p:nvGrpSpPr>
          <p:grpSpPr>
            <a:xfrm>
              <a:off x="3398134" y="2290183"/>
              <a:ext cx="315300" cy="219900"/>
              <a:chOff x="3398134" y="2290183"/>
              <a:chExt cx="315300" cy="219900"/>
            </a:xfrm>
          </p:grpSpPr>
          <p:sp>
            <p:nvSpPr>
              <p:cNvPr id="10651" name="Google Shape;10651;p6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52" name="Google Shape;10652;p61"/>
              <p:cNvCxnSpPr>
                <a:stCxn id="1065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653" name="Google Shape;10653;p61"/>
            <p:cNvGrpSpPr/>
            <p:nvPr/>
          </p:nvGrpSpPr>
          <p:grpSpPr>
            <a:xfrm>
              <a:off x="3547823" y="2467358"/>
              <a:ext cx="219900" cy="333527"/>
              <a:chOff x="3547823" y="2467358"/>
              <a:chExt cx="219900" cy="333527"/>
            </a:xfrm>
          </p:grpSpPr>
          <p:sp>
            <p:nvSpPr>
              <p:cNvPr id="10654" name="Google Shape;10654;p6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55" name="Google Shape;10655;p6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656" name="Google Shape;10656;p61"/>
            <p:cNvGrpSpPr/>
            <p:nvPr/>
          </p:nvGrpSpPr>
          <p:grpSpPr>
            <a:xfrm>
              <a:off x="3734138" y="2467358"/>
              <a:ext cx="219900" cy="333527"/>
              <a:chOff x="3734138" y="2467358"/>
              <a:chExt cx="219900" cy="333527"/>
            </a:xfrm>
          </p:grpSpPr>
          <p:sp>
            <p:nvSpPr>
              <p:cNvPr id="10657" name="Google Shape;10657;p6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58" name="Google Shape;10658;p6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659" name="Google Shape;10659;p61"/>
            <p:cNvGrpSpPr/>
            <p:nvPr/>
          </p:nvGrpSpPr>
          <p:grpSpPr>
            <a:xfrm>
              <a:off x="3787560" y="2288011"/>
              <a:ext cx="314661" cy="219900"/>
              <a:chOff x="3787560" y="2288011"/>
              <a:chExt cx="314661" cy="219900"/>
            </a:xfrm>
          </p:grpSpPr>
          <p:sp>
            <p:nvSpPr>
              <p:cNvPr id="10660" name="Google Shape;10660;p6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61" name="Google Shape;10661;p6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662" name="Google Shape;10662;p61"/>
            <p:cNvGrpSpPr/>
            <p:nvPr/>
          </p:nvGrpSpPr>
          <p:grpSpPr>
            <a:xfrm>
              <a:off x="3637290" y="2057755"/>
              <a:ext cx="219900" cy="335499"/>
              <a:chOff x="3637290" y="2057755"/>
              <a:chExt cx="219900" cy="335499"/>
            </a:xfrm>
          </p:grpSpPr>
          <p:sp>
            <p:nvSpPr>
              <p:cNvPr id="10663" name="Google Shape;10663;p6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664" name="Google Shape;10664;p6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665" name="Google Shape;10665;p61"/>
          <p:cNvGrpSpPr/>
          <p:nvPr/>
        </p:nvGrpSpPr>
        <p:grpSpPr>
          <a:xfrm>
            <a:off x="4899244" y="1859292"/>
            <a:ext cx="710153" cy="710153"/>
            <a:chOff x="5007123" y="2079403"/>
            <a:chExt cx="687600" cy="687600"/>
          </a:xfrm>
        </p:grpSpPr>
        <p:sp>
          <p:nvSpPr>
            <p:cNvPr id="10666" name="Google Shape;10666;p6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61"/>
          <p:cNvGrpSpPr/>
          <p:nvPr/>
        </p:nvGrpSpPr>
        <p:grpSpPr>
          <a:xfrm>
            <a:off x="5708681" y="1853799"/>
            <a:ext cx="720998" cy="721183"/>
            <a:chOff x="5797446" y="2063053"/>
            <a:chExt cx="698100" cy="698280"/>
          </a:xfrm>
        </p:grpSpPr>
        <p:sp>
          <p:nvSpPr>
            <p:cNvPr id="10671" name="Google Shape;10671;p6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1"/>
          <p:cNvGrpSpPr/>
          <p:nvPr/>
        </p:nvGrpSpPr>
        <p:grpSpPr>
          <a:xfrm>
            <a:off x="8153828" y="3499404"/>
            <a:ext cx="280585" cy="673164"/>
            <a:chOff x="8075075" y="3754290"/>
            <a:chExt cx="255612" cy="613194"/>
          </a:xfrm>
        </p:grpSpPr>
        <p:grpSp>
          <p:nvGrpSpPr>
            <p:cNvPr id="10676" name="Google Shape;10676;p61"/>
            <p:cNvGrpSpPr/>
            <p:nvPr/>
          </p:nvGrpSpPr>
          <p:grpSpPr>
            <a:xfrm>
              <a:off x="8075075" y="3754290"/>
              <a:ext cx="255612" cy="613194"/>
              <a:chOff x="8075075" y="3754290"/>
              <a:chExt cx="255612" cy="613194"/>
            </a:xfrm>
          </p:grpSpPr>
          <p:sp>
            <p:nvSpPr>
              <p:cNvPr id="10677" name="Google Shape;10677;p6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9" name="Google Shape;10679;p6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61"/>
          <p:cNvGrpSpPr/>
          <p:nvPr/>
        </p:nvGrpSpPr>
        <p:grpSpPr>
          <a:xfrm>
            <a:off x="5270887" y="3488200"/>
            <a:ext cx="470352" cy="683745"/>
            <a:chOff x="1697726" y="3244179"/>
            <a:chExt cx="788124" cy="1146069"/>
          </a:xfrm>
        </p:grpSpPr>
        <p:sp>
          <p:nvSpPr>
            <p:cNvPr id="10681" name="Google Shape;10681;p6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3" name="Google Shape;10683;p6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4" name="Google Shape;10684;p61"/>
          <p:cNvGrpSpPr/>
          <p:nvPr/>
        </p:nvGrpSpPr>
        <p:grpSpPr>
          <a:xfrm>
            <a:off x="5892037" y="3499402"/>
            <a:ext cx="293891" cy="293845"/>
            <a:chOff x="6134814" y="3754290"/>
            <a:chExt cx="293891" cy="293845"/>
          </a:xfrm>
        </p:grpSpPr>
        <p:sp>
          <p:nvSpPr>
            <p:cNvPr id="10685" name="Google Shape;10685;p6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61"/>
          <p:cNvGrpSpPr/>
          <p:nvPr/>
        </p:nvGrpSpPr>
        <p:grpSpPr>
          <a:xfrm>
            <a:off x="5892037" y="3878074"/>
            <a:ext cx="293891" cy="293891"/>
            <a:chOff x="6134814" y="4086186"/>
            <a:chExt cx="293891" cy="293891"/>
          </a:xfrm>
        </p:grpSpPr>
        <p:sp>
          <p:nvSpPr>
            <p:cNvPr id="10688" name="Google Shape;10688;p6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0" name="Google Shape;10690;p6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2" name="Google Shape;10692;p61"/>
          <p:cNvGrpSpPr/>
          <p:nvPr/>
        </p:nvGrpSpPr>
        <p:grpSpPr>
          <a:xfrm>
            <a:off x="7817013" y="2706766"/>
            <a:ext cx="622883" cy="621944"/>
            <a:chOff x="1187048" y="238125"/>
            <a:chExt cx="5256397" cy="5248476"/>
          </a:xfrm>
        </p:grpSpPr>
        <p:sp>
          <p:nvSpPr>
            <p:cNvPr id="10693" name="Google Shape;10693;p6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61"/>
          <p:cNvGrpSpPr/>
          <p:nvPr/>
        </p:nvGrpSpPr>
        <p:grpSpPr>
          <a:xfrm>
            <a:off x="2274118" y="2716375"/>
            <a:ext cx="1310987" cy="612407"/>
            <a:chOff x="238125" y="1188750"/>
            <a:chExt cx="7140450" cy="3335550"/>
          </a:xfrm>
        </p:grpSpPr>
        <p:sp>
          <p:nvSpPr>
            <p:cNvPr id="10698" name="Google Shape;10698;p6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3" name="Google Shape;10703;p61"/>
          <p:cNvGrpSpPr/>
          <p:nvPr/>
        </p:nvGrpSpPr>
        <p:grpSpPr>
          <a:xfrm>
            <a:off x="6599990" y="2706930"/>
            <a:ext cx="1110299" cy="621702"/>
            <a:chOff x="238125" y="1335475"/>
            <a:chExt cx="5418735" cy="3034175"/>
          </a:xfrm>
        </p:grpSpPr>
        <p:sp>
          <p:nvSpPr>
            <p:cNvPr id="10704" name="Google Shape;10704;p6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61"/>
          <p:cNvGrpSpPr/>
          <p:nvPr/>
        </p:nvGrpSpPr>
        <p:grpSpPr>
          <a:xfrm>
            <a:off x="5417649" y="2703827"/>
            <a:ext cx="1074451" cy="627181"/>
            <a:chOff x="5359127" y="2910889"/>
            <a:chExt cx="1097723" cy="640831"/>
          </a:xfrm>
        </p:grpSpPr>
        <p:grpSp>
          <p:nvGrpSpPr>
            <p:cNvPr id="10708" name="Google Shape;10708;p61"/>
            <p:cNvGrpSpPr/>
            <p:nvPr/>
          </p:nvGrpSpPr>
          <p:grpSpPr>
            <a:xfrm>
              <a:off x="5929791" y="3263088"/>
              <a:ext cx="527060" cy="287097"/>
              <a:chOff x="5929791" y="3263088"/>
              <a:chExt cx="527060" cy="287097"/>
            </a:xfrm>
          </p:grpSpPr>
          <p:sp>
            <p:nvSpPr>
              <p:cNvPr id="10709" name="Google Shape;10709;p6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0" name="Google Shape;10710;p6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11" name="Google Shape;10711;p61"/>
            <p:cNvGrpSpPr/>
            <p:nvPr/>
          </p:nvGrpSpPr>
          <p:grpSpPr>
            <a:xfrm>
              <a:off x="5359127" y="3263089"/>
              <a:ext cx="526428" cy="288631"/>
              <a:chOff x="5359127" y="3263089"/>
              <a:chExt cx="526428" cy="288631"/>
            </a:xfrm>
          </p:grpSpPr>
          <p:sp>
            <p:nvSpPr>
              <p:cNvPr id="10712" name="Google Shape;10712;p6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3" name="Google Shape;10713;p6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14" name="Google Shape;10714;p61"/>
            <p:cNvGrpSpPr/>
            <p:nvPr/>
          </p:nvGrpSpPr>
          <p:grpSpPr>
            <a:xfrm>
              <a:off x="5551525" y="2910889"/>
              <a:ext cx="520901" cy="610283"/>
              <a:chOff x="5551525" y="2910889"/>
              <a:chExt cx="520901" cy="610283"/>
            </a:xfrm>
          </p:grpSpPr>
          <p:sp>
            <p:nvSpPr>
              <p:cNvPr id="10715" name="Google Shape;10715;p6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6" name="Google Shape;10716;p6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17" name="Google Shape;10717;p61"/>
            <p:cNvGrpSpPr/>
            <p:nvPr/>
          </p:nvGrpSpPr>
          <p:grpSpPr>
            <a:xfrm>
              <a:off x="5743962" y="2919100"/>
              <a:ext cx="623674" cy="284502"/>
              <a:chOff x="5743962" y="2919100"/>
              <a:chExt cx="623674" cy="284502"/>
            </a:xfrm>
          </p:grpSpPr>
          <p:sp>
            <p:nvSpPr>
              <p:cNvPr id="10718" name="Google Shape;10718;p6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9" name="Google Shape;10719;p6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720" name="Google Shape;10720;p61"/>
          <p:cNvGrpSpPr/>
          <p:nvPr/>
        </p:nvGrpSpPr>
        <p:grpSpPr>
          <a:xfrm>
            <a:off x="7568863" y="1854538"/>
            <a:ext cx="874976" cy="719600"/>
            <a:chOff x="7608988" y="2093194"/>
            <a:chExt cx="817276" cy="672147"/>
          </a:xfrm>
        </p:grpSpPr>
        <p:cxnSp>
          <p:nvCxnSpPr>
            <p:cNvPr id="10721" name="Google Shape;10721;p6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2" name="Google Shape;10722;p6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3" name="Google Shape;10723;p6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4" name="Google Shape;10724;p6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5" name="Google Shape;10725;p6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726" name="Google Shape;10726;p6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727" name="Google Shape;10727;p61"/>
            <p:cNvGrpSpPr/>
            <p:nvPr/>
          </p:nvGrpSpPr>
          <p:grpSpPr>
            <a:xfrm>
              <a:off x="7721175" y="2093194"/>
              <a:ext cx="599587" cy="623846"/>
              <a:chOff x="7721175" y="2093194"/>
              <a:chExt cx="599587" cy="623846"/>
            </a:xfrm>
          </p:grpSpPr>
          <p:grpSp>
            <p:nvGrpSpPr>
              <p:cNvPr id="10728" name="Google Shape;10728;p61"/>
              <p:cNvGrpSpPr/>
              <p:nvPr/>
            </p:nvGrpSpPr>
            <p:grpSpPr>
              <a:xfrm>
                <a:off x="7721175" y="2093194"/>
                <a:ext cx="291605" cy="623846"/>
                <a:chOff x="9405575" y="2061418"/>
                <a:chExt cx="291605" cy="623846"/>
              </a:xfrm>
            </p:grpSpPr>
            <p:sp>
              <p:nvSpPr>
                <p:cNvPr id="10729" name="Google Shape;10729;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6" name="Google Shape;10736;p61"/>
              <p:cNvGrpSpPr/>
              <p:nvPr/>
            </p:nvGrpSpPr>
            <p:grpSpPr>
              <a:xfrm flipH="1">
                <a:off x="8029157" y="2093194"/>
                <a:ext cx="291605" cy="623846"/>
                <a:chOff x="9405575" y="2061418"/>
                <a:chExt cx="291605" cy="623846"/>
              </a:xfrm>
            </p:grpSpPr>
            <p:sp>
              <p:nvSpPr>
                <p:cNvPr id="10737" name="Google Shape;10737;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744" name="Google Shape;10744;p61"/>
          <p:cNvGrpSpPr/>
          <p:nvPr/>
        </p:nvGrpSpPr>
        <p:grpSpPr>
          <a:xfrm>
            <a:off x="4013299" y="970941"/>
            <a:ext cx="712557" cy="785901"/>
            <a:chOff x="4206459" y="1191441"/>
            <a:chExt cx="712557" cy="785901"/>
          </a:xfrm>
        </p:grpSpPr>
        <p:sp>
          <p:nvSpPr>
            <p:cNvPr id="10745" name="Google Shape;10745;p6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9" name="Google Shape;10749;p61"/>
            <p:cNvGrpSpPr/>
            <p:nvPr/>
          </p:nvGrpSpPr>
          <p:grpSpPr>
            <a:xfrm>
              <a:off x="4644280" y="1290523"/>
              <a:ext cx="143716" cy="29463"/>
              <a:chOff x="4644280" y="1290523"/>
              <a:chExt cx="143716" cy="29463"/>
            </a:xfrm>
          </p:grpSpPr>
          <p:sp>
            <p:nvSpPr>
              <p:cNvPr id="10750" name="Google Shape;10750;p6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4" name="Google Shape;10754;p61"/>
            <p:cNvGrpSpPr/>
            <p:nvPr/>
          </p:nvGrpSpPr>
          <p:grpSpPr>
            <a:xfrm>
              <a:off x="4356567" y="1191441"/>
              <a:ext cx="143690" cy="29488"/>
              <a:chOff x="4356567" y="1191441"/>
              <a:chExt cx="143690" cy="29488"/>
            </a:xfrm>
          </p:grpSpPr>
          <p:sp>
            <p:nvSpPr>
              <p:cNvPr id="10755" name="Google Shape;10755;p6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61"/>
            <p:cNvGrpSpPr/>
            <p:nvPr/>
          </p:nvGrpSpPr>
          <p:grpSpPr>
            <a:xfrm>
              <a:off x="4339009" y="1863727"/>
              <a:ext cx="143703" cy="29476"/>
              <a:chOff x="4339009" y="1863727"/>
              <a:chExt cx="143703" cy="29476"/>
            </a:xfrm>
          </p:grpSpPr>
          <p:sp>
            <p:nvSpPr>
              <p:cNvPr id="10760" name="Google Shape;10760;p6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61"/>
            <p:cNvGrpSpPr/>
            <p:nvPr/>
          </p:nvGrpSpPr>
          <p:grpSpPr>
            <a:xfrm>
              <a:off x="4206459" y="1607315"/>
              <a:ext cx="29539" cy="142899"/>
              <a:chOff x="4206459" y="1607315"/>
              <a:chExt cx="29539" cy="142899"/>
            </a:xfrm>
          </p:grpSpPr>
          <p:sp>
            <p:nvSpPr>
              <p:cNvPr id="10765" name="Google Shape;10765;p6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9" name="Google Shape;10769;p6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3" name="Google Shape;10773;p61"/>
            <p:cNvGrpSpPr/>
            <p:nvPr/>
          </p:nvGrpSpPr>
          <p:grpSpPr>
            <a:xfrm>
              <a:off x="4889463" y="1423737"/>
              <a:ext cx="29552" cy="142899"/>
              <a:chOff x="4889463" y="1423737"/>
              <a:chExt cx="29552" cy="142899"/>
            </a:xfrm>
          </p:grpSpPr>
          <p:sp>
            <p:nvSpPr>
              <p:cNvPr id="10774" name="Google Shape;10774;p6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61"/>
            <p:cNvGrpSpPr/>
            <p:nvPr/>
          </p:nvGrpSpPr>
          <p:grpSpPr>
            <a:xfrm>
              <a:off x="4771663" y="1876896"/>
              <a:ext cx="108651" cy="100447"/>
              <a:chOff x="4771663" y="1876896"/>
              <a:chExt cx="108651" cy="100447"/>
            </a:xfrm>
          </p:grpSpPr>
          <p:sp>
            <p:nvSpPr>
              <p:cNvPr id="10779" name="Google Shape;10779;p6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83" name="Google Shape;10783;p61"/>
          <p:cNvGrpSpPr/>
          <p:nvPr/>
        </p:nvGrpSpPr>
        <p:grpSpPr>
          <a:xfrm>
            <a:off x="4008774" y="1854164"/>
            <a:ext cx="791287" cy="720350"/>
            <a:chOff x="267375" y="1071875"/>
            <a:chExt cx="470500" cy="428550"/>
          </a:xfrm>
        </p:grpSpPr>
        <p:sp>
          <p:nvSpPr>
            <p:cNvPr id="10784" name="Google Shape;10784;p6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61"/>
          <p:cNvGrpSpPr/>
          <p:nvPr/>
        </p:nvGrpSpPr>
        <p:grpSpPr>
          <a:xfrm>
            <a:off x="709269" y="3498794"/>
            <a:ext cx="1408444" cy="673166"/>
            <a:chOff x="712664" y="3693287"/>
            <a:chExt cx="1460738" cy="698160"/>
          </a:xfrm>
        </p:grpSpPr>
        <p:grpSp>
          <p:nvGrpSpPr>
            <p:cNvPr id="10793" name="Google Shape;10793;p61"/>
            <p:cNvGrpSpPr/>
            <p:nvPr/>
          </p:nvGrpSpPr>
          <p:grpSpPr>
            <a:xfrm>
              <a:off x="1380079" y="4133090"/>
              <a:ext cx="234048" cy="258099"/>
              <a:chOff x="1380079" y="4133090"/>
              <a:chExt cx="234048" cy="258099"/>
            </a:xfrm>
          </p:grpSpPr>
          <p:sp>
            <p:nvSpPr>
              <p:cNvPr id="10794" name="Google Shape;10794;p6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1"/>
            <p:cNvGrpSpPr/>
            <p:nvPr/>
          </p:nvGrpSpPr>
          <p:grpSpPr>
            <a:xfrm>
              <a:off x="884610" y="3864082"/>
              <a:ext cx="1118566" cy="527275"/>
              <a:chOff x="890961" y="3865463"/>
              <a:chExt cx="1115221" cy="525698"/>
            </a:xfrm>
          </p:grpSpPr>
          <p:sp>
            <p:nvSpPr>
              <p:cNvPr id="10798" name="Google Shape;10798;p6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61"/>
            <p:cNvGrpSpPr/>
            <p:nvPr/>
          </p:nvGrpSpPr>
          <p:grpSpPr>
            <a:xfrm>
              <a:off x="712664" y="3693287"/>
              <a:ext cx="1460738" cy="698160"/>
              <a:chOff x="712664" y="3693025"/>
              <a:chExt cx="1460738" cy="698160"/>
            </a:xfrm>
          </p:grpSpPr>
          <p:sp>
            <p:nvSpPr>
              <p:cNvPr id="10802" name="Google Shape;10802;p6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08" name="Google Shape;10808;p61"/>
          <p:cNvGrpSpPr/>
          <p:nvPr/>
        </p:nvGrpSpPr>
        <p:grpSpPr>
          <a:xfrm>
            <a:off x="3146985" y="970941"/>
            <a:ext cx="795485" cy="738831"/>
            <a:chOff x="3348603" y="1236445"/>
            <a:chExt cx="749256" cy="695894"/>
          </a:xfrm>
        </p:grpSpPr>
        <p:grpSp>
          <p:nvGrpSpPr>
            <p:cNvPr id="10809" name="Google Shape;10809;p61"/>
            <p:cNvGrpSpPr/>
            <p:nvPr/>
          </p:nvGrpSpPr>
          <p:grpSpPr>
            <a:xfrm>
              <a:off x="3583779" y="1236445"/>
              <a:ext cx="293795" cy="285811"/>
              <a:chOff x="3750225" y="1774000"/>
              <a:chExt cx="149575" cy="145525"/>
            </a:xfrm>
          </p:grpSpPr>
          <p:sp>
            <p:nvSpPr>
              <p:cNvPr id="10810" name="Google Shape;10810;p6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61"/>
            <p:cNvGrpSpPr/>
            <p:nvPr/>
          </p:nvGrpSpPr>
          <p:grpSpPr>
            <a:xfrm>
              <a:off x="3775534" y="1462599"/>
              <a:ext cx="322325" cy="285958"/>
              <a:chOff x="3847850" y="1889150"/>
              <a:chExt cx="164100" cy="145600"/>
            </a:xfrm>
          </p:grpSpPr>
          <p:sp>
            <p:nvSpPr>
              <p:cNvPr id="10813" name="Google Shape;10813;p6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61"/>
            <p:cNvGrpSpPr/>
            <p:nvPr/>
          </p:nvGrpSpPr>
          <p:grpSpPr>
            <a:xfrm>
              <a:off x="3545329" y="1646528"/>
              <a:ext cx="293746" cy="285811"/>
              <a:chOff x="3730650" y="1982800"/>
              <a:chExt cx="149550" cy="145525"/>
            </a:xfrm>
          </p:grpSpPr>
          <p:sp>
            <p:nvSpPr>
              <p:cNvPr id="10816" name="Google Shape;10816;p6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8" name="Google Shape;10818;p61"/>
            <p:cNvGrpSpPr/>
            <p:nvPr/>
          </p:nvGrpSpPr>
          <p:grpSpPr>
            <a:xfrm>
              <a:off x="3348603" y="1415046"/>
              <a:ext cx="294384" cy="284387"/>
              <a:chOff x="3630494" y="1864938"/>
              <a:chExt cx="149875" cy="144800"/>
            </a:xfrm>
          </p:grpSpPr>
          <p:sp>
            <p:nvSpPr>
              <p:cNvPr id="10819" name="Google Shape;10819;p6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1" name="Google Shape;10821;p61"/>
          <p:cNvGrpSpPr/>
          <p:nvPr/>
        </p:nvGrpSpPr>
        <p:grpSpPr>
          <a:xfrm>
            <a:off x="2268512" y="3493837"/>
            <a:ext cx="1324924" cy="678083"/>
            <a:chOff x="2413923" y="3711366"/>
            <a:chExt cx="1374117" cy="703260"/>
          </a:xfrm>
        </p:grpSpPr>
        <p:grpSp>
          <p:nvGrpSpPr>
            <p:cNvPr id="10822" name="Google Shape;10822;p61"/>
            <p:cNvGrpSpPr/>
            <p:nvPr/>
          </p:nvGrpSpPr>
          <p:grpSpPr>
            <a:xfrm>
              <a:off x="2413923" y="3711366"/>
              <a:ext cx="1374117" cy="703260"/>
              <a:chOff x="2413923" y="3711366"/>
              <a:chExt cx="1374117" cy="703260"/>
            </a:xfrm>
          </p:grpSpPr>
          <p:sp>
            <p:nvSpPr>
              <p:cNvPr id="10823" name="Google Shape;10823;p6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4" name="Google Shape;10824;p61"/>
              <p:cNvGrpSpPr/>
              <p:nvPr/>
            </p:nvGrpSpPr>
            <p:grpSpPr>
              <a:xfrm>
                <a:off x="2600284" y="3808654"/>
                <a:ext cx="234506" cy="138009"/>
                <a:chOff x="2600284" y="3808654"/>
                <a:chExt cx="234506" cy="138009"/>
              </a:xfrm>
            </p:grpSpPr>
            <p:sp>
              <p:nvSpPr>
                <p:cNvPr id="10825" name="Google Shape;10825;p6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26" name="Google Shape;10826;p6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27" name="Google Shape;10827;p61"/>
              <p:cNvGrpSpPr/>
              <p:nvPr/>
            </p:nvGrpSpPr>
            <p:grpSpPr>
              <a:xfrm>
                <a:off x="3359659" y="3805664"/>
                <a:ext cx="232294" cy="141000"/>
                <a:chOff x="3359659" y="3805664"/>
                <a:chExt cx="232294" cy="141000"/>
              </a:xfrm>
            </p:grpSpPr>
            <p:sp>
              <p:nvSpPr>
                <p:cNvPr id="10828" name="Google Shape;10828;p6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29" name="Google Shape;10829;p6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30" name="Google Shape;10830;p61"/>
              <p:cNvGrpSpPr/>
              <p:nvPr/>
            </p:nvGrpSpPr>
            <p:grpSpPr>
              <a:xfrm>
                <a:off x="3067316" y="3711366"/>
                <a:ext cx="66900" cy="166809"/>
                <a:chOff x="3067316" y="3711366"/>
                <a:chExt cx="66900" cy="166809"/>
              </a:xfrm>
            </p:grpSpPr>
            <p:sp>
              <p:nvSpPr>
                <p:cNvPr id="10831" name="Google Shape;10831;p6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2" name="Google Shape;10832;p6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33" name="Google Shape;10833;p61"/>
              <p:cNvGrpSpPr/>
              <p:nvPr/>
            </p:nvGrpSpPr>
            <p:grpSpPr>
              <a:xfrm>
                <a:off x="2413923" y="4058666"/>
                <a:ext cx="224119" cy="66900"/>
                <a:chOff x="2413923" y="4058666"/>
                <a:chExt cx="224119" cy="66900"/>
              </a:xfrm>
            </p:grpSpPr>
            <p:sp>
              <p:nvSpPr>
                <p:cNvPr id="10834" name="Google Shape;10834;p6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5" name="Google Shape;10835;p6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36" name="Google Shape;10836;p61"/>
              <p:cNvGrpSpPr/>
              <p:nvPr/>
            </p:nvGrpSpPr>
            <p:grpSpPr>
              <a:xfrm>
                <a:off x="3564643" y="4058666"/>
                <a:ext cx="223397" cy="66900"/>
                <a:chOff x="3564643" y="4058666"/>
                <a:chExt cx="223397" cy="66900"/>
              </a:xfrm>
            </p:grpSpPr>
            <p:sp>
              <p:nvSpPr>
                <p:cNvPr id="10837" name="Google Shape;10837;p6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8" name="Google Shape;10838;p6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839" name="Google Shape;10839;p61"/>
            <p:cNvGrpSpPr/>
            <p:nvPr/>
          </p:nvGrpSpPr>
          <p:grpSpPr>
            <a:xfrm>
              <a:off x="2633353" y="3965763"/>
              <a:ext cx="933975" cy="445687"/>
              <a:chOff x="2633353" y="3965763"/>
              <a:chExt cx="933975" cy="445687"/>
            </a:xfrm>
          </p:grpSpPr>
          <p:sp>
            <p:nvSpPr>
              <p:cNvPr id="10840" name="Google Shape;10840;p6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2" name="Google Shape;10842;p61"/>
          <p:cNvGrpSpPr/>
          <p:nvPr/>
        </p:nvGrpSpPr>
        <p:grpSpPr>
          <a:xfrm>
            <a:off x="6392784" y="1044384"/>
            <a:ext cx="1131087" cy="587383"/>
            <a:chOff x="238125" y="999450"/>
            <a:chExt cx="7140700" cy="3708225"/>
          </a:xfrm>
        </p:grpSpPr>
        <p:sp>
          <p:nvSpPr>
            <p:cNvPr id="10843" name="Google Shape;10843;p6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61"/>
          <p:cNvGrpSpPr/>
          <p:nvPr/>
        </p:nvGrpSpPr>
        <p:grpSpPr>
          <a:xfrm>
            <a:off x="3744234" y="3493879"/>
            <a:ext cx="1375854" cy="678131"/>
            <a:chOff x="3913765" y="3641905"/>
            <a:chExt cx="1522805" cy="750560"/>
          </a:xfrm>
        </p:grpSpPr>
        <p:grpSp>
          <p:nvGrpSpPr>
            <p:cNvPr id="10853" name="Google Shape;10853;p61"/>
            <p:cNvGrpSpPr/>
            <p:nvPr/>
          </p:nvGrpSpPr>
          <p:grpSpPr>
            <a:xfrm>
              <a:off x="3913765" y="3997002"/>
              <a:ext cx="1522805" cy="395463"/>
              <a:chOff x="3913765" y="3997002"/>
              <a:chExt cx="1522805" cy="395463"/>
            </a:xfrm>
          </p:grpSpPr>
          <p:grpSp>
            <p:nvGrpSpPr>
              <p:cNvPr id="10854" name="Google Shape;10854;p61"/>
              <p:cNvGrpSpPr/>
              <p:nvPr/>
            </p:nvGrpSpPr>
            <p:grpSpPr>
              <a:xfrm>
                <a:off x="3913765" y="4138659"/>
                <a:ext cx="507602" cy="253806"/>
                <a:chOff x="3913765" y="4138659"/>
                <a:chExt cx="507602" cy="253806"/>
              </a:xfrm>
            </p:grpSpPr>
            <p:sp>
              <p:nvSpPr>
                <p:cNvPr id="10855" name="Google Shape;10855;p6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857" name="Google Shape;10857;p61"/>
              <p:cNvGrpSpPr/>
              <p:nvPr/>
            </p:nvGrpSpPr>
            <p:grpSpPr>
              <a:xfrm>
                <a:off x="4421361" y="3997002"/>
                <a:ext cx="507618" cy="395463"/>
                <a:chOff x="4421361" y="3997002"/>
                <a:chExt cx="507618" cy="395463"/>
              </a:xfrm>
            </p:grpSpPr>
            <p:sp>
              <p:nvSpPr>
                <p:cNvPr id="10858" name="Google Shape;10858;p6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1"/>
              <p:cNvGrpSpPr/>
              <p:nvPr/>
            </p:nvGrpSpPr>
            <p:grpSpPr>
              <a:xfrm>
                <a:off x="4928973" y="4189418"/>
                <a:ext cx="507596" cy="203047"/>
                <a:chOff x="4928973" y="4189418"/>
                <a:chExt cx="507596" cy="203047"/>
              </a:xfrm>
            </p:grpSpPr>
            <p:sp>
              <p:nvSpPr>
                <p:cNvPr id="10861" name="Google Shape;10861;p6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3" name="Google Shape;10863;p61"/>
            <p:cNvGrpSpPr/>
            <p:nvPr/>
          </p:nvGrpSpPr>
          <p:grpSpPr>
            <a:xfrm>
              <a:off x="4482186" y="3641905"/>
              <a:ext cx="397605" cy="349784"/>
              <a:chOff x="2906375" y="1159725"/>
              <a:chExt cx="1860575" cy="1636800"/>
            </a:xfrm>
          </p:grpSpPr>
          <p:sp>
            <p:nvSpPr>
              <p:cNvPr id="10864" name="Google Shape;10864;p6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8" name="Google Shape;10868;p61"/>
          <p:cNvGrpSpPr/>
          <p:nvPr/>
        </p:nvGrpSpPr>
        <p:grpSpPr>
          <a:xfrm>
            <a:off x="6528943" y="1853805"/>
            <a:ext cx="940737" cy="721067"/>
            <a:chOff x="6599718" y="2068734"/>
            <a:chExt cx="940737" cy="721067"/>
          </a:xfrm>
        </p:grpSpPr>
        <p:sp>
          <p:nvSpPr>
            <p:cNvPr id="10869" name="Google Shape;10869;p6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5" name="Google Shape;10875;p61"/>
            <p:cNvGrpSpPr/>
            <p:nvPr/>
          </p:nvGrpSpPr>
          <p:grpSpPr>
            <a:xfrm>
              <a:off x="6836957" y="2068734"/>
              <a:ext cx="461892" cy="721067"/>
              <a:chOff x="6836957" y="2068734"/>
              <a:chExt cx="461892" cy="721067"/>
            </a:xfrm>
          </p:grpSpPr>
          <p:sp>
            <p:nvSpPr>
              <p:cNvPr id="10876" name="Google Shape;10876;p6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2" name="Google Shape;10882;p61"/>
              <p:cNvGrpSpPr/>
              <p:nvPr/>
            </p:nvGrpSpPr>
            <p:grpSpPr>
              <a:xfrm>
                <a:off x="6836957" y="2068734"/>
                <a:ext cx="461892" cy="721067"/>
                <a:chOff x="6836957" y="2068734"/>
                <a:chExt cx="461892" cy="721067"/>
              </a:xfrm>
            </p:grpSpPr>
            <p:sp>
              <p:nvSpPr>
                <p:cNvPr id="10883" name="Google Shape;10883;p6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890" name="Google Shape;10890;p61"/>
          <p:cNvGrpSpPr/>
          <p:nvPr/>
        </p:nvGrpSpPr>
        <p:grpSpPr>
          <a:xfrm>
            <a:off x="2412262" y="1858152"/>
            <a:ext cx="712577" cy="712374"/>
            <a:chOff x="2559249" y="2069323"/>
            <a:chExt cx="685566" cy="685634"/>
          </a:xfrm>
        </p:grpSpPr>
        <p:sp>
          <p:nvSpPr>
            <p:cNvPr id="10891" name="Google Shape;10891;p6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4" name="Google Shape;10904;p61"/>
          <p:cNvGrpSpPr/>
          <p:nvPr/>
        </p:nvGrpSpPr>
        <p:grpSpPr>
          <a:xfrm>
            <a:off x="7594699" y="970941"/>
            <a:ext cx="845645" cy="711911"/>
            <a:chOff x="951975" y="315800"/>
            <a:chExt cx="5860325" cy="4933550"/>
          </a:xfrm>
        </p:grpSpPr>
        <p:sp>
          <p:nvSpPr>
            <p:cNvPr id="10905" name="Google Shape;10905;p6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1"/>
          <p:cNvGrpSpPr/>
          <p:nvPr/>
        </p:nvGrpSpPr>
        <p:grpSpPr>
          <a:xfrm>
            <a:off x="3691828" y="2707050"/>
            <a:ext cx="1617932" cy="621724"/>
            <a:chOff x="3862800" y="3038525"/>
            <a:chExt cx="1329006" cy="510698"/>
          </a:xfrm>
        </p:grpSpPr>
        <p:sp>
          <p:nvSpPr>
            <p:cNvPr id="10914" name="Google Shape;10914;p6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1"/>
            <p:cNvGrpSpPr/>
            <p:nvPr/>
          </p:nvGrpSpPr>
          <p:grpSpPr>
            <a:xfrm>
              <a:off x="3967075" y="3040337"/>
              <a:ext cx="1019927" cy="402126"/>
              <a:chOff x="3967075" y="3040337"/>
              <a:chExt cx="1019927" cy="402126"/>
            </a:xfrm>
          </p:grpSpPr>
          <p:sp>
            <p:nvSpPr>
              <p:cNvPr id="10917" name="Google Shape;10917;p6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1"/>
            <p:cNvGrpSpPr/>
            <p:nvPr/>
          </p:nvGrpSpPr>
          <p:grpSpPr>
            <a:xfrm>
              <a:off x="4186700" y="3040337"/>
              <a:ext cx="390475" cy="183289"/>
              <a:chOff x="4186700" y="3040337"/>
              <a:chExt cx="390475" cy="183289"/>
            </a:xfrm>
          </p:grpSpPr>
          <p:sp>
            <p:nvSpPr>
              <p:cNvPr id="10920" name="Google Shape;10920;p6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61"/>
            <p:cNvGrpSpPr/>
            <p:nvPr/>
          </p:nvGrpSpPr>
          <p:grpSpPr>
            <a:xfrm>
              <a:off x="4073727" y="3040337"/>
              <a:ext cx="697794" cy="296263"/>
              <a:chOff x="4073727" y="3040337"/>
              <a:chExt cx="697794" cy="296263"/>
            </a:xfrm>
          </p:grpSpPr>
          <p:sp>
            <p:nvSpPr>
              <p:cNvPr id="10923" name="Google Shape;10923;p6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61"/>
            <p:cNvGrpSpPr/>
            <p:nvPr/>
          </p:nvGrpSpPr>
          <p:grpSpPr>
            <a:xfrm>
              <a:off x="3862800" y="3038525"/>
              <a:ext cx="1329006" cy="510698"/>
              <a:chOff x="3862800" y="3038525"/>
              <a:chExt cx="1329006" cy="510698"/>
            </a:xfrm>
          </p:grpSpPr>
          <p:sp>
            <p:nvSpPr>
              <p:cNvPr id="10926" name="Google Shape;10926;p6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28" name="Google Shape;10928;p61"/>
          <p:cNvGrpSpPr/>
          <p:nvPr/>
        </p:nvGrpSpPr>
        <p:grpSpPr>
          <a:xfrm>
            <a:off x="700150" y="970941"/>
            <a:ext cx="883205" cy="775176"/>
            <a:chOff x="649648" y="271400"/>
            <a:chExt cx="6215377" cy="5455143"/>
          </a:xfrm>
        </p:grpSpPr>
        <p:sp>
          <p:nvSpPr>
            <p:cNvPr id="10929" name="Google Shape;10929;p6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61"/>
          <p:cNvGrpSpPr/>
          <p:nvPr/>
        </p:nvGrpSpPr>
        <p:grpSpPr>
          <a:xfrm>
            <a:off x="2308452" y="970941"/>
            <a:ext cx="767704" cy="815489"/>
            <a:chOff x="2499700" y="1135950"/>
            <a:chExt cx="732402" cy="777990"/>
          </a:xfrm>
        </p:grpSpPr>
        <p:grpSp>
          <p:nvGrpSpPr>
            <p:cNvPr id="10942" name="Google Shape;10942;p61"/>
            <p:cNvGrpSpPr/>
            <p:nvPr/>
          </p:nvGrpSpPr>
          <p:grpSpPr>
            <a:xfrm>
              <a:off x="2499700" y="1135950"/>
              <a:ext cx="732402" cy="694705"/>
              <a:chOff x="2499700" y="1135950"/>
              <a:chExt cx="732402" cy="694705"/>
            </a:xfrm>
          </p:grpSpPr>
          <p:sp>
            <p:nvSpPr>
              <p:cNvPr id="10943" name="Google Shape;10943;p6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0" name="Google Shape;10970;p61"/>
            <p:cNvGrpSpPr/>
            <p:nvPr/>
          </p:nvGrpSpPr>
          <p:grpSpPr>
            <a:xfrm>
              <a:off x="2517909" y="1188726"/>
              <a:ext cx="702702" cy="725214"/>
              <a:chOff x="2517909" y="1188726"/>
              <a:chExt cx="702702" cy="725214"/>
            </a:xfrm>
          </p:grpSpPr>
          <p:sp>
            <p:nvSpPr>
              <p:cNvPr id="10971" name="Google Shape;10971;p6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6" name="Google Shape;10976;p61"/>
          <p:cNvGrpSpPr/>
          <p:nvPr/>
        </p:nvGrpSpPr>
        <p:grpSpPr>
          <a:xfrm>
            <a:off x="1654184" y="970941"/>
            <a:ext cx="583439" cy="870229"/>
            <a:chOff x="1716825" y="1121550"/>
            <a:chExt cx="622800" cy="928938"/>
          </a:xfrm>
        </p:grpSpPr>
        <p:grpSp>
          <p:nvGrpSpPr>
            <p:cNvPr id="10977" name="Google Shape;10977;p61"/>
            <p:cNvGrpSpPr/>
            <p:nvPr/>
          </p:nvGrpSpPr>
          <p:grpSpPr>
            <a:xfrm>
              <a:off x="1716825" y="1121550"/>
              <a:ext cx="622800" cy="928938"/>
              <a:chOff x="1716825" y="1121550"/>
              <a:chExt cx="622800" cy="928938"/>
            </a:xfrm>
          </p:grpSpPr>
          <p:cxnSp>
            <p:nvCxnSpPr>
              <p:cNvPr id="10978" name="Google Shape;10978;p6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979" name="Google Shape;10979;p6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0" name="Google Shape;10980;p61"/>
            <p:cNvGrpSpPr/>
            <p:nvPr/>
          </p:nvGrpSpPr>
          <p:grpSpPr>
            <a:xfrm>
              <a:off x="1768050" y="1172775"/>
              <a:ext cx="520200" cy="832000"/>
              <a:chOff x="1768050" y="1172775"/>
              <a:chExt cx="520200" cy="832000"/>
            </a:xfrm>
          </p:grpSpPr>
          <p:cxnSp>
            <p:nvCxnSpPr>
              <p:cNvPr id="10981" name="Google Shape;10981;p6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982" name="Google Shape;10982;p6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3" name="Google Shape;10983;p61"/>
            <p:cNvGrpSpPr/>
            <p:nvPr/>
          </p:nvGrpSpPr>
          <p:grpSpPr>
            <a:xfrm>
              <a:off x="1820100" y="1225475"/>
              <a:ext cx="416400" cy="729575"/>
              <a:chOff x="1820100" y="1225475"/>
              <a:chExt cx="416400" cy="729575"/>
            </a:xfrm>
          </p:grpSpPr>
          <p:cxnSp>
            <p:nvCxnSpPr>
              <p:cNvPr id="10984" name="Google Shape;10984;p6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985" name="Google Shape;10985;p6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6" name="Google Shape;10986;p61"/>
            <p:cNvGrpSpPr/>
            <p:nvPr/>
          </p:nvGrpSpPr>
          <p:grpSpPr>
            <a:xfrm>
              <a:off x="1874250" y="1278825"/>
              <a:ext cx="308100" cy="605275"/>
              <a:chOff x="1874250" y="1278825"/>
              <a:chExt cx="308100" cy="605275"/>
            </a:xfrm>
          </p:grpSpPr>
          <p:cxnSp>
            <p:nvCxnSpPr>
              <p:cNvPr id="10987" name="Google Shape;10987;p6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988" name="Google Shape;10988;p6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9" name="Google Shape;10989;p6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61"/>
          <p:cNvGrpSpPr/>
          <p:nvPr/>
        </p:nvGrpSpPr>
        <p:grpSpPr>
          <a:xfrm>
            <a:off x="1574007" y="1857263"/>
            <a:ext cx="739072" cy="714152"/>
            <a:chOff x="4334725" y="1355875"/>
            <a:chExt cx="3106650" cy="3001900"/>
          </a:xfrm>
        </p:grpSpPr>
        <p:grpSp>
          <p:nvGrpSpPr>
            <p:cNvPr id="10991" name="Google Shape;10991;p61"/>
            <p:cNvGrpSpPr/>
            <p:nvPr/>
          </p:nvGrpSpPr>
          <p:grpSpPr>
            <a:xfrm>
              <a:off x="4516050" y="1724875"/>
              <a:ext cx="2693725" cy="2632900"/>
              <a:chOff x="4516050" y="1724875"/>
              <a:chExt cx="2693725" cy="2632900"/>
            </a:xfrm>
          </p:grpSpPr>
          <p:sp>
            <p:nvSpPr>
              <p:cNvPr id="10992" name="Google Shape;10992;p6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5" name="Google Shape;10995;p61"/>
            <p:cNvGrpSpPr/>
            <p:nvPr/>
          </p:nvGrpSpPr>
          <p:grpSpPr>
            <a:xfrm>
              <a:off x="4334725" y="1355875"/>
              <a:ext cx="3106650" cy="2709650"/>
              <a:chOff x="4334725" y="1355875"/>
              <a:chExt cx="3106650" cy="2709650"/>
            </a:xfrm>
          </p:grpSpPr>
          <p:sp>
            <p:nvSpPr>
              <p:cNvPr id="10996" name="Google Shape;10996;p6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99" name="Google Shape;10999;p61"/>
          <p:cNvGrpSpPr/>
          <p:nvPr/>
        </p:nvGrpSpPr>
        <p:grpSpPr>
          <a:xfrm>
            <a:off x="7690956" y="3488034"/>
            <a:ext cx="312074" cy="684173"/>
            <a:chOff x="7645573" y="3754300"/>
            <a:chExt cx="293855" cy="644170"/>
          </a:xfrm>
        </p:grpSpPr>
        <p:sp>
          <p:nvSpPr>
            <p:cNvPr id="11000" name="Google Shape;11000;p6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2" name="Google Shape;11002;p61"/>
          <p:cNvGrpSpPr/>
          <p:nvPr/>
        </p:nvGrpSpPr>
        <p:grpSpPr>
          <a:xfrm>
            <a:off x="5612944" y="970941"/>
            <a:ext cx="709011" cy="739359"/>
            <a:chOff x="5830645" y="1256617"/>
            <a:chExt cx="530340" cy="553040"/>
          </a:xfrm>
        </p:grpSpPr>
        <p:grpSp>
          <p:nvGrpSpPr>
            <p:cNvPr id="11003" name="Google Shape;11003;p61"/>
            <p:cNvGrpSpPr/>
            <p:nvPr/>
          </p:nvGrpSpPr>
          <p:grpSpPr>
            <a:xfrm>
              <a:off x="5830645" y="1256617"/>
              <a:ext cx="259743" cy="269909"/>
              <a:chOff x="5830645" y="1256617"/>
              <a:chExt cx="259743" cy="269909"/>
            </a:xfrm>
          </p:grpSpPr>
          <p:sp>
            <p:nvSpPr>
              <p:cNvPr id="11004" name="Google Shape;11004;p6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61"/>
            <p:cNvGrpSpPr/>
            <p:nvPr/>
          </p:nvGrpSpPr>
          <p:grpSpPr>
            <a:xfrm>
              <a:off x="6101293" y="1256617"/>
              <a:ext cx="259692" cy="269909"/>
              <a:chOff x="6101293" y="1256617"/>
              <a:chExt cx="259692" cy="269909"/>
            </a:xfrm>
          </p:grpSpPr>
          <p:sp>
            <p:nvSpPr>
              <p:cNvPr id="11007" name="Google Shape;11007;p6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9" name="Google Shape;11009;p61"/>
            <p:cNvGrpSpPr/>
            <p:nvPr/>
          </p:nvGrpSpPr>
          <p:grpSpPr>
            <a:xfrm>
              <a:off x="5830645" y="1539749"/>
              <a:ext cx="259692" cy="269909"/>
              <a:chOff x="5830645" y="1539749"/>
              <a:chExt cx="259692" cy="269909"/>
            </a:xfrm>
          </p:grpSpPr>
          <p:sp>
            <p:nvSpPr>
              <p:cNvPr id="11010" name="Google Shape;11010;p6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61"/>
            <p:cNvGrpSpPr/>
            <p:nvPr/>
          </p:nvGrpSpPr>
          <p:grpSpPr>
            <a:xfrm>
              <a:off x="6101293" y="1539749"/>
              <a:ext cx="259692" cy="269909"/>
              <a:chOff x="6101293" y="1539749"/>
              <a:chExt cx="259692" cy="269909"/>
            </a:xfrm>
          </p:grpSpPr>
          <p:sp>
            <p:nvSpPr>
              <p:cNvPr id="11013" name="Google Shape;11013;p6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5" name="Google Shape;11015;p6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61"/>
          <p:cNvGrpSpPr/>
          <p:nvPr/>
        </p:nvGrpSpPr>
        <p:grpSpPr>
          <a:xfrm>
            <a:off x="714438" y="2707057"/>
            <a:ext cx="1452955" cy="621360"/>
            <a:chOff x="732422" y="2990152"/>
            <a:chExt cx="1337773" cy="572102"/>
          </a:xfrm>
        </p:grpSpPr>
        <p:sp>
          <p:nvSpPr>
            <p:cNvPr id="11017" name="Google Shape;11017;p6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1026"/>
        <p:cNvGrpSpPr/>
        <p:nvPr/>
      </p:nvGrpSpPr>
      <p:grpSpPr>
        <a:xfrm>
          <a:off x="0" y="0"/>
          <a:ext cx="0" cy="0"/>
          <a:chOff x="0" y="0"/>
          <a:chExt cx="0" cy="0"/>
        </a:xfrm>
      </p:grpSpPr>
      <p:grpSp>
        <p:nvGrpSpPr>
          <p:cNvPr id="11027" name="Google Shape;11027;p62"/>
          <p:cNvGrpSpPr/>
          <p:nvPr/>
        </p:nvGrpSpPr>
        <p:grpSpPr>
          <a:xfrm>
            <a:off x="708575" y="965865"/>
            <a:ext cx="1636117" cy="1526144"/>
            <a:chOff x="729238" y="1179665"/>
            <a:chExt cx="1636117" cy="1526144"/>
          </a:xfrm>
        </p:grpSpPr>
        <p:grpSp>
          <p:nvGrpSpPr>
            <p:cNvPr id="11028" name="Google Shape;11028;p62"/>
            <p:cNvGrpSpPr/>
            <p:nvPr/>
          </p:nvGrpSpPr>
          <p:grpSpPr>
            <a:xfrm>
              <a:off x="729238" y="1179665"/>
              <a:ext cx="80700" cy="1526144"/>
              <a:chOff x="729238" y="1179665"/>
              <a:chExt cx="80700" cy="1526144"/>
            </a:xfrm>
          </p:grpSpPr>
          <p:sp>
            <p:nvSpPr>
              <p:cNvPr id="11029" name="Google Shape;11029;p6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62"/>
            <p:cNvGrpSpPr/>
            <p:nvPr/>
          </p:nvGrpSpPr>
          <p:grpSpPr>
            <a:xfrm>
              <a:off x="903098" y="1179665"/>
              <a:ext cx="80700" cy="1526144"/>
              <a:chOff x="903098" y="1179665"/>
              <a:chExt cx="80700" cy="1526144"/>
            </a:xfrm>
          </p:grpSpPr>
          <p:sp>
            <p:nvSpPr>
              <p:cNvPr id="11040" name="Google Shape;11040;p6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0" name="Google Shape;11050;p62"/>
            <p:cNvGrpSpPr/>
            <p:nvPr/>
          </p:nvGrpSpPr>
          <p:grpSpPr>
            <a:xfrm>
              <a:off x="1076958" y="1179665"/>
              <a:ext cx="80700" cy="1526144"/>
              <a:chOff x="1076958" y="1179665"/>
              <a:chExt cx="80700" cy="1526144"/>
            </a:xfrm>
          </p:grpSpPr>
          <p:sp>
            <p:nvSpPr>
              <p:cNvPr id="11051" name="Google Shape;11051;p6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62"/>
            <p:cNvGrpSpPr/>
            <p:nvPr/>
          </p:nvGrpSpPr>
          <p:grpSpPr>
            <a:xfrm>
              <a:off x="1247707" y="1179665"/>
              <a:ext cx="80700" cy="1526144"/>
              <a:chOff x="1247707" y="1179665"/>
              <a:chExt cx="80700" cy="1526144"/>
            </a:xfrm>
          </p:grpSpPr>
          <p:sp>
            <p:nvSpPr>
              <p:cNvPr id="11062" name="Google Shape;11062;p6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62"/>
            <p:cNvGrpSpPr/>
            <p:nvPr/>
          </p:nvGrpSpPr>
          <p:grpSpPr>
            <a:xfrm>
              <a:off x="1421567" y="1179665"/>
              <a:ext cx="80700" cy="1526144"/>
              <a:chOff x="1421567" y="1179665"/>
              <a:chExt cx="80700" cy="1526144"/>
            </a:xfrm>
          </p:grpSpPr>
          <p:sp>
            <p:nvSpPr>
              <p:cNvPr id="11073" name="Google Shape;11073;p6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3" name="Google Shape;11083;p62"/>
            <p:cNvGrpSpPr/>
            <p:nvPr/>
          </p:nvGrpSpPr>
          <p:grpSpPr>
            <a:xfrm>
              <a:off x="1592327" y="1179665"/>
              <a:ext cx="80700" cy="1526144"/>
              <a:chOff x="1592327" y="1179665"/>
              <a:chExt cx="80700" cy="1526144"/>
            </a:xfrm>
          </p:grpSpPr>
          <p:sp>
            <p:nvSpPr>
              <p:cNvPr id="11084" name="Google Shape;11084;p6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62"/>
            <p:cNvGrpSpPr/>
            <p:nvPr/>
          </p:nvGrpSpPr>
          <p:grpSpPr>
            <a:xfrm>
              <a:off x="1766187" y="1179665"/>
              <a:ext cx="80700" cy="1526144"/>
              <a:chOff x="1766187" y="1179665"/>
              <a:chExt cx="80700" cy="1526144"/>
            </a:xfrm>
          </p:grpSpPr>
          <p:sp>
            <p:nvSpPr>
              <p:cNvPr id="11095" name="Google Shape;11095;p6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62"/>
            <p:cNvGrpSpPr/>
            <p:nvPr/>
          </p:nvGrpSpPr>
          <p:grpSpPr>
            <a:xfrm>
              <a:off x="1936935" y="1179665"/>
              <a:ext cx="80700" cy="1526144"/>
              <a:chOff x="1936935" y="1179665"/>
              <a:chExt cx="80700" cy="1526144"/>
            </a:xfrm>
          </p:grpSpPr>
          <p:sp>
            <p:nvSpPr>
              <p:cNvPr id="11106" name="Google Shape;11106;p6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62"/>
            <p:cNvGrpSpPr/>
            <p:nvPr/>
          </p:nvGrpSpPr>
          <p:grpSpPr>
            <a:xfrm>
              <a:off x="2110795" y="1179665"/>
              <a:ext cx="80700" cy="1526144"/>
              <a:chOff x="2110795" y="1179665"/>
              <a:chExt cx="80700" cy="1526144"/>
            </a:xfrm>
          </p:grpSpPr>
          <p:sp>
            <p:nvSpPr>
              <p:cNvPr id="11117" name="Google Shape;11117;p6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62"/>
            <p:cNvGrpSpPr/>
            <p:nvPr/>
          </p:nvGrpSpPr>
          <p:grpSpPr>
            <a:xfrm>
              <a:off x="2284655" y="1179665"/>
              <a:ext cx="80700" cy="1526144"/>
              <a:chOff x="2284655" y="1179665"/>
              <a:chExt cx="80700" cy="1526144"/>
            </a:xfrm>
          </p:grpSpPr>
          <p:sp>
            <p:nvSpPr>
              <p:cNvPr id="11128" name="Google Shape;11128;p6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8" name="Google Shape;11138;p62"/>
          <p:cNvGrpSpPr/>
          <p:nvPr/>
        </p:nvGrpSpPr>
        <p:grpSpPr>
          <a:xfrm>
            <a:off x="2603242" y="985003"/>
            <a:ext cx="1364248" cy="1102133"/>
            <a:chOff x="2623904" y="1198803"/>
            <a:chExt cx="1364248" cy="1102133"/>
          </a:xfrm>
        </p:grpSpPr>
        <p:grpSp>
          <p:nvGrpSpPr>
            <p:cNvPr id="11139" name="Google Shape;11139;p62"/>
            <p:cNvGrpSpPr/>
            <p:nvPr/>
          </p:nvGrpSpPr>
          <p:grpSpPr>
            <a:xfrm>
              <a:off x="2623907" y="1198803"/>
              <a:ext cx="1364245" cy="273000"/>
              <a:chOff x="2623907" y="1198803"/>
              <a:chExt cx="1364245" cy="273000"/>
            </a:xfrm>
          </p:grpSpPr>
          <p:sp>
            <p:nvSpPr>
              <p:cNvPr id="11140" name="Google Shape;11140;p6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5" name="Google Shape;11145;p62"/>
            <p:cNvGrpSpPr/>
            <p:nvPr/>
          </p:nvGrpSpPr>
          <p:grpSpPr>
            <a:xfrm>
              <a:off x="2623904" y="1476964"/>
              <a:ext cx="1364245" cy="273000"/>
              <a:chOff x="2623904" y="1476964"/>
              <a:chExt cx="1364245" cy="273000"/>
            </a:xfrm>
          </p:grpSpPr>
          <p:sp>
            <p:nvSpPr>
              <p:cNvPr id="11146" name="Google Shape;11146;p6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62"/>
            <p:cNvGrpSpPr/>
            <p:nvPr/>
          </p:nvGrpSpPr>
          <p:grpSpPr>
            <a:xfrm>
              <a:off x="2623907" y="1749775"/>
              <a:ext cx="1364245" cy="273000"/>
              <a:chOff x="2623907" y="1749775"/>
              <a:chExt cx="1364245" cy="273000"/>
            </a:xfrm>
          </p:grpSpPr>
          <p:sp>
            <p:nvSpPr>
              <p:cNvPr id="11152" name="Google Shape;11152;p6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62"/>
            <p:cNvGrpSpPr/>
            <p:nvPr/>
          </p:nvGrpSpPr>
          <p:grpSpPr>
            <a:xfrm>
              <a:off x="2623904" y="2027936"/>
              <a:ext cx="1364245" cy="273000"/>
              <a:chOff x="2623904" y="2027936"/>
              <a:chExt cx="1364245" cy="273000"/>
            </a:xfrm>
          </p:grpSpPr>
          <p:sp>
            <p:nvSpPr>
              <p:cNvPr id="11158" name="Google Shape;11158;p6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63" name="Google Shape;11163;p62"/>
          <p:cNvGrpSpPr/>
          <p:nvPr/>
        </p:nvGrpSpPr>
        <p:grpSpPr>
          <a:xfrm>
            <a:off x="2592703" y="2444186"/>
            <a:ext cx="1387541" cy="159124"/>
            <a:chOff x="3200660" y="2180272"/>
            <a:chExt cx="2563824" cy="378237"/>
          </a:xfrm>
        </p:grpSpPr>
        <p:sp>
          <p:nvSpPr>
            <p:cNvPr id="11164" name="Google Shape;11164;p6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62"/>
          <p:cNvGrpSpPr/>
          <p:nvPr/>
        </p:nvGrpSpPr>
        <p:grpSpPr>
          <a:xfrm>
            <a:off x="2589227" y="2722011"/>
            <a:ext cx="1390502" cy="159625"/>
            <a:chOff x="3530150" y="2790075"/>
            <a:chExt cx="1962600" cy="225300"/>
          </a:xfrm>
        </p:grpSpPr>
        <p:sp>
          <p:nvSpPr>
            <p:cNvPr id="11183" name="Google Shape;11183;p6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5" name="Google Shape;11185;p62"/>
          <p:cNvGrpSpPr/>
          <p:nvPr/>
        </p:nvGrpSpPr>
        <p:grpSpPr>
          <a:xfrm>
            <a:off x="2589880" y="3000337"/>
            <a:ext cx="1411629" cy="153761"/>
            <a:chOff x="3558802" y="4011427"/>
            <a:chExt cx="1866000" cy="111300"/>
          </a:xfrm>
        </p:grpSpPr>
        <p:sp>
          <p:nvSpPr>
            <p:cNvPr id="11186" name="Google Shape;11186;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62"/>
          <p:cNvGrpSpPr/>
          <p:nvPr/>
        </p:nvGrpSpPr>
        <p:grpSpPr>
          <a:xfrm>
            <a:off x="2589573" y="2205736"/>
            <a:ext cx="1383503" cy="119749"/>
            <a:chOff x="3465975" y="2270276"/>
            <a:chExt cx="1986364" cy="171929"/>
          </a:xfrm>
        </p:grpSpPr>
        <p:sp>
          <p:nvSpPr>
            <p:cNvPr id="11189" name="Google Shape;11189;p6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2"/>
          <p:cNvGrpSpPr/>
          <p:nvPr/>
        </p:nvGrpSpPr>
        <p:grpSpPr>
          <a:xfrm>
            <a:off x="2600580" y="3569387"/>
            <a:ext cx="1369531" cy="195460"/>
            <a:chOff x="723300" y="4253549"/>
            <a:chExt cx="2276482" cy="324900"/>
          </a:xfrm>
        </p:grpSpPr>
        <p:sp>
          <p:nvSpPr>
            <p:cNvPr id="11198" name="Google Shape;11198;p6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62"/>
          <p:cNvGrpSpPr/>
          <p:nvPr/>
        </p:nvGrpSpPr>
        <p:grpSpPr>
          <a:xfrm>
            <a:off x="2590141" y="3270567"/>
            <a:ext cx="1389066" cy="180119"/>
            <a:chOff x="705948" y="3788465"/>
            <a:chExt cx="2308953" cy="299400"/>
          </a:xfrm>
        </p:grpSpPr>
        <p:sp>
          <p:nvSpPr>
            <p:cNvPr id="11204" name="Google Shape;11204;p6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62"/>
          <p:cNvGrpSpPr/>
          <p:nvPr/>
        </p:nvGrpSpPr>
        <p:grpSpPr>
          <a:xfrm>
            <a:off x="2638078" y="3883547"/>
            <a:ext cx="1304609" cy="294074"/>
            <a:chOff x="2658741" y="4097347"/>
            <a:chExt cx="1304609" cy="294074"/>
          </a:xfrm>
        </p:grpSpPr>
        <p:grpSp>
          <p:nvGrpSpPr>
            <p:cNvPr id="11210" name="Google Shape;11210;p62"/>
            <p:cNvGrpSpPr/>
            <p:nvPr/>
          </p:nvGrpSpPr>
          <p:grpSpPr>
            <a:xfrm>
              <a:off x="2658741" y="4097347"/>
              <a:ext cx="118572" cy="294074"/>
              <a:chOff x="3343310" y="4475555"/>
              <a:chExt cx="127717" cy="316753"/>
            </a:xfrm>
          </p:grpSpPr>
          <p:sp>
            <p:nvSpPr>
              <p:cNvPr id="11211" name="Google Shape;11211;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62"/>
            <p:cNvGrpSpPr/>
            <p:nvPr/>
          </p:nvGrpSpPr>
          <p:grpSpPr>
            <a:xfrm>
              <a:off x="3815519" y="4098388"/>
              <a:ext cx="147831" cy="291991"/>
              <a:chOff x="3527539" y="4476677"/>
              <a:chExt cx="159232" cy="314510"/>
            </a:xfrm>
          </p:grpSpPr>
          <p:sp>
            <p:nvSpPr>
              <p:cNvPr id="11214" name="Google Shape;11214;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62"/>
            <p:cNvGrpSpPr/>
            <p:nvPr/>
          </p:nvGrpSpPr>
          <p:grpSpPr>
            <a:xfrm>
              <a:off x="3511696" y="4098388"/>
              <a:ext cx="147831" cy="291991"/>
              <a:chOff x="3527539" y="4476677"/>
              <a:chExt cx="159232" cy="314510"/>
            </a:xfrm>
          </p:grpSpPr>
          <p:sp>
            <p:nvSpPr>
              <p:cNvPr id="11217" name="Google Shape;11217;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2"/>
            <p:cNvGrpSpPr/>
            <p:nvPr/>
          </p:nvGrpSpPr>
          <p:grpSpPr>
            <a:xfrm>
              <a:off x="3207874" y="4098388"/>
              <a:ext cx="147831" cy="291991"/>
              <a:chOff x="3527539" y="4476677"/>
              <a:chExt cx="159232" cy="314510"/>
            </a:xfrm>
          </p:grpSpPr>
          <p:sp>
            <p:nvSpPr>
              <p:cNvPr id="11220" name="Google Shape;11220;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2"/>
            <p:cNvGrpSpPr/>
            <p:nvPr/>
          </p:nvGrpSpPr>
          <p:grpSpPr>
            <a:xfrm>
              <a:off x="2933305" y="4097347"/>
              <a:ext cx="118572" cy="294074"/>
              <a:chOff x="3343310" y="4475555"/>
              <a:chExt cx="127717" cy="316753"/>
            </a:xfrm>
          </p:grpSpPr>
          <p:sp>
            <p:nvSpPr>
              <p:cNvPr id="11223" name="Google Shape;11223;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25" name="Google Shape;11225;p62"/>
          <p:cNvGrpSpPr/>
          <p:nvPr/>
        </p:nvGrpSpPr>
        <p:grpSpPr>
          <a:xfrm>
            <a:off x="4256908" y="1866669"/>
            <a:ext cx="1433821" cy="191501"/>
            <a:chOff x="4273350" y="2080469"/>
            <a:chExt cx="1433821" cy="191501"/>
          </a:xfrm>
        </p:grpSpPr>
        <p:grpSp>
          <p:nvGrpSpPr>
            <p:cNvPr id="11226" name="Google Shape;11226;p62"/>
            <p:cNvGrpSpPr/>
            <p:nvPr/>
          </p:nvGrpSpPr>
          <p:grpSpPr>
            <a:xfrm>
              <a:off x="4273350" y="2080469"/>
              <a:ext cx="1433821" cy="0"/>
              <a:chOff x="5224975" y="2962250"/>
              <a:chExt cx="1544400" cy="0"/>
            </a:xfrm>
          </p:grpSpPr>
          <p:cxnSp>
            <p:nvCxnSpPr>
              <p:cNvPr id="11227" name="Google Shape;11227;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228" name="Google Shape;11228;p6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229" name="Google Shape;11229;p62"/>
            <p:cNvGrpSpPr/>
            <p:nvPr/>
          </p:nvGrpSpPr>
          <p:grpSpPr>
            <a:xfrm>
              <a:off x="4273350" y="2271969"/>
              <a:ext cx="1433821" cy="0"/>
              <a:chOff x="5224975" y="2962250"/>
              <a:chExt cx="1544400" cy="0"/>
            </a:xfrm>
          </p:grpSpPr>
          <p:cxnSp>
            <p:nvCxnSpPr>
              <p:cNvPr id="11230" name="Google Shape;11230;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231" name="Google Shape;11231;p6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232" name="Google Shape;11232;p62"/>
          <p:cNvGrpSpPr/>
          <p:nvPr/>
        </p:nvGrpSpPr>
        <p:grpSpPr>
          <a:xfrm>
            <a:off x="4258463" y="969236"/>
            <a:ext cx="1430711" cy="743389"/>
            <a:chOff x="5159450" y="1919950"/>
            <a:chExt cx="1541050" cy="862500"/>
          </a:xfrm>
        </p:grpSpPr>
        <p:sp>
          <p:nvSpPr>
            <p:cNvPr id="11233" name="Google Shape;11233;p6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11234" name="Google Shape;11234;p62"/>
            <p:cNvGrpSpPr/>
            <p:nvPr/>
          </p:nvGrpSpPr>
          <p:grpSpPr>
            <a:xfrm>
              <a:off x="5159450" y="1919950"/>
              <a:ext cx="1541050" cy="862500"/>
              <a:chOff x="5159450" y="1919950"/>
              <a:chExt cx="1541050" cy="862500"/>
            </a:xfrm>
          </p:grpSpPr>
          <p:cxnSp>
            <p:nvCxnSpPr>
              <p:cNvPr id="11235" name="Google Shape;11235;p6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236" name="Google Shape;11236;p6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237" name="Google Shape;11237;p62"/>
          <p:cNvGrpSpPr/>
          <p:nvPr/>
        </p:nvGrpSpPr>
        <p:grpSpPr>
          <a:xfrm>
            <a:off x="4248577" y="2192564"/>
            <a:ext cx="1450484" cy="1052087"/>
            <a:chOff x="5230575" y="1554475"/>
            <a:chExt cx="2137150" cy="1550150"/>
          </a:xfrm>
        </p:grpSpPr>
        <p:sp>
          <p:nvSpPr>
            <p:cNvPr id="11238" name="Google Shape;11238;p6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62"/>
          <p:cNvGrpSpPr/>
          <p:nvPr/>
        </p:nvGrpSpPr>
        <p:grpSpPr>
          <a:xfrm rot="10800000">
            <a:off x="4265127" y="3284753"/>
            <a:ext cx="1417383" cy="887946"/>
            <a:chOff x="5645403" y="2920021"/>
            <a:chExt cx="2650800" cy="2180614"/>
          </a:xfrm>
        </p:grpSpPr>
        <p:sp>
          <p:nvSpPr>
            <p:cNvPr id="11252" name="Google Shape;11252;p6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3" name="Google Shape;11253;p62"/>
            <p:cNvCxnSpPr>
              <a:stCxn id="1125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254" name="Google Shape;11254;p6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5" name="Google Shape;11255;p62"/>
            <p:cNvCxnSpPr>
              <a:endCxn id="11254"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256" name="Google Shape;11256;p6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7" name="Google Shape;11257;p62"/>
            <p:cNvCxnSpPr>
              <a:stCxn id="11256"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258" name="Google Shape;11258;p6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9" name="Google Shape;11259;p62"/>
            <p:cNvCxnSpPr>
              <a:endCxn id="1125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260" name="Google Shape;11260;p62"/>
          <p:cNvGrpSpPr/>
          <p:nvPr/>
        </p:nvGrpSpPr>
        <p:grpSpPr>
          <a:xfrm>
            <a:off x="7365487" y="2188108"/>
            <a:ext cx="1071743" cy="1021579"/>
            <a:chOff x="7189833" y="2022667"/>
            <a:chExt cx="1251159" cy="1192597"/>
          </a:xfrm>
        </p:grpSpPr>
        <p:sp>
          <p:nvSpPr>
            <p:cNvPr id="11261" name="Google Shape;11261;p6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2"/>
          <p:cNvGrpSpPr/>
          <p:nvPr/>
        </p:nvGrpSpPr>
        <p:grpSpPr>
          <a:xfrm>
            <a:off x="706758" y="2614515"/>
            <a:ext cx="1695374" cy="1560837"/>
            <a:chOff x="727421" y="2828315"/>
            <a:chExt cx="1695374" cy="1560837"/>
          </a:xfrm>
        </p:grpSpPr>
        <p:grpSp>
          <p:nvGrpSpPr>
            <p:cNvPr id="11266" name="Google Shape;11266;p62"/>
            <p:cNvGrpSpPr/>
            <p:nvPr/>
          </p:nvGrpSpPr>
          <p:grpSpPr>
            <a:xfrm>
              <a:off x="819108" y="2882501"/>
              <a:ext cx="103104" cy="1426186"/>
              <a:chOff x="4674013" y="3100904"/>
              <a:chExt cx="122758" cy="1698043"/>
            </a:xfrm>
          </p:grpSpPr>
          <p:sp>
            <p:nvSpPr>
              <p:cNvPr id="11267" name="Google Shape;11267;p6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4" name="Google Shape;11274;p62"/>
            <p:cNvGrpSpPr/>
            <p:nvPr/>
          </p:nvGrpSpPr>
          <p:grpSpPr>
            <a:xfrm>
              <a:off x="1062475" y="2882501"/>
              <a:ext cx="103104" cy="1426186"/>
              <a:chOff x="4940438" y="3100904"/>
              <a:chExt cx="122758" cy="1698043"/>
            </a:xfrm>
          </p:grpSpPr>
          <p:sp>
            <p:nvSpPr>
              <p:cNvPr id="11275" name="Google Shape;11275;p6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2"/>
            <p:cNvGrpSpPr/>
            <p:nvPr/>
          </p:nvGrpSpPr>
          <p:grpSpPr>
            <a:xfrm>
              <a:off x="1299324" y="2882501"/>
              <a:ext cx="103104" cy="1426186"/>
              <a:chOff x="5206863" y="3100904"/>
              <a:chExt cx="122758" cy="1698043"/>
            </a:xfrm>
          </p:grpSpPr>
          <p:sp>
            <p:nvSpPr>
              <p:cNvPr id="11283" name="Google Shape;11283;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2"/>
            <p:cNvGrpSpPr/>
            <p:nvPr/>
          </p:nvGrpSpPr>
          <p:grpSpPr>
            <a:xfrm>
              <a:off x="1786057" y="2882501"/>
              <a:ext cx="103104" cy="1426186"/>
              <a:chOff x="6006138" y="3143629"/>
              <a:chExt cx="122758" cy="1698043"/>
            </a:xfrm>
          </p:grpSpPr>
          <p:sp>
            <p:nvSpPr>
              <p:cNvPr id="11291" name="Google Shape;11291;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62"/>
            <p:cNvGrpSpPr/>
            <p:nvPr/>
          </p:nvGrpSpPr>
          <p:grpSpPr>
            <a:xfrm>
              <a:off x="2029422" y="2882501"/>
              <a:ext cx="103104" cy="1426186"/>
              <a:chOff x="6805413" y="3100904"/>
              <a:chExt cx="122758" cy="1698043"/>
            </a:xfrm>
          </p:grpSpPr>
          <p:sp>
            <p:nvSpPr>
              <p:cNvPr id="11299" name="Google Shape;11299;p6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62"/>
            <p:cNvGrpSpPr/>
            <p:nvPr/>
          </p:nvGrpSpPr>
          <p:grpSpPr>
            <a:xfrm>
              <a:off x="727421" y="2828315"/>
              <a:ext cx="1695374" cy="1560837"/>
              <a:chOff x="734799" y="2782450"/>
              <a:chExt cx="1571100" cy="1577400"/>
            </a:xfrm>
          </p:grpSpPr>
          <p:cxnSp>
            <p:nvCxnSpPr>
              <p:cNvPr id="11307" name="Google Shape;11307;p6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308" name="Google Shape;11308;p6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309" name="Google Shape;11309;p62"/>
            <p:cNvGrpSpPr/>
            <p:nvPr/>
          </p:nvGrpSpPr>
          <p:grpSpPr>
            <a:xfrm>
              <a:off x="2272795" y="2882501"/>
              <a:ext cx="103104" cy="1426186"/>
              <a:chOff x="5206863" y="3100904"/>
              <a:chExt cx="122758" cy="1698043"/>
            </a:xfrm>
          </p:grpSpPr>
          <p:sp>
            <p:nvSpPr>
              <p:cNvPr id="11310" name="Google Shape;11310;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62"/>
            <p:cNvGrpSpPr/>
            <p:nvPr/>
          </p:nvGrpSpPr>
          <p:grpSpPr>
            <a:xfrm>
              <a:off x="1542694" y="2882501"/>
              <a:ext cx="103104" cy="1426186"/>
              <a:chOff x="6006138" y="3143629"/>
              <a:chExt cx="122758" cy="1698043"/>
            </a:xfrm>
          </p:grpSpPr>
          <p:sp>
            <p:nvSpPr>
              <p:cNvPr id="11318" name="Google Shape;11318;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25" name="Google Shape;11325;p62"/>
          <p:cNvGrpSpPr/>
          <p:nvPr/>
        </p:nvGrpSpPr>
        <p:grpSpPr>
          <a:xfrm>
            <a:off x="5915338" y="2192087"/>
            <a:ext cx="1248543" cy="1025319"/>
            <a:chOff x="5183758" y="1210600"/>
            <a:chExt cx="3605380" cy="2960783"/>
          </a:xfrm>
        </p:grpSpPr>
        <p:sp>
          <p:nvSpPr>
            <p:cNvPr id="11326" name="Google Shape;11326;p6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30" name="Google Shape;11330;p6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331" name="Google Shape;11331;p6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332" name="Google Shape;11332;p6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333" name="Google Shape;11333;p6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334" name="Google Shape;11334;p6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2"/>
          <p:cNvGrpSpPr/>
          <p:nvPr/>
        </p:nvGrpSpPr>
        <p:grpSpPr>
          <a:xfrm>
            <a:off x="5772399" y="3330404"/>
            <a:ext cx="2664831" cy="843440"/>
            <a:chOff x="5916567" y="1099697"/>
            <a:chExt cx="2556683" cy="809211"/>
          </a:xfrm>
        </p:grpSpPr>
        <p:sp>
          <p:nvSpPr>
            <p:cNvPr id="11336" name="Google Shape;11336;p6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62"/>
          <p:cNvGrpSpPr/>
          <p:nvPr/>
        </p:nvGrpSpPr>
        <p:grpSpPr>
          <a:xfrm>
            <a:off x="5879940" y="979263"/>
            <a:ext cx="1299851" cy="1023338"/>
            <a:chOff x="5900602" y="1193063"/>
            <a:chExt cx="1299851" cy="1023338"/>
          </a:xfrm>
        </p:grpSpPr>
        <p:grpSp>
          <p:nvGrpSpPr>
            <p:cNvPr id="11345" name="Google Shape;11345;p62"/>
            <p:cNvGrpSpPr/>
            <p:nvPr/>
          </p:nvGrpSpPr>
          <p:grpSpPr>
            <a:xfrm>
              <a:off x="6743564" y="1193063"/>
              <a:ext cx="456889" cy="700379"/>
              <a:chOff x="6743564" y="1193063"/>
              <a:chExt cx="456889" cy="700379"/>
            </a:xfrm>
          </p:grpSpPr>
          <p:grpSp>
            <p:nvGrpSpPr>
              <p:cNvPr id="11346" name="Google Shape;11346;p62"/>
              <p:cNvGrpSpPr/>
              <p:nvPr/>
            </p:nvGrpSpPr>
            <p:grpSpPr>
              <a:xfrm>
                <a:off x="6743564" y="1690731"/>
                <a:ext cx="214402" cy="202710"/>
                <a:chOff x="6743564" y="1690731"/>
                <a:chExt cx="214402" cy="202710"/>
              </a:xfrm>
            </p:grpSpPr>
            <p:sp>
              <p:nvSpPr>
                <p:cNvPr id="11347" name="Google Shape;11347;p6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62"/>
              <p:cNvGrpSpPr/>
              <p:nvPr/>
            </p:nvGrpSpPr>
            <p:grpSpPr>
              <a:xfrm>
                <a:off x="6915505" y="1193063"/>
                <a:ext cx="284947" cy="589637"/>
                <a:chOff x="6915505" y="1193063"/>
                <a:chExt cx="284947" cy="589637"/>
              </a:xfrm>
            </p:grpSpPr>
            <p:sp>
              <p:nvSpPr>
                <p:cNvPr id="11350" name="Google Shape;11350;p6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51" name="Google Shape;11351;p6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352" name="Google Shape;11352;p62"/>
            <p:cNvGrpSpPr/>
            <p:nvPr/>
          </p:nvGrpSpPr>
          <p:grpSpPr>
            <a:xfrm>
              <a:off x="6520337" y="1193063"/>
              <a:ext cx="341815" cy="801589"/>
              <a:chOff x="6520337" y="1193063"/>
              <a:chExt cx="341815" cy="801589"/>
            </a:xfrm>
          </p:grpSpPr>
          <p:grpSp>
            <p:nvGrpSpPr>
              <p:cNvPr id="11353" name="Google Shape;11353;p62"/>
              <p:cNvGrpSpPr/>
              <p:nvPr/>
            </p:nvGrpSpPr>
            <p:grpSpPr>
              <a:xfrm>
                <a:off x="6520337" y="1589527"/>
                <a:ext cx="213950" cy="405125"/>
                <a:chOff x="6520337" y="1589527"/>
                <a:chExt cx="213950" cy="405125"/>
              </a:xfrm>
            </p:grpSpPr>
            <p:sp>
              <p:nvSpPr>
                <p:cNvPr id="11354" name="Google Shape;11354;p6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62"/>
              <p:cNvGrpSpPr/>
              <p:nvPr/>
            </p:nvGrpSpPr>
            <p:grpSpPr>
              <a:xfrm>
                <a:off x="6577204" y="1193063"/>
                <a:ext cx="284947" cy="453562"/>
                <a:chOff x="6577204" y="1193063"/>
                <a:chExt cx="284947" cy="453562"/>
              </a:xfrm>
            </p:grpSpPr>
            <p:sp>
              <p:nvSpPr>
                <p:cNvPr id="11357" name="Google Shape;11357;p6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58" name="Google Shape;11358;p6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359" name="Google Shape;11359;p62"/>
            <p:cNvGrpSpPr/>
            <p:nvPr/>
          </p:nvGrpSpPr>
          <p:grpSpPr>
            <a:xfrm>
              <a:off x="6238903" y="1193063"/>
              <a:ext cx="300475" cy="901782"/>
              <a:chOff x="6238903" y="1193063"/>
              <a:chExt cx="300475" cy="901782"/>
            </a:xfrm>
          </p:grpSpPr>
          <p:grpSp>
            <p:nvGrpSpPr>
              <p:cNvPr id="11360" name="Google Shape;11360;p62"/>
              <p:cNvGrpSpPr/>
              <p:nvPr/>
            </p:nvGrpSpPr>
            <p:grpSpPr>
              <a:xfrm>
                <a:off x="6290865" y="1489315"/>
                <a:ext cx="248514" cy="605530"/>
                <a:chOff x="6290865" y="1489315"/>
                <a:chExt cx="248514" cy="605530"/>
              </a:xfrm>
            </p:grpSpPr>
            <p:sp>
              <p:nvSpPr>
                <p:cNvPr id="11361" name="Google Shape;11361;p6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2"/>
              <p:cNvGrpSpPr/>
              <p:nvPr/>
            </p:nvGrpSpPr>
            <p:grpSpPr>
              <a:xfrm>
                <a:off x="6238903" y="1193063"/>
                <a:ext cx="284947" cy="327512"/>
                <a:chOff x="6238903" y="1193063"/>
                <a:chExt cx="284947" cy="327512"/>
              </a:xfrm>
            </p:grpSpPr>
            <p:sp>
              <p:nvSpPr>
                <p:cNvPr id="11364" name="Google Shape;11364;p6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65" name="Google Shape;11365;p6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366" name="Google Shape;11366;p62"/>
            <p:cNvGrpSpPr/>
            <p:nvPr/>
          </p:nvGrpSpPr>
          <p:grpSpPr>
            <a:xfrm>
              <a:off x="5900602" y="1193063"/>
              <a:ext cx="444345" cy="1023338"/>
              <a:chOff x="5900602" y="1193063"/>
              <a:chExt cx="444345" cy="1023338"/>
            </a:xfrm>
          </p:grpSpPr>
          <p:grpSp>
            <p:nvGrpSpPr>
              <p:cNvPr id="11367" name="Google Shape;11367;p62"/>
              <p:cNvGrpSpPr/>
              <p:nvPr/>
            </p:nvGrpSpPr>
            <p:grpSpPr>
              <a:xfrm>
                <a:off x="6046501" y="1367785"/>
                <a:ext cx="298446" cy="848616"/>
                <a:chOff x="6046501" y="1367785"/>
                <a:chExt cx="298446" cy="848616"/>
              </a:xfrm>
            </p:grpSpPr>
            <p:sp>
              <p:nvSpPr>
                <p:cNvPr id="11368" name="Google Shape;11368;p6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62"/>
              <p:cNvGrpSpPr/>
              <p:nvPr/>
            </p:nvGrpSpPr>
            <p:grpSpPr>
              <a:xfrm>
                <a:off x="5900602" y="1193063"/>
                <a:ext cx="284947" cy="182312"/>
                <a:chOff x="5900602" y="1193063"/>
                <a:chExt cx="284947" cy="182312"/>
              </a:xfrm>
            </p:grpSpPr>
            <p:sp>
              <p:nvSpPr>
                <p:cNvPr id="11371" name="Google Shape;11371;p6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72" name="Google Shape;11372;p6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373" name="Google Shape;11373;p62"/>
          <p:cNvGrpSpPr/>
          <p:nvPr/>
        </p:nvGrpSpPr>
        <p:grpSpPr>
          <a:xfrm>
            <a:off x="7217822" y="979408"/>
            <a:ext cx="1219413" cy="1051365"/>
            <a:chOff x="7287122" y="1165658"/>
            <a:chExt cx="1219413" cy="1051365"/>
          </a:xfrm>
        </p:grpSpPr>
        <p:grpSp>
          <p:nvGrpSpPr>
            <p:cNvPr id="11374" name="Google Shape;11374;p62"/>
            <p:cNvGrpSpPr/>
            <p:nvPr/>
          </p:nvGrpSpPr>
          <p:grpSpPr>
            <a:xfrm>
              <a:off x="7287122" y="1969723"/>
              <a:ext cx="1219413" cy="247300"/>
              <a:chOff x="7287122" y="1969723"/>
              <a:chExt cx="1219413" cy="247300"/>
            </a:xfrm>
          </p:grpSpPr>
          <p:sp>
            <p:nvSpPr>
              <p:cNvPr id="11375" name="Google Shape;11375;p6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6" name="Google Shape;11376;p62"/>
              <p:cNvGrpSpPr/>
              <p:nvPr/>
            </p:nvGrpSpPr>
            <p:grpSpPr>
              <a:xfrm>
                <a:off x="7287122" y="2063892"/>
                <a:ext cx="1151753" cy="73428"/>
                <a:chOff x="7287122" y="2063892"/>
                <a:chExt cx="1151753" cy="73428"/>
              </a:xfrm>
            </p:grpSpPr>
            <p:sp>
              <p:nvSpPr>
                <p:cNvPr id="11377" name="Google Shape;11377;p6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78" name="Google Shape;11378;p6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379" name="Google Shape;11379;p62"/>
            <p:cNvGrpSpPr/>
            <p:nvPr/>
          </p:nvGrpSpPr>
          <p:grpSpPr>
            <a:xfrm>
              <a:off x="7287122" y="1712201"/>
              <a:ext cx="1219403" cy="246767"/>
              <a:chOff x="7287122" y="1712201"/>
              <a:chExt cx="1219403" cy="246767"/>
            </a:xfrm>
          </p:grpSpPr>
          <p:sp>
            <p:nvSpPr>
              <p:cNvPr id="11380" name="Google Shape;11380;p6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1" name="Google Shape;11381;p62"/>
              <p:cNvGrpSpPr/>
              <p:nvPr/>
            </p:nvGrpSpPr>
            <p:grpSpPr>
              <a:xfrm>
                <a:off x="7287122" y="1842861"/>
                <a:ext cx="1005303" cy="73419"/>
                <a:chOff x="7287122" y="1842861"/>
                <a:chExt cx="1005303" cy="73419"/>
              </a:xfrm>
            </p:grpSpPr>
            <p:sp>
              <p:nvSpPr>
                <p:cNvPr id="11382" name="Google Shape;11382;p6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83" name="Google Shape;11383;p6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384" name="Google Shape;11384;p62"/>
            <p:cNvGrpSpPr/>
            <p:nvPr/>
          </p:nvGrpSpPr>
          <p:grpSpPr>
            <a:xfrm>
              <a:off x="7287122" y="1447520"/>
              <a:ext cx="1219403" cy="286667"/>
              <a:chOff x="7287122" y="1447520"/>
              <a:chExt cx="1219403" cy="286667"/>
            </a:xfrm>
          </p:grpSpPr>
          <p:sp>
            <p:nvSpPr>
              <p:cNvPr id="11385" name="Google Shape;11385;p6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6" name="Google Shape;11386;p62"/>
              <p:cNvGrpSpPr/>
              <p:nvPr/>
            </p:nvGrpSpPr>
            <p:grpSpPr>
              <a:xfrm>
                <a:off x="7287122" y="1581977"/>
                <a:ext cx="852803" cy="73428"/>
                <a:chOff x="7287122" y="1581977"/>
                <a:chExt cx="852803" cy="73428"/>
              </a:xfrm>
            </p:grpSpPr>
            <p:sp>
              <p:nvSpPr>
                <p:cNvPr id="11387" name="Google Shape;11387;p6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88" name="Google Shape;11388;p6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389" name="Google Shape;11389;p62"/>
            <p:cNvGrpSpPr/>
            <p:nvPr/>
          </p:nvGrpSpPr>
          <p:grpSpPr>
            <a:xfrm>
              <a:off x="7287122" y="1165658"/>
              <a:ext cx="1219403" cy="344253"/>
              <a:chOff x="7287122" y="1165658"/>
              <a:chExt cx="1219403" cy="344253"/>
            </a:xfrm>
          </p:grpSpPr>
          <p:sp>
            <p:nvSpPr>
              <p:cNvPr id="11390" name="Google Shape;11390;p6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1" name="Google Shape;11391;p62"/>
              <p:cNvGrpSpPr/>
              <p:nvPr/>
            </p:nvGrpSpPr>
            <p:grpSpPr>
              <a:xfrm>
                <a:off x="7287122" y="1341025"/>
                <a:ext cx="695703" cy="73419"/>
                <a:chOff x="7287122" y="1341025"/>
                <a:chExt cx="695703" cy="73419"/>
              </a:xfrm>
            </p:grpSpPr>
            <p:sp>
              <p:nvSpPr>
                <p:cNvPr id="11392" name="Google Shape;11392;p6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93" name="Google Shape;11393;p6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97"/>
        <p:cNvGrpSpPr/>
        <p:nvPr/>
      </p:nvGrpSpPr>
      <p:grpSpPr>
        <a:xfrm>
          <a:off x="0" y="0"/>
          <a:ext cx="0" cy="0"/>
          <a:chOff x="0" y="0"/>
          <a:chExt cx="0" cy="0"/>
        </a:xfrm>
      </p:grpSpPr>
      <p:grpSp>
        <p:nvGrpSpPr>
          <p:cNvPr id="11398" name="Google Shape;11398;p63"/>
          <p:cNvGrpSpPr/>
          <p:nvPr/>
        </p:nvGrpSpPr>
        <p:grpSpPr>
          <a:xfrm>
            <a:off x="866243" y="2291587"/>
            <a:ext cx="415546" cy="355053"/>
            <a:chOff x="866243" y="2291587"/>
            <a:chExt cx="415546" cy="355053"/>
          </a:xfrm>
        </p:grpSpPr>
        <p:sp>
          <p:nvSpPr>
            <p:cNvPr id="11399" name="Google Shape;11399;p6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4" name="Google Shape;11404;p6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5" name="Google Shape;11405;p63"/>
          <p:cNvGrpSpPr/>
          <p:nvPr/>
        </p:nvGrpSpPr>
        <p:grpSpPr>
          <a:xfrm>
            <a:off x="1958520" y="2302574"/>
            <a:ext cx="359213" cy="327807"/>
            <a:chOff x="1958520" y="2302574"/>
            <a:chExt cx="359213" cy="327807"/>
          </a:xfrm>
        </p:grpSpPr>
        <p:sp>
          <p:nvSpPr>
            <p:cNvPr id="11406" name="Google Shape;11406;p6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63"/>
          <p:cNvGrpSpPr/>
          <p:nvPr/>
        </p:nvGrpSpPr>
        <p:grpSpPr>
          <a:xfrm>
            <a:off x="2579882" y="2287427"/>
            <a:ext cx="207582" cy="359594"/>
            <a:chOff x="2656082" y="2287427"/>
            <a:chExt cx="207582" cy="359594"/>
          </a:xfrm>
        </p:grpSpPr>
        <p:sp>
          <p:nvSpPr>
            <p:cNvPr id="11410" name="Google Shape;11410;p6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63"/>
          <p:cNvGrpSpPr/>
          <p:nvPr/>
        </p:nvGrpSpPr>
        <p:grpSpPr>
          <a:xfrm>
            <a:off x="3049653" y="2321468"/>
            <a:ext cx="362991" cy="290018"/>
            <a:chOff x="3049653" y="2321468"/>
            <a:chExt cx="362991" cy="290018"/>
          </a:xfrm>
        </p:grpSpPr>
        <p:sp>
          <p:nvSpPr>
            <p:cNvPr id="11415" name="Google Shape;11415;p6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63"/>
          <p:cNvGrpSpPr/>
          <p:nvPr/>
        </p:nvGrpSpPr>
        <p:grpSpPr>
          <a:xfrm>
            <a:off x="3564243" y="2289904"/>
            <a:ext cx="422342" cy="355243"/>
            <a:chOff x="3564243" y="2289904"/>
            <a:chExt cx="422342" cy="355243"/>
          </a:xfrm>
        </p:grpSpPr>
        <p:sp>
          <p:nvSpPr>
            <p:cNvPr id="11420" name="Google Shape;11420;p6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5" name="Google Shape;11425;p6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6" name="Google Shape;11426;p63"/>
          <p:cNvGrpSpPr/>
          <p:nvPr/>
        </p:nvGrpSpPr>
        <p:grpSpPr>
          <a:xfrm>
            <a:off x="4687894" y="2289713"/>
            <a:ext cx="359594" cy="353909"/>
            <a:chOff x="4687894" y="2289713"/>
            <a:chExt cx="359594" cy="353909"/>
          </a:xfrm>
        </p:grpSpPr>
        <p:sp>
          <p:nvSpPr>
            <p:cNvPr id="11427" name="Google Shape;11427;p6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0" name="Google Shape;11430;p6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1" name="Google Shape;11431;p63"/>
          <p:cNvGrpSpPr/>
          <p:nvPr/>
        </p:nvGrpSpPr>
        <p:grpSpPr>
          <a:xfrm>
            <a:off x="6372624" y="2308227"/>
            <a:ext cx="263567" cy="317614"/>
            <a:chOff x="6421399" y="2308227"/>
            <a:chExt cx="263567" cy="317614"/>
          </a:xfrm>
        </p:grpSpPr>
        <p:sp>
          <p:nvSpPr>
            <p:cNvPr id="11432" name="Google Shape;11432;p6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63"/>
          <p:cNvGrpSpPr/>
          <p:nvPr/>
        </p:nvGrpSpPr>
        <p:grpSpPr>
          <a:xfrm>
            <a:off x="6870193" y="2295620"/>
            <a:ext cx="360356" cy="343462"/>
            <a:chOff x="6870193" y="2295620"/>
            <a:chExt cx="360356" cy="343462"/>
          </a:xfrm>
        </p:grpSpPr>
        <p:sp>
          <p:nvSpPr>
            <p:cNvPr id="11437" name="Google Shape;11437;p6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9" name="Google Shape;11439;p63"/>
          <p:cNvGrpSpPr/>
          <p:nvPr/>
        </p:nvGrpSpPr>
        <p:grpSpPr>
          <a:xfrm>
            <a:off x="7441465" y="2302860"/>
            <a:ext cx="342192" cy="327140"/>
            <a:chOff x="7441465" y="2302860"/>
            <a:chExt cx="342192" cy="327140"/>
          </a:xfrm>
        </p:grpSpPr>
        <p:sp>
          <p:nvSpPr>
            <p:cNvPr id="11440" name="Google Shape;11440;p6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2" name="Google Shape;11442;p63"/>
          <p:cNvGrpSpPr/>
          <p:nvPr/>
        </p:nvGrpSpPr>
        <p:grpSpPr>
          <a:xfrm>
            <a:off x="7989683" y="2350207"/>
            <a:ext cx="332761" cy="234066"/>
            <a:chOff x="7989683" y="2350207"/>
            <a:chExt cx="332761" cy="234066"/>
          </a:xfrm>
        </p:grpSpPr>
        <p:sp>
          <p:nvSpPr>
            <p:cNvPr id="11443" name="Google Shape;11443;p6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63"/>
          <p:cNvGrpSpPr/>
          <p:nvPr/>
        </p:nvGrpSpPr>
        <p:grpSpPr>
          <a:xfrm>
            <a:off x="5823294" y="2309751"/>
            <a:ext cx="315327" cy="314978"/>
            <a:chOff x="5823294" y="2309751"/>
            <a:chExt cx="315327" cy="314978"/>
          </a:xfrm>
        </p:grpSpPr>
        <p:sp>
          <p:nvSpPr>
            <p:cNvPr id="11450" name="Google Shape;11450;p6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63"/>
          <p:cNvGrpSpPr/>
          <p:nvPr/>
        </p:nvGrpSpPr>
        <p:grpSpPr>
          <a:xfrm>
            <a:off x="2497275" y="2744159"/>
            <a:ext cx="370930" cy="370549"/>
            <a:chOff x="2497275" y="2744159"/>
            <a:chExt cx="370930" cy="370549"/>
          </a:xfrm>
        </p:grpSpPr>
        <p:sp>
          <p:nvSpPr>
            <p:cNvPr id="11468" name="Google Shape;11468;p6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63"/>
          <p:cNvGrpSpPr/>
          <p:nvPr/>
        </p:nvGrpSpPr>
        <p:grpSpPr>
          <a:xfrm>
            <a:off x="860940" y="2746477"/>
            <a:ext cx="371883" cy="365691"/>
            <a:chOff x="860940" y="2746477"/>
            <a:chExt cx="371883" cy="365691"/>
          </a:xfrm>
        </p:grpSpPr>
        <p:sp>
          <p:nvSpPr>
            <p:cNvPr id="11475" name="Google Shape;11475;p6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63"/>
          <p:cNvGrpSpPr/>
          <p:nvPr/>
        </p:nvGrpSpPr>
        <p:grpSpPr>
          <a:xfrm>
            <a:off x="1493849" y="2775533"/>
            <a:ext cx="283985" cy="341080"/>
            <a:chOff x="1493849" y="2775533"/>
            <a:chExt cx="283985" cy="341080"/>
          </a:xfrm>
        </p:grpSpPr>
        <p:sp>
          <p:nvSpPr>
            <p:cNvPr id="11481" name="Google Shape;11481;p6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63"/>
          <p:cNvGrpSpPr/>
          <p:nvPr/>
        </p:nvGrpSpPr>
        <p:grpSpPr>
          <a:xfrm>
            <a:off x="1952836" y="2774422"/>
            <a:ext cx="372835" cy="342573"/>
            <a:chOff x="1952836" y="2774422"/>
            <a:chExt cx="372835" cy="342573"/>
          </a:xfrm>
        </p:grpSpPr>
        <p:sp>
          <p:nvSpPr>
            <p:cNvPr id="11484" name="Google Shape;11484;p6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63"/>
          <p:cNvGrpSpPr/>
          <p:nvPr/>
        </p:nvGrpSpPr>
        <p:grpSpPr>
          <a:xfrm>
            <a:off x="3079916" y="2744477"/>
            <a:ext cx="332729" cy="372518"/>
            <a:chOff x="3079916" y="2744477"/>
            <a:chExt cx="332729" cy="372518"/>
          </a:xfrm>
        </p:grpSpPr>
        <p:sp>
          <p:nvSpPr>
            <p:cNvPr id="11488" name="Google Shape;11488;p6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63"/>
          <p:cNvGrpSpPr/>
          <p:nvPr/>
        </p:nvGrpSpPr>
        <p:grpSpPr>
          <a:xfrm>
            <a:off x="3620576" y="2745525"/>
            <a:ext cx="336889" cy="355592"/>
            <a:chOff x="3620576" y="2745525"/>
            <a:chExt cx="336889" cy="355592"/>
          </a:xfrm>
        </p:grpSpPr>
        <p:sp>
          <p:nvSpPr>
            <p:cNvPr id="11492" name="Google Shape;11492;p6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63"/>
          <p:cNvGrpSpPr/>
          <p:nvPr/>
        </p:nvGrpSpPr>
        <p:grpSpPr>
          <a:xfrm>
            <a:off x="4126815" y="2760704"/>
            <a:ext cx="380393" cy="363118"/>
            <a:chOff x="4126815" y="2760704"/>
            <a:chExt cx="380393" cy="363118"/>
          </a:xfrm>
        </p:grpSpPr>
        <p:sp>
          <p:nvSpPr>
            <p:cNvPr id="11495" name="Google Shape;11495;p6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63"/>
          <p:cNvGrpSpPr/>
          <p:nvPr/>
        </p:nvGrpSpPr>
        <p:grpSpPr>
          <a:xfrm>
            <a:off x="4675986" y="2745684"/>
            <a:ext cx="381346" cy="368644"/>
            <a:chOff x="4675986" y="2745684"/>
            <a:chExt cx="381346" cy="368644"/>
          </a:xfrm>
        </p:grpSpPr>
        <p:sp>
          <p:nvSpPr>
            <p:cNvPr id="11500" name="Google Shape;11500;p6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2" name="Google Shape;11502;p63"/>
          <p:cNvGrpSpPr/>
          <p:nvPr/>
        </p:nvGrpSpPr>
        <p:grpSpPr>
          <a:xfrm>
            <a:off x="5220616" y="2791061"/>
            <a:ext cx="373185" cy="302466"/>
            <a:chOff x="5220616" y="2791061"/>
            <a:chExt cx="373185" cy="302466"/>
          </a:xfrm>
        </p:grpSpPr>
        <p:sp>
          <p:nvSpPr>
            <p:cNvPr id="11503" name="Google Shape;11503;p6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1" name="Google Shape;11521;p63"/>
          <p:cNvGrpSpPr/>
          <p:nvPr/>
        </p:nvGrpSpPr>
        <p:grpSpPr>
          <a:xfrm>
            <a:off x="5788661" y="2772517"/>
            <a:ext cx="284366" cy="344097"/>
            <a:chOff x="5864861" y="2772517"/>
            <a:chExt cx="284366" cy="344097"/>
          </a:xfrm>
        </p:grpSpPr>
        <p:sp>
          <p:nvSpPr>
            <p:cNvPr id="11522" name="Google Shape;11522;p6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8" name="Google Shape;11528;p6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9" name="Google Shape;11529;p63"/>
          <p:cNvGrpSpPr/>
          <p:nvPr/>
        </p:nvGrpSpPr>
        <p:grpSpPr>
          <a:xfrm>
            <a:off x="6974158" y="2789537"/>
            <a:ext cx="255247" cy="327458"/>
            <a:chOff x="6974158" y="2789537"/>
            <a:chExt cx="255247" cy="327458"/>
          </a:xfrm>
        </p:grpSpPr>
        <p:sp>
          <p:nvSpPr>
            <p:cNvPr id="11530" name="Google Shape;11530;p6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63"/>
          <p:cNvGrpSpPr/>
          <p:nvPr/>
        </p:nvGrpSpPr>
        <p:grpSpPr>
          <a:xfrm>
            <a:off x="7530697" y="2790299"/>
            <a:ext cx="244291" cy="326314"/>
            <a:chOff x="7530697" y="2790299"/>
            <a:chExt cx="244291" cy="326314"/>
          </a:xfrm>
        </p:grpSpPr>
        <p:sp>
          <p:nvSpPr>
            <p:cNvPr id="11537" name="Google Shape;11537;p6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63"/>
          <p:cNvGrpSpPr/>
          <p:nvPr/>
        </p:nvGrpSpPr>
        <p:grpSpPr>
          <a:xfrm>
            <a:off x="7988191" y="2832248"/>
            <a:ext cx="332348" cy="283985"/>
            <a:chOff x="7988191" y="2832248"/>
            <a:chExt cx="332348" cy="283985"/>
          </a:xfrm>
        </p:grpSpPr>
        <p:sp>
          <p:nvSpPr>
            <p:cNvPr id="11544" name="Google Shape;11544;p6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7" name="Google Shape;11547;p6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8" name="Google Shape;11548;p63"/>
          <p:cNvGrpSpPr/>
          <p:nvPr/>
        </p:nvGrpSpPr>
        <p:grpSpPr>
          <a:xfrm>
            <a:off x="3588440" y="3258368"/>
            <a:ext cx="364484" cy="262423"/>
            <a:chOff x="3588440" y="3258368"/>
            <a:chExt cx="364484" cy="262423"/>
          </a:xfrm>
        </p:grpSpPr>
        <p:sp>
          <p:nvSpPr>
            <p:cNvPr id="11549" name="Google Shape;11549;p6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5" name="Google Shape;11555;p6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6" name="Google Shape;11556;p63"/>
          <p:cNvGrpSpPr/>
          <p:nvPr/>
        </p:nvGrpSpPr>
        <p:grpSpPr>
          <a:xfrm>
            <a:off x="5765817" y="3227724"/>
            <a:ext cx="364865" cy="324822"/>
            <a:chOff x="5765817" y="3227724"/>
            <a:chExt cx="364865" cy="324822"/>
          </a:xfrm>
        </p:grpSpPr>
        <p:sp>
          <p:nvSpPr>
            <p:cNvPr id="11557" name="Google Shape;11557;p6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63"/>
          <p:cNvGrpSpPr/>
          <p:nvPr/>
        </p:nvGrpSpPr>
        <p:grpSpPr>
          <a:xfrm>
            <a:off x="6228583" y="3237664"/>
            <a:ext cx="446539" cy="303895"/>
            <a:chOff x="6228583" y="3237664"/>
            <a:chExt cx="446539" cy="303895"/>
          </a:xfrm>
        </p:grpSpPr>
        <p:sp>
          <p:nvSpPr>
            <p:cNvPr id="11561" name="Google Shape;11561;p6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63"/>
          <p:cNvGrpSpPr/>
          <p:nvPr/>
        </p:nvGrpSpPr>
        <p:grpSpPr>
          <a:xfrm>
            <a:off x="865862" y="3207306"/>
            <a:ext cx="364484" cy="364897"/>
            <a:chOff x="865862" y="3207306"/>
            <a:chExt cx="364484" cy="364897"/>
          </a:xfrm>
        </p:grpSpPr>
        <p:sp>
          <p:nvSpPr>
            <p:cNvPr id="11579" name="Google Shape;11579;p6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63"/>
          <p:cNvGrpSpPr/>
          <p:nvPr/>
        </p:nvGrpSpPr>
        <p:grpSpPr>
          <a:xfrm>
            <a:off x="1404617" y="3226962"/>
            <a:ext cx="370168" cy="325965"/>
            <a:chOff x="1404617" y="3226962"/>
            <a:chExt cx="370168" cy="325965"/>
          </a:xfrm>
        </p:grpSpPr>
        <p:sp>
          <p:nvSpPr>
            <p:cNvPr id="11594" name="Google Shape;11594;p6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63"/>
          <p:cNvGrpSpPr/>
          <p:nvPr/>
        </p:nvGrpSpPr>
        <p:grpSpPr>
          <a:xfrm>
            <a:off x="1953403" y="3216094"/>
            <a:ext cx="366389" cy="354481"/>
            <a:chOff x="1954741" y="3212419"/>
            <a:chExt cx="366389" cy="354481"/>
          </a:xfrm>
        </p:grpSpPr>
        <p:sp>
          <p:nvSpPr>
            <p:cNvPr id="11604" name="Google Shape;11604;p6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1" name="Google Shape;11611;p63"/>
          <p:cNvGrpSpPr/>
          <p:nvPr/>
        </p:nvGrpSpPr>
        <p:grpSpPr>
          <a:xfrm>
            <a:off x="3043239" y="3215626"/>
            <a:ext cx="366008" cy="348670"/>
            <a:chOff x="3043239" y="3215626"/>
            <a:chExt cx="366008" cy="348670"/>
          </a:xfrm>
        </p:grpSpPr>
        <p:sp>
          <p:nvSpPr>
            <p:cNvPr id="11612" name="Google Shape;11612;p6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63"/>
          <p:cNvGrpSpPr/>
          <p:nvPr/>
        </p:nvGrpSpPr>
        <p:grpSpPr>
          <a:xfrm>
            <a:off x="4218333" y="3184982"/>
            <a:ext cx="209107" cy="383442"/>
            <a:chOff x="4218333" y="3184982"/>
            <a:chExt cx="209107" cy="383442"/>
          </a:xfrm>
        </p:grpSpPr>
        <p:sp>
          <p:nvSpPr>
            <p:cNvPr id="11615" name="Google Shape;11615;p6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7" name="Google Shape;11617;p6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8" name="Google Shape;11618;p63"/>
          <p:cNvGrpSpPr/>
          <p:nvPr/>
        </p:nvGrpSpPr>
        <p:grpSpPr>
          <a:xfrm>
            <a:off x="6896644" y="3216007"/>
            <a:ext cx="322917" cy="347876"/>
            <a:chOff x="6896644" y="3216007"/>
            <a:chExt cx="322917" cy="347876"/>
          </a:xfrm>
        </p:grpSpPr>
        <p:sp>
          <p:nvSpPr>
            <p:cNvPr id="11619" name="Google Shape;11619;p6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6" name="Google Shape;11626;p63"/>
          <p:cNvGrpSpPr/>
          <p:nvPr/>
        </p:nvGrpSpPr>
        <p:grpSpPr>
          <a:xfrm>
            <a:off x="7429366" y="3223183"/>
            <a:ext cx="334634" cy="333904"/>
            <a:chOff x="7429366" y="3223183"/>
            <a:chExt cx="334634" cy="333904"/>
          </a:xfrm>
        </p:grpSpPr>
        <p:sp>
          <p:nvSpPr>
            <p:cNvPr id="11627" name="Google Shape;11627;p6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9" name="Google Shape;11629;p6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0" name="Google Shape;11630;p63"/>
          <p:cNvGrpSpPr/>
          <p:nvPr/>
        </p:nvGrpSpPr>
        <p:grpSpPr>
          <a:xfrm>
            <a:off x="5216456" y="3725484"/>
            <a:ext cx="356196" cy="265631"/>
            <a:chOff x="5216456" y="3725484"/>
            <a:chExt cx="356196" cy="265631"/>
          </a:xfrm>
        </p:grpSpPr>
        <p:sp>
          <p:nvSpPr>
            <p:cNvPr id="11631" name="Google Shape;11631;p6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63"/>
          <p:cNvGrpSpPr/>
          <p:nvPr/>
        </p:nvGrpSpPr>
        <p:grpSpPr>
          <a:xfrm>
            <a:off x="6849393" y="3733994"/>
            <a:ext cx="355053" cy="248038"/>
            <a:chOff x="6849393" y="3733994"/>
            <a:chExt cx="355053" cy="248038"/>
          </a:xfrm>
        </p:grpSpPr>
        <p:sp>
          <p:nvSpPr>
            <p:cNvPr id="11634" name="Google Shape;11634;p6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9" name="Google Shape;11639;p63"/>
          <p:cNvGrpSpPr/>
          <p:nvPr/>
        </p:nvGrpSpPr>
        <p:grpSpPr>
          <a:xfrm>
            <a:off x="7918997" y="3714687"/>
            <a:ext cx="392111" cy="280206"/>
            <a:chOff x="7918997" y="3714687"/>
            <a:chExt cx="392111" cy="280206"/>
          </a:xfrm>
        </p:grpSpPr>
        <p:sp>
          <p:nvSpPr>
            <p:cNvPr id="11640" name="Google Shape;11640;p6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5" name="Google Shape;11645;p6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6" name="Google Shape;11646;p63"/>
          <p:cNvGrpSpPr/>
          <p:nvPr/>
        </p:nvGrpSpPr>
        <p:grpSpPr>
          <a:xfrm>
            <a:off x="1408777" y="3680964"/>
            <a:ext cx="357720" cy="355148"/>
            <a:chOff x="1408777" y="3680964"/>
            <a:chExt cx="357720" cy="355148"/>
          </a:xfrm>
        </p:grpSpPr>
        <p:sp>
          <p:nvSpPr>
            <p:cNvPr id="11647" name="Google Shape;11647;p6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63"/>
          <p:cNvGrpSpPr/>
          <p:nvPr/>
        </p:nvGrpSpPr>
        <p:grpSpPr>
          <a:xfrm>
            <a:off x="1952836" y="3680964"/>
            <a:ext cx="357720" cy="355148"/>
            <a:chOff x="1952836" y="3680964"/>
            <a:chExt cx="357720" cy="355148"/>
          </a:xfrm>
        </p:grpSpPr>
        <p:sp>
          <p:nvSpPr>
            <p:cNvPr id="11653" name="Google Shape;11653;p6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8" name="Google Shape;11658;p63"/>
          <p:cNvGrpSpPr/>
          <p:nvPr/>
        </p:nvGrpSpPr>
        <p:grpSpPr>
          <a:xfrm>
            <a:off x="2496894" y="3680964"/>
            <a:ext cx="357720" cy="355148"/>
            <a:chOff x="2496894" y="3680964"/>
            <a:chExt cx="357720" cy="355148"/>
          </a:xfrm>
        </p:grpSpPr>
        <p:sp>
          <p:nvSpPr>
            <p:cNvPr id="11659" name="Google Shape;11659;p6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63"/>
          <p:cNvGrpSpPr/>
          <p:nvPr/>
        </p:nvGrpSpPr>
        <p:grpSpPr>
          <a:xfrm>
            <a:off x="3040984" y="3681059"/>
            <a:ext cx="356164" cy="355815"/>
            <a:chOff x="3040984" y="3681059"/>
            <a:chExt cx="356164" cy="355815"/>
          </a:xfrm>
        </p:grpSpPr>
        <p:sp>
          <p:nvSpPr>
            <p:cNvPr id="11665" name="Google Shape;11665;p6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63"/>
          <p:cNvGrpSpPr/>
          <p:nvPr/>
        </p:nvGrpSpPr>
        <p:grpSpPr>
          <a:xfrm>
            <a:off x="3584280" y="3699191"/>
            <a:ext cx="358069" cy="317995"/>
            <a:chOff x="3584280" y="3699191"/>
            <a:chExt cx="358069" cy="317995"/>
          </a:xfrm>
        </p:grpSpPr>
        <p:sp>
          <p:nvSpPr>
            <p:cNvPr id="11669" name="Google Shape;11669;p6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3" name="Google Shape;11673;p63"/>
          <p:cNvGrpSpPr/>
          <p:nvPr/>
        </p:nvGrpSpPr>
        <p:grpSpPr>
          <a:xfrm>
            <a:off x="4129482" y="3681059"/>
            <a:ext cx="355402" cy="354291"/>
            <a:chOff x="4129482" y="3681059"/>
            <a:chExt cx="355402" cy="354291"/>
          </a:xfrm>
        </p:grpSpPr>
        <p:sp>
          <p:nvSpPr>
            <p:cNvPr id="11674" name="Google Shape;11674;p6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8" name="Google Shape;11678;p63"/>
          <p:cNvGrpSpPr/>
          <p:nvPr/>
        </p:nvGrpSpPr>
        <p:grpSpPr>
          <a:xfrm>
            <a:off x="4673540" y="3680297"/>
            <a:ext cx="355434" cy="355815"/>
            <a:chOff x="4673540" y="3680297"/>
            <a:chExt cx="355434" cy="355815"/>
          </a:xfrm>
        </p:grpSpPr>
        <p:sp>
          <p:nvSpPr>
            <p:cNvPr id="11679" name="Google Shape;11679;p6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2" name="Google Shape;11682;p63"/>
          <p:cNvGrpSpPr/>
          <p:nvPr/>
        </p:nvGrpSpPr>
        <p:grpSpPr>
          <a:xfrm>
            <a:off x="5779408" y="3699191"/>
            <a:ext cx="317645" cy="318757"/>
            <a:chOff x="5779408" y="3699191"/>
            <a:chExt cx="317645" cy="318757"/>
          </a:xfrm>
        </p:grpSpPr>
        <p:sp>
          <p:nvSpPr>
            <p:cNvPr id="11683" name="Google Shape;11683;p6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5" name="Google Shape;11685;p6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6" name="Google Shape;11686;p63"/>
          <p:cNvGrpSpPr/>
          <p:nvPr/>
        </p:nvGrpSpPr>
        <p:grpSpPr>
          <a:xfrm>
            <a:off x="7390435" y="3680868"/>
            <a:ext cx="372073" cy="355243"/>
            <a:chOff x="7390435" y="3680868"/>
            <a:chExt cx="372073" cy="355243"/>
          </a:xfrm>
        </p:grpSpPr>
        <p:sp>
          <p:nvSpPr>
            <p:cNvPr id="11687" name="Google Shape;11687;p6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63"/>
          <p:cNvGrpSpPr/>
          <p:nvPr/>
        </p:nvGrpSpPr>
        <p:grpSpPr>
          <a:xfrm>
            <a:off x="1421638" y="4125629"/>
            <a:ext cx="374709" cy="374010"/>
            <a:chOff x="1421638" y="4125629"/>
            <a:chExt cx="374709" cy="374010"/>
          </a:xfrm>
        </p:grpSpPr>
        <p:sp>
          <p:nvSpPr>
            <p:cNvPr id="11694" name="Google Shape;11694;p6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63"/>
          <p:cNvGrpSpPr/>
          <p:nvPr/>
        </p:nvGrpSpPr>
        <p:grpSpPr>
          <a:xfrm>
            <a:off x="1973254" y="4156304"/>
            <a:ext cx="357720" cy="342192"/>
            <a:chOff x="1973254" y="4156304"/>
            <a:chExt cx="357720" cy="342192"/>
          </a:xfrm>
        </p:grpSpPr>
        <p:sp>
          <p:nvSpPr>
            <p:cNvPr id="11697" name="Google Shape;11697;p6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63"/>
          <p:cNvGrpSpPr/>
          <p:nvPr/>
        </p:nvGrpSpPr>
        <p:grpSpPr>
          <a:xfrm>
            <a:off x="2523759" y="4135505"/>
            <a:ext cx="341049" cy="340318"/>
            <a:chOff x="2523759" y="4135505"/>
            <a:chExt cx="341049" cy="340318"/>
          </a:xfrm>
        </p:grpSpPr>
        <p:sp>
          <p:nvSpPr>
            <p:cNvPr id="11704" name="Google Shape;11704;p6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6" name="Google Shape;11706;p63"/>
          <p:cNvGrpSpPr/>
          <p:nvPr/>
        </p:nvGrpSpPr>
        <p:grpSpPr>
          <a:xfrm>
            <a:off x="3040603" y="4130360"/>
            <a:ext cx="392079" cy="350353"/>
            <a:chOff x="3040603" y="4130360"/>
            <a:chExt cx="392079" cy="350353"/>
          </a:xfrm>
        </p:grpSpPr>
        <p:sp>
          <p:nvSpPr>
            <p:cNvPr id="11707" name="Google Shape;11707;p6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7" name="Google Shape;11717;p63"/>
          <p:cNvGrpSpPr/>
          <p:nvPr/>
        </p:nvGrpSpPr>
        <p:grpSpPr>
          <a:xfrm>
            <a:off x="3662144" y="4135505"/>
            <a:ext cx="232955" cy="340318"/>
            <a:chOff x="3662144" y="4135505"/>
            <a:chExt cx="232955" cy="340318"/>
          </a:xfrm>
        </p:grpSpPr>
        <p:sp>
          <p:nvSpPr>
            <p:cNvPr id="11718" name="Google Shape;11718;p6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63"/>
          <p:cNvGrpSpPr/>
          <p:nvPr/>
        </p:nvGrpSpPr>
        <p:grpSpPr>
          <a:xfrm>
            <a:off x="4149138" y="4121151"/>
            <a:ext cx="344065" cy="368644"/>
            <a:chOff x="4149138" y="4121151"/>
            <a:chExt cx="344065" cy="368644"/>
          </a:xfrm>
        </p:grpSpPr>
        <p:sp>
          <p:nvSpPr>
            <p:cNvPr id="11723" name="Google Shape;11723;p6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5" name="Google Shape;11735;p6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6" name="Google Shape;11736;p63"/>
          <p:cNvGrpSpPr/>
          <p:nvPr/>
        </p:nvGrpSpPr>
        <p:grpSpPr>
          <a:xfrm>
            <a:off x="5206262" y="4174817"/>
            <a:ext cx="397763" cy="262804"/>
            <a:chOff x="5206262" y="4174817"/>
            <a:chExt cx="397763" cy="262804"/>
          </a:xfrm>
        </p:grpSpPr>
        <p:sp>
          <p:nvSpPr>
            <p:cNvPr id="11737" name="Google Shape;11737;p6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63"/>
          <p:cNvGrpSpPr/>
          <p:nvPr/>
        </p:nvGrpSpPr>
        <p:grpSpPr>
          <a:xfrm>
            <a:off x="5727616" y="4204699"/>
            <a:ext cx="440505" cy="290018"/>
            <a:chOff x="5727616" y="4204699"/>
            <a:chExt cx="440505" cy="290018"/>
          </a:xfrm>
        </p:grpSpPr>
        <p:sp>
          <p:nvSpPr>
            <p:cNvPr id="11745" name="Google Shape;11745;p6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63"/>
          <p:cNvGrpSpPr/>
          <p:nvPr/>
        </p:nvGrpSpPr>
        <p:grpSpPr>
          <a:xfrm>
            <a:off x="6410063" y="4135124"/>
            <a:ext cx="159950" cy="364516"/>
            <a:chOff x="6410063" y="4135124"/>
            <a:chExt cx="159950" cy="364516"/>
          </a:xfrm>
        </p:grpSpPr>
        <p:sp>
          <p:nvSpPr>
            <p:cNvPr id="11754" name="Google Shape;11754;p6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8" name="Google Shape;11758;p63"/>
          <p:cNvGrpSpPr/>
          <p:nvPr/>
        </p:nvGrpSpPr>
        <p:grpSpPr>
          <a:xfrm>
            <a:off x="6924652" y="4135505"/>
            <a:ext cx="214378" cy="364135"/>
            <a:chOff x="6924652" y="4135505"/>
            <a:chExt cx="214378" cy="364135"/>
          </a:xfrm>
        </p:grpSpPr>
        <p:sp>
          <p:nvSpPr>
            <p:cNvPr id="11759" name="Google Shape;11759;p6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63"/>
          <p:cNvGrpSpPr/>
          <p:nvPr/>
        </p:nvGrpSpPr>
        <p:grpSpPr>
          <a:xfrm>
            <a:off x="7384751" y="4147984"/>
            <a:ext cx="380012" cy="351274"/>
            <a:chOff x="7384751" y="4147984"/>
            <a:chExt cx="380012" cy="351274"/>
          </a:xfrm>
        </p:grpSpPr>
        <p:sp>
          <p:nvSpPr>
            <p:cNvPr id="11764" name="Google Shape;11764;p6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9" name="Google Shape;11769;p6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1770" name="Google Shape;11770;p6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1774"/>
        <p:cNvGrpSpPr/>
        <p:nvPr/>
      </p:nvGrpSpPr>
      <p:grpSpPr>
        <a:xfrm>
          <a:off x="0" y="0"/>
          <a:ext cx="0" cy="0"/>
          <a:chOff x="0" y="0"/>
          <a:chExt cx="0" cy="0"/>
        </a:xfrm>
      </p:grpSpPr>
      <p:grpSp>
        <p:nvGrpSpPr>
          <p:cNvPr id="11775" name="Google Shape;11775;p64"/>
          <p:cNvGrpSpPr/>
          <p:nvPr/>
        </p:nvGrpSpPr>
        <p:grpSpPr>
          <a:xfrm>
            <a:off x="1989449" y="4101269"/>
            <a:ext cx="374774" cy="346073"/>
            <a:chOff x="1989449" y="4282269"/>
            <a:chExt cx="374774" cy="346073"/>
          </a:xfrm>
        </p:grpSpPr>
        <p:sp>
          <p:nvSpPr>
            <p:cNvPr id="11776" name="Google Shape;11776;p6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64"/>
          <p:cNvGrpSpPr/>
          <p:nvPr/>
        </p:nvGrpSpPr>
        <p:grpSpPr>
          <a:xfrm>
            <a:off x="2487439" y="4099740"/>
            <a:ext cx="198775" cy="348972"/>
            <a:chOff x="2487439" y="4280740"/>
            <a:chExt cx="198775" cy="348972"/>
          </a:xfrm>
        </p:grpSpPr>
        <p:sp>
          <p:nvSpPr>
            <p:cNvPr id="11782" name="Google Shape;11782;p6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6" name="Google Shape;11786;p64"/>
          <p:cNvGrpSpPr/>
          <p:nvPr/>
        </p:nvGrpSpPr>
        <p:grpSpPr>
          <a:xfrm>
            <a:off x="2810958" y="4092923"/>
            <a:ext cx="353145" cy="361873"/>
            <a:chOff x="2810958" y="4273923"/>
            <a:chExt cx="353145" cy="361873"/>
          </a:xfrm>
        </p:grpSpPr>
        <p:sp>
          <p:nvSpPr>
            <p:cNvPr id="11787" name="Google Shape;11787;p6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4" name="Google Shape;11794;p64"/>
          <p:cNvGrpSpPr/>
          <p:nvPr/>
        </p:nvGrpSpPr>
        <p:grpSpPr>
          <a:xfrm>
            <a:off x="6275635" y="4101651"/>
            <a:ext cx="209383" cy="366778"/>
            <a:chOff x="6275635" y="4282651"/>
            <a:chExt cx="209383" cy="366778"/>
          </a:xfrm>
        </p:grpSpPr>
        <p:sp>
          <p:nvSpPr>
            <p:cNvPr id="11795" name="Google Shape;11795;p6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64"/>
          <p:cNvGrpSpPr/>
          <p:nvPr/>
        </p:nvGrpSpPr>
        <p:grpSpPr>
          <a:xfrm>
            <a:off x="6701186" y="4102033"/>
            <a:ext cx="280292" cy="366396"/>
            <a:chOff x="6701186" y="4283033"/>
            <a:chExt cx="280292" cy="366396"/>
          </a:xfrm>
        </p:grpSpPr>
        <p:sp>
          <p:nvSpPr>
            <p:cNvPr id="11798" name="Google Shape;11798;p6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0" name="Google Shape;11800;p64"/>
          <p:cNvGrpSpPr/>
          <p:nvPr/>
        </p:nvGrpSpPr>
        <p:grpSpPr>
          <a:xfrm>
            <a:off x="2609571" y="3643958"/>
            <a:ext cx="373627" cy="347347"/>
            <a:chOff x="2609571" y="3824958"/>
            <a:chExt cx="373627" cy="347347"/>
          </a:xfrm>
        </p:grpSpPr>
        <p:sp>
          <p:nvSpPr>
            <p:cNvPr id="11801" name="Google Shape;11801;p6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3" name="Google Shape;11803;p6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4" name="Google Shape;11804;p64"/>
          <p:cNvGrpSpPr/>
          <p:nvPr/>
        </p:nvGrpSpPr>
        <p:grpSpPr>
          <a:xfrm>
            <a:off x="916127" y="3626056"/>
            <a:ext cx="221902" cy="380795"/>
            <a:chOff x="916127" y="3807056"/>
            <a:chExt cx="221902" cy="380795"/>
          </a:xfrm>
        </p:grpSpPr>
        <p:sp>
          <p:nvSpPr>
            <p:cNvPr id="11805" name="Google Shape;11805;p6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9" name="Google Shape;11809;p6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1" name="Google Shape;11811;p64"/>
          <p:cNvGrpSpPr/>
          <p:nvPr/>
        </p:nvGrpSpPr>
        <p:grpSpPr>
          <a:xfrm>
            <a:off x="3513010" y="3635134"/>
            <a:ext cx="362223" cy="361108"/>
            <a:chOff x="3513010" y="3816134"/>
            <a:chExt cx="362223" cy="361108"/>
          </a:xfrm>
        </p:grpSpPr>
        <p:sp>
          <p:nvSpPr>
            <p:cNvPr id="11812" name="Google Shape;11812;p6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6" name="Google Shape;11816;p64"/>
          <p:cNvGrpSpPr/>
          <p:nvPr/>
        </p:nvGrpSpPr>
        <p:grpSpPr>
          <a:xfrm>
            <a:off x="3950316" y="3639307"/>
            <a:ext cx="369805" cy="353782"/>
            <a:chOff x="3950316" y="3820307"/>
            <a:chExt cx="369805" cy="353782"/>
          </a:xfrm>
        </p:grpSpPr>
        <p:sp>
          <p:nvSpPr>
            <p:cNvPr id="11817" name="Google Shape;11817;p6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64"/>
          <p:cNvGrpSpPr/>
          <p:nvPr/>
        </p:nvGrpSpPr>
        <p:grpSpPr>
          <a:xfrm>
            <a:off x="1761909" y="3630961"/>
            <a:ext cx="307974" cy="371716"/>
            <a:chOff x="1761909" y="3811961"/>
            <a:chExt cx="307974" cy="371716"/>
          </a:xfrm>
        </p:grpSpPr>
        <p:sp>
          <p:nvSpPr>
            <p:cNvPr id="11822" name="Google Shape;11822;p6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2" name="Google Shape;11832;p64"/>
          <p:cNvGrpSpPr/>
          <p:nvPr/>
        </p:nvGrpSpPr>
        <p:grpSpPr>
          <a:xfrm>
            <a:off x="5373342" y="3627935"/>
            <a:ext cx="231395" cy="353145"/>
            <a:chOff x="5373342" y="3808935"/>
            <a:chExt cx="231395" cy="353145"/>
          </a:xfrm>
        </p:grpSpPr>
        <p:sp>
          <p:nvSpPr>
            <p:cNvPr id="11833" name="Google Shape;11833;p6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2" name="Google Shape;11842;p6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3" name="Google Shape;11843;p64"/>
          <p:cNvGrpSpPr/>
          <p:nvPr/>
        </p:nvGrpSpPr>
        <p:grpSpPr>
          <a:xfrm>
            <a:off x="5833775" y="3628445"/>
            <a:ext cx="235185" cy="352253"/>
            <a:chOff x="5833775" y="3809445"/>
            <a:chExt cx="235185" cy="352253"/>
          </a:xfrm>
        </p:grpSpPr>
        <p:sp>
          <p:nvSpPr>
            <p:cNvPr id="11844" name="Google Shape;11844;p6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4"/>
          <p:cNvGrpSpPr/>
          <p:nvPr/>
        </p:nvGrpSpPr>
        <p:grpSpPr>
          <a:xfrm>
            <a:off x="4942472" y="3628318"/>
            <a:ext cx="238976" cy="352762"/>
            <a:chOff x="4942472" y="3809318"/>
            <a:chExt cx="238976" cy="352762"/>
          </a:xfrm>
        </p:grpSpPr>
        <p:sp>
          <p:nvSpPr>
            <p:cNvPr id="11848" name="Google Shape;11848;p6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5" name="Google Shape;11855;p64"/>
          <p:cNvGrpSpPr/>
          <p:nvPr/>
        </p:nvGrpSpPr>
        <p:grpSpPr>
          <a:xfrm>
            <a:off x="6266525" y="3626788"/>
            <a:ext cx="260223" cy="353527"/>
            <a:chOff x="6266525" y="3807788"/>
            <a:chExt cx="260223" cy="353527"/>
          </a:xfrm>
        </p:grpSpPr>
        <p:sp>
          <p:nvSpPr>
            <p:cNvPr id="11856" name="Google Shape;11856;p6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0" name="Google Shape;11860;p6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1" name="Google Shape;11861;p64"/>
          <p:cNvGrpSpPr/>
          <p:nvPr/>
        </p:nvGrpSpPr>
        <p:grpSpPr>
          <a:xfrm>
            <a:off x="7184363" y="3628604"/>
            <a:ext cx="202184" cy="352762"/>
            <a:chOff x="7184363" y="3809604"/>
            <a:chExt cx="202184" cy="352762"/>
          </a:xfrm>
        </p:grpSpPr>
        <p:sp>
          <p:nvSpPr>
            <p:cNvPr id="11862" name="Google Shape;11862;p6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64"/>
          <p:cNvGrpSpPr/>
          <p:nvPr/>
        </p:nvGrpSpPr>
        <p:grpSpPr>
          <a:xfrm>
            <a:off x="7571624" y="3627935"/>
            <a:ext cx="292047" cy="352762"/>
            <a:chOff x="7571624" y="3808935"/>
            <a:chExt cx="292047" cy="352762"/>
          </a:xfrm>
        </p:grpSpPr>
        <p:sp>
          <p:nvSpPr>
            <p:cNvPr id="11865" name="Google Shape;11865;p6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1" name="Google Shape;11871;p64"/>
          <p:cNvGrpSpPr/>
          <p:nvPr/>
        </p:nvGrpSpPr>
        <p:grpSpPr>
          <a:xfrm>
            <a:off x="2174559" y="3175116"/>
            <a:ext cx="364135" cy="359930"/>
            <a:chOff x="2174559" y="3356116"/>
            <a:chExt cx="364135" cy="359930"/>
          </a:xfrm>
        </p:grpSpPr>
        <p:sp>
          <p:nvSpPr>
            <p:cNvPr id="11872" name="Google Shape;11872;p6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4" name="Google Shape;11874;p64"/>
          <p:cNvGrpSpPr/>
          <p:nvPr/>
        </p:nvGrpSpPr>
        <p:grpSpPr>
          <a:xfrm>
            <a:off x="1731934" y="3174639"/>
            <a:ext cx="368371" cy="361554"/>
            <a:chOff x="1731934" y="3355639"/>
            <a:chExt cx="368371" cy="361554"/>
          </a:xfrm>
        </p:grpSpPr>
        <p:sp>
          <p:nvSpPr>
            <p:cNvPr id="11875" name="Google Shape;11875;p6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64"/>
          <p:cNvGrpSpPr/>
          <p:nvPr/>
        </p:nvGrpSpPr>
        <p:grpSpPr>
          <a:xfrm>
            <a:off x="3990517" y="3173173"/>
            <a:ext cx="279559" cy="363402"/>
            <a:chOff x="3990517" y="3354173"/>
            <a:chExt cx="279559" cy="363402"/>
          </a:xfrm>
        </p:grpSpPr>
        <p:sp>
          <p:nvSpPr>
            <p:cNvPr id="11878" name="Google Shape;11878;p6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64"/>
          <p:cNvGrpSpPr/>
          <p:nvPr/>
        </p:nvGrpSpPr>
        <p:grpSpPr>
          <a:xfrm>
            <a:off x="3497847" y="3236374"/>
            <a:ext cx="379680" cy="237606"/>
            <a:chOff x="3497847" y="3417374"/>
            <a:chExt cx="379680" cy="237606"/>
          </a:xfrm>
        </p:grpSpPr>
        <p:sp>
          <p:nvSpPr>
            <p:cNvPr id="11882" name="Google Shape;11882;p6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64"/>
          <p:cNvGrpSpPr/>
          <p:nvPr/>
        </p:nvGrpSpPr>
        <p:grpSpPr>
          <a:xfrm>
            <a:off x="2612597" y="3186075"/>
            <a:ext cx="376271" cy="337982"/>
            <a:chOff x="2612597" y="3367075"/>
            <a:chExt cx="376271" cy="337982"/>
          </a:xfrm>
        </p:grpSpPr>
        <p:sp>
          <p:nvSpPr>
            <p:cNvPr id="11887" name="Google Shape;11887;p6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64"/>
          <p:cNvGrpSpPr/>
          <p:nvPr/>
        </p:nvGrpSpPr>
        <p:grpSpPr>
          <a:xfrm>
            <a:off x="3071914" y="3183431"/>
            <a:ext cx="343652" cy="342505"/>
            <a:chOff x="3071914" y="3364431"/>
            <a:chExt cx="343652" cy="342505"/>
          </a:xfrm>
        </p:grpSpPr>
        <p:sp>
          <p:nvSpPr>
            <p:cNvPr id="11890" name="Google Shape;11890;p6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5" name="Google Shape;11895;p64"/>
          <p:cNvGrpSpPr/>
          <p:nvPr/>
        </p:nvGrpSpPr>
        <p:grpSpPr>
          <a:xfrm>
            <a:off x="897141" y="3178875"/>
            <a:ext cx="257962" cy="352762"/>
            <a:chOff x="897141" y="3359875"/>
            <a:chExt cx="257962" cy="352762"/>
          </a:xfrm>
        </p:grpSpPr>
        <p:sp>
          <p:nvSpPr>
            <p:cNvPr id="11896" name="Google Shape;11896;p6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4" name="Google Shape;11904;p64"/>
          <p:cNvGrpSpPr/>
          <p:nvPr/>
        </p:nvGrpSpPr>
        <p:grpSpPr>
          <a:xfrm>
            <a:off x="1333682" y="3163330"/>
            <a:ext cx="271213" cy="383088"/>
            <a:chOff x="1333682" y="3344330"/>
            <a:chExt cx="271213" cy="383088"/>
          </a:xfrm>
        </p:grpSpPr>
        <p:sp>
          <p:nvSpPr>
            <p:cNvPr id="11905" name="Google Shape;11905;p6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64"/>
          <p:cNvGrpSpPr/>
          <p:nvPr/>
        </p:nvGrpSpPr>
        <p:grpSpPr>
          <a:xfrm>
            <a:off x="6664394" y="3165974"/>
            <a:ext cx="353113" cy="351998"/>
            <a:chOff x="6664394" y="3346974"/>
            <a:chExt cx="353113" cy="351998"/>
          </a:xfrm>
        </p:grpSpPr>
        <p:sp>
          <p:nvSpPr>
            <p:cNvPr id="11917" name="Google Shape;11917;p6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2" name="Google Shape;11922;p64"/>
          <p:cNvGrpSpPr/>
          <p:nvPr/>
        </p:nvGrpSpPr>
        <p:grpSpPr>
          <a:xfrm>
            <a:off x="849741" y="1778307"/>
            <a:ext cx="399398" cy="375443"/>
            <a:chOff x="849741" y="1959307"/>
            <a:chExt cx="399398" cy="375443"/>
          </a:xfrm>
        </p:grpSpPr>
        <p:sp>
          <p:nvSpPr>
            <p:cNvPr id="11923" name="Google Shape;11923;p6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64"/>
          <p:cNvGrpSpPr/>
          <p:nvPr/>
        </p:nvGrpSpPr>
        <p:grpSpPr>
          <a:xfrm>
            <a:off x="1284212" y="1782766"/>
            <a:ext cx="379489" cy="366046"/>
            <a:chOff x="1284212" y="1963766"/>
            <a:chExt cx="379489" cy="366046"/>
          </a:xfrm>
        </p:grpSpPr>
        <p:sp>
          <p:nvSpPr>
            <p:cNvPr id="11926" name="Google Shape;11926;p6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64"/>
          <p:cNvGrpSpPr/>
          <p:nvPr/>
        </p:nvGrpSpPr>
        <p:grpSpPr>
          <a:xfrm>
            <a:off x="3037766" y="1788564"/>
            <a:ext cx="370219" cy="354928"/>
            <a:chOff x="3037766" y="1969564"/>
            <a:chExt cx="370219" cy="354928"/>
          </a:xfrm>
        </p:grpSpPr>
        <p:sp>
          <p:nvSpPr>
            <p:cNvPr id="11929" name="Google Shape;11929;p6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64"/>
          <p:cNvGrpSpPr/>
          <p:nvPr/>
        </p:nvGrpSpPr>
        <p:grpSpPr>
          <a:xfrm>
            <a:off x="3982553" y="1790730"/>
            <a:ext cx="304566" cy="350501"/>
            <a:chOff x="3982553" y="1971730"/>
            <a:chExt cx="304566" cy="350501"/>
          </a:xfrm>
        </p:grpSpPr>
        <p:sp>
          <p:nvSpPr>
            <p:cNvPr id="11934" name="Google Shape;11934;p6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64"/>
          <p:cNvGrpSpPr/>
          <p:nvPr/>
        </p:nvGrpSpPr>
        <p:grpSpPr>
          <a:xfrm>
            <a:off x="2567841" y="1813124"/>
            <a:ext cx="399812" cy="306477"/>
            <a:chOff x="2567841" y="1994124"/>
            <a:chExt cx="399812" cy="306477"/>
          </a:xfrm>
        </p:grpSpPr>
        <p:sp>
          <p:nvSpPr>
            <p:cNvPr id="11937" name="Google Shape;11937;p6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64"/>
          <p:cNvGrpSpPr/>
          <p:nvPr/>
        </p:nvGrpSpPr>
        <p:grpSpPr>
          <a:xfrm>
            <a:off x="2212084" y="1779358"/>
            <a:ext cx="324698" cy="372863"/>
            <a:chOff x="2212084" y="1960358"/>
            <a:chExt cx="324698" cy="372863"/>
          </a:xfrm>
        </p:grpSpPr>
        <p:sp>
          <p:nvSpPr>
            <p:cNvPr id="11941" name="Google Shape;11941;p6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64"/>
          <p:cNvGrpSpPr/>
          <p:nvPr/>
        </p:nvGrpSpPr>
        <p:grpSpPr>
          <a:xfrm>
            <a:off x="1805901" y="1779358"/>
            <a:ext cx="284847" cy="373627"/>
            <a:chOff x="1805901" y="1960358"/>
            <a:chExt cx="284847" cy="373627"/>
          </a:xfrm>
        </p:grpSpPr>
        <p:sp>
          <p:nvSpPr>
            <p:cNvPr id="11945" name="Google Shape;11945;p6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7" name="Google Shape;11947;p6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0" name="Google Shape;11950;p64"/>
          <p:cNvGrpSpPr/>
          <p:nvPr/>
        </p:nvGrpSpPr>
        <p:grpSpPr>
          <a:xfrm>
            <a:off x="6656812" y="1848388"/>
            <a:ext cx="368690" cy="245793"/>
            <a:chOff x="6656812" y="2029388"/>
            <a:chExt cx="368690" cy="245793"/>
          </a:xfrm>
        </p:grpSpPr>
        <p:sp>
          <p:nvSpPr>
            <p:cNvPr id="11951" name="Google Shape;11951;p6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1" name="Google Shape;11961;p64"/>
          <p:cNvGrpSpPr/>
          <p:nvPr/>
        </p:nvGrpSpPr>
        <p:grpSpPr>
          <a:xfrm>
            <a:off x="4869651" y="1831218"/>
            <a:ext cx="376654" cy="281566"/>
            <a:chOff x="4869651" y="2012218"/>
            <a:chExt cx="376654" cy="281566"/>
          </a:xfrm>
        </p:grpSpPr>
        <p:sp>
          <p:nvSpPr>
            <p:cNvPr id="11962" name="Google Shape;11962;p6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64"/>
          <p:cNvGrpSpPr/>
          <p:nvPr/>
        </p:nvGrpSpPr>
        <p:grpSpPr>
          <a:xfrm>
            <a:off x="5306224" y="1831313"/>
            <a:ext cx="367925" cy="281694"/>
            <a:chOff x="5306224" y="2012313"/>
            <a:chExt cx="367925" cy="281694"/>
          </a:xfrm>
        </p:grpSpPr>
        <p:sp>
          <p:nvSpPr>
            <p:cNvPr id="11967" name="Google Shape;11967;p6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9" name="Google Shape;11969;p6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0" name="Google Shape;11970;p64"/>
          <p:cNvGrpSpPr/>
          <p:nvPr/>
        </p:nvGrpSpPr>
        <p:grpSpPr>
          <a:xfrm>
            <a:off x="6195998" y="1802102"/>
            <a:ext cx="368308" cy="338746"/>
            <a:chOff x="6195998" y="1983102"/>
            <a:chExt cx="368308" cy="338746"/>
          </a:xfrm>
        </p:grpSpPr>
        <p:sp>
          <p:nvSpPr>
            <p:cNvPr id="11971" name="Google Shape;11971;p6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4" name="Google Shape;11974;p64"/>
          <p:cNvGrpSpPr/>
          <p:nvPr/>
        </p:nvGrpSpPr>
        <p:grpSpPr>
          <a:xfrm>
            <a:off x="7542031" y="1830835"/>
            <a:ext cx="369072" cy="280037"/>
            <a:chOff x="7542031" y="2011835"/>
            <a:chExt cx="369072" cy="280037"/>
          </a:xfrm>
        </p:grpSpPr>
        <p:sp>
          <p:nvSpPr>
            <p:cNvPr id="11975" name="Google Shape;11975;p6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64"/>
          <p:cNvGrpSpPr/>
          <p:nvPr/>
        </p:nvGrpSpPr>
        <p:grpSpPr>
          <a:xfrm>
            <a:off x="8010427" y="3167503"/>
            <a:ext cx="278795" cy="351615"/>
            <a:chOff x="8010427" y="3348503"/>
            <a:chExt cx="278795" cy="351615"/>
          </a:xfrm>
        </p:grpSpPr>
        <p:sp>
          <p:nvSpPr>
            <p:cNvPr id="11985" name="Google Shape;11985;p6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9" name="Google Shape;11989;p6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0" name="Google Shape;11990;p64"/>
          <p:cNvGrpSpPr/>
          <p:nvPr/>
        </p:nvGrpSpPr>
        <p:grpSpPr>
          <a:xfrm>
            <a:off x="7141900" y="3168204"/>
            <a:ext cx="281057" cy="351010"/>
            <a:chOff x="7141900" y="3349204"/>
            <a:chExt cx="281057" cy="351010"/>
          </a:xfrm>
        </p:grpSpPr>
        <p:sp>
          <p:nvSpPr>
            <p:cNvPr id="11991" name="Google Shape;11991;p6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64"/>
          <p:cNvGrpSpPr/>
          <p:nvPr/>
        </p:nvGrpSpPr>
        <p:grpSpPr>
          <a:xfrm>
            <a:off x="5314188" y="3169032"/>
            <a:ext cx="363752" cy="353113"/>
            <a:chOff x="5314188" y="3350032"/>
            <a:chExt cx="363752" cy="353113"/>
          </a:xfrm>
        </p:grpSpPr>
        <p:sp>
          <p:nvSpPr>
            <p:cNvPr id="11995" name="Google Shape;11995;p6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64"/>
          <p:cNvGrpSpPr/>
          <p:nvPr/>
        </p:nvGrpSpPr>
        <p:grpSpPr>
          <a:xfrm>
            <a:off x="6203579" y="3167981"/>
            <a:ext cx="351615" cy="350373"/>
            <a:chOff x="6203579" y="3348981"/>
            <a:chExt cx="351615" cy="350373"/>
          </a:xfrm>
        </p:grpSpPr>
        <p:sp>
          <p:nvSpPr>
            <p:cNvPr id="11998" name="Google Shape;11998;p6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3" name="Google Shape;12003;p64"/>
          <p:cNvGrpSpPr/>
          <p:nvPr/>
        </p:nvGrpSpPr>
        <p:grpSpPr>
          <a:xfrm>
            <a:off x="5829984" y="3169032"/>
            <a:ext cx="220755" cy="352348"/>
            <a:chOff x="5829984" y="3350032"/>
            <a:chExt cx="220755" cy="352348"/>
          </a:xfrm>
        </p:grpSpPr>
        <p:sp>
          <p:nvSpPr>
            <p:cNvPr id="12004" name="Google Shape;12004;p6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64"/>
          <p:cNvGrpSpPr/>
          <p:nvPr/>
        </p:nvGrpSpPr>
        <p:grpSpPr>
          <a:xfrm>
            <a:off x="4882170" y="3168841"/>
            <a:ext cx="358464" cy="352316"/>
            <a:chOff x="4882170" y="3349841"/>
            <a:chExt cx="358464" cy="352316"/>
          </a:xfrm>
        </p:grpSpPr>
        <p:sp>
          <p:nvSpPr>
            <p:cNvPr id="12009" name="Google Shape;12009;p6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1" name="Google Shape;12011;p6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3" name="Google Shape;12013;p64"/>
          <p:cNvGrpSpPr/>
          <p:nvPr/>
        </p:nvGrpSpPr>
        <p:grpSpPr>
          <a:xfrm>
            <a:off x="3044965" y="2254220"/>
            <a:ext cx="400194" cy="324316"/>
            <a:chOff x="3044965" y="2435220"/>
            <a:chExt cx="400194" cy="324316"/>
          </a:xfrm>
        </p:grpSpPr>
        <p:sp>
          <p:nvSpPr>
            <p:cNvPr id="12014" name="Google Shape;12014;p6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7" name="Google Shape;12017;p64"/>
          <p:cNvGrpSpPr/>
          <p:nvPr/>
        </p:nvGrpSpPr>
        <p:grpSpPr>
          <a:xfrm>
            <a:off x="4878379" y="2292892"/>
            <a:ext cx="367161" cy="287523"/>
            <a:chOff x="4878379" y="2473892"/>
            <a:chExt cx="367161" cy="287523"/>
          </a:xfrm>
        </p:grpSpPr>
        <p:sp>
          <p:nvSpPr>
            <p:cNvPr id="12018" name="Google Shape;12018;p6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64"/>
          <p:cNvGrpSpPr/>
          <p:nvPr/>
        </p:nvGrpSpPr>
        <p:grpSpPr>
          <a:xfrm>
            <a:off x="1325719" y="2706689"/>
            <a:ext cx="290581" cy="372481"/>
            <a:chOff x="1325719" y="2887689"/>
            <a:chExt cx="290581" cy="372481"/>
          </a:xfrm>
        </p:grpSpPr>
        <p:sp>
          <p:nvSpPr>
            <p:cNvPr id="12024" name="Google Shape;12024;p6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6" name="Google Shape;12026;p6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7" name="Google Shape;12027;p64"/>
          <p:cNvGrpSpPr/>
          <p:nvPr/>
        </p:nvGrpSpPr>
        <p:grpSpPr>
          <a:xfrm>
            <a:off x="3510335" y="2711499"/>
            <a:ext cx="360726" cy="361204"/>
            <a:chOff x="3510335" y="2892499"/>
            <a:chExt cx="360726" cy="361204"/>
          </a:xfrm>
        </p:grpSpPr>
        <p:sp>
          <p:nvSpPr>
            <p:cNvPr id="12028" name="Google Shape;12028;p6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64"/>
          <p:cNvGrpSpPr/>
          <p:nvPr/>
        </p:nvGrpSpPr>
        <p:grpSpPr>
          <a:xfrm>
            <a:off x="3086313" y="2696049"/>
            <a:ext cx="320143" cy="392581"/>
            <a:chOff x="3086313" y="2877049"/>
            <a:chExt cx="320143" cy="392581"/>
          </a:xfrm>
        </p:grpSpPr>
        <p:sp>
          <p:nvSpPr>
            <p:cNvPr id="12034" name="Google Shape;12034;p6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6" name="Google Shape;12046;p6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7" name="Google Shape;12047;p64"/>
          <p:cNvGrpSpPr/>
          <p:nvPr/>
        </p:nvGrpSpPr>
        <p:grpSpPr>
          <a:xfrm>
            <a:off x="861113" y="2704746"/>
            <a:ext cx="333809" cy="373277"/>
            <a:chOff x="861113" y="2885746"/>
            <a:chExt cx="333809" cy="373277"/>
          </a:xfrm>
        </p:grpSpPr>
        <p:sp>
          <p:nvSpPr>
            <p:cNvPr id="12048" name="Google Shape;12048;p6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1" name="Google Shape;12051;p6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3" name="Google Shape;12053;p64"/>
          <p:cNvGrpSpPr/>
          <p:nvPr/>
        </p:nvGrpSpPr>
        <p:grpSpPr>
          <a:xfrm>
            <a:off x="1297654" y="1323481"/>
            <a:ext cx="349354" cy="362223"/>
            <a:chOff x="1297654" y="1504481"/>
            <a:chExt cx="349354" cy="362223"/>
          </a:xfrm>
        </p:grpSpPr>
        <p:sp>
          <p:nvSpPr>
            <p:cNvPr id="12054" name="Google Shape;12054;p6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7" name="Google Shape;12057;p6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8" name="Google Shape;12058;p64"/>
          <p:cNvGrpSpPr/>
          <p:nvPr/>
        </p:nvGrpSpPr>
        <p:grpSpPr>
          <a:xfrm>
            <a:off x="852385" y="1329916"/>
            <a:ext cx="353145" cy="351998"/>
            <a:chOff x="852385" y="1510916"/>
            <a:chExt cx="353145" cy="351998"/>
          </a:xfrm>
        </p:grpSpPr>
        <p:sp>
          <p:nvSpPr>
            <p:cNvPr id="12059" name="Google Shape;12059;p6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64"/>
          <p:cNvGrpSpPr/>
          <p:nvPr/>
        </p:nvGrpSpPr>
        <p:grpSpPr>
          <a:xfrm>
            <a:off x="1745217" y="1334471"/>
            <a:ext cx="343269" cy="342505"/>
            <a:chOff x="1745217" y="1515471"/>
            <a:chExt cx="343269" cy="342505"/>
          </a:xfrm>
        </p:grpSpPr>
        <p:sp>
          <p:nvSpPr>
            <p:cNvPr id="12063" name="Google Shape;12063;p6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7" name="Google Shape;12067;p6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8" name="Google Shape;12068;p64"/>
          <p:cNvGrpSpPr/>
          <p:nvPr/>
        </p:nvGrpSpPr>
        <p:grpSpPr>
          <a:xfrm>
            <a:off x="3042703" y="1348137"/>
            <a:ext cx="411535" cy="315587"/>
            <a:chOff x="3042703" y="1529137"/>
            <a:chExt cx="411535" cy="315587"/>
          </a:xfrm>
        </p:grpSpPr>
        <p:sp>
          <p:nvSpPr>
            <p:cNvPr id="12069" name="Google Shape;12069;p6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64"/>
          <p:cNvGrpSpPr/>
          <p:nvPr/>
        </p:nvGrpSpPr>
        <p:grpSpPr>
          <a:xfrm>
            <a:off x="2629289" y="1363682"/>
            <a:ext cx="350501" cy="284497"/>
            <a:chOff x="2629289" y="1544682"/>
            <a:chExt cx="350501" cy="284497"/>
          </a:xfrm>
        </p:grpSpPr>
        <p:sp>
          <p:nvSpPr>
            <p:cNvPr id="12080" name="Google Shape;12080;p6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5" name="Google Shape;12085;p64"/>
          <p:cNvGrpSpPr/>
          <p:nvPr/>
        </p:nvGrpSpPr>
        <p:grpSpPr>
          <a:xfrm>
            <a:off x="5305077" y="1321633"/>
            <a:ext cx="367893" cy="365218"/>
            <a:chOff x="5305077" y="1502633"/>
            <a:chExt cx="367893" cy="365218"/>
          </a:xfrm>
        </p:grpSpPr>
        <p:sp>
          <p:nvSpPr>
            <p:cNvPr id="12086" name="Google Shape;12086;p6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64"/>
          <p:cNvGrpSpPr/>
          <p:nvPr/>
        </p:nvGrpSpPr>
        <p:grpSpPr>
          <a:xfrm>
            <a:off x="7100170" y="1319117"/>
            <a:ext cx="368308" cy="367033"/>
            <a:chOff x="7100170" y="1500117"/>
            <a:chExt cx="368308" cy="367033"/>
          </a:xfrm>
        </p:grpSpPr>
        <p:sp>
          <p:nvSpPr>
            <p:cNvPr id="12089" name="Google Shape;12089;p6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2" name="Google Shape;12102;p6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3" name="Google Shape;12103;p64"/>
          <p:cNvGrpSpPr/>
          <p:nvPr/>
        </p:nvGrpSpPr>
        <p:grpSpPr>
          <a:xfrm>
            <a:off x="6649231" y="1319021"/>
            <a:ext cx="390287" cy="367065"/>
            <a:chOff x="6649231" y="1500021"/>
            <a:chExt cx="390287" cy="367065"/>
          </a:xfrm>
        </p:grpSpPr>
        <p:sp>
          <p:nvSpPr>
            <p:cNvPr id="12104" name="Google Shape;12104;p6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64"/>
          <p:cNvGrpSpPr/>
          <p:nvPr/>
        </p:nvGrpSpPr>
        <p:grpSpPr>
          <a:xfrm>
            <a:off x="5746938" y="1362503"/>
            <a:ext cx="387261" cy="280356"/>
            <a:chOff x="5746938" y="1543503"/>
            <a:chExt cx="387261" cy="280356"/>
          </a:xfrm>
        </p:grpSpPr>
        <p:sp>
          <p:nvSpPr>
            <p:cNvPr id="12117" name="Google Shape;12117;p6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64"/>
          <p:cNvGrpSpPr/>
          <p:nvPr/>
        </p:nvGrpSpPr>
        <p:grpSpPr>
          <a:xfrm>
            <a:off x="6196730" y="1344346"/>
            <a:ext cx="369072" cy="317467"/>
            <a:chOff x="6196730" y="1525346"/>
            <a:chExt cx="369072" cy="317467"/>
          </a:xfrm>
        </p:grpSpPr>
        <p:sp>
          <p:nvSpPr>
            <p:cNvPr id="12120" name="Google Shape;12120;p6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3" name="Google Shape;12123;p64"/>
          <p:cNvGrpSpPr/>
          <p:nvPr/>
        </p:nvGrpSpPr>
        <p:grpSpPr>
          <a:xfrm>
            <a:off x="4940592" y="1319690"/>
            <a:ext cx="246558" cy="367161"/>
            <a:chOff x="4940592" y="1500690"/>
            <a:chExt cx="246558" cy="367161"/>
          </a:xfrm>
        </p:grpSpPr>
        <p:sp>
          <p:nvSpPr>
            <p:cNvPr id="12124" name="Google Shape;12124;p6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8" name="Google Shape;12128;p64"/>
          <p:cNvGrpSpPr/>
          <p:nvPr/>
        </p:nvGrpSpPr>
        <p:grpSpPr>
          <a:xfrm>
            <a:off x="7964906" y="1318894"/>
            <a:ext cx="380858" cy="367575"/>
            <a:chOff x="7964906" y="1499894"/>
            <a:chExt cx="380858" cy="367575"/>
          </a:xfrm>
        </p:grpSpPr>
        <p:sp>
          <p:nvSpPr>
            <p:cNvPr id="12129" name="Google Shape;12129;p6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2" name="Google Shape;12132;p6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3" name="Google Shape;12133;p64"/>
          <p:cNvGrpSpPr/>
          <p:nvPr/>
        </p:nvGrpSpPr>
        <p:grpSpPr>
          <a:xfrm>
            <a:off x="8007400" y="2721278"/>
            <a:ext cx="285230" cy="355597"/>
            <a:chOff x="8007400" y="2902278"/>
            <a:chExt cx="285230" cy="355597"/>
          </a:xfrm>
        </p:grpSpPr>
        <p:sp>
          <p:nvSpPr>
            <p:cNvPr id="12134" name="Google Shape;12134;p6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6" name="Google Shape;12136;p64"/>
          <p:cNvGrpSpPr/>
          <p:nvPr/>
        </p:nvGrpSpPr>
        <p:grpSpPr>
          <a:xfrm>
            <a:off x="6219124" y="2721788"/>
            <a:ext cx="318231" cy="355470"/>
            <a:chOff x="6219124" y="2902788"/>
            <a:chExt cx="318231" cy="355470"/>
          </a:xfrm>
        </p:grpSpPr>
        <p:sp>
          <p:nvSpPr>
            <p:cNvPr id="12137" name="Google Shape;12137;p6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0" name="Google Shape;12140;p64"/>
          <p:cNvGrpSpPr/>
          <p:nvPr/>
        </p:nvGrpSpPr>
        <p:grpSpPr>
          <a:xfrm>
            <a:off x="4969421" y="2721852"/>
            <a:ext cx="185109" cy="355406"/>
            <a:chOff x="4969421" y="2902852"/>
            <a:chExt cx="185109" cy="355406"/>
          </a:xfrm>
        </p:grpSpPr>
        <p:sp>
          <p:nvSpPr>
            <p:cNvPr id="12141" name="Google Shape;12141;p6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47" name="Google Shape;12147;p6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9" name="Google Shape;12149;p64"/>
          <p:cNvGrpSpPr/>
          <p:nvPr/>
        </p:nvGrpSpPr>
        <p:grpSpPr>
          <a:xfrm>
            <a:off x="6685259" y="2721852"/>
            <a:ext cx="311414" cy="355406"/>
            <a:chOff x="6685259" y="2902852"/>
            <a:chExt cx="311414" cy="355406"/>
          </a:xfrm>
        </p:grpSpPr>
        <p:sp>
          <p:nvSpPr>
            <p:cNvPr id="12150" name="Google Shape;12150;p6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64"/>
          <p:cNvGrpSpPr/>
          <p:nvPr/>
        </p:nvGrpSpPr>
        <p:grpSpPr>
          <a:xfrm>
            <a:off x="5309250" y="2722170"/>
            <a:ext cx="359579" cy="355852"/>
            <a:chOff x="5309250" y="2903170"/>
            <a:chExt cx="359579" cy="355852"/>
          </a:xfrm>
        </p:grpSpPr>
        <p:sp>
          <p:nvSpPr>
            <p:cNvPr id="12154" name="Google Shape;12154;p6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64"/>
          <p:cNvGrpSpPr/>
          <p:nvPr/>
        </p:nvGrpSpPr>
        <p:grpSpPr>
          <a:xfrm>
            <a:off x="2199565" y="2240172"/>
            <a:ext cx="312179" cy="353431"/>
            <a:chOff x="2199565" y="2421172"/>
            <a:chExt cx="312179" cy="353431"/>
          </a:xfrm>
        </p:grpSpPr>
        <p:sp>
          <p:nvSpPr>
            <p:cNvPr id="12158" name="Google Shape;12158;p6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64"/>
          <p:cNvGrpSpPr/>
          <p:nvPr/>
        </p:nvGrpSpPr>
        <p:grpSpPr>
          <a:xfrm>
            <a:off x="1750887" y="2244727"/>
            <a:ext cx="320143" cy="343269"/>
            <a:chOff x="1750887" y="2425727"/>
            <a:chExt cx="320143" cy="343269"/>
          </a:xfrm>
        </p:grpSpPr>
        <p:sp>
          <p:nvSpPr>
            <p:cNvPr id="12161" name="Google Shape;12161;p6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64"/>
          <p:cNvGrpSpPr/>
          <p:nvPr/>
        </p:nvGrpSpPr>
        <p:grpSpPr>
          <a:xfrm>
            <a:off x="1298037" y="2244727"/>
            <a:ext cx="338364" cy="342887"/>
            <a:chOff x="1298037" y="2425727"/>
            <a:chExt cx="338364" cy="342887"/>
          </a:xfrm>
        </p:grpSpPr>
        <p:sp>
          <p:nvSpPr>
            <p:cNvPr id="12164" name="Google Shape;12164;p6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8" name="Google Shape;12168;p6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9" name="Google Shape;12169;p64"/>
          <p:cNvGrpSpPr/>
          <p:nvPr/>
        </p:nvGrpSpPr>
        <p:grpSpPr>
          <a:xfrm>
            <a:off x="3974207" y="2248009"/>
            <a:ext cx="320143" cy="338491"/>
            <a:chOff x="3974207" y="2429009"/>
            <a:chExt cx="320143" cy="338491"/>
          </a:xfrm>
        </p:grpSpPr>
        <p:sp>
          <p:nvSpPr>
            <p:cNvPr id="12170" name="Google Shape;12170;p6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2" name="Google Shape;12172;p64"/>
          <p:cNvGrpSpPr/>
          <p:nvPr/>
        </p:nvGrpSpPr>
        <p:grpSpPr>
          <a:xfrm>
            <a:off x="2623237" y="2250047"/>
            <a:ext cx="355024" cy="332630"/>
            <a:chOff x="2623237" y="2431047"/>
            <a:chExt cx="355024" cy="332630"/>
          </a:xfrm>
        </p:grpSpPr>
        <p:sp>
          <p:nvSpPr>
            <p:cNvPr id="12173" name="Google Shape;12173;p6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64"/>
          <p:cNvGrpSpPr/>
          <p:nvPr/>
        </p:nvGrpSpPr>
        <p:grpSpPr>
          <a:xfrm>
            <a:off x="6657194" y="2253073"/>
            <a:ext cx="375507" cy="367925"/>
            <a:chOff x="6657194" y="2434073"/>
            <a:chExt cx="375507" cy="367925"/>
          </a:xfrm>
        </p:grpSpPr>
        <p:sp>
          <p:nvSpPr>
            <p:cNvPr id="12178" name="Google Shape;12178;p6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1" name="Google Shape;12181;p64"/>
          <p:cNvGrpSpPr/>
          <p:nvPr/>
        </p:nvGrpSpPr>
        <p:grpSpPr>
          <a:xfrm>
            <a:off x="7101317" y="2260655"/>
            <a:ext cx="367925" cy="352380"/>
            <a:chOff x="7101317" y="2441655"/>
            <a:chExt cx="367925" cy="352380"/>
          </a:xfrm>
        </p:grpSpPr>
        <p:sp>
          <p:nvSpPr>
            <p:cNvPr id="12182" name="Google Shape;12182;p6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64"/>
          <p:cNvGrpSpPr/>
          <p:nvPr/>
        </p:nvGrpSpPr>
        <p:grpSpPr>
          <a:xfrm>
            <a:off x="5756399" y="2253456"/>
            <a:ext cx="367925" cy="367161"/>
            <a:chOff x="5756399" y="2434456"/>
            <a:chExt cx="367925" cy="367161"/>
          </a:xfrm>
        </p:grpSpPr>
        <p:sp>
          <p:nvSpPr>
            <p:cNvPr id="12185" name="Google Shape;12185;p6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2" name="Google Shape;12192;p6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4" name="Google Shape;12194;p64"/>
          <p:cNvGrpSpPr/>
          <p:nvPr/>
        </p:nvGrpSpPr>
        <p:grpSpPr>
          <a:xfrm>
            <a:off x="7964906" y="2253073"/>
            <a:ext cx="373627" cy="367925"/>
            <a:chOff x="7964906" y="2434073"/>
            <a:chExt cx="373627" cy="367925"/>
          </a:xfrm>
        </p:grpSpPr>
        <p:sp>
          <p:nvSpPr>
            <p:cNvPr id="12195" name="Google Shape;12195;p6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64"/>
          <p:cNvGrpSpPr/>
          <p:nvPr/>
        </p:nvGrpSpPr>
        <p:grpSpPr>
          <a:xfrm>
            <a:off x="6194086" y="2256737"/>
            <a:ext cx="369837" cy="360471"/>
            <a:chOff x="6194086" y="2437737"/>
            <a:chExt cx="369837" cy="360471"/>
          </a:xfrm>
        </p:grpSpPr>
        <p:sp>
          <p:nvSpPr>
            <p:cNvPr id="12198" name="Google Shape;12198;p6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0" name="Google Shape;12200;p6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201" name="Google Shape;12201;p6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05"/>
        <p:cNvGrpSpPr/>
        <p:nvPr/>
      </p:nvGrpSpPr>
      <p:grpSpPr>
        <a:xfrm>
          <a:off x="0" y="0"/>
          <a:ext cx="0" cy="0"/>
          <a:chOff x="0" y="0"/>
          <a:chExt cx="0" cy="0"/>
        </a:xfrm>
      </p:grpSpPr>
      <p:grpSp>
        <p:nvGrpSpPr>
          <p:cNvPr id="12206" name="Google Shape;12206;p65"/>
          <p:cNvGrpSpPr/>
          <p:nvPr/>
        </p:nvGrpSpPr>
        <p:grpSpPr>
          <a:xfrm>
            <a:off x="3541011" y="1334344"/>
            <a:ext cx="350166" cy="349434"/>
            <a:chOff x="3541011" y="1508594"/>
            <a:chExt cx="350166" cy="349434"/>
          </a:xfrm>
        </p:grpSpPr>
        <p:sp>
          <p:nvSpPr>
            <p:cNvPr id="12207" name="Google Shape;12207;p6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65"/>
          <p:cNvGrpSpPr/>
          <p:nvPr/>
        </p:nvGrpSpPr>
        <p:grpSpPr>
          <a:xfrm>
            <a:off x="3122257" y="1334344"/>
            <a:ext cx="294850" cy="349434"/>
            <a:chOff x="3122257" y="1508594"/>
            <a:chExt cx="294850" cy="349434"/>
          </a:xfrm>
        </p:grpSpPr>
        <p:sp>
          <p:nvSpPr>
            <p:cNvPr id="12221" name="Google Shape;12221;p6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65"/>
          <p:cNvGrpSpPr/>
          <p:nvPr/>
        </p:nvGrpSpPr>
        <p:grpSpPr>
          <a:xfrm>
            <a:off x="910723" y="1333962"/>
            <a:ext cx="251660" cy="350166"/>
            <a:chOff x="910723" y="1508212"/>
            <a:chExt cx="251660" cy="350166"/>
          </a:xfrm>
        </p:grpSpPr>
        <p:sp>
          <p:nvSpPr>
            <p:cNvPr id="12227" name="Google Shape;12227;p6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4" name="Google Shape;12244;p65"/>
          <p:cNvGrpSpPr/>
          <p:nvPr/>
        </p:nvGrpSpPr>
        <p:grpSpPr>
          <a:xfrm>
            <a:off x="1308631" y="1333580"/>
            <a:ext cx="350166" cy="350198"/>
            <a:chOff x="1308631" y="1507830"/>
            <a:chExt cx="350166" cy="350198"/>
          </a:xfrm>
        </p:grpSpPr>
        <p:sp>
          <p:nvSpPr>
            <p:cNvPr id="12245" name="Google Shape;12245;p6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65"/>
          <p:cNvGrpSpPr/>
          <p:nvPr/>
        </p:nvGrpSpPr>
        <p:grpSpPr>
          <a:xfrm>
            <a:off x="1756921" y="1335489"/>
            <a:ext cx="345997" cy="345997"/>
            <a:chOff x="1756921" y="1509739"/>
            <a:chExt cx="345997" cy="345997"/>
          </a:xfrm>
        </p:grpSpPr>
        <p:sp>
          <p:nvSpPr>
            <p:cNvPr id="12250" name="Google Shape;12250;p6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7" name="Google Shape;12267;p65"/>
          <p:cNvGrpSpPr/>
          <p:nvPr/>
        </p:nvGrpSpPr>
        <p:grpSpPr>
          <a:xfrm>
            <a:off x="2216956" y="1336253"/>
            <a:ext cx="318721" cy="345615"/>
            <a:chOff x="2216956" y="1510503"/>
            <a:chExt cx="318721" cy="345615"/>
          </a:xfrm>
        </p:grpSpPr>
        <p:sp>
          <p:nvSpPr>
            <p:cNvPr id="12268" name="Google Shape;12268;p6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3" name="Google Shape;12273;p65"/>
          <p:cNvGrpSpPr/>
          <p:nvPr/>
        </p:nvGrpSpPr>
        <p:grpSpPr>
          <a:xfrm>
            <a:off x="3988156" y="1394211"/>
            <a:ext cx="349052" cy="230049"/>
            <a:chOff x="3988156" y="1568461"/>
            <a:chExt cx="349052" cy="230049"/>
          </a:xfrm>
        </p:grpSpPr>
        <p:sp>
          <p:nvSpPr>
            <p:cNvPr id="12274" name="Google Shape;12274;p6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1" name="Google Shape;12281;p65"/>
          <p:cNvGrpSpPr/>
          <p:nvPr/>
        </p:nvGrpSpPr>
        <p:grpSpPr>
          <a:xfrm>
            <a:off x="2633037" y="1325623"/>
            <a:ext cx="379002" cy="366112"/>
            <a:chOff x="2633037" y="1499873"/>
            <a:chExt cx="379002" cy="366112"/>
          </a:xfrm>
        </p:grpSpPr>
        <p:sp>
          <p:nvSpPr>
            <p:cNvPr id="12282" name="Google Shape;12282;p6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65"/>
          <p:cNvGrpSpPr/>
          <p:nvPr/>
        </p:nvGrpSpPr>
        <p:grpSpPr>
          <a:xfrm>
            <a:off x="6675256" y="1341919"/>
            <a:ext cx="327823" cy="357009"/>
            <a:chOff x="6675256" y="1516169"/>
            <a:chExt cx="327823" cy="357009"/>
          </a:xfrm>
        </p:grpSpPr>
        <p:sp>
          <p:nvSpPr>
            <p:cNvPr id="12289" name="Google Shape;12289;p6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65"/>
          <p:cNvGrpSpPr/>
          <p:nvPr/>
        </p:nvGrpSpPr>
        <p:grpSpPr>
          <a:xfrm>
            <a:off x="8020159" y="1342301"/>
            <a:ext cx="300897" cy="356627"/>
            <a:chOff x="8020159" y="1516551"/>
            <a:chExt cx="300897" cy="356627"/>
          </a:xfrm>
        </p:grpSpPr>
        <p:sp>
          <p:nvSpPr>
            <p:cNvPr id="12299" name="Google Shape;12299;p6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65"/>
          <p:cNvGrpSpPr/>
          <p:nvPr/>
        </p:nvGrpSpPr>
        <p:grpSpPr>
          <a:xfrm>
            <a:off x="5377363" y="1341919"/>
            <a:ext cx="257357" cy="356627"/>
            <a:chOff x="5377363" y="1516169"/>
            <a:chExt cx="257357" cy="356627"/>
          </a:xfrm>
        </p:grpSpPr>
        <p:sp>
          <p:nvSpPr>
            <p:cNvPr id="12305" name="Google Shape;12305;p6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2" name="Google Shape;12322;p65"/>
          <p:cNvGrpSpPr/>
          <p:nvPr/>
        </p:nvGrpSpPr>
        <p:grpSpPr>
          <a:xfrm>
            <a:off x="4880567" y="1361620"/>
            <a:ext cx="356245" cy="317607"/>
            <a:chOff x="4880567" y="1535870"/>
            <a:chExt cx="356245" cy="317607"/>
          </a:xfrm>
        </p:grpSpPr>
        <p:sp>
          <p:nvSpPr>
            <p:cNvPr id="12323" name="Google Shape;12323;p6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65"/>
          <p:cNvGrpSpPr/>
          <p:nvPr/>
        </p:nvGrpSpPr>
        <p:grpSpPr>
          <a:xfrm>
            <a:off x="5771483" y="1341537"/>
            <a:ext cx="357359" cy="357391"/>
            <a:chOff x="5771483" y="1515787"/>
            <a:chExt cx="357359" cy="357391"/>
          </a:xfrm>
        </p:grpSpPr>
        <p:sp>
          <p:nvSpPr>
            <p:cNvPr id="12329" name="Google Shape;12329;p6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3" name="Google Shape;12333;p65"/>
          <p:cNvGrpSpPr/>
          <p:nvPr/>
        </p:nvGrpSpPr>
        <p:grpSpPr>
          <a:xfrm>
            <a:off x="7121669" y="1359360"/>
            <a:ext cx="321362" cy="321362"/>
            <a:chOff x="7121669" y="1533610"/>
            <a:chExt cx="321362" cy="321362"/>
          </a:xfrm>
        </p:grpSpPr>
        <p:sp>
          <p:nvSpPr>
            <p:cNvPr id="12334" name="Google Shape;12334;p6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65"/>
          <p:cNvGrpSpPr/>
          <p:nvPr/>
        </p:nvGrpSpPr>
        <p:grpSpPr>
          <a:xfrm>
            <a:off x="7562766" y="1340614"/>
            <a:ext cx="327059" cy="360192"/>
            <a:chOff x="7562766" y="1514864"/>
            <a:chExt cx="327059" cy="360192"/>
          </a:xfrm>
        </p:grpSpPr>
        <p:sp>
          <p:nvSpPr>
            <p:cNvPr id="12339" name="Google Shape;12339;p6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65"/>
          <p:cNvGrpSpPr/>
          <p:nvPr/>
        </p:nvGrpSpPr>
        <p:grpSpPr>
          <a:xfrm>
            <a:off x="6221229" y="1324423"/>
            <a:ext cx="361636" cy="362183"/>
            <a:chOff x="6259175" y="1559008"/>
            <a:chExt cx="271743" cy="272093"/>
          </a:xfrm>
        </p:grpSpPr>
        <p:sp>
          <p:nvSpPr>
            <p:cNvPr id="12344" name="Google Shape;12344;p6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1" name="Google Shape;12361;p65"/>
          <p:cNvGrpSpPr/>
          <p:nvPr/>
        </p:nvGrpSpPr>
        <p:grpSpPr>
          <a:xfrm>
            <a:off x="2661459" y="1840751"/>
            <a:ext cx="322508" cy="273494"/>
            <a:chOff x="2661459" y="2015001"/>
            <a:chExt cx="322508" cy="273494"/>
          </a:xfrm>
        </p:grpSpPr>
        <p:sp>
          <p:nvSpPr>
            <p:cNvPr id="12362" name="Google Shape;12362;p6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65"/>
          <p:cNvGrpSpPr/>
          <p:nvPr/>
        </p:nvGrpSpPr>
        <p:grpSpPr>
          <a:xfrm>
            <a:off x="6671087" y="1835054"/>
            <a:ext cx="332757" cy="281833"/>
            <a:chOff x="6671087" y="2009304"/>
            <a:chExt cx="332757" cy="281833"/>
          </a:xfrm>
        </p:grpSpPr>
        <p:sp>
          <p:nvSpPr>
            <p:cNvPr id="12365" name="Google Shape;12365;p6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7" name="Google Shape;12367;p6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8" name="Google Shape;12368;p65"/>
          <p:cNvGrpSpPr/>
          <p:nvPr/>
        </p:nvGrpSpPr>
        <p:grpSpPr>
          <a:xfrm>
            <a:off x="2201806" y="1802335"/>
            <a:ext cx="349784" cy="349434"/>
            <a:chOff x="2201806" y="1976585"/>
            <a:chExt cx="349784" cy="349434"/>
          </a:xfrm>
        </p:grpSpPr>
        <p:sp>
          <p:nvSpPr>
            <p:cNvPr id="12369" name="Google Shape;12369;p6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3" name="Google Shape;12373;p65"/>
          <p:cNvGrpSpPr/>
          <p:nvPr/>
        </p:nvGrpSpPr>
        <p:grpSpPr>
          <a:xfrm>
            <a:off x="3094217" y="1802335"/>
            <a:ext cx="350198" cy="350548"/>
            <a:chOff x="3094217" y="1976585"/>
            <a:chExt cx="350198" cy="350548"/>
          </a:xfrm>
        </p:grpSpPr>
        <p:sp>
          <p:nvSpPr>
            <p:cNvPr id="12374" name="Google Shape;12374;p6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65"/>
          <p:cNvGrpSpPr/>
          <p:nvPr/>
        </p:nvGrpSpPr>
        <p:grpSpPr>
          <a:xfrm>
            <a:off x="870939" y="1801571"/>
            <a:ext cx="332375" cy="350071"/>
            <a:chOff x="870939" y="1975821"/>
            <a:chExt cx="332375" cy="350071"/>
          </a:xfrm>
        </p:grpSpPr>
        <p:sp>
          <p:nvSpPr>
            <p:cNvPr id="12388" name="Google Shape;12388;p6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2" name="Google Shape;12392;p6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3" name="Google Shape;12393;p65"/>
          <p:cNvGrpSpPr/>
          <p:nvPr/>
        </p:nvGrpSpPr>
        <p:grpSpPr>
          <a:xfrm>
            <a:off x="3979435" y="1802335"/>
            <a:ext cx="345265" cy="349848"/>
            <a:chOff x="3979435" y="1976585"/>
            <a:chExt cx="345265" cy="349848"/>
          </a:xfrm>
        </p:grpSpPr>
        <p:sp>
          <p:nvSpPr>
            <p:cNvPr id="12394" name="Google Shape;12394;p6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65"/>
          <p:cNvGrpSpPr/>
          <p:nvPr/>
        </p:nvGrpSpPr>
        <p:grpSpPr>
          <a:xfrm>
            <a:off x="3576626" y="1801571"/>
            <a:ext cx="284251" cy="351694"/>
            <a:chOff x="3576626" y="1975821"/>
            <a:chExt cx="284251" cy="351694"/>
          </a:xfrm>
        </p:grpSpPr>
        <p:sp>
          <p:nvSpPr>
            <p:cNvPr id="12412" name="Google Shape;12412;p6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5" name="Google Shape;12415;p65"/>
          <p:cNvGrpSpPr/>
          <p:nvPr/>
        </p:nvGrpSpPr>
        <p:grpSpPr>
          <a:xfrm>
            <a:off x="2722090" y="2715912"/>
            <a:ext cx="238770" cy="371841"/>
            <a:chOff x="2722090" y="2890162"/>
            <a:chExt cx="238770" cy="371841"/>
          </a:xfrm>
        </p:grpSpPr>
        <p:sp>
          <p:nvSpPr>
            <p:cNvPr id="12416" name="Google Shape;12416;p6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9" name="Google Shape;12419;p6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0" name="Google Shape;12420;p65"/>
          <p:cNvGrpSpPr/>
          <p:nvPr/>
        </p:nvGrpSpPr>
        <p:grpSpPr>
          <a:xfrm>
            <a:off x="6216367" y="1795906"/>
            <a:ext cx="361147" cy="361147"/>
            <a:chOff x="6216367" y="1970156"/>
            <a:chExt cx="361147" cy="361147"/>
          </a:xfrm>
        </p:grpSpPr>
        <p:sp>
          <p:nvSpPr>
            <p:cNvPr id="12421" name="Google Shape;12421;p6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6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5" name="Google Shape;12425;p65"/>
          <p:cNvGrpSpPr/>
          <p:nvPr/>
        </p:nvGrpSpPr>
        <p:grpSpPr>
          <a:xfrm>
            <a:off x="1289311" y="2751972"/>
            <a:ext cx="408156" cy="299783"/>
            <a:chOff x="1289311" y="2926222"/>
            <a:chExt cx="408156" cy="299783"/>
          </a:xfrm>
        </p:grpSpPr>
        <p:sp>
          <p:nvSpPr>
            <p:cNvPr id="12426" name="Google Shape;12426;p6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65"/>
          <p:cNvGrpSpPr/>
          <p:nvPr/>
        </p:nvGrpSpPr>
        <p:grpSpPr>
          <a:xfrm>
            <a:off x="7978465" y="1795142"/>
            <a:ext cx="361147" cy="360797"/>
            <a:chOff x="7978465" y="1969392"/>
            <a:chExt cx="361147" cy="360797"/>
          </a:xfrm>
        </p:grpSpPr>
        <p:sp>
          <p:nvSpPr>
            <p:cNvPr id="12429" name="Google Shape;12429;p6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8" name="Google Shape;12438;p6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9" name="Google Shape;12439;p65"/>
          <p:cNvGrpSpPr/>
          <p:nvPr/>
        </p:nvGrpSpPr>
        <p:grpSpPr>
          <a:xfrm>
            <a:off x="854261" y="2734563"/>
            <a:ext cx="377474" cy="335748"/>
            <a:chOff x="854261" y="2908813"/>
            <a:chExt cx="377474" cy="335748"/>
          </a:xfrm>
        </p:grpSpPr>
        <p:sp>
          <p:nvSpPr>
            <p:cNvPr id="12440" name="Google Shape;12440;p6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6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65"/>
          <p:cNvGrpSpPr/>
          <p:nvPr/>
        </p:nvGrpSpPr>
        <p:grpSpPr>
          <a:xfrm>
            <a:off x="1749728" y="2720527"/>
            <a:ext cx="386927" cy="363438"/>
            <a:chOff x="1749728" y="2894777"/>
            <a:chExt cx="386927" cy="363438"/>
          </a:xfrm>
        </p:grpSpPr>
        <p:sp>
          <p:nvSpPr>
            <p:cNvPr id="12446" name="Google Shape;12446;p6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3" name="Google Shape;12453;p65"/>
          <p:cNvGrpSpPr/>
          <p:nvPr/>
        </p:nvGrpSpPr>
        <p:grpSpPr>
          <a:xfrm>
            <a:off x="7098912" y="1795142"/>
            <a:ext cx="359651" cy="361560"/>
            <a:chOff x="7098912" y="1969392"/>
            <a:chExt cx="359651" cy="361560"/>
          </a:xfrm>
        </p:grpSpPr>
        <p:sp>
          <p:nvSpPr>
            <p:cNvPr id="12454" name="Google Shape;12454;p6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7" name="Google Shape;12467;p6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68" name="Google Shape;12468;p65"/>
          <p:cNvGrpSpPr/>
          <p:nvPr/>
        </p:nvGrpSpPr>
        <p:grpSpPr>
          <a:xfrm>
            <a:off x="5352728" y="1815989"/>
            <a:ext cx="327091" cy="322508"/>
            <a:chOff x="5352728" y="1990239"/>
            <a:chExt cx="327091" cy="322508"/>
          </a:xfrm>
        </p:grpSpPr>
        <p:sp>
          <p:nvSpPr>
            <p:cNvPr id="12469" name="Google Shape;12469;p6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2" name="Google Shape;12472;p65"/>
          <p:cNvGrpSpPr/>
          <p:nvPr/>
        </p:nvGrpSpPr>
        <p:grpSpPr>
          <a:xfrm>
            <a:off x="7538896" y="1795906"/>
            <a:ext cx="361147" cy="361529"/>
            <a:chOff x="7538896" y="1970156"/>
            <a:chExt cx="361147" cy="361529"/>
          </a:xfrm>
        </p:grpSpPr>
        <p:sp>
          <p:nvSpPr>
            <p:cNvPr id="12473" name="Google Shape;12473;p6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9" name="Google Shape;12479;p65"/>
          <p:cNvGrpSpPr/>
          <p:nvPr/>
        </p:nvGrpSpPr>
        <p:grpSpPr>
          <a:xfrm>
            <a:off x="4896099" y="1796670"/>
            <a:ext cx="358155" cy="358123"/>
            <a:chOff x="4896099" y="1970920"/>
            <a:chExt cx="358155" cy="358123"/>
          </a:xfrm>
        </p:grpSpPr>
        <p:sp>
          <p:nvSpPr>
            <p:cNvPr id="12480" name="Google Shape;12480;p6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65"/>
          <p:cNvGrpSpPr/>
          <p:nvPr/>
        </p:nvGrpSpPr>
        <p:grpSpPr>
          <a:xfrm>
            <a:off x="4048787" y="2802769"/>
            <a:ext cx="283488" cy="198604"/>
            <a:chOff x="4048787" y="2977019"/>
            <a:chExt cx="283488" cy="198604"/>
          </a:xfrm>
        </p:grpSpPr>
        <p:sp>
          <p:nvSpPr>
            <p:cNvPr id="12484" name="Google Shape;12484;p6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65"/>
          <p:cNvGrpSpPr/>
          <p:nvPr/>
        </p:nvGrpSpPr>
        <p:grpSpPr>
          <a:xfrm>
            <a:off x="4054103" y="2255941"/>
            <a:ext cx="218687" cy="349052"/>
            <a:chOff x="4054103" y="2430191"/>
            <a:chExt cx="218687" cy="349052"/>
          </a:xfrm>
        </p:grpSpPr>
        <p:sp>
          <p:nvSpPr>
            <p:cNvPr id="12491" name="Google Shape;12491;p6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65"/>
          <p:cNvGrpSpPr/>
          <p:nvPr/>
        </p:nvGrpSpPr>
        <p:grpSpPr>
          <a:xfrm>
            <a:off x="2185128" y="2253299"/>
            <a:ext cx="382758" cy="356595"/>
            <a:chOff x="2185128" y="2427549"/>
            <a:chExt cx="382758" cy="356595"/>
          </a:xfrm>
        </p:grpSpPr>
        <p:sp>
          <p:nvSpPr>
            <p:cNvPr id="12494" name="Google Shape;12494;p6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8" name="Google Shape;12498;p65"/>
          <p:cNvGrpSpPr/>
          <p:nvPr/>
        </p:nvGrpSpPr>
        <p:grpSpPr>
          <a:xfrm>
            <a:off x="3539102" y="2253299"/>
            <a:ext cx="355099" cy="355481"/>
            <a:chOff x="3539102" y="2427549"/>
            <a:chExt cx="355099" cy="355481"/>
          </a:xfrm>
        </p:grpSpPr>
        <p:sp>
          <p:nvSpPr>
            <p:cNvPr id="12499" name="Google Shape;12499;p6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1" name="Google Shape;12501;p65"/>
          <p:cNvGrpSpPr/>
          <p:nvPr/>
        </p:nvGrpSpPr>
        <p:grpSpPr>
          <a:xfrm>
            <a:off x="2656907" y="2265043"/>
            <a:ext cx="332757" cy="332343"/>
            <a:chOff x="2656907" y="2439293"/>
            <a:chExt cx="332757" cy="332343"/>
          </a:xfrm>
        </p:grpSpPr>
        <p:sp>
          <p:nvSpPr>
            <p:cNvPr id="12502" name="Google Shape;12502;p6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9" name="Google Shape;12509;p65"/>
          <p:cNvGrpSpPr/>
          <p:nvPr/>
        </p:nvGrpSpPr>
        <p:grpSpPr>
          <a:xfrm>
            <a:off x="1731523" y="2248366"/>
            <a:ext cx="399435" cy="365698"/>
            <a:chOff x="1731523" y="2422616"/>
            <a:chExt cx="399435" cy="365698"/>
          </a:xfrm>
        </p:grpSpPr>
        <p:sp>
          <p:nvSpPr>
            <p:cNvPr id="12510" name="Google Shape;12510;p6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65"/>
          <p:cNvGrpSpPr/>
          <p:nvPr/>
        </p:nvGrpSpPr>
        <p:grpSpPr>
          <a:xfrm>
            <a:off x="3097241" y="2259314"/>
            <a:ext cx="344883" cy="343387"/>
            <a:chOff x="3097241" y="2433564"/>
            <a:chExt cx="344883" cy="343387"/>
          </a:xfrm>
        </p:grpSpPr>
        <p:sp>
          <p:nvSpPr>
            <p:cNvPr id="12514" name="Google Shape;12514;p6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3" name="Google Shape;12523;p65"/>
          <p:cNvGrpSpPr/>
          <p:nvPr/>
        </p:nvGrpSpPr>
        <p:grpSpPr>
          <a:xfrm>
            <a:off x="1278299" y="2265043"/>
            <a:ext cx="410829" cy="332343"/>
            <a:chOff x="1278299" y="2439293"/>
            <a:chExt cx="410829" cy="332343"/>
          </a:xfrm>
        </p:grpSpPr>
        <p:sp>
          <p:nvSpPr>
            <p:cNvPr id="12524" name="Google Shape;12524;p6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2" name="Google Shape;12532;p65"/>
          <p:cNvGrpSpPr/>
          <p:nvPr/>
        </p:nvGrpSpPr>
        <p:grpSpPr>
          <a:xfrm>
            <a:off x="870939" y="2265043"/>
            <a:ext cx="331993" cy="331993"/>
            <a:chOff x="870939" y="2439293"/>
            <a:chExt cx="331993" cy="331993"/>
          </a:xfrm>
        </p:grpSpPr>
        <p:sp>
          <p:nvSpPr>
            <p:cNvPr id="12533" name="Google Shape;12533;p6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6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65"/>
          <p:cNvGrpSpPr/>
          <p:nvPr/>
        </p:nvGrpSpPr>
        <p:grpSpPr>
          <a:xfrm>
            <a:off x="6644957" y="2282103"/>
            <a:ext cx="371395" cy="278904"/>
            <a:chOff x="6644957" y="2456353"/>
            <a:chExt cx="371395" cy="278904"/>
          </a:xfrm>
        </p:grpSpPr>
        <p:sp>
          <p:nvSpPr>
            <p:cNvPr id="12550" name="Google Shape;12550;p6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65"/>
          <p:cNvGrpSpPr/>
          <p:nvPr/>
        </p:nvGrpSpPr>
        <p:grpSpPr>
          <a:xfrm>
            <a:off x="5388757" y="2240409"/>
            <a:ext cx="260349" cy="362292"/>
            <a:chOff x="5388757" y="2414659"/>
            <a:chExt cx="260349" cy="362292"/>
          </a:xfrm>
        </p:grpSpPr>
        <p:sp>
          <p:nvSpPr>
            <p:cNvPr id="12556" name="Google Shape;12556;p6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6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6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6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65"/>
          <p:cNvGrpSpPr/>
          <p:nvPr/>
        </p:nvGrpSpPr>
        <p:grpSpPr>
          <a:xfrm>
            <a:off x="3567142" y="2731507"/>
            <a:ext cx="348288" cy="340331"/>
            <a:chOff x="3567142" y="2905757"/>
            <a:chExt cx="348288" cy="340331"/>
          </a:xfrm>
        </p:grpSpPr>
        <p:sp>
          <p:nvSpPr>
            <p:cNvPr id="12577" name="Google Shape;12577;p6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65"/>
          <p:cNvGrpSpPr/>
          <p:nvPr/>
        </p:nvGrpSpPr>
        <p:grpSpPr>
          <a:xfrm>
            <a:off x="7967103" y="2240791"/>
            <a:ext cx="355863" cy="361911"/>
            <a:chOff x="7967103" y="2415041"/>
            <a:chExt cx="355863" cy="361911"/>
          </a:xfrm>
        </p:grpSpPr>
        <p:sp>
          <p:nvSpPr>
            <p:cNvPr id="12583" name="Google Shape;12583;p6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6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6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65"/>
          <p:cNvGrpSpPr/>
          <p:nvPr/>
        </p:nvGrpSpPr>
        <p:grpSpPr>
          <a:xfrm>
            <a:off x="7529411" y="2240409"/>
            <a:ext cx="355863" cy="362292"/>
            <a:chOff x="7529411" y="2414659"/>
            <a:chExt cx="355863" cy="362292"/>
          </a:xfrm>
        </p:grpSpPr>
        <p:sp>
          <p:nvSpPr>
            <p:cNvPr id="12595" name="Google Shape;12595;p6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65"/>
          <p:cNvGrpSpPr/>
          <p:nvPr/>
        </p:nvGrpSpPr>
        <p:grpSpPr>
          <a:xfrm>
            <a:off x="5733194" y="2257468"/>
            <a:ext cx="446826" cy="327059"/>
            <a:chOff x="5733194" y="2431718"/>
            <a:chExt cx="446826" cy="327059"/>
          </a:xfrm>
        </p:grpSpPr>
        <p:sp>
          <p:nvSpPr>
            <p:cNvPr id="12608" name="Google Shape;12608;p6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65"/>
          <p:cNvGrpSpPr/>
          <p:nvPr/>
        </p:nvGrpSpPr>
        <p:grpSpPr>
          <a:xfrm>
            <a:off x="4876780" y="2243814"/>
            <a:ext cx="407774" cy="356627"/>
            <a:chOff x="4876780" y="2418064"/>
            <a:chExt cx="407774" cy="356627"/>
          </a:xfrm>
        </p:grpSpPr>
        <p:sp>
          <p:nvSpPr>
            <p:cNvPr id="12612" name="Google Shape;12612;p6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65"/>
          <p:cNvGrpSpPr/>
          <p:nvPr/>
        </p:nvGrpSpPr>
        <p:grpSpPr>
          <a:xfrm>
            <a:off x="7070872" y="2236621"/>
            <a:ext cx="398321" cy="371013"/>
            <a:chOff x="7070872" y="2410871"/>
            <a:chExt cx="398321" cy="371013"/>
          </a:xfrm>
        </p:grpSpPr>
        <p:sp>
          <p:nvSpPr>
            <p:cNvPr id="12621" name="Google Shape;12621;p6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5" name="Google Shape;12625;p6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6" name="Google Shape;12626;p65"/>
          <p:cNvGrpSpPr/>
          <p:nvPr/>
        </p:nvGrpSpPr>
        <p:grpSpPr>
          <a:xfrm>
            <a:off x="5318259" y="2807861"/>
            <a:ext cx="371013" cy="220787"/>
            <a:chOff x="5318259" y="2982111"/>
            <a:chExt cx="371013" cy="220787"/>
          </a:xfrm>
        </p:grpSpPr>
        <p:sp>
          <p:nvSpPr>
            <p:cNvPr id="12627" name="Google Shape;12627;p6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65"/>
          <p:cNvGrpSpPr/>
          <p:nvPr/>
        </p:nvGrpSpPr>
        <p:grpSpPr>
          <a:xfrm>
            <a:off x="7073928" y="2731507"/>
            <a:ext cx="371395" cy="371809"/>
            <a:chOff x="7073928" y="2905757"/>
            <a:chExt cx="371395" cy="371809"/>
          </a:xfrm>
        </p:grpSpPr>
        <p:sp>
          <p:nvSpPr>
            <p:cNvPr id="12636" name="Google Shape;12636;p6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6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65"/>
          <p:cNvGrpSpPr/>
          <p:nvPr/>
        </p:nvGrpSpPr>
        <p:grpSpPr>
          <a:xfrm>
            <a:off x="6188327" y="2781158"/>
            <a:ext cx="371395" cy="272857"/>
            <a:chOff x="6188327" y="2955408"/>
            <a:chExt cx="371395" cy="272857"/>
          </a:xfrm>
        </p:grpSpPr>
        <p:sp>
          <p:nvSpPr>
            <p:cNvPr id="12640" name="Google Shape;12640;p6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65"/>
          <p:cNvGrpSpPr/>
          <p:nvPr/>
        </p:nvGrpSpPr>
        <p:grpSpPr>
          <a:xfrm>
            <a:off x="7521454" y="2731889"/>
            <a:ext cx="359651" cy="371013"/>
            <a:chOff x="7521454" y="2906139"/>
            <a:chExt cx="359651" cy="371013"/>
          </a:xfrm>
        </p:grpSpPr>
        <p:sp>
          <p:nvSpPr>
            <p:cNvPr id="12643" name="Google Shape;12643;p6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65"/>
          <p:cNvGrpSpPr/>
          <p:nvPr/>
        </p:nvGrpSpPr>
        <p:grpSpPr>
          <a:xfrm>
            <a:off x="5782845" y="2732271"/>
            <a:ext cx="301661" cy="371013"/>
            <a:chOff x="5782845" y="2906521"/>
            <a:chExt cx="301661" cy="371013"/>
          </a:xfrm>
        </p:grpSpPr>
        <p:sp>
          <p:nvSpPr>
            <p:cNvPr id="12649" name="Google Shape;12649;p6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2" name="Google Shape;12652;p65"/>
          <p:cNvGrpSpPr/>
          <p:nvPr/>
        </p:nvGrpSpPr>
        <p:grpSpPr>
          <a:xfrm>
            <a:off x="6630539" y="2743252"/>
            <a:ext cx="371777" cy="349434"/>
            <a:chOff x="6630539" y="2917502"/>
            <a:chExt cx="371777" cy="349434"/>
          </a:xfrm>
        </p:grpSpPr>
        <p:sp>
          <p:nvSpPr>
            <p:cNvPr id="12653" name="Google Shape;12653;p6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65"/>
          <p:cNvGrpSpPr/>
          <p:nvPr/>
        </p:nvGrpSpPr>
        <p:grpSpPr>
          <a:xfrm>
            <a:off x="2171474" y="3194979"/>
            <a:ext cx="408156" cy="343737"/>
            <a:chOff x="2171474" y="3369229"/>
            <a:chExt cx="408156" cy="343737"/>
          </a:xfrm>
        </p:grpSpPr>
        <p:sp>
          <p:nvSpPr>
            <p:cNvPr id="12661" name="Google Shape;12661;p6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65"/>
          <p:cNvGrpSpPr/>
          <p:nvPr/>
        </p:nvGrpSpPr>
        <p:grpSpPr>
          <a:xfrm>
            <a:off x="4891198" y="2750858"/>
            <a:ext cx="334634" cy="334634"/>
            <a:chOff x="4891198" y="2925108"/>
            <a:chExt cx="334634" cy="334634"/>
          </a:xfrm>
        </p:grpSpPr>
        <p:sp>
          <p:nvSpPr>
            <p:cNvPr id="12666" name="Google Shape;12666;p6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6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4" name="Google Shape;12674;p65"/>
          <p:cNvGrpSpPr/>
          <p:nvPr/>
        </p:nvGrpSpPr>
        <p:grpSpPr>
          <a:xfrm>
            <a:off x="7976174" y="2750858"/>
            <a:ext cx="334666" cy="334634"/>
            <a:chOff x="7976174" y="2925108"/>
            <a:chExt cx="334666" cy="334634"/>
          </a:xfrm>
        </p:grpSpPr>
        <p:sp>
          <p:nvSpPr>
            <p:cNvPr id="12675" name="Google Shape;12675;p6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6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6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6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65"/>
          <p:cNvGrpSpPr/>
          <p:nvPr/>
        </p:nvGrpSpPr>
        <p:grpSpPr>
          <a:xfrm>
            <a:off x="3091957" y="3199881"/>
            <a:ext cx="354717" cy="332757"/>
            <a:chOff x="3091957" y="3374131"/>
            <a:chExt cx="354717" cy="332757"/>
          </a:xfrm>
        </p:grpSpPr>
        <p:sp>
          <p:nvSpPr>
            <p:cNvPr id="12685" name="Google Shape;12685;p6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65"/>
          <p:cNvGrpSpPr/>
          <p:nvPr/>
        </p:nvGrpSpPr>
        <p:grpSpPr>
          <a:xfrm>
            <a:off x="3988156" y="3205960"/>
            <a:ext cx="353954" cy="318880"/>
            <a:chOff x="3988156" y="3380210"/>
            <a:chExt cx="353954" cy="318880"/>
          </a:xfrm>
        </p:grpSpPr>
        <p:sp>
          <p:nvSpPr>
            <p:cNvPr id="12692" name="Google Shape;12692;p6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6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7" name="Google Shape;12697;p65"/>
          <p:cNvGrpSpPr/>
          <p:nvPr/>
        </p:nvGrpSpPr>
        <p:grpSpPr>
          <a:xfrm>
            <a:off x="3541011" y="3193070"/>
            <a:ext cx="348257" cy="346188"/>
            <a:chOff x="3541011" y="3367320"/>
            <a:chExt cx="348257" cy="346188"/>
          </a:xfrm>
        </p:grpSpPr>
        <p:sp>
          <p:nvSpPr>
            <p:cNvPr id="12698" name="Google Shape;12698;p6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6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2" name="Google Shape;12702;p65"/>
          <p:cNvGrpSpPr/>
          <p:nvPr/>
        </p:nvGrpSpPr>
        <p:grpSpPr>
          <a:xfrm>
            <a:off x="850092" y="3178684"/>
            <a:ext cx="369517" cy="375660"/>
            <a:chOff x="850092" y="3352934"/>
            <a:chExt cx="369517" cy="375660"/>
          </a:xfrm>
        </p:grpSpPr>
        <p:sp>
          <p:nvSpPr>
            <p:cNvPr id="12703" name="Google Shape;12703;p6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6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8" name="Google Shape;12708;p65"/>
          <p:cNvGrpSpPr/>
          <p:nvPr/>
        </p:nvGrpSpPr>
        <p:grpSpPr>
          <a:xfrm>
            <a:off x="1314678" y="3183967"/>
            <a:ext cx="334666" cy="365348"/>
            <a:chOff x="1314678" y="3358217"/>
            <a:chExt cx="334666" cy="365348"/>
          </a:xfrm>
        </p:grpSpPr>
        <p:sp>
          <p:nvSpPr>
            <p:cNvPr id="12709" name="Google Shape;12709;p6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65"/>
          <p:cNvGrpSpPr/>
          <p:nvPr/>
        </p:nvGrpSpPr>
        <p:grpSpPr>
          <a:xfrm>
            <a:off x="1748582" y="3198385"/>
            <a:ext cx="359269" cy="335780"/>
            <a:chOff x="1748582" y="3372635"/>
            <a:chExt cx="359269" cy="335780"/>
          </a:xfrm>
        </p:grpSpPr>
        <p:sp>
          <p:nvSpPr>
            <p:cNvPr id="12715" name="Google Shape;12715;p6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16" name="Google Shape;12716;p65"/>
            <p:cNvGrpSpPr/>
            <p:nvPr/>
          </p:nvGrpSpPr>
          <p:grpSpPr>
            <a:xfrm>
              <a:off x="1748582" y="3372635"/>
              <a:ext cx="333520" cy="335780"/>
              <a:chOff x="1748582" y="3372635"/>
              <a:chExt cx="333520" cy="335780"/>
            </a:xfrm>
          </p:grpSpPr>
          <p:sp>
            <p:nvSpPr>
              <p:cNvPr id="12717" name="Google Shape;12717;p6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20" name="Google Shape;12720;p65"/>
          <p:cNvGrpSpPr/>
          <p:nvPr/>
        </p:nvGrpSpPr>
        <p:grpSpPr>
          <a:xfrm>
            <a:off x="2640993" y="3183585"/>
            <a:ext cx="365348" cy="364966"/>
            <a:chOff x="2640993" y="3357835"/>
            <a:chExt cx="365348" cy="364966"/>
          </a:xfrm>
        </p:grpSpPr>
        <p:sp>
          <p:nvSpPr>
            <p:cNvPr id="12721" name="Google Shape;12721;p6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6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6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6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6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1" name="Google Shape;12731;p65"/>
          <p:cNvGrpSpPr/>
          <p:nvPr/>
        </p:nvGrpSpPr>
        <p:grpSpPr>
          <a:xfrm>
            <a:off x="4886264" y="3191924"/>
            <a:ext cx="350548" cy="350198"/>
            <a:chOff x="4886264" y="3366174"/>
            <a:chExt cx="350548" cy="350198"/>
          </a:xfrm>
        </p:grpSpPr>
        <p:sp>
          <p:nvSpPr>
            <p:cNvPr id="12732" name="Google Shape;12732;p6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65"/>
          <p:cNvGrpSpPr/>
          <p:nvPr/>
        </p:nvGrpSpPr>
        <p:grpSpPr>
          <a:xfrm>
            <a:off x="5331913" y="3239697"/>
            <a:ext cx="347143" cy="254684"/>
            <a:chOff x="5331913" y="3413947"/>
            <a:chExt cx="347143" cy="254684"/>
          </a:xfrm>
        </p:grpSpPr>
        <p:sp>
          <p:nvSpPr>
            <p:cNvPr id="12746" name="Google Shape;12746;p6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65"/>
          <p:cNvGrpSpPr/>
          <p:nvPr/>
        </p:nvGrpSpPr>
        <p:grpSpPr>
          <a:xfrm>
            <a:off x="5776798" y="3235528"/>
            <a:ext cx="346379" cy="264518"/>
            <a:chOff x="5776798" y="3409778"/>
            <a:chExt cx="346379" cy="264518"/>
          </a:xfrm>
        </p:grpSpPr>
        <p:sp>
          <p:nvSpPr>
            <p:cNvPr id="12753" name="Google Shape;12753;p6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65"/>
          <p:cNvGrpSpPr/>
          <p:nvPr/>
        </p:nvGrpSpPr>
        <p:grpSpPr>
          <a:xfrm>
            <a:off x="7108015" y="3222255"/>
            <a:ext cx="344883" cy="290299"/>
            <a:chOff x="7108015" y="3396505"/>
            <a:chExt cx="344883" cy="290299"/>
          </a:xfrm>
        </p:grpSpPr>
        <p:sp>
          <p:nvSpPr>
            <p:cNvPr id="12760" name="Google Shape;12760;p6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65"/>
          <p:cNvGrpSpPr/>
          <p:nvPr/>
        </p:nvGrpSpPr>
        <p:grpSpPr>
          <a:xfrm>
            <a:off x="7551754" y="3216558"/>
            <a:ext cx="344883" cy="301311"/>
            <a:chOff x="7551754" y="3390808"/>
            <a:chExt cx="344883" cy="301311"/>
          </a:xfrm>
        </p:grpSpPr>
        <p:sp>
          <p:nvSpPr>
            <p:cNvPr id="12765" name="Google Shape;12765;p6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65"/>
          <p:cNvGrpSpPr/>
          <p:nvPr/>
        </p:nvGrpSpPr>
        <p:grpSpPr>
          <a:xfrm>
            <a:off x="6707084" y="3213153"/>
            <a:ext cx="261145" cy="308504"/>
            <a:chOff x="6707084" y="3387403"/>
            <a:chExt cx="261145" cy="308504"/>
          </a:xfrm>
        </p:grpSpPr>
        <p:sp>
          <p:nvSpPr>
            <p:cNvPr id="12777" name="Google Shape;12777;p6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65"/>
          <p:cNvGrpSpPr/>
          <p:nvPr/>
        </p:nvGrpSpPr>
        <p:grpSpPr>
          <a:xfrm>
            <a:off x="848978" y="4123387"/>
            <a:ext cx="377824" cy="324418"/>
            <a:chOff x="848978" y="4297637"/>
            <a:chExt cx="377824" cy="324418"/>
          </a:xfrm>
        </p:grpSpPr>
        <p:sp>
          <p:nvSpPr>
            <p:cNvPr id="12782" name="Google Shape;12782;p6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65"/>
          <p:cNvGrpSpPr/>
          <p:nvPr/>
        </p:nvGrpSpPr>
        <p:grpSpPr>
          <a:xfrm>
            <a:off x="1754279" y="4112343"/>
            <a:ext cx="351439" cy="345965"/>
            <a:chOff x="1754279" y="4286593"/>
            <a:chExt cx="351439" cy="345965"/>
          </a:xfrm>
        </p:grpSpPr>
        <p:sp>
          <p:nvSpPr>
            <p:cNvPr id="12785" name="Google Shape;12785;p6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0" name="Google Shape;12790;p65"/>
          <p:cNvGrpSpPr/>
          <p:nvPr/>
        </p:nvGrpSpPr>
        <p:grpSpPr>
          <a:xfrm>
            <a:off x="3996113" y="4116926"/>
            <a:ext cx="336512" cy="335048"/>
            <a:chOff x="3996113" y="4291176"/>
            <a:chExt cx="336512" cy="335048"/>
          </a:xfrm>
        </p:grpSpPr>
        <p:sp>
          <p:nvSpPr>
            <p:cNvPr id="12791" name="Google Shape;12791;p6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4" name="Google Shape;12794;p6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5" name="Google Shape;12795;p65"/>
          <p:cNvGrpSpPr/>
          <p:nvPr/>
        </p:nvGrpSpPr>
        <p:grpSpPr>
          <a:xfrm>
            <a:off x="2179081" y="4111261"/>
            <a:ext cx="397525" cy="348670"/>
            <a:chOff x="2179081" y="4285511"/>
            <a:chExt cx="397525" cy="348670"/>
          </a:xfrm>
        </p:grpSpPr>
        <p:sp>
          <p:nvSpPr>
            <p:cNvPr id="12796" name="Google Shape;12796;p6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65"/>
          <p:cNvGrpSpPr/>
          <p:nvPr/>
        </p:nvGrpSpPr>
        <p:grpSpPr>
          <a:xfrm>
            <a:off x="3584201" y="4120746"/>
            <a:ext cx="267574" cy="329415"/>
            <a:chOff x="3584201" y="4294996"/>
            <a:chExt cx="267574" cy="329415"/>
          </a:xfrm>
        </p:grpSpPr>
        <p:sp>
          <p:nvSpPr>
            <p:cNvPr id="12799" name="Google Shape;12799;p6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3" name="Google Shape;12803;p65"/>
          <p:cNvGrpSpPr/>
          <p:nvPr/>
        </p:nvGrpSpPr>
        <p:grpSpPr>
          <a:xfrm>
            <a:off x="3082855" y="4121478"/>
            <a:ext cx="375946" cy="327823"/>
            <a:chOff x="3082855" y="4295728"/>
            <a:chExt cx="375946" cy="327823"/>
          </a:xfrm>
        </p:grpSpPr>
        <p:sp>
          <p:nvSpPr>
            <p:cNvPr id="12804" name="Google Shape;12804;p6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6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5" name="Google Shape;12815;p65"/>
          <p:cNvGrpSpPr/>
          <p:nvPr/>
        </p:nvGrpSpPr>
        <p:grpSpPr>
          <a:xfrm>
            <a:off x="2749016" y="4116926"/>
            <a:ext cx="150831" cy="336926"/>
            <a:chOff x="2749016" y="4291176"/>
            <a:chExt cx="150831" cy="336926"/>
          </a:xfrm>
        </p:grpSpPr>
        <p:sp>
          <p:nvSpPr>
            <p:cNvPr id="12816" name="Google Shape;12816;p6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0" name="Google Shape;12820;p65"/>
          <p:cNvGrpSpPr/>
          <p:nvPr/>
        </p:nvGrpSpPr>
        <p:grpSpPr>
          <a:xfrm>
            <a:off x="7127716" y="4105182"/>
            <a:ext cx="248254" cy="361942"/>
            <a:chOff x="7127716" y="4279432"/>
            <a:chExt cx="248254" cy="361942"/>
          </a:xfrm>
        </p:grpSpPr>
        <p:sp>
          <p:nvSpPr>
            <p:cNvPr id="12821" name="Google Shape;12821;p6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65"/>
          <p:cNvGrpSpPr/>
          <p:nvPr/>
        </p:nvGrpSpPr>
        <p:grpSpPr>
          <a:xfrm>
            <a:off x="7565408" y="4105182"/>
            <a:ext cx="248255" cy="361942"/>
            <a:chOff x="7565408" y="4279432"/>
            <a:chExt cx="248255" cy="361942"/>
          </a:xfrm>
        </p:grpSpPr>
        <p:sp>
          <p:nvSpPr>
            <p:cNvPr id="12831" name="Google Shape;12831;p6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6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65"/>
          <p:cNvGrpSpPr/>
          <p:nvPr/>
        </p:nvGrpSpPr>
        <p:grpSpPr>
          <a:xfrm>
            <a:off x="6264109" y="4105182"/>
            <a:ext cx="225498" cy="361560"/>
            <a:chOff x="6264109" y="4279432"/>
            <a:chExt cx="225498" cy="361560"/>
          </a:xfrm>
        </p:grpSpPr>
        <p:sp>
          <p:nvSpPr>
            <p:cNvPr id="12840" name="Google Shape;12840;p6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65"/>
          <p:cNvGrpSpPr/>
          <p:nvPr/>
        </p:nvGrpSpPr>
        <p:grpSpPr>
          <a:xfrm>
            <a:off x="7929578" y="4110115"/>
            <a:ext cx="395266" cy="351312"/>
            <a:chOff x="7929578" y="4284365"/>
            <a:chExt cx="395266" cy="351312"/>
          </a:xfrm>
        </p:grpSpPr>
        <p:sp>
          <p:nvSpPr>
            <p:cNvPr id="12843" name="Google Shape;12843;p6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6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7" name="Google Shape;12847;p65"/>
          <p:cNvGrpSpPr/>
          <p:nvPr/>
        </p:nvGrpSpPr>
        <p:grpSpPr>
          <a:xfrm>
            <a:off x="6595502" y="4149527"/>
            <a:ext cx="426315" cy="332826"/>
            <a:chOff x="6639652" y="4323777"/>
            <a:chExt cx="426315" cy="332826"/>
          </a:xfrm>
        </p:grpSpPr>
        <p:sp>
          <p:nvSpPr>
            <p:cNvPr id="12848" name="Google Shape;12848;p6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8" name="Google Shape;12858;p65"/>
          <p:cNvGrpSpPr/>
          <p:nvPr/>
        </p:nvGrpSpPr>
        <p:grpSpPr>
          <a:xfrm>
            <a:off x="5357662" y="4123387"/>
            <a:ext cx="287275" cy="326296"/>
            <a:chOff x="5357662" y="4297637"/>
            <a:chExt cx="287275" cy="326296"/>
          </a:xfrm>
        </p:grpSpPr>
        <p:sp>
          <p:nvSpPr>
            <p:cNvPr id="12859" name="Google Shape;12859;p6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65"/>
          <p:cNvGrpSpPr/>
          <p:nvPr/>
        </p:nvGrpSpPr>
        <p:grpSpPr>
          <a:xfrm>
            <a:off x="5774124" y="4120300"/>
            <a:ext cx="331611" cy="331674"/>
            <a:chOff x="5774124" y="4294550"/>
            <a:chExt cx="331611" cy="331674"/>
          </a:xfrm>
        </p:grpSpPr>
        <p:sp>
          <p:nvSpPr>
            <p:cNvPr id="12865" name="Google Shape;12865;p6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7" name="Google Shape;12867;p65"/>
          <p:cNvGrpSpPr/>
          <p:nvPr/>
        </p:nvGrpSpPr>
        <p:grpSpPr>
          <a:xfrm>
            <a:off x="4890434" y="4113139"/>
            <a:ext cx="345997" cy="346029"/>
            <a:chOff x="4890434" y="4287389"/>
            <a:chExt cx="345997" cy="346029"/>
          </a:xfrm>
        </p:grpSpPr>
        <p:sp>
          <p:nvSpPr>
            <p:cNvPr id="12868" name="Google Shape;12868;p6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6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6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5" name="Google Shape;12875;p65"/>
          <p:cNvGrpSpPr/>
          <p:nvPr/>
        </p:nvGrpSpPr>
        <p:grpSpPr>
          <a:xfrm>
            <a:off x="2165809" y="3636809"/>
            <a:ext cx="422542" cy="342973"/>
            <a:chOff x="2165809" y="3811059"/>
            <a:chExt cx="422542" cy="342973"/>
          </a:xfrm>
        </p:grpSpPr>
        <p:sp>
          <p:nvSpPr>
            <p:cNvPr id="12876" name="Google Shape;12876;p6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4" name="Google Shape;12894;p6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5" name="Google Shape;12895;p65"/>
          <p:cNvGrpSpPr/>
          <p:nvPr/>
        </p:nvGrpSpPr>
        <p:grpSpPr>
          <a:xfrm>
            <a:off x="903530" y="3631875"/>
            <a:ext cx="264550" cy="353222"/>
            <a:chOff x="903530" y="3806125"/>
            <a:chExt cx="264550" cy="353222"/>
          </a:xfrm>
        </p:grpSpPr>
        <p:sp>
          <p:nvSpPr>
            <p:cNvPr id="12896" name="Google Shape;12896;p6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65"/>
          <p:cNvGrpSpPr/>
          <p:nvPr/>
        </p:nvGrpSpPr>
        <p:grpSpPr>
          <a:xfrm>
            <a:off x="2611458" y="3642124"/>
            <a:ext cx="426329" cy="332375"/>
            <a:chOff x="2611458" y="3816374"/>
            <a:chExt cx="426329" cy="332375"/>
          </a:xfrm>
        </p:grpSpPr>
        <p:sp>
          <p:nvSpPr>
            <p:cNvPr id="12901" name="Google Shape;12901;p6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6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1" name="Google Shape;12911;p6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2" name="Google Shape;12912;p65"/>
          <p:cNvGrpSpPr/>
          <p:nvPr/>
        </p:nvGrpSpPr>
        <p:grpSpPr>
          <a:xfrm>
            <a:off x="4019984" y="3631143"/>
            <a:ext cx="293704" cy="353954"/>
            <a:chOff x="4019984" y="3805393"/>
            <a:chExt cx="293704" cy="353954"/>
          </a:xfrm>
        </p:grpSpPr>
        <p:sp>
          <p:nvSpPr>
            <p:cNvPr id="12913" name="Google Shape;12913;p6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5" name="Google Shape;12915;p65"/>
          <p:cNvGrpSpPr/>
          <p:nvPr/>
        </p:nvGrpSpPr>
        <p:grpSpPr>
          <a:xfrm>
            <a:off x="8006505" y="3215794"/>
            <a:ext cx="323654" cy="303189"/>
            <a:chOff x="8006505" y="3390044"/>
            <a:chExt cx="323654" cy="303189"/>
          </a:xfrm>
        </p:grpSpPr>
        <p:sp>
          <p:nvSpPr>
            <p:cNvPr id="12916" name="Google Shape;12916;p6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65"/>
          <p:cNvGrpSpPr/>
          <p:nvPr/>
        </p:nvGrpSpPr>
        <p:grpSpPr>
          <a:xfrm>
            <a:off x="1299146" y="3632257"/>
            <a:ext cx="367990" cy="351312"/>
            <a:chOff x="1299146" y="3806507"/>
            <a:chExt cx="367990" cy="351312"/>
          </a:xfrm>
        </p:grpSpPr>
        <p:sp>
          <p:nvSpPr>
            <p:cNvPr id="12923" name="Google Shape;12923;p6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5" name="Google Shape;12925;p6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6" name="Google Shape;12926;p65"/>
          <p:cNvGrpSpPr/>
          <p:nvPr/>
        </p:nvGrpSpPr>
        <p:grpSpPr>
          <a:xfrm>
            <a:off x="3095745" y="3631143"/>
            <a:ext cx="352840" cy="354717"/>
            <a:chOff x="3095745" y="3805393"/>
            <a:chExt cx="352840" cy="354717"/>
          </a:xfrm>
        </p:grpSpPr>
        <p:sp>
          <p:nvSpPr>
            <p:cNvPr id="12927" name="Google Shape;12927;p6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6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6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3" name="Google Shape;12933;p65"/>
          <p:cNvGrpSpPr/>
          <p:nvPr/>
        </p:nvGrpSpPr>
        <p:grpSpPr>
          <a:xfrm>
            <a:off x="7550258" y="3658420"/>
            <a:ext cx="371395" cy="301279"/>
            <a:chOff x="7550258" y="3832670"/>
            <a:chExt cx="371395" cy="301279"/>
          </a:xfrm>
        </p:grpSpPr>
        <p:sp>
          <p:nvSpPr>
            <p:cNvPr id="12934" name="Google Shape;12934;p6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52" name="Google Shape;12952;p6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3" name="Google Shape;12953;p65"/>
          <p:cNvGrpSpPr/>
          <p:nvPr/>
        </p:nvGrpSpPr>
        <p:grpSpPr>
          <a:xfrm>
            <a:off x="6659725" y="3633785"/>
            <a:ext cx="367608" cy="350548"/>
            <a:chOff x="6659725" y="3808035"/>
            <a:chExt cx="367608" cy="350548"/>
          </a:xfrm>
        </p:grpSpPr>
        <p:sp>
          <p:nvSpPr>
            <p:cNvPr id="12954" name="Google Shape;12954;p6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6" name="Google Shape;12956;p65"/>
          <p:cNvGrpSpPr/>
          <p:nvPr/>
        </p:nvGrpSpPr>
        <p:grpSpPr>
          <a:xfrm>
            <a:off x="6219391" y="3642506"/>
            <a:ext cx="356627" cy="334252"/>
            <a:chOff x="6219391" y="3816756"/>
            <a:chExt cx="356627" cy="334252"/>
          </a:xfrm>
        </p:grpSpPr>
        <p:sp>
          <p:nvSpPr>
            <p:cNvPr id="12957" name="Google Shape;12957;p6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1" name="Google Shape;12961;p65"/>
          <p:cNvGrpSpPr/>
          <p:nvPr/>
        </p:nvGrpSpPr>
        <p:grpSpPr>
          <a:xfrm>
            <a:off x="5778676" y="3652722"/>
            <a:ext cx="349052" cy="313055"/>
            <a:chOff x="5778676" y="3826972"/>
            <a:chExt cx="349052" cy="313055"/>
          </a:xfrm>
        </p:grpSpPr>
        <p:sp>
          <p:nvSpPr>
            <p:cNvPr id="12962" name="Google Shape;12962;p6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65"/>
          <p:cNvGrpSpPr/>
          <p:nvPr/>
        </p:nvGrpSpPr>
        <p:grpSpPr>
          <a:xfrm>
            <a:off x="5355784" y="3660297"/>
            <a:ext cx="299019" cy="297905"/>
            <a:chOff x="5355784" y="3834547"/>
            <a:chExt cx="299019" cy="297905"/>
          </a:xfrm>
        </p:grpSpPr>
        <p:sp>
          <p:nvSpPr>
            <p:cNvPr id="12968" name="Google Shape;12968;p6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65"/>
          <p:cNvGrpSpPr/>
          <p:nvPr/>
        </p:nvGrpSpPr>
        <p:grpSpPr>
          <a:xfrm>
            <a:off x="8036455" y="3633021"/>
            <a:ext cx="292176" cy="353985"/>
            <a:chOff x="8036455" y="3807271"/>
            <a:chExt cx="292176" cy="353985"/>
          </a:xfrm>
        </p:grpSpPr>
        <p:sp>
          <p:nvSpPr>
            <p:cNvPr id="12973" name="Google Shape;12973;p6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65"/>
          <p:cNvGrpSpPr/>
          <p:nvPr/>
        </p:nvGrpSpPr>
        <p:grpSpPr>
          <a:xfrm>
            <a:off x="4874902" y="3634549"/>
            <a:ext cx="345615" cy="350835"/>
            <a:chOff x="4874902" y="3808799"/>
            <a:chExt cx="345615" cy="350835"/>
          </a:xfrm>
        </p:grpSpPr>
        <p:sp>
          <p:nvSpPr>
            <p:cNvPr id="12976" name="Google Shape;12976;p6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3" name="Google Shape;12993;p6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2994" name="Google Shape;12994;p6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998"/>
        <p:cNvGrpSpPr/>
        <p:nvPr/>
      </p:nvGrpSpPr>
      <p:grpSpPr>
        <a:xfrm>
          <a:off x="0" y="0"/>
          <a:ext cx="0" cy="0"/>
          <a:chOff x="0" y="0"/>
          <a:chExt cx="0" cy="0"/>
        </a:xfrm>
      </p:grpSpPr>
      <p:grpSp>
        <p:nvGrpSpPr>
          <p:cNvPr id="12999" name="Google Shape;12999;p66"/>
          <p:cNvGrpSpPr/>
          <p:nvPr/>
        </p:nvGrpSpPr>
        <p:grpSpPr>
          <a:xfrm>
            <a:off x="2704005" y="4083381"/>
            <a:ext cx="342144" cy="362704"/>
            <a:chOff x="2704005" y="4258781"/>
            <a:chExt cx="342144" cy="362704"/>
          </a:xfrm>
        </p:grpSpPr>
        <p:sp>
          <p:nvSpPr>
            <p:cNvPr id="13000" name="Google Shape;13000;p6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66"/>
          <p:cNvGrpSpPr/>
          <p:nvPr/>
        </p:nvGrpSpPr>
        <p:grpSpPr>
          <a:xfrm>
            <a:off x="2157462" y="4083096"/>
            <a:ext cx="347435" cy="363370"/>
            <a:chOff x="2157462" y="4258496"/>
            <a:chExt cx="347435" cy="363370"/>
          </a:xfrm>
        </p:grpSpPr>
        <p:sp>
          <p:nvSpPr>
            <p:cNvPr id="13008" name="Google Shape;13008;p6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1" name="Google Shape;13011;p66"/>
          <p:cNvGrpSpPr/>
          <p:nvPr/>
        </p:nvGrpSpPr>
        <p:grpSpPr>
          <a:xfrm>
            <a:off x="4010963" y="3588381"/>
            <a:ext cx="343665" cy="363211"/>
            <a:chOff x="4010963" y="3763781"/>
            <a:chExt cx="343665" cy="363211"/>
          </a:xfrm>
        </p:grpSpPr>
        <p:sp>
          <p:nvSpPr>
            <p:cNvPr id="13012" name="Google Shape;13012;p6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6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66"/>
          <p:cNvGrpSpPr/>
          <p:nvPr/>
        </p:nvGrpSpPr>
        <p:grpSpPr>
          <a:xfrm>
            <a:off x="2214042" y="3635109"/>
            <a:ext cx="368153" cy="311193"/>
            <a:chOff x="2214042" y="3810509"/>
            <a:chExt cx="368153" cy="311193"/>
          </a:xfrm>
        </p:grpSpPr>
        <p:sp>
          <p:nvSpPr>
            <p:cNvPr id="13018" name="Google Shape;13018;p6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66"/>
          <p:cNvGrpSpPr/>
          <p:nvPr/>
        </p:nvGrpSpPr>
        <p:grpSpPr>
          <a:xfrm>
            <a:off x="1768938" y="3606819"/>
            <a:ext cx="367805" cy="367773"/>
            <a:chOff x="1768938" y="3782219"/>
            <a:chExt cx="367805" cy="367773"/>
          </a:xfrm>
        </p:grpSpPr>
        <p:sp>
          <p:nvSpPr>
            <p:cNvPr id="13021" name="Google Shape;13021;p6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66"/>
          <p:cNvGrpSpPr/>
          <p:nvPr/>
        </p:nvGrpSpPr>
        <p:grpSpPr>
          <a:xfrm>
            <a:off x="2681385" y="3623039"/>
            <a:ext cx="325544" cy="327413"/>
            <a:chOff x="2681385" y="3798439"/>
            <a:chExt cx="325544" cy="327413"/>
          </a:xfrm>
        </p:grpSpPr>
        <p:sp>
          <p:nvSpPr>
            <p:cNvPr id="13027" name="Google Shape;13027;p6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4" name="Google Shape;13034;p66"/>
          <p:cNvGrpSpPr/>
          <p:nvPr/>
        </p:nvGrpSpPr>
        <p:grpSpPr>
          <a:xfrm>
            <a:off x="6243928" y="4088102"/>
            <a:ext cx="274254" cy="350824"/>
            <a:chOff x="6243928" y="4263502"/>
            <a:chExt cx="274254" cy="350824"/>
          </a:xfrm>
        </p:grpSpPr>
        <p:sp>
          <p:nvSpPr>
            <p:cNvPr id="13035" name="Google Shape;13035;p6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3" name="Google Shape;13043;p66"/>
          <p:cNvGrpSpPr/>
          <p:nvPr/>
        </p:nvGrpSpPr>
        <p:grpSpPr>
          <a:xfrm>
            <a:off x="3560600" y="3587938"/>
            <a:ext cx="352345" cy="363655"/>
            <a:chOff x="3560600" y="3763338"/>
            <a:chExt cx="352345" cy="363655"/>
          </a:xfrm>
        </p:grpSpPr>
        <p:sp>
          <p:nvSpPr>
            <p:cNvPr id="13044" name="Google Shape;13044;p6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7" name="Google Shape;13047;p66"/>
          <p:cNvGrpSpPr/>
          <p:nvPr/>
        </p:nvGrpSpPr>
        <p:grpSpPr>
          <a:xfrm>
            <a:off x="5790556" y="4085852"/>
            <a:ext cx="279513" cy="356083"/>
            <a:chOff x="5790556" y="4261252"/>
            <a:chExt cx="279513" cy="356083"/>
          </a:xfrm>
        </p:grpSpPr>
        <p:sp>
          <p:nvSpPr>
            <p:cNvPr id="13048" name="Google Shape;13048;p6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5" name="Google Shape;13055;p66"/>
          <p:cNvGrpSpPr/>
          <p:nvPr/>
        </p:nvGrpSpPr>
        <p:grpSpPr>
          <a:xfrm>
            <a:off x="5341333" y="4085852"/>
            <a:ext cx="278752" cy="356463"/>
            <a:chOff x="5341333" y="4261252"/>
            <a:chExt cx="278752" cy="356463"/>
          </a:xfrm>
        </p:grpSpPr>
        <p:sp>
          <p:nvSpPr>
            <p:cNvPr id="13056" name="Google Shape;13056;p6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3" name="Google Shape;13063;p6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4" name="Google Shape;13064;p66"/>
          <p:cNvGrpSpPr/>
          <p:nvPr/>
        </p:nvGrpSpPr>
        <p:grpSpPr>
          <a:xfrm>
            <a:off x="3103646" y="3590676"/>
            <a:ext cx="360233" cy="362451"/>
            <a:chOff x="3107608" y="3763401"/>
            <a:chExt cx="360233" cy="362451"/>
          </a:xfrm>
        </p:grpSpPr>
        <p:sp>
          <p:nvSpPr>
            <p:cNvPr id="13065" name="Google Shape;13065;p6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6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66"/>
          <p:cNvGrpSpPr/>
          <p:nvPr/>
        </p:nvGrpSpPr>
        <p:grpSpPr>
          <a:xfrm>
            <a:off x="889343" y="3625827"/>
            <a:ext cx="351585" cy="339705"/>
            <a:chOff x="889343" y="3801227"/>
            <a:chExt cx="351585" cy="339705"/>
          </a:xfrm>
        </p:grpSpPr>
        <p:sp>
          <p:nvSpPr>
            <p:cNvPr id="13069" name="Google Shape;13069;p6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6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6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66"/>
          <p:cNvGrpSpPr/>
          <p:nvPr/>
        </p:nvGrpSpPr>
        <p:grpSpPr>
          <a:xfrm>
            <a:off x="4896609" y="4085472"/>
            <a:ext cx="278784" cy="355323"/>
            <a:chOff x="4896609" y="4260872"/>
            <a:chExt cx="278784" cy="355323"/>
          </a:xfrm>
        </p:grpSpPr>
        <p:sp>
          <p:nvSpPr>
            <p:cNvPr id="13075" name="Google Shape;13075;p6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66"/>
          <p:cNvGrpSpPr/>
          <p:nvPr/>
        </p:nvGrpSpPr>
        <p:grpSpPr>
          <a:xfrm>
            <a:off x="7598438" y="4090731"/>
            <a:ext cx="260283" cy="345914"/>
            <a:chOff x="7598438" y="4266131"/>
            <a:chExt cx="260283" cy="345914"/>
          </a:xfrm>
        </p:grpSpPr>
        <p:sp>
          <p:nvSpPr>
            <p:cNvPr id="13082" name="Google Shape;13082;p6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9" name="Google Shape;13089;p66"/>
          <p:cNvGrpSpPr/>
          <p:nvPr/>
        </p:nvGrpSpPr>
        <p:grpSpPr>
          <a:xfrm>
            <a:off x="1767069" y="3184746"/>
            <a:ext cx="286324" cy="348163"/>
            <a:chOff x="1767069" y="3360146"/>
            <a:chExt cx="286324" cy="348163"/>
          </a:xfrm>
        </p:grpSpPr>
        <p:sp>
          <p:nvSpPr>
            <p:cNvPr id="13090" name="Google Shape;13090;p6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66"/>
          <p:cNvGrpSpPr/>
          <p:nvPr/>
        </p:nvGrpSpPr>
        <p:grpSpPr>
          <a:xfrm>
            <a:off x="7149944" y="4090731"/>
            <a:ext cx="260283" cy="345914"/>
            <a:chOff x="7149944" y="4266131"/>
            <a:chExt cx="260283" cy="345914"/>
          </a:xfrm>
        </p:grpSpPr>
        <p:sp>
          <p:nvSpPr>
            <p:cNvPr id="13098" name="Google Shape;13098;p6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6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66"/>
          <p:cNvGrpSpPr/>
          <p:nvPr/>
        </p:nvGrpSpPr>
        <p:grpSpPr>
          <a:xfrm>
            <a:off x="6695051" y="4083951"/>
            <a:ext cx="270104" cy="360233"/>
            <a:chOff x="6695051" y="4259351"/>
            <a:chExt cx="270104" cy="360233"/>
          </a:xfrm>
        </p:grpSpPr>
        <p:sp>
          <p:nvSpPr>
            <p:cNvPr id="13105" name="Google Shape;13105;p6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9" name="Google Shape;13109;p66"/>
          <p:cNvGrpSpPr/>
          <p:nvPr/>
        </p:nvGrpSpPr>
        <p:grpSpPr>
          <a:xfrm>
            <a:off x="8047661" y="4082051"/>
            <a:ext cx="277263" cy="362514"/>
            <a:chOff x="8047661" y="4257451"/>
            <a:chExt cx="277263" cy="362514"/>
          </a:xfrm>
        </p:grpSpPr>
        <p:sp>
          <p:nvSpPr>
            <p:cNvPr id="13110" name="Google Shape;13110;p6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66"/>
          <p:cNvGrpSpPr/>
          <p:nvPr/>
        </p:nvGrpSpPr>
        <p:grpSpPr>
          <a:xfrm>
            <a:off x="6248078" y="3609068"/>
            <a:ext cx="277263" cy="356115"/>
            <a:chOff x="6248078" y="3784468"/>
            <a:chExt cx="277263" cy="356115"/>
          </a:xfrm>
        </p:grpSpPr>
        <p:sp>
          <p:nvSpPr>
            <p:cNvPr id="13115" name="Google Shape;13115;p6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66"/>
          <p:cNvGrpSpPr/>
          <p:nvPr/>
        </p:nvGrpSpPr>
        <p:grpSpPr>
          <a:xfrm>
            <a:off x="5800725" y="3610589"/>
            <a:ext cx="277644" cy="354594"/>
            <a:chOff x="5800725" y="3785989"/>
            <a:chExt cx="277644" cy="354594"/>
          </a:xfrm>
        </p:grpSpPr>
        <p:sp>
          <p:nvSpPr>
            <p:cNvPr id="13121" name="Google Shape;13121;p6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66"/>
          <p:cNvGrpSpPr/>
          <p:nvPr/>
        </p:nvGrpSpPr>
        <p:grpSpPr>
          <a:xfrm>
            <a:off x="2206122" y="3185348"/>
            <a:ext cx="308183" cy="347561"/>
            <a:chOff x="2206122" y="3360748"/>
            <a:chExt cx="308183" cy="347561"/>
          </a:xfrm>
        </p:grpSpPr>
        <p:sp>
          <p:nvSpPr>
            <p:cNvPr id="13129" name="Google Shape;13129;p6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4" name="Google Shape;13134;p66"/>
          <p:cNvGrpSpPr/>
          <p:nvPr/>
        </p:nvGrpSpPr>
        <p:grpSpPr>
          <a:xfrm>
            <a:off x="5353403" y="3610209"/>
            <a:ext cx="277992" cy="354974"/>
            <a:chOff x="5353403" y="3785609"/>
            <a:chExt cx="277992" cy="354974"/>
          </a:xfrm>
        </p:grpSpPr>
        <p:sp>
          <p:nvSpPr>
            <p:cNvPr id="13135" name="Google Shape;13135;p6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1" name="Google Shape;13141;p66"/>
          <p:cNvGrpSpPr/>
          <p:nvPr/>
        </p:nvGrpSpPr>
        <p:grpSpPr>
          <a:xfrm>
            <a:off x="4896229" y="3610589"/>
            <a:ext cx="278784" cy="354594"/>
            <a:chOff x="4896229" y="3785989"/>
            <a:chExt cx="278784" cy="354594"/>
          </a:xfrm>
        </p:grpSpPr>
        <p:sp>
          <p:nvSpPr>
            <p:cNvPr id="13142" name="Google Shape;13142;p6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8" name="Google Shape;13148;p66"/>
          <p:cNvGrpSpPr/>
          <p:nvPr/>
        </p:nvGrpSpPr>
        <p:grpSpPr>
          <a:xfrm>
            <a:off x="7592387" y="3612458"/>
            <a:ext cx="273874" cy="351204"/>
            <a:chOff x="7592387" y="3787858"/>
            <a:chExt cx="273874" cy="351204"/>
          </a:xfrm>
        </p:grpSpPr>
        <p:sp>
          <p:nvSpPr>
            <p:cNvPr id="13149" name="Google Shape;13149;p6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6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3" name="Google Shape;13153;p66"/>
          <p:cNvGrpSpPr/>
          <p:nvPr/>
        </p:nvGrpSpPr>
        <p:grpSpPr>
          <a:xfrm>
            <a:off x="7145794" y="3612458"/>
            <a:ext cx="274254" cy="350444"/>
            <a:chOff x="7145794" y="3787858"/>
            <a:chExt cx="274254" cy="350444"/>
          </a:xfrm>
        </p:grpSpPr>
        <p:sp>
          <p:nvSpPr>
            <p:cNvPr id="13154" name="Google Shape;13154;p6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0" name="Google Shape;13160;p66"/>
          <p:cNvGrpSpPr/>
          <p:nvPr/>
        </p:nvGrpSpPr>
        <p:grpSpPr>
          <a:xfrm>
            <a:off x="8054060" y="3611698"/>
            <a:ext cx="266334" cy="353834"/>
            <a:chOff x="8054060" y="3787098"/>
            <a:chExt cx="266334" cy="353834"/>
          </a:xfrm>
        </p:grpSpPr>
        <p:sp>
          <p:nvSpPr>
            <p:cNvPr id="13161" name="Google Shape;13161;p6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5" name="Google Shape;13165;p66"/>
          <p:cNvGrpSpPr/>
          <p:nvPr/>
        </p:nvGrpSpPr>
        <p:grpSpPr>
          <a:xfrm>
            <a:off x="6702211" y="3607199"/>
            <a:ext cx="270104" cy="361754"/>
            <a:chOff x="6702211" y="3782599"/>
            <a:chExt cx="270104" cy="361754"/>
          </a:xfrm>
        </p:grpSpPr>
        <p:sp>
          <p:nvSpPr>
            <p:cNvPr id="13166" name="Google Shape;13166;p6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1" name="Google Shape;13171;p66"/>
          <p:cNvGrpSpPr/>
          <p:nvPr/>
        </p:nvGrpSpPr>
        <p:grpSpPr>
          <a:xfrm>
            <a:off x="3516886" y="3263327"/>
            <a:ext cx="391854" cy="269922"/>
            <a:chOff x="3516850" y="3406526"/>
            <a:chExt cx="369674" cy="254644"/>
          </a:xfrm>
        </p:grpSpPr>
        <p:sp>
          <p:nvSpPr>
            <p:cNvPr id="13172" name="Google Shape;13172;p6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66"/>
          <p:cNvGrpSpPr/>
          <p:nvPr/>
        </p:nvGrpSpPr>
        <p:grpSpPr>
          <a:xfrm>
            <a:off x="1310655" y="3185127"/>
            <a:ext cx="306314" cy="347403"/>
            <a:chOff x="1310655" y="3360527"/>
            <a:chExt cx="306314" cy="347403"/>
          </a:xfrm>
        </p:grpSpPr>
        <p:sp>
          <p:nvSpPr>
            <p:cNvPr id="13177" name="Google Shape;13177;p6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2" name="Google Shape;13182;p66"/>
          <p:cNvGrpSpPr/>
          <p:nvPr/>
        </p:nvGrpSpPr>
        <p:grpSpPr>
          <a:xfrm>
            <a:off x="3119678" y="3184746"/>
            <a:ext cx="269343" cy="348543"/>
            <a:chOff x="3119678" y="3360146"/>
            <a:chExt cx="269343" cy="348543"/>
          </a:xfrm>
        </p:grpSpPr>
        <p:sp>
          <p:nvSpPr>
            <p:cNvPr id="13183" name="Google Shape;13183;p6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0" name="Google Shape;13190;p66"/>
          <p:cNvGrpSpPr/>
          <p:nvPr/>
        </p:nvGrpSpPr>
        <p:grpSpPr>
          <a:xfrm>
            <a:off x="3967213" y="3181547"/>
            <a:ext cx="368185" cy="354753"/>
            <a:chOff x="3967213" y="3356947"/>
            <a:chExt cx="368185" cy="354753"/>
          </a:xfrm>
        </p:grpSpPr>
        <p:sp>
          <p:nvSpPr>
            <p:cNvPr id="13191" name="Google Shape;13191;p6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6" name="Google Shape;13196;p66"/>
          <p:cNvGrpSpPr/>
          <p:nvPr/>
        </p:nvGrpSpPr>
        <p:grpSpPr>
          <a:xfrm>
            <a:off x="871254" y="3184746"/>
            <a:ext cx="285183" cy="347023"/>
            <a:chOff x="871254" y="3360146"/>
            <a:chExt cx="285183" cy="347023"/>
          </a:xfrm>
        </p:grpSpPr>
        <p:sp>
          <p:nvSpPr>
            <p:cNvPr id="13197" name="Google Shape;13197;p6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1" name="Google Shape;13201;p66"/>
          <p:cNvGrpSpPr/>
          <p:nvPr/>
        </p:nvGrpSpPr>
        <p:grpSpPr>
          <a:xfrm>
            <a:off x="2665165" y="3184746"/>
            <a:ext cx="281794" cy="349684"/>
            <a:chOff x="2665165" y="3360146"/>
            <a:chExt cx="281794" cy="349684"/>
          </a:xfrm>
        </p:grpSpPr>
        <p:sp>
          <p:nvSpPr>
            <p:cNvPr id="13202" name="Google Shape;13202;p6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7" name="Google Shape;13207;p66"/>
          <p:cNvGrpSpPr/>
          <p:nvPr/>
        </p:nvGrpSpPr>
        <p:grpSpPr>
          <a:xfrm>
            <a:off x="7156344" y="3172296"/>
            <a:ext cx="264465" cy="353074"/>
            <a:chOff x="7156344" y="3347696"/>
            <a:chExt cx="264465" cy="353074"/>
          </a:xfrm>
        </p:grpSpPr>
        <p:sp>
          <p:nvSpPr>
            <p:cNvPr id="13208" name="Google Shape;13208;p6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3" name="Google Shape;13213;p66"/>
          <p:cNvGrpSpPr/>
          <p:nvPr/>
        </p:nvGrpSpPr>
        <p:grpSpPr>
          <a:xfrm>
            <a:off x="6703732" y="3171536"/>
            <a:ext cx="264813" cy="352693"/>
            <a:chOff x="6703732" y="3346936"/>
            <a:chExt cx="264813" cy="352693"/>
          </a:xfrm>
        </p:grpSpPr>
        <p:sp>
          <p:nvSpPr>
            <p:cNvPr id="13214" name="Google Shape;13214;p6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66"/>
          <p:cNvGrpSpPr/>
          <p:nvPr/>
        </p:nvGrpSpPr>
        <p:grpSpPr>
          <a:xfrm>
            <a:off x="6252228" y="3171536"/>
            <a:ext cx="265193" cy="352693"/>
            <a:chOff x="6252228" y="3346936"/>
            <a:chExt cx="265193" cy="352693"/>
          </a:xfrm>
        </p:grpSpPr>
        <p:sp>
          <p:nvSpPr>
            <p:cNvPr id="13220" name="Google Shape;13220;p6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3" name="Google Shape;13223;p66"/>
          <p:cNvGrpSpPr/>
          <p:nvPr/>
        </p:nvGrpSpPr>
        <p:grpSpPr>
          <a:xfrm>
            <a:off x="5801105" y="3172296"/>
            <a:ext cx="264813" cy="351933"/>
            <a:chOff x="5801105" y="3347696"/>
            <a:chExt cx="264813" cy="351933"/>
          </a:xfrm>
        </p:grpSpPr>
        <p:sp>
          <p:nvSpPr>
            <p:cNvPr id="13224" name="Google Shape;13224;p6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66"/>
          <p:cNvGrpSpPr/>
          <p:nvPr/>
        </p:nvGrpSpPr>
        <p:grpSpPr>
          <a:xfrm>
            <a:off x="5349253" y="3171536"/>
            <a:ext cx="265922" cy="352693"/>
            <a:chOff x="5349253" y="3346936"/>
            <a:chExt cx="265922" cy="352693"/>
          </a:xfrm>
        </p:grpSpPr>
        <p:sp>
          <p:nvSpPr>
            <p:cNvPr id="13229" name="Google Shape;13229;p6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5" name="Google Shape;13235;p66"/>
          <p:cNvGrpSpPr/>
          <p:nvPr/>
        </p:nvGrpSpPr>
        <p:grpSpPr>
          <a:xfrm>
            <a:off x="4907159" y="3171536"/>
            <a:ext cx="264845" cy="354214"/>
            <a:chOff x="4907159" y="3346936"/>
            <a:chExt cx="264845" cy="354214"/>
          </a:xfrm>
        </p:grpSpPr>
        <p:sp>
          <p:nvSpPr>
            <p:cNvPr id="13236" name="Google Shape;13236;p6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8" name="Google Shape;13238;p66"/>
          <p:cNvGrpSpPr/>
          <p:nvPr/>
        </p:nvGrpSpPr>
        <p:grpSpPr>
          <a:xfrm>
            <a:off x="8048421" y="3159086"/>
            <a:ext cx="276503" cy="369674"/>
            <a:chOff x="8048421" y="3334486"/>
            <a:chExt cx="276503" cy="369674"/>
          </a:xfrm>
        </p:grpSpPr>
        <p:sp>
          <p:nvSpPr>
            <p:cNvPr id="13239" name="Google Shape;13239;p6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5" name="Google Shape;13245;p66"/>
          <p:cNvGrpSpPr/>
          <p:nvPr/>
        </p:nvGrpSpPr>
        <p:grpSpPr>
          <a:xfrm>
            <a:off x="7575787" y="3154555"/>
            <a:ext cx="295384" cy="376834"/>
            <a:chOff x="7575787" y="3329955"/>
            <a:chExt cx="295384" cy="376834"/>
          </a:xfrm>
        </p:grpSpPr>
        <p:sp>
          <p:nvSpPr>
            <p:cNvPr id="13246" name="Google Shape;13246;p6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66"/>
          <p:cNvGrpSpPr/>
          <p:nvPr/>
        </p:nvGrpSpPr>
        <p:grpSpPr>
          <a:xfrm>
            <a:off x="864062" y="2709103"/>
            <a:ext cx="264084" cy="347783"/>
            <a:chOff x="864062" y="2884503"/>
            <a:chExt cx="264084" cy="347783"/>
          </a:xfrm>
        </p:grpSpPr>
        <p:sp>
          <p:nvSpPr>
            <p:cNvPr id="13253" name="Google Shape;13253;p6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3" name="Google Shape;13263;p66"/>
          <p:cNvGrpSpPr/>
          <p:nvPr/>
        </p:nvGrpSpPr>
        <p:grpSpPr>
          <a:xfrm>
            <a:off x="3978523" y="2709261"/>
            <a:ext cx="348955" cy="346516"/>
            <a:chOff x="3978523" y="2884661"/>
            <a:chExt cx="348955" cy="346516"/>
          </a:xfrm>
        </p:grpSpPr>
        <p:sp>
          <p:nvSpPr>
            <p:cNvPr id="13264" name="Google Shape;13264;p6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66"/>
          <p:cNvGrpSpPr/>
          <p:nvPr/>
        </p:nvGrpSpPr>
        <p:grpSpPr>
          <a:xfrm>
            <a:off x="3527780" y="2709863"/>
            <a:ext cx="347435" cy="345534"/>
            <a:chOff x="3527780" y="2885263"/>
            <a:chExt cx="347435" cy="345534"/>
          </a:xfrm>
        </p:grpSpPr>
        <p:sp>
          <p:nvSpPr>
            <p:cNvPr id="13273" name="Google Shape;13273;p6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66"/>
          <p:cNvGrpSpPr/>
          <p:nvPr/>
        </p:nvGrpSpPr>
        <p:grpSpPr>
          <a:xfrm>
            <a:off x="2239671" y="2709103"/>
            <a:ext cx="218053" cy="348543"/>
            <a:chOff x="2239671" y="2884503"/>
            <a:chExt cx="218053" cy="348543"/>
          </a:xfrm>
        </p:grpSpPr>
        <p:sp>
          <p:nvSpPr>
            <p:cNvPr id="13297" name="Google Shape;13297;p6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2" name="Google Shape;13302;p66"/>
          <p:cNvGrpSpPr/>
          <p:nvPr/>
        </p:nvGrpSpPr>
        <p:grpSpPr>
          <a:xfrm>
            <a:off x="2691555" y="2709103"/>
            <a:ext cx="215044" cy="348924"/>
            <a:chOff x="2691555" y="2884503"/>
            <a:chExt cx="215044" cy="348924"/>
          </a:xfrm>
        </p:grpSpPr>
        <p:sp>
          <p:nvSpPr>
            <p:cNvPr id="13303" name="Google Shape;13303;p6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6" name="Google Shape;13306;p66"/>
          <p:cNvGrpSpPr/>
          <p:nvPr/>
        </p:nvGrpSpPr>
        <p:grpSpPr>
          <a:xfrm>
            <a:off x="1770459" y="2709103"/>
            <a:ext cx="254644" cy="348828"/>
            <a:chOff x="1770459" y="2884503"/>
            <a:chExt cx="254644" cy="348828"/>
          </a:xfrm>
        </p:grpSpPr>
        <p:sp>
          <p:nvSpPr>
            <p:cNvPr id="13307" name="Google Shape;13307;p6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66"/>
          <p:cNvGrpSpPr/>
          <p:nvPr/>
        </p:nvGrpSpPr>
        <p:grpSpPr>
          <a:xfrm>
            <a:off x="1317466" y="2709483"/>
            <a:ext cx="258382" cy="348543"/>
            <a:chOff x="1317466" y="2884883"/>
            <a:chExt cx="258382" cy="348543"/>
          </a:xfrm>
        </p:grpSpPr>
        <p:sp>
          <p:nvSpPr>
            <p:cNvPr id="13316" name="Google Shape;13316;p6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4" name="Google Shape;13324;p66"/>
          <p:cNvGrpSpPr/>
          <p:nvPr/>
        </p:nvGrpSpPr>
        <p:grpSpPr>
          <a:xfrm>
            <a:off x="3121167" y="2709483"/>
            <a:ext cx="258414" cy="348543"/>
            <a:chOff x="3121167" y="2884883"/>
            <a:chExt cx="258414" cy="348543"/>
          </a:xfrm>
        </p:grpSpPr>
        <p:sp>
          <p:nvSpPr>
            <p:cNvPr id="13325" name="Google Shape;13325;p6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3" name="Google Shape;13333;p66"/>
          <p:cNvGrpSpPr/>
          <p:nvPr/>
        </p:nvGrpSpPr>
        <p:grpSpPr>
          <a:xfrm>
            <a:off x="4899999" y="2706695"/>
            <a:ext cx="271244" cy="346801"/>
            <a:chOff x="4899999" y="2882095"/>
            <a:chExt cx="271244" cy="346801"/>
          </a:xfrm>
        </p:grpSpPr>
        <p:sp>
          <p:nvSpPr>
            <p:cNvPr id="13334" name="Google Shape;13334;p6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4" name="Google Shape;13344;p66"/>
          <p:cNvGrpSpPr/>
          <p:nvPr/>
        </p:nvGrpSpPr>
        <p:grpSpPr>
          <a:xfrm>
            <a:off x="7162775" y="2705713"/>
            <a:ext cx="259523" cy="346294"/>
            <a:chOff x="7162775" y="2881113"/>
            <a:chExt cx="259523" cy="346294"/>
          </a:xfrm>
        </p:grpSpPr>
        <p:sp>
          <p:nvSpPr>
            <p:cNvPr id="13345" name="Google Shape;13345;p6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66"/>
          <p:cNvGrpSpPr/>
          <p:nvPr/>
        </p:nvGrpSpPr>
        <p:grpSpPr>
          <a:xfrm>
            <a:off x="6709751" y="2706442"/>
            <a:ext cx="261075" cy="347815"/>
            <a:chOff x="6709751" y="2881842"/>
            <a:chExt cx="261075" cy="347815"/>
          </a:xfrm>
        </p:grpSpPr>
        <p:sp>
          <p:nvSpPr>
            <p:cNvPr id="13352" name="Google Shape;13352;p6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66"/>
          <p:cNvGrpSpPr/>
          <p:nvPr/>
        </p:nvGrpSpPr>
        <p:grpSpPr>
          <a:xfrm>
            <a:off x="5807156" y="2705713"/>
            <a:ext cx="261043" cy="348163"/>
            <a:chOff x="5807156" y="2881113"/>
            <a:chExt cx="261043" cy="348163"/>
          </a:xfrm>
        </p:grpSpPr>
        <p:sp>
          <p:nvSpPr>
            <p:cNvPr id="13359" name="Google Shape;13359;p6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4" name="Google Shape;13364;p66"/>
          <p:cNvGrpSpPr/>
          <p:nvPr/>
        </p:nvGrpSpPr>
        <p:grpSpPr>
          <a:xfrm>
            <a:off x="5355653" y="2706093"/>
            <a:ext cx="262184" cy="346643"/>
            <a:chOff x="5355653" y="2881493"/>
            <a:chExt cx="262184" cy="346643"/>
          </a:xfrm>
        </p:grpSpPr>
        <p:sp>
          <p:nvSpPr>
            <p:cNvPr id="13365" name="Google Shape;13365;p6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66"/>
          <p:cNvGrpSpPr/>
          <p:nvPr/>
        </p:nvGrpSpPr>
        <p:grpSpPr>
          <a:xfrm>
            <a:off x="8055961" y="2706442"/>
            <a:ext cx="260283" cy="345914"/>
            <a:chOff x="8055961" y="2881842"/>
            <a:chExt cx="260283" cy="345914"/>
          </a:xfrm>
        </p:grpSpPr>
        <p:sp>
          <p:nvSpPr>
            <p:cNvPr id="13371" name="Google Shape;13371;p6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66"/>
          <p:cNvGrpSpPr/>
          <p:nvPr/>
        </p:nvGrpSpPr>
        <p:grpSpPr>
          <a:xfrm>
            <a:off x="7609368" y="2718512"/>
            <a:ext cx="264813" cy="353105"/>
            <a:chOff x="7609368" y="2893912"/>
            <a:chExt cx="264813" cy="353105"/>
          </a:xfrm>
        </p:grpSpPr>
        <p:sp>
          <p:nvSpPr>
            <p:cNvPr id="13376" name="Google Shape;13376;p6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2" name="Google Shape;13382;p66"/>
          <p:cNvGrpSpPr/>
          <p:nvPr/>
        </p:nvGrpSpPr>
        <p:grpSpPr>
          <a:xfrm>
            <a:off x="6248458" y="2694372"/>
            <a:ext cx="270864" cy="360645"/>
            <a:chOff x="6248458" y="2869772"/>
            <a:chExt cx="270864" cy="360645"/>
          </a:xfrm>
        </p:grpSpPr>
        <p:sp>
          <p:nvSpPr>
            <p:cNvPr id="13383" name="Google Shape;13383;p6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66"/>
          <p:cNvGrpSpPr/>
          <p:nvPr/>
        </p:nvGrpSpPr>
        <p:grpSpPr>
          <a:xfrm>
            <a:off x="3075928" y="2270398"/>
            <a:ext cx="363243" cy="300675"/>
            <a:chOff x="3075928" y="2445798"/>
            <a:chExt cx="363243" cy="300675"/>
          </a:xfrm>
        </p:grpSpPr>
        <p:sp>
          <p:nvSpPr>
            <p:cNvPr id="13389" name="Google Shape;13389;p6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66"/>
          <p:cNvGrpSpPr/>
          <p:nvPr/>
        </p:nvGrpSpPr>
        <p:grpSpPr>
          <a:xfrm>
            <a:off x="2633105" y="2256459"/>
            <a:ext cx="363243" cy="328585"/>
            <a:chOff x="2633105" y="2431859"/>
            <a:chExt cx="363243" cy="328585"/>
          </a:xfrm>
        </p:grpSpPr>
        <p:sp>
          <p:nvSpPr>
            <p:cNvPr id="13401" name="Google Shape;13401;p6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6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6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66"/>
          <p:cNvGrpSpPr/>
          <p:nvPr/>
        </p:nvGrpSpPr>
        <p:grpSpPr>
          <a:xfrm>
            <a:off x="2189142" y="2245910"/>
            <a:ext cx="365904" cy="350064"/>
            <a:chOff x="2189142" y="2421310"/>
            <a:chExt cx="365904" cy="350064"/>
          </a:xfrm>
        </p:grpSpPr>
        <p:sp>
          <p:nvSpPr>
            <p:cNvPr id="13410" name="Google Shape;13410;p6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6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6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19" name="Google Shape;13419;p6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0" name="Google Shape;13420;p66"/>
          <p:cNvGrpSpPr/>
          <p:nvPr/>
        </p:nvGrpSpPr>
        <p:grpSpPr>
          <a:xfrm>
            <a:off x="3961923" y="2310917"/>
            <a:ext cx="364415" cy="220936"/>
            <a:chOff x="3961923" y="2486317"/>
            <a:chExt cx="364415" cy="220936"/>
          </a:xfrm>
        </p:grpSpPr>
        <p:sp>
          <p:nvSpPr>
            <p:cNvPr id="13421" name="Google Shape;13421;p6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5" name="Google Shape;13425;p6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6" name="Google Shape;13426;p66"/>
          <p:cNvGrpSpPr/>
          <p:nvPr/>
        </p:nvGrpSpPr>
        <p:grpSpPr>
          <a:xfrm>
            <a:off x="1303876" y="2243977"/>
            <a:ext cx="363275" cy="354626"/>
            <a:chOff x="1303876" y="2419377"/>
            <a:chExt cx="363275" cy="354626"/>
          </a:xfrm>
        </p:grpSpPr>
        <p:sp>
          <p:nvSpPr>
            <p:cNvPr id="13427" name="Google Shape;13427;p6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5" name="Google Shape;13435;p66"/>
          <p:cNvGrpSpPr/>
          <p:nvPr/>
        </p:nvGrpSpPr>
        <p:grpSpPr>
          <a:xfrm>
            <a:off x="861053" y="2239510"/>
            <a:ext cx="362134" cy="363623"/>
            <a:chOff x="861053" y="2414910"/>
            <a:chExt cx="362134" cy="363623"/>
          </a:xfrm>
        </p:grpSpPr>
        <p:sp>
          <p:nvSpPr>
            <p:cNvPr id="13436" name="Google Shape;13436;p6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1" name="Google Shape;13441;p66"/>
          <p:cNvGrpSpPr/>
          <p:nvPr/>
        </p:nvGrpSpPr>
        <p:grpSpPr>
          <a:xfrm>
            <a:off x="7594288" y="2239859"/>
            <a:ext cx="279513" cy="355735"/>
            <a:chOff x="7594288" y="2415259"/>
            <a:chExt cx="279513" cy="355735"/>
          </a:xfrm>
        </p:grpSpPr>
        <p:sp>
          <p:nvSpPr>
            <p:cNvPr id="13442" name="Google Shape;13442;p6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66"/>
          <p:cNvGrpSpPr/>
          <p:nvPr/>
        </p:nvGrpSpPr>
        <p:grpSpPr>
          <a:xfrm>
            <a:off x="7145794" y="2240239"/>
            <a:ext cx="278784" cy="355735"/>
            <a:chOff x="7145794" y="2415639"/>
            <a:chExt cx="278784" cy="355735"/>
          </a:xfrm>
        </p:grpSpPr>
        <p:sp>
          <p:nvSpPr>
            <p:cNvPr id="13449" name="Google Shape;13449;p6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9" name="Google Shape;13459;p66"/>
          <p:cNvGrpSpPr/>
          <p:nvPr/>
        </p:nvGrpSpPr>
        <p:grpSpPr>
          <a:xfrm>
            <a:off x="6698441" y="2239130"/>
            <a:ext cx="277644" cy="357984"/>
            <a:chOff x="6698441" y="2414530"/>
            <a:chExt cx="277644" cy="357984"/>
          </a:xfrm>
        </p:grpSpPr>
        <p:sp>
          <p:nvSpPr>
            <p:cNvPr id="13460" name="Google Shape;13460;p6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6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66"/>
          <p:cNvGrpSpPr/>
          <p:nvPr/>
        </p:nvGrpSpPr>
        <p:grpSpPr>
          <a:xfrm>
            <a:off x="4897750" y="2240239"/>
            <a:ext cx="279513" cy="357255"/>
            <a:chOff x="4897750" y="2415639"/>
            <a:chExt cx="279513" cy="357255"/>
          </a:xfrm>
        </p:grpSpPr>
        <p:sp>
          <p:nvSpPr>
            <p:cNvPr id="13467" name="Google Shape;13467;p6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6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5" name="Google Shape;13475;p66"/>
          <p:cNvGrpSpPr/>
          <p:nvPr/>
        </p:nvGrpSpPr>
        <p:grpSpPr>
          <a:xfrm>
            <a:off x="5812066" y="2240619"/>
            <a:ext cx="264813" cy="353454"/>
            <a:chOff x="5812066" y="2416019"/>
            <a:chExt cx="264813" cy="353454"/>
          </a:xfrm>
        </p:grpSpPr>
        <p:sp>
          <p:nvSpPr>
            <p:cNvPr id="13476" name="Google Shape;13476;p6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6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6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3" name="Google Shape;13483;p66"/>
          <p:cNvGrpSpPr/>
          <p:nvPr/>
        </p:nvGrpSpPr>
        <p:grpSpPr>
          <a:xfrm>
            <a:off x="8054820" y="2240999"/>
            <a:ext cx="264433" cy="353454"/>
            <a:chOff x="8054820" y="2416399"/>
            <a:chExt cx="264433" cy="353454"/>
          </a:xfrm>
        </p:grpSpPr>
        <p:sp>
          <p:nvSpPr>
            <p:cNvPr id="13484" name="Google Shape;13484;p6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6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0" name="Google Shape;13490;p66"/>
          <p:cNvGrpSpPr/>
          <p:nvPr/>
        </p:nvGrpSpPr>
        <p:grpSpPr>
          <a:xfrm>
            <a:off x="5356413" y="2237990"/>
            <a:ext cx="271212" cy="361374"/>
            <a:chOff x="5356413" y="2413390"/>
            <a:chExt cx="271212" cy="361374"/>
          </a:xfrm>
        </p:grpSpPr>
        <p:sp>
          <p:nvSpPr>
            <p:cNvPr id="13491" name="Google Shape;13491;p6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6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6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66"/>
          <p:cNvGrpSpPr/>
          <p:nvPr/>
        </p:nvGrpSpPr>
        <p:grpSpPr>
          <a:xfrm>
            <a:off x="6255238" y="2236849"/>
            <a:ext cx="271244" cy="360994"/>
            <a:chOff x="6255238" y="2412249"/>
            <a:chExt cx="271244" cy="360994"/>
          </a:xfrm>
        </p:grpSpPr>
        <p:sp>
          <p:nvSpPr>
            <p:cNvPr id="13497" name="Google Shape;13497;p6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6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3" name="Google Shape;13503;p66"/>
          <p:cNvGrpSpPr/>
          <p:nvPr/>
        </p:nvGrpSpPr>
        <p:grpSpPr>
          <a:xfrm>
            <a:off x="2185372" y="1782399"/>
            <a:ext cx="366664" cy="366981"/>
            <a:chOff x="2185372" y="1957799"/>
            <a:chExt cx="366664" cy="366981"/>
          </a:xfrm>
        </p:grpSpPr>
        <p:sp>
          <p:nvSpPr>
            <p:cNvPr id="13504" name="Google Shape;13504;p6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6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6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6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6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66"/>
          <p:cNvGrpSpPr/>
          <p:nvPr/>
        </p:nvGrpSpPr>
        <p:grpSpPr>
          <a:xfrm>
            <a:off x="1737258" y="1812971"/>
            <a:ext cx="370814" cy="307359"/>
            <a:chOff x="1737258" y="1988371"/>
            <a:chExt cx="370814" cy="307359"/>
          </a:xfrm>
        </p:grpSpPr>
        <p:sp>
          <p:nvSpPr>
            <p:cNvPr id="13513" name="Google Shape;13513;p6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7" name="Google Shape;13517;p66"/>
          <p:cNvGrpSpPr/>
          <p:nvPr/>
        </p:nvGrpSpPr>
        <p:grpSpPr>
          <a:xfrm>
            <a:off x="848983" y="1814111"/>
            <a:ext cx="369294" cy="304350"/>
            <a:chOff x="848983" y="1989511"/>
            <a:chExt cx="369294" cy="304350"/>
          </a:xfrm>
        </p:grpSpPr>
        <p:sp>
          <p:nvSpPr>
            <p:cNvPr id="13518" name="Google Shape;13518;p6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6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6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6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3" name="Google Shape;13523;p66"/>
          <p:cNvGrpSpPr/>
          <p:nvPr/>
        </p:nvGrpSpPr>
        <p:grpSpPr>
          <a:xfrm>
            <a:off x="3074027" y="1808377"/>
            <a:ext cx="380604" cy="313854"/>
            <a:chOff x="3074027" y="1983777"/>
            <a:chExt cx="380604" cy="313854"/>
          </a:xfrm>
        </p:grpSpPr>
        <p:sp>
          <p:nvSpPr>
            <p:cNvPr id="13524" name="Google Shape;13524;p6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6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6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66"/>
          <p:cNvGrpSpPr/>
          <p:nvPr/>
        </p:nvGrpSpPr>
        <p:grpSpPr>
          <a:xfrm>
            <a:off x="3522521" y="1800457"/>
            <a:ext cx="367013" cy="331278"/>
            <a:chOff x="3522521" y="1975857"/>
            <a:chExt cx="367013" cy="331278"/>
          </a:xfrm>
        </p:grpSpPr>
        <p:sp>
          <p:nvSpPr>
            <p:cNvPr id="13530" name="Google Shape;13530;p6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6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7" name="Google Shape;13537;p66"/>
          <p:cNvGrpSpPr/>
          <p:nvPr/>
        </p:nvGrpSpPr>
        <p:grpSpPr>
          <a:xfrm>
            <a:off x="2630824" y="1801566"/>
            <a:ext cx="368185" cy="330454"/>
            <a:chOff x="2630824" y="1976966"/>
            <a:chExt cx="368185" cy="330454"/>
          </a:xfrm>
        </p:grpSpPr>
        <p:sp>
          <p:nvSpPr>
            <p:cNvPr id="13538" name="Google Shape;13538;p6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6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6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6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6" name="Google Shape;13546;p66"/>
          <p:cNvGrpSpPr/>
          <p:nvPr/>
        </p:nvGrpSpPr>
        <p:grpSpPr>
          <a:xfrm>
            <a:off x="1293706" y="1791016"/>
            <a:ext cx="369294" cy="350444"/>
            <a:chOff x="1293706" y="1966416"/>
            <a:chExt cx="369294" cy="350444"/>
          </a:xfrm>
        </p:grpSpPr>
        <p:sp>
          <p:nvSpPr>
            <p:cNvPr id="13547" name="Google Shape;13547;p6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6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66"/>
          <p:cNvGrpSpPr/>
          <p:nvPr/>
        </p:nvGrpSpPr>
        <p:grpSpPr>
          <a:xfrm>
            <a:off x="3967213" y="1800077"/>
            <a:ext cx="368185" cy="331816"/>
            <a:chOff x="3967213" y="1975477"/>
            <a:chExt cx="368185" cy="331816"/>
          </a:xfrm>
        </p:grpSpPr>
        <p:sp>
          <p:nvSpPr>
            <p:cNvPr id="13556" name="Google Shape;13556;p6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9" name="Google Shape;13559;p66"/>
          <p:cNvGrpSpPr/>
          <p:nvPr/>
        </p:nvGrpSpPr>
        <p:grpSpPr>
          <a:xfrm>
            <a:off x="8047661" y="1793646"/>
            <a:ext cx="279132" cy="356875"/>
            <a:chOff x="8047661" y="1969046"/>
            <a:chExt cx="279132" cy="356875"/>
          </a:xfrm>
        </p:grpSpPr>
        <p:sp>
          <p:nvSpPr>
            <p:cNvPr id="13560" name="Google Shape;13560;p6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6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66"/>
          <p:cNvGrpSpPr/>
          <p:nvPr/>
        </p:nvGrpSpPr>
        <p:grpSpPr>
          <a:xfrm>
            <a:off x="7596157" y="1792759"/>
            <a:ext cx="279544" cy="358142"/>
            <a:chOff x="7596157" y="1968159"/>
            <a:chExt cx="279544" cy="358142"/>
          </a:xfrm>
        </p:grpSpPr>
        <p:sp>
          <p:nvSpPr>
            <p:cNvPr id="13565" name="Google Shape;13565;p6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6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6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6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66"/>
          <p:cNvGrpSpPr/>
          <p:nvPr/>
        </p:nvGrpSpPr>
        <p:grpSpPr>
          <a:xfrm>
            <a:off x="7147315" y="1793646"/>
            <a:ext cx="279513" cy="357636"/>
            <a:chOff x="7147315" y="1969046"/>
            <a:chExt cx="279513" cy="357636"/>
          </a:xfrm>
        </p:grpSpPr>
        <p:sp>
          <p:nvSpPr>
            <p:cNvPr id="13572" name="Google Shape;13572;p6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6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6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6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6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9" name="Google Shape;13579;p66"/>
          <p:cNvGrpSpPr/>
          <p:nvPr/>
        </p:nvGrpSpPr>
        <p:grpSpPr>
          <a:xfrm>
            <a:off x="6697681" y="1792917"/>
            <a:ext cx="280305" cy="359093"/>
            <a:chOff x="6697681" y="1968317"/>
            <a:chExt cx="280305" cy="359093"/>
          </a:xfrm>
        </p:grpSpPr>
        <p:sp>
          <p:nvSpPr>
            <p:cNvPr id="13580" name="Google Shape;13580;p6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6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6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6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6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66"/>
          <p:cNvGrpSpPr/>
          <p:nvPr/>
        </p:nvGrpSpPr>
        <p:grpSpPr>
          <a:xfrm>
            <a:off x="6248839" y="1792537"/>
            <a:ext cx="280273" cy="358744"/>
            <a:chOff x="6248839" y="1967937"/>
            <a:chExt cx="280273" cy="358744"/>
          </a:xfrm>
        </p:grpSpPr>
        <p:sp>
          <p:nvSpPr>
            <p:cNvPr id="13588" name="Google Shape;13588;p6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66"/>
          <p:cNvGrpSpPr/>
          <p:nvPr/>
        </p:nvGrpSpPr>
        <p:grpSpPr>
          <a:xfrm>
            <a:off x="5801485" y="1793646"/>
            <a:ext cx="279164" cy="357794"/>
            <a:chOff x="5801485" y="1969046"/>
            <a:chExt cx="279164" cy="357794"/>
          </a:xfrm>
        </p:grpSpPr>
        <p:sp>
          <p:nvSpPr>
            <p:cNvPr id="13595" name="Google Shape;13595;p6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6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6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6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6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6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6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6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8" name="Google Shape;13608;p66"/>
          <p:cNvGrpSpPr/>
          <p:nvPr/>
        </p:nvGrpSpPr>
        <p:grpSpPr>
          <a:xfrm>
            <a:off x="5352643" y="1793646"/>
            <a:ext cx="278404" cy="358364"/>
            <a:chOff x="5352643" y="1969046"/>
            <a:chExt cx="278404" cy="358364"/>
          </a:xfrm>
        </p:grpSpPr>
        <p:sp>
          <p:nvSpPr>
            <p:cNvPr id="13609" name="Google Shape;13609;p6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6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6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6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3" name="Google Shape;13613;p66"/>
          <p:cNvGrpSpPr/>
          <p:nvPr/>
        </p:nvGrpSpPr>
        <p:grpSpPr>
          <a:xfrm>
            <a:off x="4897750" y="1792917"/>
            <a:ext cx="279132" cy="358364"/>
            <a:chOff x="4897750" y="1968317"/>
            <a:chExt cx="279132" cy="358364"/>
          </a:xfrm>
        </p:grpSpPr>
        <p:sp>
          <p:nvSpPr>
            <p:cNvPr id="13614" name="Google Shape;13614;p6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6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6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6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27" name="Google Shape;13627;p6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28" name="Google Shape;13628;p66"/>
          <p:cNvGrpSpPr/>
          <p:nvPr/>
        </p:nvGrpSpPr>
        <p:grpSpPr>
          <a:xfrm>
            <a:off x="1767449" y="1337644"/>
            <a:ext cx="324403" cy="347783"/>
            <a:chOff x="1767449" y="1513044"/>
            <a:chExt cx="324403" cy="347783"/>
          </a:xfrm>
        </p:grpSpPr>
        <p:sp>
          <p:nvSpPr>
            <p:cNvPr id="13629" name="Google Shape;13629;p6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6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6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8" name="Google Shape;13638;p66"/>
          <p:cNvGrpSpPr/>
          <p:nvPr/>
        </p:nvGrpSpPr>
        <p:grpSpPr>
          <a:xfrm>
            <a:off x="4007193" y="1337327"/>
            <a:ext cx="320633" cy="348100"/>
            <a:chOff x="4007193" y="1512727"/>
            <a:chExt cx="320633" cy="348100"/>
          </a:xfrm>
        </p:grpSpPr>
        <p:sp>
          <p:nvSpPr>
            <p:cNvPr id="13639" name="Google Shape;13639;p6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6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6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4" name="Google Shape;13644;p66"/>
          <p:cNvGrpSpPr/>
          <p:nvPr/>
        </p:nvGrpSpPr>
        <p:grpSpPr>
          <a:xfrm>
            <a:off x="3530425" y="1333347"/>
            <a:ext cx="368175" cy="344594"/>
            <a:chOff x="3530425" y="1508747"/>
            <a:chExt cx="368175" cy="344594"/>
          </a:xfrm>
        </p:grpSpPr>
        <p:sp>
          <p:nvSpPr>
            <p:cNvPr id="13645" name="Google Shape;13645;p6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6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66"/>
          <p:cNvGrpSpPr/>
          <p:nvPr/>
        </p:nvGrpSpPr>
        <p:grpSpPr>
          <a:xfrm>
            <a:off x="3127598" y="1337834"/>
            <a:ext cx="289714" cy="347593"/>
            <a:chOff x="3127598" y="1513234"/>
            <a:chExt cx="289714" cy="347593"/>
          </a:xfrm>
        </p:grpSpPr>
        <p:sp>
          <p:nvSpPr>
            <p:cNvPr id="13650" name="Google Shape;13650;p6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6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6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66"/>
          <p:cNvGrpSpPr/>
          <p:nvPr/>
        </p:nvGrpSpPr>
        <p:grpSpPr>
          <a:xfrm>
            <a:off x="2662884" y="1337644"/>
            <a:ext cx="322914" cy="348543"/>
            <a:chOff x="2662884" y="1513044"/>
            <a:chExt cx="322914" cy="348543"/>
          </a:xfrm>
        </p:grpSpPr>
        <p:sp>
          <p:nvSpPr>
            <p:cNvPr id="13656" name="Google Shape;13656;p6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6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6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6" name="Google Shape;13666;p66"/>
          <p:cNvGrpSpPr/>
          <p:nvPr/>
        </p:nvGrpSpPr>
        <p:grpSpPr>
          <a:xfrm>
            <a:off x="2232511" y="1337359"/>
            <a:ext cx="299534" cy="348068"/>
            <a:chOff x="2232511" y="1512759"/>
            <a:chExt cx="299534" cy="348068"/>
          </a:xfrm>
        </p:grpSpPr>
        <p:sp>
          <p:nvSpPr>
            <p:cNvPr id="13667" name="Google Shape;13667;p6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6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6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6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6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8" name="Google Shape;13678;p66"/>
          <p:cNvGrpSpPr/>
          <p:nvPr/>
        </p:nvGrpSpPr>
        <p:grpSpPr>
          <a:xfrm>
            <a:off x="1331406" y="1337961"/>
            <a:ext cx="301784" cy="348607"/>
            <a:chOff x="1331406" y="1513361"/>
            <a:chExt cx="301784" cy="348607"/>
          </a:xfrm>
        </p:grpSpPr>
        <p:sp>
          <p:nvSpPr>
            <p:cNvPr id="13679" name="Google Shape;13679;p6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3" name="Google Shape;13683;p66"/>
          <p:cNvGrpSpPr/>
          <p:nvPr/>
        </p:nvGrpSpPr>
        <p:grpSpPr>
          <a:xfrm>
            <a:off x="7144274" y="1324814"/>
            <a:ext cx="282174" cy="355735"/>
            <a:chOff x="7144274" y="1500214"/>
            <a:chExt cx="282174" cy="355735"/>
          </a:xfrm>
        </p:grpSpPr>
        <p:sp>
          <p:nvSpPr>
            <p:cNvPr id="13684" name="Google Shape;13684;p6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6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6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0" name="Google Shape;13690;p66"/>
          <p:cNvGrpSpPr/>
          <p:nvPr/>
        </p:nvGrpSpPr>
        <p:grpSpPr>
          <a:xfrm>
            <a:off x="6685262" y="1324814"/>
            <a:ext cx="289682" cy="354594"/>
            <a:chOff x="6685262" y="1500214"/>
            <a:chExt cx="289682" cy="354594"/>
          </a:xfrm>
        </p:grpSpPr>
        <p:sp>
          <p:nvSpPr>
            <p:cNvPr id="13691" name="Google Shape;13691;p6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6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66"/>
          <p:cNvGrpSpPr/>
          <p:nvPr/>
        </p:nvGrpSpPr>
        <p:grpSpPr>
          <a:xfrm>
            <a:off x="6200938" y="1325194"/>
            <a:ext cx="322154" cy="355355"/>
            <a:chOff x="6200938" y="1500594"/>
            <a:chExt cx="322154" cy="355355"/>
          </a:xfrm>
        </p:grpSpPr>
        <p:sp>
          <p:nvSpPr>
            <p:cNvPr id="13696" name="Google Shape;13696;p6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6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6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1" name="Google Shape;13701;p66"/>
          <p:cNvGrpSpPr/>
          <p:nvPr/>
        </p:nvGrpSpPr>
        <p:grpSpPr>
          <a:xfrm>
            <a:off x="5289631" y="1324814"/>
            <a:ext cx="332355" cy="354974"/>
            <a:chOff x="5289631" y="1500214"/>
            <a:chExt cx="332355" cy="354974"/>
          </a:xfrm>
        </p:grpSpPr>
        <p:sp>
          <p:nvSpPr>
            <p:cNvPr id="13702" name="Google Shape;13702;p6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6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8" name="Google Shape;13708;p66"/>
          <p:cNvGrpSpPr/>
          <p:nvPr/>
        </p:nvGrpSpPr>
        <p:grpSpPr>
          <a:xfrm>
            <a:off x="5748295" y="1324433"/>
            <a:ext cx="323294" cy="356115"/>
            <a:chOff x="5748295" y="1499833"/>
            <a:chExt cx="323294" cy="356115"/>
          </a:xfrm>
        </p:grpSpPr>
        <p:sp>
          <p:nvSpPr>
            <p:cNvPr id="13709" name="Google Shape;13709;p6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6" name="Google Shape;13716;p66"/>
          <p:cNvGrpSpPr/>
          <p:nvPr/>
        </p:nvGrpSpPr>
        <p:grpSpPr>
          <a:xfrm>
            <a:off x="8047661" y="1325637"/>
            <a:ext cx="278404" cy="355260"/>
            <a:chOff x="8047661" y="1501037"/>
            <a:chExt cx="278404" cy="355260"/>
          </a:xfrm>
        </p:grpSpPr>
        <p:sp>
          <p:nvSpPr>
            <p:cNvPr id="13717" name="Google Shape;13717;p6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6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1" name="Google Shape;13721;p66"/>
          <p:cNvGrpSpPr/>
          <p:nvPr/>
        </p:nvGrpSpPr>
        <p:grpSpPr>
          <a:xfrm>
            <a:off x="4903389" y="1324814"/>
            <a:ext cx="267854" cy="355735"/>
            <a:chOff x="4903389" y="1500214"/>
            <a:chExt cx="267854" cy="355735"/>
          </a:xfrm>
        </p:grpSpPr>
        <p:sp>
          <p:nvSpPr>
            <p:cNvPr id="13722" name="Google Shape;13722;p6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6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66"/>
          <p:cNvGrpSpPr/>
          <p:nvPr/>
        </p:nvGrpSpPr>
        <p:grpSpPr>
          <a:xfrm>
            <a:off x="7613518" y="1325954"/>
            <a:ext cx="264433" cy="353074"/>
            <a:chOff x="7613518" y="1501354"/>
            <a:chExt cx="264433" cy="353074"/>
          </a:xfrm>
        </p:grpSpPr>
        <p:sp>
          <p:nvSpPr>
            <p:cNvPr id="13728" name="Google Shape;13728;p6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6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6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4" name="Google Shape;13734;p6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735" name="Google Shape;13735;p6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739"/>
        <p:cNvGrpSpPr/>
        <p:nvPr/>
      </p:nvGrpSpPr>
      <p:grpSpPr>
        <a:xfrm>
          <a:off x="0" y="0"/>
          <a:ext cx="0" cy="0"/>
          <a:chOff x="0" y="0"/>
          <a:chExt cx="0" cy="0"/>
        </a:xfrm>
      </p:grpSpPr>
      <p:grpSp>
        <p:nvGrpSpPr>
          <p:cNvPr id="13740" name="Google Shape;13740;p67"/>
          <p:cNvGrpSpPr/>
          <p:nvPr/>
        </p:nvGrpSpPr>
        <p:grpSpPr>
          <a:xfrm>
            <a:off x="1757085" y="1325225"/>
            <a:ext cx="371069" cy="359396"/>
            <a:chOff x="1757085" y="1500675"/>
            <a:chExt cx="371069" cy="359396"/>
          </a:xfrm>
        </p:grpSpPr>
        <p:sp>
          <p:nvSpPr>
            <p:cNvPr id="13741" name="Google Shape;13741;p6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6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6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6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6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0" name="Google Shape;13770;p67"/>
          <p:cNvGrpSpPr/>
          <p:nvPr/>
        </p:nvGrpSpPr>
        <p:grpSpPr>
          <a:xfrm>
            <a:off x="2774209" y="1779241"/>
            <a:ext cx="116693" cy="374186"/>
            <a:chOff x="2774209" y="1954691"/>
            <a:chExt cx="116693" cy="374186"/>
          </a:xfrm>
        </p:grpSpPr>
        <p:sp>
          <p:nvSpPr>
            <p:cNvPr id="13771" name="Google Shape;13771;p6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67"/>
          <p:cNvGrpSpPr/>
          <p:nvPr/>
        </p:nvGrpSpPr>
        <p:grpSpPr>
          <a:xfrm>
            <a:off x="4017435" y="1324462"/>
            <a:ext cx="315092" cy="359397"/>
            <a:chOff x="4017435" y="1499912"/>
            <a:chExt cx="315092" cy="359397"/>
          </a:xfrm>
        </p:grpSpPr>
        <p:sp>
          <p:nvSpPr>
            <p:cNvPr id="13774" name="Google Shape;13774;p6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6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6" name="Google Shape;13776;p67"/>
          <p:cNvGrpSpPr/>
          <p:nvPr/>
        </p:nvGrpSpPr>
        <p:grpSpPr>
          <a:xfrm>
            <a:off x="3963652" y="1824309"/>
            <a:ext cx="374154" cy="284050"/>
            <a:chOff x="3963652" y="1999759"/>
            <a:chExt cx="374154" cy="284050"/>
          </a:xfrm>
        </p:grpSpPr>
        <p:sp>
          <p:nvSpPr>
            <p:cNvPr id="13777" name="Google Shape;13777;p6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6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0" name="Google Shape;13780;p67"/>
          <p:cNvGrpSpPr/>
          <p:nvPr/>
        </p:nvGrpSpPr>
        <p:grpSpPr>
          <a:xfrm>
            <a:off x="1777536" y="1839416"/>
            <a:ext cx="376444" cy="253772"/>
            <a:chOff x="1777536" y="2014866"/>
            <a:chExt cx="376444" cy="253772"/>
          </a:xfrm>
        </p:grpSpPr>
        <p:sp>
          <p:nvSpPr>
            <p:cNvPr id="13781" name="Google Shape;13781;p6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6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6" name="Google Shape;13786;p67"/>
          <p:cNvGrpSpPr/>
          <p:nvPr/>
        </p:nvGrpSpPr>
        <p:grpSpPr>
          <a:xfrm>
            <a:off x="1309875" y="1881876"/>
            <a:ext cx="374154" cy="169680"/>
            <a:chOff x="1309875" y="2057326"/>
            <a:chExt cx="374154" cy="169680"/>
          </a:xfrm>
        </p:grpSpPr>
        <p:sp>
          <p:nvSpPr>
            <p:cNvPr id="13787" name="Google Shape;13787;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6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98" name="Google Shape;13798;p6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99" name="Google Shape;13799;p67"/>
          <p:cNvGrpSpPr/>
          <p:nvPr/>
        </p:nvGrpSpPr>
        <p:grpSpPr>
          <a:xfrm>
            <a:off x="2347450" y="1779114"/>
            <a:ext cx="113639" cy="373168"/>
            <a:chOff x="2347450" y="1954564"/>
            <a:chExt cx="113639" cy="373168"/>
          </a:xfrm>
        </p:grpSpPr>
        <p:sp>
          <p:nvSpPr>
            <p:cNvPr id="13800" name="Google Shape;13800;p6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2" name="Google Shape;13802;p6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3" name="Google Shape;13803;p67"/>
          <p:cNvGrpSpPr/>
          <p:nvPr/>
        </p:nvGrpSpPr>
        <p:grpSpPr>
          <a:xfrm>
            <a:off x="3110102" y="1324430"/>
            <a:ext cx="330613" cy="358379"/>
            <a:chOff x="3110102" y="1499880"/>
            <a:chExt cx="330613" cy="358379"/>
          </a:xfrm>
        </p:grpSpPr>
        <p:sp>
          <p:nvSpPr>
            <p:cNvPr id="13804" name="Google Shape;13804;p6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11" name="Google Shape;13811;p6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12" name="Google Shape;13812;p67"/>
          <p:cNvGrpSpPr/>
          <p:nvPr/>
        </p:nvGrpSpPr>
        <p:grpSpPr>
          <a:xfrm>
            <a:off x="3485575" y="1824309"/>
            <a:ext cx="373772" cy="284050"/>
            <a:chOff x="3531200" y="1999759"/>
            <a:chExt cx="373772" cy="284050"/>
          </a:xfrm>
        </p:grpSpPr>
        <p:sp>
          <p:nvSpPr>
            <p:cNvPr id="13813" name="Google Shape;13813;p6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7" name="Google Shape;13817;p67"/>
          <p:cNvGrpSpPr/>
          <p:nvPr/>
        </p:nvGrpSpPr>
        <p:grpSpPr>
          <a:xfrm>
            <a:off x="2667058" y="1324843"/>
            <a:ext cx="330231" cy="359015"/>
            <a:chOff x="2667058" y="1500293"/>
            <a:chExt cx="330231" cy="359015"/>
          </a:xfrm>
        </p:grpSpPr>
        <p:sp>
          <p:nvSpPr>
            <p:cNvPr id="13818" name="Google Shape;13818;p6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6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6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6" name="Google Shape;13836;p67"/>
          <p:cNvGrpSpPr/>
          <p:nvPr/>
        </p:nvGrpSpPr>
        <p:grpSpPr>
          <a:xfrm>
            <a:off x="3567553" y="1324462"/>
            <a:ext cx="320022" cy="359778"/>
            <a:chOff x="3567553" y="1499912"/>
            <a:chExt cx="320022" cy="359778"/>
          </a:xfrm>
        </p:grpSpPr>
        <p:sp>
          <p:nvSpPr>
            <p:cNvPr id="13837" name="Google Shape;13837;p6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3" name="Google Shape;13843;p67"/>
          <p:cNvGrpSpPr/>
          <p:nvPr/>
        </p:nvGrpSpPr>
        <p:grpSpPr>
          <a:xfrm>
            <a:off x="1309875" y="1324462"/>
            <a:ext cx="359015" cy="358633"/>
            <a:chOff x="1309875" y="1499912"/>
            <a:chExt cx="359015" cy="358633"/>
          </a:xfrm>
        </p:grpSpPr>
        <p:sp>
          <p:nvSpPr>
            <p:cNvPr id="13844" name="Google Shape;13844;p6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3" name="Google Shape;13853;p67"/>
          <p:cNvGrpSpPr/>
          <p:nvPr/>
        </p:nvGrpSpPr>
        <p:grpSpPr>
          <a:xfrm>
            <a:off x="2219466" y="1324843"/>
            <a:ext cx="330613" cy="359015"/>
            <a:chOff x="2219466" y="1500293"/>
            <a:chExt cx="330613" cy="359015"/>
          </a:xfrm>
        </p:grpSpPr>
        <p:sp>
          <p:nvSpPr>
            <p:cNvPr id="13854" name="Google Shape;13854;p6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6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6" name="Google Shape;13856;p67"/>
          <p:cNvGrpSpPr/>
          <p:nvPr/>
        </p:nvGrpSpPr>
        <p:grpSpPr>
          <a:xfrm>
            <a:off x="5343544" y="1333908"/>
            <a:ext cx="244676" cy="351095"/>
            <a:chOff x="5343544" y="1509358"/>
            <a:chExt cx="244676" cy="351095"/>
          </a:xfrm>
        </p:grpSpPr>
        <p:sp>
          <p:nvSpPr>
            <p:cNvPr id="13857" name="Google Shape;13857;p6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0" name="Google Shape;13860;p67"/>
          <p:cNvGrpSpPr/>
          <p:nvPr/>
        </p:nvGrpSpPr>
        <p:grpSpPr>
          <a:xfrm>
            <a:off x="4882340" y="1333908"/>
            <a:ext cx="246171" cy="351095"/>
            <a:chOff x="4882340" y="1509358"/>
            <a:chExt cx="246171" cy="351095"/>
          </a:xfrm>
        </p:grpSpPr>
        <p:sp>
          <p:nvSpPr>
            <p:cNvPr id="13861" name="Google Shape;13861;p6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67"/>
          <p:cNvGrpSpPr/>
          <p:nvPr/>
        </p:nvGrpSpPr>
        <p:grpSpPr>
          <a:xfrm>
            <a:off x="6273204" y="1333558"/>
            <a:ext cx="236343" cy="351445"/>
            <a:chOff x="6273204" y="1509008"/>
            <a:chExt cx="236343" cy="351445"/>
          </a:xfrm>
        </p:grpSpPr>
        <p:sp>
          <p:nvSpPr>
            <p:cNvPr id="13867" name="Google Shape;13867;p6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9" name="Google Shape;13869;p6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0" name="Google Shape;13870;p67"/>
          <p:cNvGrpSpPr/>
          <p:nvPr/>
        </p:nvGrpSpPr>
        <p:grpSpPr>
          <a:xfrm>
            <a:off x="7219530" y="1332794"/>
            <a:ext cx="191625" cy="352209"/>
            <a:chOff x="7219530" y="1508244"/>
            <a:chExt cx="191625" cy="352209"/>
          </a:xfrm>
        </p:grpSpPr>
        <p:sp>
          <p:nvSpPr>
            <p:cNvPr id="13871" name="Google Shape;13871;p6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3" name="Google Shape;13873;p67"/>
          <p:cNvGrpSpPr/>
          <p:nvPr/>
        </p:nvGrpSpPr>
        <p:grpSpPr>
          <a:xfrm>
            <a:off x="7699309" y="1333176"/>
            <a:ext cx="154922" cy="351827"/>
            <a:chOff x="7699309" y="1508626"/>
            <a:chExt cx="154922" cy="351827"/>
          </a:xfrm>
        </p:grpSpPr>
        <p:sp>
          <p:nvSpPr>
            <p:cNvPr id="13874" name="Google Shape;13874;p6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6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6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1" name="Google Shape;13881;p67"/>
          <p:cNvGrpSpPr/>
          <p:nvPr/>
        </p:nvGrpSpPr>
        <p:grpSpPr>
          <a:xfrm>
            <a:off x="8161690" y="1333558"/>
            <a:ext cx="153396" cy="351064"/>
            <a:chOff x="8161690" y="1509008"/>
            <a:chExt cx="153396" cy="351064"/>
          </a:xfrm>
        </p:grpSpPr>
        <p:sp>
          <p:nvSpPr>
            <p:cNvPr id="13882" name="Google Shape;13882;p6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6" name="Google Shape;13886;p67"/>
          <p:cNvGrpSpPr/>
          <p:nvPr/>
        </p:nvGrpSpPr>
        <p:grpSpPr>
          <a:xfrm>
            <a:off x="6746940" y="1333431"/>
            <a:ext cx="213221" cy="352304"/>
            <a:chOff x="6746940" y="1508881"/>
            <a:chExt cx="213221" cy="352304"/>
          </a:xfrm>
        </p:grpSpPr>
        <p:sp>
          <p:nvSpPr>
            <p:cNvPr id="13887" name="Google Shape;13887;p6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6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67"/>
          <p:cNvGrpSpPr/>
          <p:nvPr/>
        </p:nvGrpSpPr>
        <p:grpSpPr>
          <a:xfrm>
            <a:off x="5770336" y="1832165"/>
            <a:ext cx="350682" cy="292097"/>
            <a:chOff x="5770336" y="2007615"/>
            <a:chExt cx="350682" cy="292097"/>
          </a:xfrm>
        </p:grpSpPr>
        <p:sp>
          <p:nvSpPr>
            <p:cNvPr id="13892" name="Google Shape;13892;p6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6" name="Google Shape;13896;p67"/>
          <p:cNvGrpSpPr/>
          <p:nvPr/>
        </p:nvGrpSpPr>
        <p:grpSpPr>
          <a:xfrm>
            <a:off x="5326878" y="1804908"/>
            <a:ext cx="350332" cy="346229"/>
            <a:chOff x="5326878" y="1980358"/>
            <a:chExt cx="350332" cy="346229"/>
          </a:xfrm>
        </p:grpSpPr>
        <p:sp>
          <p:nvSpPr>
            <p:cNvPr id="13897" name="Google Shape;13897;p6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01" name="Google Shape;13901;p6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02" name="Google Shape;13902;p67"/>
          <p:cNvGrpSpPr/>
          <p:nvPr/>
        </p:nvGrpSpPr>
        <p:grpSpPr>
          <a:xfrm>
            <a:off x="4883835" y="1817121"/>
            <a:ext cx="350300" cy="323043"/>
            <a:chOff x="4883835" y="1992571"/>
            <a:chExt cx="350300" cy="323043"/>
          </a:xfrm>
        </p:grpSpPr>
        <p:sp>
          <p:nvSpPr>
            <p:cNvPr id="13903" name="Google Shape;13903;p6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9" name="Google Shape;13909;p67"/>
          <p:cNvGrpSpPr/>
          <p:nvPr/>
        </p:nvGrpSpPr>
        <p:grpSpPr>
          <a:xfrm>
            <a:off x="7548967" y="1803477"/>
            <a:ext cx="333285" cy="349950"/>
            <a:chOff x="7548967" y="1978927"/>
            <a:chExt cx="333285" cy="349950"/>
          </a:xfrm>
        </p:grpSpPr>
        <p:sp>
          <p:nvSpPr>
            <p:cNvPr id="13910" name="Google Shape;13910;p6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7" name="Google Shape;13917;p67"/>
          <p:cNvGrpSpPr/>
          <p:nvPr/>
        </p:nvGrpSpPr>
        <p:grpSpPr>
          <a:xfrm>
            <a:off x="6214142" y="1803477"/>
            <a:ext cx="346515" cy="350300"/>
            <a:chOff x="6214142" y="1978927"/>
            <a:chExt cx="346515" cy="350300"/>
          </a:xfrm>
        </p:grpSpPr>
        <p:sp>
          <p:nvSpPr>
            <p:cNvPr id="13918" name="Google Shape;13918;p6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0" name="Google Shape;13920;p67"/>
          <p:cNvGrpSpPr/>
          <p:nvPr/>
        </p:nvGrpSpPr>
        <p:grpSpPr>
          <a:xfrm>
            <a:off x="7105923" y="1803095"/>
            <a:ext cx="333285" cy="350682"/>
            <a:chOff x="7105923" y="1978545"/>
            <a:chExt cx="333285" cy="350682"/>
          </a:xfrm>
        </p:grpSpPr>
        <p:sp>
          <p:nvSpPr>
            <p:cNvPr id="13921" name="Google Shape;13921;p6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28" name="Google Shape;13928;p6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6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0" name="Google Shape;13930;p67"/>
          <p:cNvGrpSpPr/>
          <p:nvPr/>
        </p:nvGrpSpPr>
        <p:grpSpPr>
          <a:xfrm>
            <a:off x="3616406" y="2246902"/>
            <a:ext cx="203393" cy="351827"/>
            <a:chOff x="3616406" y="2422352"/>
            <a:chExt cx="203393" cy="351827"/>
          </a:xfrm>
        </p:grpSpPr>
        <p:sp>
          <p:nvSpPr>
            <p:cNvPr id="13931" name="Google Shape;13931;p6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3" name="Google Shape;13933;p67"/>
          <p:cNvGrpSpPr/>
          <p:nvPr/>
        </p:nvGrpSpPr>
        <p:grpSpPr>
          <a:xfrm>
            <a:off x="878187" y="2246520"/>
            <a:ext cx="272696" cy="351827"/>
            <a:chOff x="913012" y="2421970"/>
            <a:chExt cx="272696" cy="351827"/>
          </a:xfrm>
        </p:grpSpPr>
        <p:sp>
          <p:nvSpPr>
            <p:cNvPr id="13934" name="Google Shape;13934;p6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8" name="Google Shape;13938;p67"/>
          <p:cNvGrpSpPr/>
          <p:nvPr/>
        </p:nvGrpSpPr>
        <p:grpSpPr>
          <a:xfrm>
            <a:off x="2274743" y="2246902"/>
            <a:ext cx="255649" cy="351445"/>
            <a:chOff x="2274743" y="2422352"/>
            <a:chExt cx="255649" cy="351445"/>
          </a:xfrm>
        </p:grpSpPr>
        <p:sp>
          <p:nvSpPr>
            <p:cNvPr id="13939" name="Google Shape;13939;p6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2" name="Google Shape;13942;p67"/>
          <p:cNvGrpSpPr/>
          <p:nvPr/>
        </p:nvGrpSpPr>
        <p:grpSpPr>
          <a:xfrm>
            <a:off x="2708723" y="2245789"/>
            <a:ext cx="246552" cy="352558"/>
            <a:chOff x="2708723" y="2421239"/>
            <a:chExt cx="246552" cy="352558"/>
          </a:xfrm>
        </p:grpSpPr>
        <p:sp>
          <p:nvSpPr>
            <p:cNvPr id="13943" name="Google Shape;13943;p6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5" name="Google Shape;13945;p67"/>
          <p:cNvGrpSpPr/>
          <p:nvPr/>
        </p:nvGrpSpPr>
        <p:grpSpPr>
          <a:xfrm>
            <a:off x="1835485" y="2246902"/>
            <a:ext cx="259433" cy="350714"/>
            <a:chOff x="1835485" y="2422352"/>
            <a:chExt cx="259433" cy="350714"/>
          </a:xfrm>
        </p:grpSpPr>
        <p:sp>
          <p:nvSpPr>
            <p:cNvPr id="13946" name="Google Shape;13946;p6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3" name="Google Shape;13953;p67"/>
          <p:cNvGrpSpPr/>
          <p:nvPr/>
        </p:nvGrpSpPr>
        <p:grpSpPr>
          <a:xfrm>
            <a:off x="3150240" y="2246902"/>
            <a:ext cx="212489" cy="351445"/>
            <a:chOff x="3150240" y="2422352"/>
            <a:chExt cx="212489" cy="351445"/>
          </a:xfrm>
        </p:grpSpPr>
        <p:sp>
          <p:nvSpPr>
            <p:cNvPr id="13954" name="Google Shape;13954;p6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67"/>
          <p:cNvGrpSpPr/>
          <p:nvPr/>
        </p:nvGrpSpPr>
        <p:grpSpPr>
          <a:xfrm>
            <a:off x="1367060" y="2246679"/>
            <a:ext cx="269261" cy="352050"/>
            <a:chOff x="1367060" y="2422129"/>
            <a:chExt cx="269261" cy="352050"/>
          </a:xfrm>
        </p:grpSpPr>
        <p:sp>
          <p:nvSpPr>
            <p:cNvPr id="13957" name="Google Shape;13957;p6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6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6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71" name="Google Shape;13971;p6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2" name="Google Shape;13972;p67"/>
          <p:cNvGrpSpPr/>
          <p:nvPr/>
        </p:nvGrpSpPr>
        <p:grpSpPr>
          <a:xfrm>
            <a:off x="4882690" y="2249955"/>
            <a:ext cx="274573" cy="350682"/>
            <a:chOff x="4882690" y="2425405"/>
            <a:chExt cx="274573" cy="350682"/>
          </a:xfrm>
        </p:grpSpPr>
        <p:sp>
          <p:nvSpPr>
            <p:cNvPr id="13973" name="Google Shape;13973;p6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6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5" name="Google Shape;13975;p67"/>
          <p:cNvGrpSpPr/>
          <p:nvPr/>
        </p:nvGrpSpPr>
        <p:grpSpPr>
          <a:xfrm>
            <a:off x="6627639" y="2268434"/>
            <a:ext cx="355993" cy="313247"/>
            <a:chOff x="6627639" y="2443884"/>
            <a:chExt cx="355993" cy="313247"/>
          </a:xfrm>
        </p:grpSpPr>
        <p:sp>
          <p:nvSpPr>
            <p:cNvPr id="13976" name="Google Shape;13976;p6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9" name="Google Shape;13979;p67"/>
          <p:cNvGrpSpPr/>
          <p:nvPr/>
        </p:nvGrpSpPr>
        <p:grpSpPr>
          <a:xfrm>
            <a:off x="6183451" y="2286690"/>
            <a:ext cx="351445" cy="277976"/>
            <a:chOff x="6183451" y="2462140"/>
            <a:chExt cx="351445" cy="277976"/>
          </a:xfrm>
        </p:grpSpPr>
        <p:sp>
          <p:nvSpPr>
            <p:cNvPr id="13980" name="Google Shape;13980;p6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6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6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6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7" name="Google Shape;13987;p67"/>
          <p:cNvGrpSpPr/>
          <p:nvPr/>
        </p:nvGrpSpPr>
        <p:grpSpPr>
          <a:xfrm>
            <a:off x="5735477" y="2254408"/>
            <a:ext cx="353354" cy="341299"/>
            <a:chOff x="5735477" y="2429858"/>
            <a:chExt cx="353354" cy="341299"/>
          </a:xfrm>
        </p:grpSpPr>
        <p:sp>
          <p:nvSpPr>
            <p:cNvPr id="13988" name="Google Shape;13988;p6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6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67"/>
          <p:cNvGrpSpPr/>
          <p:nvPr/>
        </p:nvGrpSpPr>
        <p:grpSpPr>
          <a:xfrm>
            <a:off x="5243735" y="2271523"/>
            <a:ext cx="405255" cy="275499"/>
            <a:chOff x="5283337" y="2478774"/>
            <a:chExt cx="358633" cy="243913"/>
          </a:xfrm>
        </p:grpSpPr>
        <p:sp>
          <p:nvSpPr>
            <p:cNvPr id="13995" name="Google Shape;13995;p6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6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6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6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2" name="Google Shape;14012;p67"/>
          <p:cNvGrpSpPr/>
          <p:nvPr/>
        </p:nvGrpSpPr>
        <p:grpSpPr>
          <a:xfrm>
            <a:off x="7964753" y="2295373"/>
            <a:ext cx="362068" cy="258670"/>
            <a:chOff x="7964753" y="2470823"/>
            <a:chExt cx="362068" cy="258670"/>
          </a:xfrm>
        </p:grpSpPr>
        <p:sp>
          <p:nvSpPr>
            <p:cNvPr id="14013" name="Google Shape;14013;p6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6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6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2" name="Google Shape;14022;p67"/>
          <p:cNvGrpSpPr/>
          <p:nvPr/>
        </p:nvGrpSpPr>
        <p:grpSpPr>
          <a:xfrm>
            <a:off x="7524349" y="2280997"/>
            <a:ext cx="350332" cy="288948"/>
            <a:chOff x="7524349" y="2456447"/>
            <a:chExt cx="350332" cy="288948"/>
          </a:xfrm>
        </p:grpSpPr>
        <p:sp>
          <p:nvSpPr>
            <p:cNvPr id="14023" name="Google Shape;14023;p6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8" name="Google Shape;14028;p67"/>
          <p:cNvGrpSpPr/>
          <p:nvPr/>
        </p:nvGrpSpPr>
        <p:grpSpPr>
          <a:xfrm>
            <a:off x="3972749" y="2718761"/>
            <a:ext cx="355230" cy="356725"/>
            <a:chOff x="3972749" y="2894211"/>
            <a:chExt cx="355230" cy="356725"/>
          </a:xfrm>
        </p:grpSpPr>
        <p:sp>
          <p:nvSpPr>
            <p:cNvPr id="14029" name="Google Shape;14029;p6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6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67"/>
          <p:cNvGrpSpPr/>
          <p:nvPr/>
        </p:nvGrpSpPr>
        <p:grpSpPr>
          <a:xfrm>
            <a:off x="3527797" y="2743346"/>
            <a:ext cx="355993" cy="307904"/>
            <a:chOff x="3527797" y="2918796"/>
            <a:chExt cx="355993" cy="307904"/>
          </a:xfrm>
        </p:grpSpPr>
        <p:sp>
          <p:nvSpPr>
            <p:cNvPr id="14035" name="Google Shape;14035;p6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6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6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6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5" name="Google Shape;14045;p67"/>
          <p:cNvGrpSpPr/>
          <p:nvPr/>
        </p:nvGrpSpPr>
        <p:grpSpPr>
          <a:xfrm>
            <a:off x="3082845" y="2745509"/>
            <a:ext cx="356375" cy="302338"/>
            <a:chOff x="3082845" y="2920959"/>
            <a:chExt cx="356375" cy="302338"/>
          </a:xfrm>
        </p:grpSpPr>
        <p:sp>
          <p:nvSpPr>
            <p:cNvPr id="14046" name="Google Shape;14046;p6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8" name="Google Shape;14048;p67"/>
          <p:cNvGrpSpPr/>
          <p:nvPr/>
        </p:nvGrpSpPr>
        <p:grpSpPr>
          <a:xfrm>
            <a:off x="2639038" y="2719492"/>
            <a:ext cx="355612" cy="355612"/>
            <a:chOff x="2639038" y="2894942"/>
            <a:chExt cx="355612" cy="355612"/>
          </a:xfrm>
        </p:grpSpPr>
        <p:sp>
          <p:nvSpPr>
            <p:cNvPr id="14049" name="Google Shape;14049;p6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1" name="Google Shape;14051;p67"/>
          <p:cNvGrpSpPr/>
          <p:nvPr/>
        </p:nvGrpSpPr>
        <p:grpSpPr>
          <a:xfrm>
            <a:off x="2194468" y="2763415"/>
            <a:ext cx="355993" cy="267766"/>
            <a:chOff x="2194468" y="2938865"/>
            <a:chExt cx="355993" cy="267766"/>
          </a:xfrm>
        </p:grpSpPr>
        <p:sp>
          <p:nvSpPr>
            <p:cNvPr id="14052" name="Google Shape;14052;p6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6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67"/>
          <p:cNvGrpSpPr/>
          <p:nvPr/>
        </p:nvGrpSpPr>
        <p:grpSpPr>
          <a:xfrm>
            <a:off x="1749897" y="2719111"/>
            <a:ext cx="355993" cy="355612"/>
            <a:chOff x="1749897" y="2894561"/>
            <a:chExt cx="355993" cy="355612"/>
          </a:xfrm>
        </p:grpSpPr>
        <p:sp>
          <p:nvSpPr>
            <p:cNvPr id="14073" name="Google Shape;14073;p6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6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4" name="Google Shape;14084;p67"/>
          <p:cNvGrpSpPr/>
          <p:nvPr/>
        </p:nvGrpSpPr>
        <p:grpSpPr>
          <a:xfrm>
            <a:off x="1305327" y="2718761"/>
            <a:ext cx="357520" cy="357488"/>
            <a:chOff x="1305327" y="2894211"/>
            <a:chExt cx="357520" cy="357488"/>
          </a:xfrm>
        </p:grpSpPr>
        <p:sp>
          <p:nvSpPr>
            <p:cNvPr id="14085" name="Google Shape;14085;p6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67"/>
          <p:cNvGrpSpPr/>
          <p:nvPr/>
        </p:nvGrpSpPr>
        <p:grpSpPr>
          <a:xfrm>
            <a:off x="853950" y="2719270"/>
            <a:ext cx="364104" cy="353290"/>
            <a:chOff x="853950" y="2894720"/>
            <a:chExt cx="364104" cy="353290"/>
          </a:xfrm>
        </p:grpSpPr>
        <p:sp>
          <p:nvSpPr>
            <p:cNvPr id="14091" name="Google Shape;14091;p6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8" name="Google Shape;14098;p67"/>
          <p:cNvGrpSpPr/>
          <p:nvPr/>
        </p:nvGrpSpPr>
        <p:grpSpPr>
          <a:xfrm>
            <a:off x="7066548" y="2737144"/>
            <a:ext cx="352209" cy="334938"/>
            <a:chOff x="7066548" y="2912594"/>
            <a:chExt cx="352209" cy="334938"/>
          </a:xfrm>
        </p:grpSpPr>
        <p:sp>
          <p:nvSpPr>
            <p:cNvPr id="14099" name="Google Shape;14099;p6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05" name="Google Shape;14105;p6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07" name="Google Shape;14107;p67"/>
          <p:cNvGrpSpPr/>
          <p:nvPr/>
        </p:nvGrpSpPr>
        <p:grpSpPr>
          <a:xfrm>
            <a:off x="7541397" y="2729352"/>
            <a:ext cx="318495" cy="352209"/>
            <a:chOff x="7541397" y="2904802"/>
            <a:chExt cx="318495" cy="352209"/>
          </a:xfrm>
        </p:grpSpPr>
        <p:sp>
          <p:nvSpPr>
            <p:cNvPr id="14108" name="Google Shape;14108;p6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0" name="Google Shape;14110;p67"/>
          <p:cNvGrpSpPr/>
          <p:nvPr/>
        </p:nvGrpSpPr>
        <p:grpSpPr>
          <a:xfrm>
            <a:off x="8003015" y="2728589"/>
            <a:ext cx="306759" cy="351445"/>
            <a:chOff x="8003015" y="2904039"/>
            <a:chExt cx="306759" cy="351445"/>
          </a:xfrm>
        </p:grpSpPr>
        <p:sp>
          <p:nvSpPr>
            <p:cNvPr id="14111" name="Google Shape;14111;p6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6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6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67"/>
          <p:cNvGrpSpPr/>
          <p:nvPr/>
        </p:nvGrpSpPr>
        <p:grpSpPr>
          <a:xfrm>
            <a:off x="5687770" y="2710046"/>
            <a:ext cx="369638" cy="369606"/>
            <a:chOff x="5687770" y="2885496"/>
            <a:chExt cx="369638" cy="369606"/>
          </a:xfrm>
        </p:grpSpPr>
        <p:sp>
          <p:nvSpPr>
            <p:cNvPr id="14118" name="Google Shape;14118;p6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6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6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6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6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8" name="Google Shape;14128;p67"/>
          <p:cNvGrpSpPr/>
          <p:nvPr/>
        </p:nvGrpSpPr>
        <p:grpSpPr>
          <a:xfrm>
            <a:off x="4881958" y="2729352"/>
            <a:ext cx="156417" cy="349537"/>
            <a:chOff x="4881958" y="2904802"/>
            <a:chExt cx="156417" cy="349537"/>
          </a:xfrm>
        </p:grpSpPr>
        <p:sp>
          <p:nvSpPr>
            <p:cNvPr id="14129" name="Google Shape;14129;p6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6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6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67"/>
          <p:cNvGrpSpPr/>
          <p:nvPr/>
        </p:nvGrpSpPr>
        <p:grpSpPr>
          <a:xfrm>
            <a:off x="5230318" y="2711064"/>
            <a:ext cx="371133" cy="367443"/>
            <a:chOff x="5230318" y="2886514"/>
            <a:chExt cx="371133" cy="367443"/>
          </a:xfrm>
        </p:grpSpPr>
        <p:sp>
          <p:nvSpPr>
            <p:cNvPr id="14137" name="Google Shape;14137;p6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6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6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6" name="Google Shape;14146;p67"/>
          <p:cNvGrpSpPr/>
          <p:nvPr/>
        </p:nvGrpSpPr>
        <p:grpSpPr>
          <a:xfrm>
            <a:off x="5748358" y="3259128"/>
            <a:ext cx="352590" cy="182561"/>
            <a:chOff x="5748358" y="3434578"/>
            <a:chExt cx="352590" cy="182561"/>
          </a:xfrm>
        </p:grpSpPr>
        <p:sp>
          <p:nvSpPr>
            <p:cNvPr id="14147" name="Google Shape;14147;p6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3" name="Google Shape;14153;p67"/>
          <p:cNvGrpSpPr/>
          <p:nvPr/>
        </p:nvGrpSpPr>
        <p:grpSpPr>
          <a:xfrm>
            <a:off x="862283" y="4099321"/>
            <a:ext cx="341204" cy="359301"/>
            <a:chOff x="862283" y="4274771"/>
            <a:chExt cx="341204" cy="359301"/>
          </a:xfrm>
        </p:grpSpPr>
        <p:sp>
          <p:nvSpPr>
            <p:cNvPr id="14154" name="Google Shape;14154;p6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67"/>
          <p:cNvGrpSpPr/>
          <p:nvPr/>
        </p:nvGrpSpPr>
        <p:grpSpPr>
          <a:xfrm>
            <a:off x="1396957" y="4111915"/>
            <a:ext cx="301861" cy="332871"/>
            <a:chOff x="1396957" y="4287365"/>
            <a:chExt cx="301861" cy="332871"/>
          </a:xfrm>
        </p:grpSpPr>
        <p:sp>
          <p:nvSpPr>
            <p:cNvPr id="14158" name="Google Shape;14158;p6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6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6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6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3" name="Google Shape;14173;p67"/>
          <p:cNvGrpSpPr/>
          <p:nvPr/>
        </p:nvGrpSpPr>
        <p:grpSpPr>
          <a:xfrm>
            <a:off x="1865381" y="4102056"/>
            <a:ext cx="396131" cy="355612"/>
            <a:chOff x="1865381" y="4277506"/>
            <a:chExt cx="396131" cy="355612"/>
          </a:xfrm>
        </p:grpSpPr>
        <p:sp>
          <p:nvSpPr>
            <p:cNvPr id="14174" name="Google Shape;14174;p6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6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6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6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0" name="Google Shape;14180;p67"/>
          <p:cNvGrpSpPr/>
          <p:nvPr/>
        </p:nvGrpSpPr>
        <p:grpSpPr>
          <a:xfrm>
            <a:off x="2411823" y="4128549"/>
            <a:ext cx="334398" cy="299953"/>
            <a:chOff x="2411823" y="4303999"/>
            <a:chExt cx="334398" cy="299953"/>
          </a:xfrm>
        </p:grpSpPr>
        <p:sp>
          <p:nvSpPr>
            <p:cNvPr id="14181" name="Google Shape;14181;p6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8" name="Google Shape;14188;p67"/>
          <p:cNvGrpSpPr/>
          <p:nvPr/>
        </p:nvGrpSpPr>
        <p:grpSpPr>
          <a:xfrm>
            <a:off x="2903337" y="4103582"/>
            <a:ext cx="382519" cy="350682"/>
            <a:chOff x="2903337" y="4279032"/>
            <a:chExt cx="382519" cy="350682"/>
          </a:xfrm>
        </p:grpSpPr>
        <p:sp>
          <p:nvSpPr>
            <p:cNvPr id="14189" name="Google Shape;14189;p6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67"/>
          <p:cNvGrpSpPr/>
          <p:nvPr/>
        </p:nvGrpSpPr>
        <p:grpSpPr>
          <a:xfrm>
            <a:off x="3933342" y="4140317"/>
            <a:ext cx="383632" cy="276449"/>
            <a:chOff x="3933342" y="4315767"/>
            <a:chExt cx="383632" cy="276449"/>
          </a:xfrm>
        </p:grpSpPr>
        <p:sp>
          <p:nvSpPr>
            <p:cNvPr id="14205" name="Google Shape;14205;p6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1" name="Google Shape;14211;p67"/>
          <p:cNvGrpSpPr/>
          <p:nvPr/>
        </p:nvGrpSpPr>
        <p:grpSpPr>
          <a:xfrm>
            <a:off x="3441065" y="4127055"/>
            <a:ext cx="337069" cy="302593"/>
            <a:chOff x="3441065" y="4302505"/>
            <a:chExt cx="337069" cy="302593"/>
          </a:xfrm>
        </p:grpSpPr>
        <p:sp>
          <p:nvSpPr>
            <p:cNvPr id="14212" name="Google Shape;14212;p6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5" name="Google Shape;14225;p67"/>
          <p:cNvGrpSpPr/>
          <p:nvPr/>
        </p:nvGrpSpPr>
        <p:grpSpPr>
          <a:xfrm>
            <a:off x="3532345" y="3187185"/>
            <a:ext cx="339328" cy="336274"/>
            <a:chOff x="3532345" y="3362635"/>
            <a:chExt cx="339328" cy="336274"/>
          </a:xfrm>
        </p:grpSpPr>
        <p:sp>
          <p:nvSpPr>
            <p:cNvPr id="14226" name="Google Shape;14226;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1" name="Google Shape;14231;p6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2" name="Google Shape;14232;p67"/>
          <p:cNvGrpSpPr/>
          <p:nvPr/>
        </p:nvGrpSpPr>
        <p:grpSpPr>
          <a:xfrm>
            <a:off x="1883955" y="3633250"/>
            <a:ext cx="162873" cy="351445"/>
            <a:chOff x="1883955" y="3808700"/>
            <a:chExt cx="162873" cy="351445"/>
          </a:xfrm>
        </p:grpSpPr>
        <p:sp>
          <p:nvSpPr>
            <p:cNvPr id="14233" name="Google Shape;14233;p6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67"/>
          <p:cNvGrpSpPr/>
          <p:nvPr/>
        </p:nvGrpSpPr>
        <p:grpSpPr>
          <a:xfrm>
            <a:off x="939156" y="3633759"/>
            <a:ext cx="192007" cy="351318"/>
            <a:chOff x="939156" y="3809209"/>
            <a:chExt cx="192007" cy="351318"/>
          </a:xfrm>
        </p:grpSpPr>
        <p:sp>
          <p:nvSpPr>
            <p:cNvPr id="14236" name="Google Shape;14236;p6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67"/>
          <p:cNvGrpSpPr/>
          <p:nvPr/>
        </p:nvGrpSpPr>
        <p:grpSpPr>
          <a:xfrm>
            <a:off x="2306167" y="3634395"/>
            <a:ext cx="193915" cy="349155"/>
            <a:chOff x="2306167" y="3809845"/>
            <a:chExt cx="193915" cy="349155"/>
          </a:xfrm>
        </p:grpSpPr>
        <p:sp>
          <p:nvSpPr>
            <p:cNvPr id="14239" name="Google Shape;14239;p6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6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6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6" name="Google Shape;14246;p67"/>
          <p:cNvGrpSpPr/>
          <p:nvPr/>
        </p:nvGrpSpPr>
        <p:grpSpPr>
          <a:xfrm>
            <a:off x="1323901" y="3631723"/>
            <a:ext cx="356343" cy="356757"/>
            <a:chOff x="1323901" y="3807173"/>
            <a:chExt cx="356343" cy="356757"/>
          </a:xfrm>
        </p:grpSpPr>
        <p:sp>
          <p:nvSpPr>
            <p:cNvPr id="14247" name="Google Shape;14247;p6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1" name="Google Shape;14271;p6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72" name="Google Shape;14272;p67"/>
          <p:cNvGrpSpPr/>
          <p:nvPr/>
        </p:nvGrpSpPr>
        <p:grpSpPr>
          <a:xfrm>
            <a:off x="859262" y="3178470"/>
            <a:ext cx="306759" cy="351445"/>
            <a:chOff x="859262" y="3353920"/>
            <a:chExt cx="306759" cy="351445"/>
          </a:xfrm>
        </p:grpSpPr>
        <p:sp>
          <p:nvSpPr>
            <p:cNvPr id="14273" name="Google Shape;14273;p6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6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8" name="Google Shape;14278;p6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79" name="Google Shape;14279;p67"/>
          <p:cNvGrpSpPr/>
          <p:nvPr/>
        </p:nvGrpSpPr>
        <p:grpSpPr>
          <a:xfrm>
            <a:off x="3967437" y="3661652"/>
            <a:ext cx="364708" cy="295405"/>
            <a:chOff x="3967437" y="3837102"/>
            <a:chExt cx="364708" cy="295405"/>
          </a:xfrm>
        </p:grpSpPr>
        <p:sp>
          <p:nvSpPr>
            <p:cNvPr id="14280" name="Google Shape;14280;p6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6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5" name="Google Shape;14285;p6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8" name="Google Shape;14288;p67"/>
          <p:cNvGrpSpPr/>
          <p:nvPr/>
        </p:nvGrpSpPr>
        <p:grpSpPr>
          <a:xfrm>
            <a:off x="5811827" y="3631001"/>
            <a:ext cx="283743" cy="308444"/>
            <a:chOff x="5964227" y="3858701"/>
            <a:chExt cx="283743" cy="308444"/>
          </a:xfrm>
        </p:grpSpPr>
        <p:sp>
          <p:nvSpPr>
            <p:cNvPr id="14289" name="Google Shape;14289;p6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3" name="Google Shape;14293;p67"/>
          <p:cNvGrpSpPr/>
          <p:nvPr/>
        </p:nvGrpSpPr>
        <p:grpSpPr>
          <a:xfrm>
            <a:off x="6243508" y="3697623"/>
            <a:ext cx="320372" cy="213602"/>
            <a:chOff x="6395908" y="3873073"/>
            <a:chExt cx="320372" cy="213602"/>
          </a:xfrm>
        </p:grpSpPr>
        <p:sp>
          <p:nvSpPr>
            <p:cNvPr id="14294" name="Google Shape;14294;p6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4" name="Google Shape;14304;p67"/>
          <p:cNvGrpSpPr/>
          <p:nvPr/>
        </p:nvGrpSpPr>
        <p:grpSpPr>
          <a:xfrm>
            <a:off x="7262890" y="3627366"/>
            <a:ext cx="357138" cy="352018"/>
            <a:chOff x="7415290" y="3802816"/>
            <a:chExt cx="357138" cy="352018"/>
          </a:xfrm>
        </p:grpSpPr>
        <p:sp>
          <p:nvSpPr>
            <p:cNvPr id="14305" name="Google Shape;14305;p6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6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6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3" name="Google Shape;14313;p67"/>
          <p:cNvGrpSpPr/>
          <p:nvPr/>
        </p:nvGrpSpPr>
        <p:grpSpPr>
          <a:xfrm>
            <a:off x="6737312" y="3657963"/>
            <a:ext cx="355230" cy="293401"/>
            <a:chOff x="6889712" y="3833413"/>
            <a:chExt cx="355230" cy="293401"/>
          </a:xfrm>
        </p:grpSpPr>
        <p:sp>
          <p:nvSpPr>
            <p:cNvPr id="14314" name="Google Shape;14314;p6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9" name="Google Shape;14319;p67"/>
          <p:cNvGrpSpPr/>
          <p:nvPr/>
        </p:nvGrpSpPr>
        <p:grpSpPr>
          <a:xfrm>
            <a:off x="7707152" y="3660420"/>
            <a:ext cx="282318" cy="337168"/>
            <a:chOff x="1635875" y="237775"/>
            <a:chExt cx="4370250" cy="5219325"/>
          </a:xfrm>
        </p:grpSpPr>
        <p:sp>
          <p:nvSpPr>
            <p:cNvPr id="14320" name="Google Shape;14320;p6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67"/>
          <p:cNvGrpSpPr/>
          <p:nvPr/>
        </p:nvGrpSpPr>
        <p:grpSpPr>
          <a:xfrm>
            <a:off x="3103963" y="3185690"/>
            <a:ext cx="297886" cy="337578"/>
            <a:chOff x="3103963" y="3361140"/>
            <a:chExt cx="297886" cy="337578"/>
          </a:xfrm>
        </p:grpSpPr>
        <p:sp>
          <p:nvSpPr>
            <p:cNvPr id="14323" name="Google Shape;14323;p6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6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7" name="Google Shape;14347;p67"/>
          <p:cNvGrpSpPr/>
          <p:nvPr/>
        </p:nvGrpSpPr>
        <p:grpSpPr>
          <a:xfrm>
            <a:off x="2667821" y="3185658"/>
            <a:ext cx="273046" cy="337801"/>
            <a:chOff x="2667821" y="3361108"/>
            <a:chExt cx="273046" cy="337801"/>
          </a:xfrm>
        </p:grpSpPr>
        <p:sp>
          <p:nvSpPr>
            <p:cNvPr id="14348" name="Google Shape;14348;p6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7" name="Google Shape;14367;p67"/>
          <p:cNvGrpSpPr/>
          <p:nvPr/>
        </p:nvGrpSpPr>
        <p:grpSpPr>
          <a:xfrm>
            <a:off x="2212469" y="3184863"/>
            <a:ext cx="282715" cy="338660"/>
            <a:chOff x="2212469" y="3360313"/>
            <a:chExt cx="282715" cy="338660"/>
          </a:xfrm>
        </p:grpSpPr>
        <p:sp>
          <p:nvSpPr>
            <p:cNvPr id="14368" name="Google Shape;14368;p6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6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67"/>
          <p:cNvGrpSpPr/>
          <p:nvPr/>
        </p:nvGrpSpPr>
        <p:grpSpPr>
          <a:xfrm>
            <a:off x="1768821" y="3185658"/>
            <a:ext cx="278739" cy="339073"/>
            <a:chOff x="1768821" y="3361108"/>
            <a:chExt cx="278739" cy="339073"/>
          </a:xfrm>
        </p:grpSpPr>
        <p:sp>
          <p:nvSpPr>
            <p:cNvPr id="14372" name="Google Shape;14372;p6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3" name="Google Shape;14383;p67"/>
          <p:cNvGrpSpPr/>
          <p:nvPr/>
        </p:nvGrpSpPr>
        <p:grpSpPr>
          <a:xfrm>
            <a:off x="5337883" y="3161423"/>
            <a:ext cx="307141" cy="376826"/>
            <a:chOff x="5337883" y="3336873"/>
            <a:chExt cx="307141" cy="376826"/>
          </a:xfrm>
        </p:grpSpPr>
        <p:sp>
          <p:nvSpPr>
            <p:cNvPr id="14384" name="Google Shape;14384;p6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6" name="Google Shape;14386;p67"/>
          <p:cNvGrpSpPr/>
          <p:nvPr/>
        </p:nvGrpSpPr>
        <p:grpSpPr>
          <a:xfrm>
            <a:off x="4883835" y="3161805"/>
            <a:ext cx="323425" cy="377557"/>
            <a:chOff x="4883835" y="3337255"/>
            <a:chExt cx="323425" cy="377557"/>
          </a:xfrm>
        </p:grpSpPr>
        <p:sp>
          <p:nvSpPr>
            <p:cNvPr id="14387" name="Google Shape;14387;p6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0" name="Google Shape;14390;p67"/>
          <p:cNvGrpSpPr/>
          <p:nvPr/>
        </p:nvGrpSpPr>
        <p:grpSpPr>
          <a:xfrm>
            <a:off x="6193310" y="3231839"/>
            <a:ext cx="352590" cy="237488"/>
            <a:chOff x="6193310" y="3407289"/>
            <a:chExt cx="352590" cy="237488"/>
          </a:xfrm>
        </p:grpSpPr>
        <p:sp>
          <p:nvSpPr>
            <p:cNvPr id="14391" name="Google Shape;14391;p6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6" name="Google Shape;14396;p67"/>
          <p:cNvGrpSpPr/>
          <p:nvPr/>
        </p:nvGrpSpPr>
        <p:grpSpPr>
          <a:xfrm>
            <a:off x="6637117" y="3222393"/>
            <a:ext cx="353735" cy="254504"/>
            <a:chOff x="6637117" y="3397843"/>
            <a:chExt cx="353735" cy="254504"/>
          </a:xfrm>
        </p:grpSpPr>
        <p:sp>
          <p:nvSpPr>
            <p:cNvPr id="14397" name="Google Shape;14397;p6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3" name="Google Shape;14403;p67"/>
          <p:cNvGrpSpPr/>
          <p:nvPr/>
        </p:nvGrpSpPr>
        <p:grpSpPr>
          <a:xfrm>
            <a:off x="7075994" y="3174081"/>
            <a:ext cx="360637" cy="352336"/>
            <a:chOff x="7075994" y="3349531"/>
            <a:chExt cx="360637" cy="352336"/>
          </a:xfrm>
        </p:grpSpPr>
        <p:sp>
          <p:nvSpPr>
            <p:cNvPr id="14404" name="Google Shape;14404;p6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1" name="Google Shape;14411;p67"/>
          <p:cNvGrpSpPr/>
          <p:nvPr/>
        </p:nvGrpSpPr>
        <p:grpSpPr>
          <a:xfrm>
            <a:off x="7651983" y="3173731"/>
            <a:ext cx="107183" cy="352399"/>
            <a:chOff x="7651983" y="3349181"/>
            <a:chExt cx="107183" cy="352399"/>
          </a:xfrm>
        </p:grpSpPr>
        <p:sp>
          <p:nvSpPr>
            <p:cNvPr id="14412" name="Google Shape;14412;p6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67"/>
          <p:cNvGrpSpPr/>
          <p:nvPr/>
        </p:nvGrpSpPr>
        <p:grpSpPr>
          <a:xfrm>
            <a:off x="7973468" y="3206872"/>
            <a:ext cx="352590" cy="287072"/>
            <a:chOff x="7973468" y="3382322"/>
            <a:chExt cx="352590" cy="287072"/>
          </a:xfrm>
        </p:grpSpPr>
        <p:sp>
          <p:nvSpPr>
            <p:cNvPr id="14415" name="Google Shape;14415;p6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6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7" name="Google Shape;14427;p6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428" name="Google Shape;14428;p6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432"/>
        <p:cNvGrpSpPr/>
        <p:nvPr/>
      </p:nvGrpSpPr>
      <p:grpSpPr>
        <a:xfrm>
          <a:off x="0" y="0"/>
          <a:ext cx="0" cy="0"/>
          <a:chOff x="0" y="0"/>
          <a:chExt cx="0" cy="0"/>
        </a:xfrm>
      </p:grpSpPr>
      <p:grpSp>
        <p:nvGrpSpPr>
          <p:cNvPr id="14433" name="Google Shape;14433;p68"/>
          <p:cNvGrpSpPr/>
          <p:nvPr/>
        </p:nvGrpSpPr>
        <p:grpSpPr>
          <a:xfrm>
            <a:off x="849677" y="1576858"/>
            <a:ext cx="347872" cy="347488"/>
            <a:chOff x="849677" y="1500658"/>
            <a:chExt cx="347872" cy="347488"/>
          </a:xfrm>
        </p:grpSpPr>
        <p:sp>
          <p:nvSpPr>
            <p:cNvPr id="14434" name="Google Shape;14434;p6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0" name="Google Shape;14440;p68"/>
          <p:cNvGrpSpPr/>
          <p:nvPr/>
        </p:nvGrpSpPr>
        <p:grpSpPr>
          <a:xfrm>
            <a:off x="1415853" y="1576858"/>
            <a:ext cx="315872" cy="347488"/>
            <a:chOff x="1415853" y="1500658"/>
            <a:chExt cx="315872" cy="347488"/>
          </a:xfrm>
        </p:grpSpPr>
        <p:sp>
          <p:nvSpPr>
            <p:cNvPr id="14441" name="Google Shape;14441;p6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6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5" name="Google Shape;14445;p68"/>
          <p:cNvGrpSpPr/>
          <p:nvPr/>
        </p:nvGrpSpPr>
        <p:grpSpPr>
          <a:xfrm>
            <a:off x="4697389" y="1576858"/>
            <a:ext cx="347520" cy="347104"/>
            <a:chOff x="4697389" y="1500658"/>
            <a:chExt cx="347520" cy="347104"/>
          </a:xfrm>
        </p:grpSpPr>
        <p:sp>
          <p:nvSpPr>
            <p:cNvPr id="14446" name="Google Shape;14446;p6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68"/>
          <p:cNvGrpSpPr/>
          <p:nvPr/>
        </p:nvGrpSpPr>
        <p:grpSpPr>
          <a:xfrm>
            <a:off x="3603533" y="2041146"/>
            <a:ext cx="347520" cy="353760"/>
            <a:chOff x="3603533" y="1964946"/>
            <a:chExt cx="347520" cy="353760"/>
          </a:xfrm>
        </p:grpSpPr>
        <p:sp>
          <p:nvSpPr>
            <p:cNvPr id="14450" name="Google Shape;14450;p6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3" name="Google Shape;14453;p68"/>
          <p:cNvGrpSpPr/>
          <p:nvPr/>
        </p:nvGrpSpPr>
        <p:grpSpPr>
          <a:xfrm>
            <a:off x="1950765" y="2040538"/>
            <a:ext cx="357792" cy="352448"/>
            <a:chOff x="1950765" y="1964338"/>
            <a:chExt cx="357792" cy="352448"/>
          </a:xfrm>
        </p:grpSpPr>
        <p:sp>
          <p:nvSpPr>
            <p:cNvPr id="14454" name="Google Shape;14454;p6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8" name="Google Shape;14458;p68"/>
          <p:cNvGrpSpPr/>
          <p:nvPr/>
        </p:nvGrpSpPr>
        <p:grpSpPr>
          <a:xfrm>
            <a:off x="7435629" y="2040890"/>
            <a:ext cx="367712" cy="353248"/>
            <a:chOff x="7435629" y="1964690"/>
            <a:chExt cx="367712" cy="353248"/>
          </a:xfrm>
        </p:grpSpPr>
        <p:sp>
          <p:nvSpPr>
            <p:cNvPr id="14459" name="Google Shape;14459;p6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6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6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3" name="Google Shape;14463;p68"/>
          <p:cNvGrpSpPr/>
          <p:nvPr/>
        </p:nvGrpSpPr>
        <p:grpSpPr>
          <a:xfrm>
            <a:off x="2512749" y="2041242"/>
            <a:ext cx="333024" cy="352896"/>
            <a:chOff x="2512749" y="1965042"/>
            <a:chExt cx="333024" cy="352896"/>
          </a:xfrm>
        </p:grpSpPr>
        <p:sp>
          <p:nvSpPr>
            <p:cNvPr id="14464" name="Google Shape;14464;p6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9" name="Google Shape;14469;p68"/>
          <p:cNvGrpSpPr/>
          <p:nvPr/>
        </p:nvGrpSpPr>
        <p:grpSpPr>
          <a:xfrm>
            <a:off x="1398317" y="2057978"/>
            <a:ext cx="365792" cy="335392"/>
            <a:chOff x="1398317" y="1981778"/>
            <a:chExt cx="365792" cy="335392"/>
          </a:xfrm>
        </p:grpSpPr>
        <p:sp>
          <p:nvSpPr>
            <p:cNvPr id="14470" name="Google Shape;14470;p6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6" name="Google Shape;14476;p68"/>
          <p:cNvGrpSpPr/>
          <p:nvPr/>
        </p:nvGrpSpPr>
        <p:grpSpPr>
          <a:xfrm>
            <a:off x="3052237" y="2079770"/>
            <a:ext cx="353600" cy="314752"/>
            <a:chOff x="3052237" y="2003570"/>
            <a:chExt cx="353600" cy="314752"/>
          </a:xfrm>
        </p:grpSpPr>
        <p:sp>
          <p:nvSpPr>
            <p:cNvPr id="14477" name="Google Shape;14477;p6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0" name="Google Shape;14480;p68"/>
          <p:cNvGrpSpPr/>
          <p:nvPr/>
        </p:nvGrpSpPr>
        <p:grpSpPr>
          <a:xfrm>
            <a:off x="1404013" y="3034266"/>
            <a:ext cx="368096" cy="223968"/>
            <a:chOff x="1404013" y="2958066"/>
            <a:chExt cx="368096" cy="223968"/>
          </a:xfrm>
        </p:grpSpPr>
        <p:sp>
          <p:nvSpPr>
            <p:cNvPr id="14481" name="Google Shape;14481;p6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83" name="Google Shape;14483;p6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85" name="Google Shape;14485;p68"/>
          <p:cNvGrpSpPr/>
          <p:nvPr/>
        </p:nvGrpSpPr>
        <p:grpSpPr>
          <a:xfrm>
            <a:off x="1951149" y="2961402"/>
            <a:ext cx="370368" cy="367328"/>
            <a:chOff x="1951149" y="2885202"/>
            <a:chExt cx="370368" cy="367328"/>
          </a:xfrm>
        </p:grpSpPr>
        <p:sp>
          <p:nvSpPr>
            <p:cNvPr id="14486" name="Google Shape;14486;p6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9" name="Google Shape;14489;p68"/>
          <p:cNvGrpSpPr/>
          <p:nvPr/>
        </p:nvGrpSpPr>
        <p:grpSpPr>
          <a:xfrm>
            <a:off x="2501677" y="2982362"/>
            <a:ext cx="367328" cy="327296"/>
            <a:chOff x="2501677" y="2906162"/>
            <a:chExt cx="367328" cy="327296"/>
          </a:xfrm>
        </p:grpSpPr>
        <p:sp>
          <p:nvSpPr>
            <p:cNvPr id="14490" name="Google Shape;14490;p6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6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6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3" name="Google Shape;14493;p6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4" name="Google Shape;14494;p68"/>
          <p:cNvGrpSpPr/>
          <p:nvPr/>
        </p:nvGrpSpPr>
        <p:grpSpPr>
          <a:xfrm>
            <a:off x="3050317" y="2969914"/>
            <a:ext cx="367712" cy="354240"/>
            <a:chOff x="3050317" y="2893714"/>
            <a:chExt cx="367712" cy="354240"/>
          </a:xfrm>
        </p:grpSpPr>
        <p:sp>
          <p:nvSpPr>
            <p:cNvPr id="14495" name="Google Shape;14495;p6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7" name="Google Shape;14497;p6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9" name="Google Shape;14499;p68"/>
          <p:cNvGrpSpPr/>
          <p:nvPr/>
        </p:nvGrpSpPr>
        <p:grpSpPr>
          <a:xfrm>
            <a:off x="7531277" y="2962554"/>
            <a:ext cx="185184" cy="367296"/>
            <a:chOff x="7531277" y="2886354"/>
            <a:chExt cx="185184" cy="367296"/>
          </a:xfrm>
        </p:grpSpPr>
        <p:sp>
          <p:nvSpPr>
            <p:cNvPr id="14500" name="Google Shape;14500;p6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6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6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3" name="Google Shape;14503;p68"/>
          <p:cNvGrpSpPr/>
          <p:nvPr/>
        </p:nvGrpSpPr>
        <p:grpSpPr>
          <a:xfrm>
            <a:off x="6926637" y="2962938"/>
            <a:ext cx="297184" cy="367296"/>
            <a:chOff x="6926637" y="2886738"/>
            <a:chExt cx="297184" cy="367296"/>
          </a:xfrm>
        </p:grpSpPr>
        <p:sp>
          <p:nvSpPr>
            <p:cNvPr id="14504" name="Google Shape;14504;p6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07" name="Google Shape;14507;p6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6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9" name="Google Shape;14509;p68"/>
          <p:cNvGrpSpPr/>
          <p:nvPr/>
        </p:nvGrpSpPr>
        <p:grpSpPr>
          <a:xfrm>
            <a:off x="6340653" y="2962554"/>
            <a:ext cx="370368" cy="368064"/>
            <a:chOff x="6340653" y="2886354"/>
            <a:chExt cx="370368" cy="368064"/>
          </a:xfrm>
        </p:grpSpPr>
        <p:sp>
          <p:nvSpPr>
            <p:cNvPr id="14510" name="Google Shape;14510;p6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6" name="Google Shape;14516;p68"/>
          <p:cNvGrpSpPr/>
          <p:nvPr/>
        </p:nvGrpSpPr>
        <p:grpSpPr>
          <a:xfrm>
            <a:off x="5246797" y="2057626"/>
            <a:ext cx="354752" cy="336512"/>
            <a:chOff x="5246797" y="1981426"/>
            <a:chExt cx="354752" cy="336512"/>
          </a:xfrm>
        </p:grpSpPr>
        <p:sp>
          <p:nvSpPr>
            <p:cNvPr id="14517" name="Google Shape;14517;p6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9" name="Google Shape;14519;p68"/>
          <p:cNvGrpSpPr/>
          <p:nvPr/>
        </p:nvGrpSpPr>
        <p:grpSpPr>
          <a:xfrm>
            <a:off x="4148749" y="2178266"/>
            <a:ext cx="355136" cy="216256"/>
            <a:chOff x="4148749" y="2102066"/>
            <a:chExt cx="355136" cy="216256"/>
          </a:xfrm>
        </p:grpSpPr>
        <p:sp>
          <p:nvSpPr>
            <p:cNvPr id="14520" name="Google Shape;14520;p6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6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68"/>
          <p:cNvGrpSpPr/>
          <p:nvPr/>
        </p:nvGrpSpPr>
        <p:grpSpPr>
          <a:xfrm>
            <a:off x="5794669" y="2077626"/>
            <a:ext cx="354752" cy="315360"/>
            <a:chOff x="5794669" y="2001426"/>
            <a:chExt cx="354752" cy="315360"/>
          </a:xfrm>
        </p:grpSpPr>
        <p:sp>
          <p:nvSpPr>
            <p:cNvPr id="14523" name="Google Shape;14523;p6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5" name="Google Shape;14525;p68"/>
          <p:cNvGrpSpPr/>
          <p:nvPr/>
        </p:nvGrpSpPr>
        <p:grpSpPr>
          <a:xfrm>
            <a:off x="6345229" y="2106042"/>
            <a:ext cx="352832" cy="289216"/>
            <a:chOff x="6345229" y="2029842"/>
            <a:chExt cx="352832" cy="289216"/>
          </a:xfrm>
        </p:grpSpPr>
        <p:sp>
          <p:nvSpPr>
            <p:cNvPr id="14526" name="Google Shape;14526;p6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68"/>
          <p:cNvGrpSpPr/>
          <p:nvPr/>
        </p:nvGrpSpPr>
        <p:grpSpPr>
          <a:xfrm>
            <a:off x="4697389" y="2112538"/>
            <a:ext cx="354752" cy="281984"/>
            <a:chOff x="4697389" y="2036338"/>
            <a:chExt cx="354752" cy="281984"/>
          </a:xfrm>
        </p:grpSpPr>
        <p:sp>
          <p:nvSpPr>
            <p:cNvPr id="14529" name="Google Shape;14529;p6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1" name="Google Shape;14531;p68"/>
          <p:cNvGrpSpPr/>
          <p:nvPr/>
        </p:nvGrpSpPr>
        <p:grpSpPr>
          <a:xfrm>
            <a:off x="1404013" y="2500954"/>
            <a:ext cx="353600" cy="354944"/>
            <a:chOff x="1404013" y="2424754"/>
            <a:chExt cx="353600" cy="354944"/>
          </a:xfrm>
        </p:grpSpPr>
        <p:sp>
          <p:nvSpPr>
            <p:cNvPr id="14532" name="Google Shape;14532;p6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68"/>
          <p:cNvGrpSpPr/>
          <p:nvPr/>
        </p:nvGrpSpPr>
        <p:grpSpPr>
          <a:xfrm>
            <a:off x="854253" y="2504474"/>
            <a:ext cx="355104" cy="351040"/>
            <a:chOff x="854253" y="2428274"/>
            <a:chExt cx="355104" cy="351040"/>
          </a:xfrm>
        </p:grpSpPr>
        <p:sp>
          <p:nvSpPr>
            <p:cNvPr id="14538" name="Google Shape;14538;p6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0" name="Google Shape;14540;p68"/>
          <p:cNvGrpSpPr/>
          <p:nvPr/>
        </p:nvGrpSpPr>
        <p:grpSpPr>
          <a:xfrm>
            <a:off x="6896909" y="2517146"/>
            <a:ext cx="354752" cy="275904"/>
            <a:chOff x="6896909" y="2440946"/>
            <a:chExt cx="354752" cy="275904"/>
          </a:xfrm>
        </p:grpSpPr>
        <p:sp>
          <p:nvSpPr>
            <p:cNvPr id="14541" name="Google Shape;14541;p6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6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3" name="Google Shape;14543;p6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4" name="Google Shape;14544;p68"/>
          <p:cNvGrpSpPr/>
          <p:nvPr/>
        </p:nvGrpSpPr>
        <p:grpSpPr>
          <a:xfrm>
            <a:off x="5265069" y="2500954"/>
            <a:ext cx="321984" cy="354560"/>
            <a:chOff x="5265069" y="2424754"/>
            <a:chExt cx="321984" cy="354560"/>
          </a:xfrm>
        </p:grpSpPr>
        <p:sp>
          <p:nvSpPr>
            <p:cNvPr id="14545" name="Google Shape;14545;p6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68"/>
          <p:cNvGrpSpPr/>
          <p:nvPr/>
        </p:nvGrpSpPr>
        <p:grpSpPr>
          <a:xfrm>
            <a:off x="4150669" y="2542970"/>
            <a:ext cx="355104" cy="259584"/>
            <a:chOff x="4150669" y="2466770"/>
            <a:chExt cx="355104" cy="259584"/>
          </a:xfrm>
        </p:grpSpPr>
        <p:sp>
          <p:nvSpPr>
            <p:cNvPr id="14548" name="Google Shape;14548;p6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68"/>
          <p:cNvGrpSpPr/>
          <p:nvPr/>
        </p:nvGrpSpPr>
        <p:grpSpPr>
          <a:xfrm>
            <a:off x="4699693" y="2501146"/>
            <a:ext cx="354336" cy="353984"/>
            <a:chOff x="4699693" y="2424946"/>
            <a:chExt cx="354336" cy="353984"/>
          </a:xfrm>
        </p:grpSpPr>
        <p:sp>
          <p:nvSpPr>
            <p:cNvPr id="14553" name="Google Shape;14553;p6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6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7" name="Google Shape;14557;p68"/>
          <p:cNvGrpSpPr/>
          <p:nvPr/>
        </p:nvGrpSpPr>
        <p:grpSpPr>
          <a:xfrm>
            <a:off x="1953037" y="2628442"/>
            <a:ext cx="355136" cy="227072"/>
            <a:chOff x="1953037" y="2552242"/>
            <a:chExt cx="355136" cy="227072"/>
          </a:xfrm>
        </p:grpSpPr>
        <p:sp>
          <p:nvSpPr>
            <p:cNvPr id="14558" name="Google Shape;14558;p6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0" name="Google Shape;14560;p6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61" name="Google Shape;14561;p68"/>
          <p:cNvGrpSpPr/>
          <p:nvPr/>
        </p:nvGrpSpPr>
        <p:grpSpPr>
          <a:xfrm>
            <a:off x="2500941" y="2603418"/>
            <a:ext cx="355104" cy="250944"/>
            <a:chOff x="2500941" y="2527218"/>
            <a:chExt cx="355104" cy="250944"/>
          </a:xfrm>
        </p:grpSpPr>
        <p:sp>
          <p:nvSpPr>
            <p:cNvPr id="14562" name="Google Shape;14562;p6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7" name="Google Shape;14567;p6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68" name="Google Shape;14568;p68"/>
          <p:cNvGrpSpPr/>
          <p:nvPr/>
        </p:nvGrpSpPr>
        <p:grpSpPr>
          <a:xfrm>
            <a:off x="7993805" y="2503322"/>
            <a:ext cx="356256" cy="351808"/>
            <a:chOff x="7993805" y="2427122"/>
            <a:chExt cx="356256" cy="351808"/>
          </a:xfrm>
        </p:grpSpPr>
        <p:sp>
          <p:nvSpPr>
            <p:cNvPr id="14569" name="Google Shape;14569;p6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6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2" name="Google Shape;14572;p68"/>
          <p:cNvGrpSpPr/>
          <p:nvPr/>
        </p:nvGrpSpPr>
        <p:grpSpPr>
          <a:xfrm>
            <a:off x="878637" y="2041210"/>
            <a:ext cx="308640" cy="353312"/>
            <a:chOff x="878637" y="1965010"/>
            <a:chExt cx="308640" cy="353312"/>
          </a:xfrm>
        </p:grpSpPr>
        <p:sp>
          <p:nvSpPr>
            <p:cNvPr id="14573" name="Google Shape;14573;p6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6" name="Google Shape;14576;p68"/>
          <p:cNvGrpSpPr/>
          <p:nvPr/>
        </p:nvGrpSpPr>
        <p:grpSpPr>
          <a:xfrm>
            <a:off x="6896141" y="2040922"/>
            <a:ext cx="348256" cy="352448"/>
            <a:chOff x="6896141" y="1964722"/>
            <a:chExt cx="348256" cy="352448"/>
          </a:xfrm>
        </p:grpSpPr>
        <p:sp>
          <p:nvSpPr>
            <p:cNvPr id="14577" name="Google Shape;14577;p6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68"/>
          <p:cNvGrpSpPr/>
          <p:nvPr/>
        </p:nvGrpSpPr>
        <p:grpSpPr>
          <a:xfrm>
            <a:off x="7989997" y="2091578"/>
            <a:ext cx="355136" cy="303328"/>
            <a:chOff x="7989997" y="2015378"/>
            <a:chExt cx="355136" cy="303328"/>
          </a:xfrm>
        </p:grpSpPr>
        <p:sp>
          <p:nvSpPr>
            <p:cNvPr id="14581" name="Google Shape;14581;p6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4" name="Google Shape;14584;p68"/>
          <p:cNvGrpSpPr/>
          <p:nvPr/>
        </p:nvGrpSpPr>
        <p:grpSpPr>
          <a:xfrm>
            <a:off x="3598221" y="1585562"/>
            <a:ext cx="348640" cy="330784"/>
            <a:chOff x="3598221" y="1509362"/>
            <a:chExt cx="348640" cy="330784"/>
          </a:xfrm>
        </p:grpSpPr>
        <p:sp>
          <p:nvSpPr>
            <p:cNvPr id="14585" name="Google Shape;14585;p6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9" name="Google Shape;14589;p68"/>
          <p:cNvGrpSpPr/>
          <p:nvPr/>
        </p:nvGrpSpPr>
        <p:grpSpPr>
          <a:xfrm>
            <a:off x="5246797" y="1576858"/>
            <a:ext cx="347872" cy="347488"/>
            <a:chOff x="5246797" y="1500658"/>
            <a:chExt cx="347872" cy="347488"/>
          </a:xfrm>
        </p:grpSpPr>
        <p:sp>
          <p:nvSpPr>
            <p:cNvPr id="14590" name="Google Shape;14590;p6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4" name="Google Shape;14594;p68"/>
          <p:cNvGrpSpPr/>
          <p:nvPr/>
        </p:nvGrpSpPr>
        <p:grpSpPr>
          <a:xfrm>
            <a:off x="5796589" y="1576858"/>
            <a:ext cx="349024" cy="346752"/>
            <a:chOff x="5796589" y="1500658"/>
            <a:chExt cx="349024" cy="346752"/>
          </a:xfrm>
        </p:grpSpPr>
        <p:sp>
          <p:nvSpPr>
            <p:cNvPr id="14595" name="Google Shape;14595;p6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96" name="Google Shape;14596;p68"/>
            <p:cNvGrpSpPr/>
            <p:nvPr/>
          </p:nvGrpSpPr>
          <p:grpSpPr>
            <a:xfrm>
              <a:off x="5796589" y="1500658"/>
              <a:ext cx="349024" cy="346752"/>
              <a:chOff x="5796589" y="1500658"/>
              <a:chExt cx="349024" cy="346752"/>
            </a:xfrm>
          </p:grpSpPr>
          <p:sp>
            <p:nvSpPr>
              <p:cNvPr id="14597" name="Google Shape;14597;p6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6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01" name="Google Shape;14601;p68"/>
          <p:cNvGrpSpPr/>
          <p:nvPr/>
        </p:nvGrpSpPr>
        <p:grpSpPr>
          <a:xfrm>
            <a:off x="6895373" y="1578778"/>
            <a:ext cx="348640" cy="343296"/>
            <a:chOff x="6895373" y="1502578"/>
            <a:chExt cx="348640" cy="343296"/>
          </a:xfrm>
        </p:grpSpPr>
        <p:sp>
          <p:nvSpPr>
            <p:cNvPr id="14602" name="Google Shape;14602;p6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68"/>
          <p:cNvGrpSpPr/>
          <p:nvPr/>
        </p:nvGrpSpPr>
        <p:grpSpPr>
          <a:xfrm>
            <a:off x="4147597" y="1581658"/>
            <a:ext cx="347904" cy="336992"/>
            <a:chOff x="4147597" y="1505458"/>
            <a:chExt cx="347904" cy="336992"/>
          </a:xfrm>
        </p:grpSpPr>
        <p:sp>
          <p:nvSpPr>
            <p:cNvPr id="14606" name="Google Shape;14606;p6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3" name="Google Shape;14613;p68"/>
          <p:cNvGrpSpPr/>
          <p:nvPr/>
        </p:nvGrpSpPr>
        <p:grpSpPr>
          <a:xfrm>
            <a:off x="2499405" y="1576090"/>
            <a:ext cx="347488" cy="348256"/>
            <a:chOff x="2499405" y="1499890"/>
            <a:chExt cx="347488" cy="348256"/>
          </a:xfrm>
        </p:grpSpPr>
        <p:sp>
          <p:nvSpPr>
            <p:cNvPr id="14614" name="Google Shape;14614;p6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9" name="Google Shape;14619;p68"/>
          <p:cNvGrpSpPr/>
          <p:nvPr/>
        </p:nvGrpSpPr>
        <p:grpSpPr>
          <a:xfrm>
            <a:off x="1956845" y="1576698"/>
            <a:ext cx="331520" cy="348032"/>
            <a:chOff x="1956845" y="1500498"/>
            <a:chExt cx="331520" cy="348032"/>
          </a:xfrm>
        </p:grpSpPr>
        <p:sp>
          <p:nvSpPr>
            <p:cNvPr id="14620" name="Google Shape;14620;p6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6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68"/>
          <p:cNvGrpSpPr/>
          <p:nvPr/>
        </p:nvGrpSpPr>
        <p:grpSpPr>
          <a:xfrm>
            <a:off x="6345613" y="1626074"/>
            <a:ext cx="348640" cy="250656"/>
            <a:chOff x="6345613" y="1549874"/>
            <a:chExt cx="348640" cy="250656"/>
          </a:xfrm>
        </p:grpSpPr>
        <p:sp>
          <p:nvSpPr>
            <p:cNvPr id="14633" name="Google Shape;14633;p6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68"/>
          <p:cNvGrpSpPr/>
          <p:nvPr/>
        </p:nvGrpSpPr>
        <p:grpSpPr>
          <a:xfrm>
            <a:off x="7444781" y="1583226"/>
            <a:ext cx="348640" cy="334272"/>
            <a:chOff x="7444781" y="1507026"/>
            <a:chExt cx="348640" cy="334272"/>
          </a:xfrm>
        </p:grpSpPr>
        <p:sp>
          <p:nvSpPr>
            <p:cNvPr id="14640" name="Google Shape;14640;p6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5" name="Google Shape;14645;p68"/>
          <p:cNvGrpSpPr/>
          <p:nvPr/>
        </p:nvGrpSpPr>
        <p:grpSpPr>
          <a:xfrm>
            <a:off x="7995341" y="1582938"/>
            <a:ext cx="347872" cy="334944"/>
            <a:chOff x="7995341" y="1506738"/>
            <a:chExt cx="347872" cy="334944"/>
          </a:xfrm>
        </p:grpSpPr>
        <p:sp>
          <p:nvSpPr>
            <p:cNvPr id="14646" name="Google Shape;14646;p6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6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6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2" name="Google Shape;14652;p68"/>
          <p:cNvGrpSpPr/>
          <p:nvPr/>
        </p:nvGrpSpPr>
        <p:grpSpPr>
          <a:xfrm>
            <a:off x="3048045" y="1599130"/>
            <a:ext cx="347872" cy="303904"/>
            <a:chOff x="3048045" y="1522930"/>
            <a:chExt cx="347872" cy="303904"/>
          </a:xfrm>
        </p:grpSpPr>
        <p:sp>
          <p:nvSpPr>
            <p:cNvPr id="14653" name="Google Shape;14653;p6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4" name="Google Shape;14654;p68"/>
            <p:cNvGrpSpPr/>
            <p:nvPr/>
          </p:nvGrpSpPr>
          <p:grpSpPr>
            <a:xfrm>
              <a:off x="3048045" y="1522930"/>
              <a:ext cx="347872" cy="303904"/>
              <a:chOff x="3048045" y="1522930"/>
              <a:chExt cx="347872" cy="303904"/>
            </a:xfrm>
          </p:grpSpPr>
          <p:sp>
            <p:nvSpPr>
              <p:cNvPr id="14655" name="Google Shape;14655;p6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57" name="Google Shape;14657;p68"/>
          <p:cNvGrpSpPr/>
          <p:nvPr/>
        </p:nvGrpSpPr>
        <p:grpSpPr>
          <a:xfrm>
            <a:off x="1133133" y="3428122"/>
            <a:ext cx="313984" cy="358560"/>
            <a:chOff x="1133133" y="3351922"/>
            <a:chExt cx="313984" cy="358560"/>
          </a:xfrm>
        </p:grpSpPr>
        <p:sp>
          <p:nvSpPr>
            <p:cNvPr id="14658" name="Google Shape;14658;p6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6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6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6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6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4" name="Google Shape;14674;p6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75" name="Google Shape;14675;p68"/>
          <p:cNvGrpSpPr/>
          <p:nvPr/>
        </p:nvGrpSpPr>
        <p:grpSpPr>
          <a:xfrm>
            <a:off x="2795053" y="3428794"/>
            <a:ext cx="288448" cy="357120"/>
            <a:chOff x="2795053" y="3352594"/>
            <a:chExt cx="288448" cy="357120"/>
          </a:xfrm>
        </p:grpSpPr>
        <p:sp>
          <p:nvSpPr>
            <p:cNvPr id="14676" name="Google Shape;14676;p6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6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6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6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5" name="Google Shape;14685;p68"/>
          <p:cNvGrpSpPr/>
          <p:nvPr/>
        </p:nvGrpSpPr>
        <p:grpSpPr>
          <a:xfrm>
            <a:off x="2236525" y="3429402"/>
            <a:ext cx="304832" cy="356512"/>
            <a:chOff x="2236525" y="3353202"/>
            <a:chExt cx="304832" cy="356512"/>
          </a:xfrm>
        </p:grpSpPr>
        <p:sp>
          <p:nvSpPr>
            <p:cNvPr id="14686" name="Google Shape;14686;p6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6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9" name="Google Shape;14689;p68"/>
          <p:cNvGrpSpPr/>
          <p:nvPr/>
        </p:nvGrpSpPr>
        <p:grpSpPr>
          <a:xfrm>
            <a:off x="3910637" y="3428890"/>
            <a:ext cx="256800" cy="357024"/>
            <a:chOff x="3910637" y="3352690"/>
            <a:chExt cx="256800" cy="357024"/>
          </a:xfrm>
        </p:grpSpPr>
        <p:sp>
          <p:nvSpPr>
            <p:cNvPr id="14690" name="Google Shape;14690;p6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3" name="Google Shape;14693;p68"/>
          <p:cNvGrpSpPr/>
          <p:nvPr/>
        </p:nvGrpSpPr>
        <p:grpSpPr>
          <a:xfrm>
            <a:off x="6056429" y="3428122"/>
            <a:ext cx="360064" cy="360096"/>
            <a:chOff x="6056429" y="3351922"/>
            <a:chExt cx="360064" cy="360096"/>
          </a:xfrm>
        </p:grpSpPr>
        <p:sp>
          <p:nvSpPr>
            <p:cNvPr id="14694" name="Google Shape;14694;p6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68"/>
          <p:cNvGrpSpPr/>
          <p:nvPr/>
        </p:nvGrpSpPr>
        <p:grpSpPr>
          <a:xfrm>
            <a:off x="6608877" y="3429274"/>
            <a:ext cx="357408" cy="357408"/>
            <a:chOff x="6608877" y="3353074"/>
            <a:chExt cx="357408" cy="357408"/>
          </a:xfrm>
        </p:grpSpPr>
        <p:sp>
          <p:nvSpPr>
            <p:cNvPr id="14698" name="Google Shape;14698;p6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6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05" name="Google Shape;14705;p6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6" name="Google Shape;14706;p68"/>
          <p:cNvGrpSpPr/>
          <p:nvPr/>
        </p:nvGrpSpPr>
        <p:grpSpPr>
          <a:xfrm>
            <a:off x="3316269" y="3428602"/>
            <a:ext cx="344832" cy="356544"/>
            <a:chOff x="3316269" y="3352402"/>
            <a:chExt cx="344832" cy="356544"/>
          </a:xfrm>
        </p:grpSpPr>
        <p:sp>
          <p:nvSpPr>
            <p:cNvPr id="14707" name="Google Shape;14707;p6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0" name="Google Shape;14710;p6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1" name="Google Shape;14711;p68"/>
          <p:cNvGrpSpPr/>
          <p:nvPr/>
        </p:nvGrpSpPr>
        <p:grpSpPr>
          <a:xfrm>
            <a:off x="4959533" y="3446426"/>
            <a:ext cx="357408" cy="323488"/>
            <a:chOff x="4959533" y="3370226"/>
            <a:chExt cx="357408" cy="323488"/>
          </a:xfrm>
        </p:grpSpPr>
        <p:sp>
          <p:nvSpPr>
            <p:cNvPr id="14712" name="Google Shape;14712;p6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68"/>
          <p:cNvGrpSpPr/>
          <p:nvPr/>
        </p:nvGrpSpPr>
        <p:grpSpPr>
          <a:xfrm>
            <a:off x="7158637" y="3429274"/>
            <a:ext cx="357056" cy="357408"/>
            <a:chOff x="7158637" y="3353074"/>
            <a:chExt cx="357056" cy="357408"/>
          </a:xfrm>
        </p:grpSpPr>
        <p:sp>
          <p:nvSpPr>
            <p:cNvPr id="14715" name="Google Shape;14715;p6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6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68"/>
          <p:cNvGrpSpPr/>
          <p:nvPr/>
        </p:nvGrpSpPr>
        <p:grpSpPr>
          <a:xfrm>
            <a:off x="5508909" y="3447706"/>
            <a:ext cx="358560" cy="319552"/>
            <a:chOff x="5508909" y="3371506"/>
            <a:chExt cx="358560" cy="319552"/>
          </a:xfrm>
        </p:grpSpPr>
        <p:sp>
          <p:nvSpPr>
            <p:cNvPr id="14720" name="Google Shape;14720;p6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30" name="Google Shape;14730;p6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34"/>
        <p:cNvGrpSpPr/>
        <p:nvPr/>
      </p:nvGrpSpPr>
      <p:grpSpPr>
        <a:xfrm>
          <a:off x="0" y="0"/>
          <a:ext cx="0" cy="0"/>
          <a:chOff x="0" y="0"/>
          <a:chExt cx="0" cy="0"/>
        </a:xfrm>
      </p:grpSpPr>
      <p:sp>
        <p:nvSpPr>
          <p:cNvPr id="14735" name="Google Shape;14735;p6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36" name="Google Shape;14736;p69"/>
          <p:cNvGrpSpPr/>
          <p:nvPr/>
        </p:nvGrpSpPr>
        <p:grpSpPr>
          <a:xfrm>
            <a:off x="3051327" y="3893352"/>
            <a:ext cx="346056" cy="345674"/>
            <a:chOff x="3303268" y="3817349"/>
            <a:chExt cx="346056" cy="345674"/>
          </a:xfrm>
        </p:grpSpPr>
        <p:sp>
          <p:nvSpPr>
            <p:cNvPr id="14737" name="Google Shape;14737;p6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69"/>
          <p:cNvGrpSpPr/>
          <p:nvPr/>
        </p:nvGrpSpPr>
        <p:grpSpPr>
          <a:xfrm>
            <a:off x="3500416" y="3893352"/>
            <a:ext cx="346056" cy="345674"/>
            <a:chOff x="3752358" y="3817349"/>
            <a:chExt cx="346056" cy="345674"/>
          </a:xfrm>
        </p:grpSpPr>
        <p:sp>
          <p:nvSpPr>
            <p:cNvPr id="14742" name="Google Shape;14742;p6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6" name="Google Shape;14746;p69"/>
          <p:cNvGrpSpPr/>
          <p:nvPr/>
        </p:nvGrpSpPr>
        <p:grpSpPr>
          <a:xfrm>
            <a:off x="4848066" y="3893352"/>
            <a:ext cx="346024" cy="345674"/>
            <a:chOff x="5100008" y="3817349"/>
            <a:chExt cx="346024" cy="345674"/>
          </a:xfrm>
        </p:grpSpPr>
        <p:sp>
          <p:nvSpPr>
            <p:cNvPr id="14747" name="Google Shape;14747;p6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69"/>
          <p:cNvGrpSpPr/>
          <p:nvPr/>
        </p:nvGrpSpPr>
        <p:grpSpPr>
          <a:xfrm>
            <a:off x="5746977" y="3893352"/>
            <a:ext cx="345674" cy="345674"/>
            <a:chOff x="5998919" y="3817349"/>
            <a:chExt cx="345674" cy="345674"/>
          </a:xfrm>
        </p:grpSpPr>
        <p:sp>
          <p:nvSpPr>
            <p:cNvPr id="14751" name="Google Shape;14751;p6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4" name="Google Shape;14754;p69"/>
          <p:cNvGrpSpPr/>
          <p:nvPr/>
        </p:nvGrpSpPr>
        <p:grpSpPr>
          <a:xfrm>
            <a:off x="3949506" y="3893352"/>
            <a:ext cx="346024" cy="345674"/>
            <a:chOff x="4201447" y="3817349"/>
            <a:chExt cx="346024" cy="345674"/>
          </a:xfrm>
        </p:grpSpPr>
        <p:sp>
          <p:nvSpPr>
            <p:cNvPr id="14755" name="Google Shape;14755;p6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7" name="Google Shape;14757;p69"/>
          <p:cNvGrpSpPr/>
          <p:nvPr/>
        </p:nvGrpSpPr>
        <p:grpSpPr>
          <a:xfrm>
            <a:off x="4398977" y="3893352"/>
            <a:ext cx="346024" cy="345674"/>
            <a:chOff x="4650919" y="3817349"/>
            <a:chExt cx="346024" cy="345674"/>
          </a:xfrm>
        </p:grpSpPr>
        <p:sp>
          <p:nvSpPr>
            <p:cNvPr id="14758" name="Google Shape;14758;p6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6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1" name="Google Shape;14761;p69"/>
          <p:cNvGrpSpPr/>
          <p:nvPr/>
        </p:nvGrpSpPr>
        <p:grpSpPr>
          <a:xfrm>
            <a:off x="5297920" y="3893352"/>
            <a:ext cx="345642" cy="345674"/>
            <a:chOff x="5549861" y="3817349"/>
            <a:chExt cx="345642" cy="345674"/>
          </a:xfrm>
        </p:grpSpPr>
        <p:sp>
          <p:nvSpPr>
            <p:cNvPr id="14762" name="Google Shape;14762;p6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5" name="Google Shape;14765;p69"/>
          <p:cNvGrpSpPr/>
          <p:nvPr/>
        </p:nvGrpSpPr>
        <p:grpSpPr>
          <a:xfrm>
            <a:off x="1306445" y="3474029"/>
            <a:ext cx="367255" cy="269855"/>
            <a:chOff x="1306445" y="3397829"/>
            <a:chExt cx="367255" cy="269855"/>
          </a:xfrm>
        </p:grpSpPr>
        <p:sp>
          <p:nvSpPr>
            <p:cNvPr id="14766" name="Google Shape;14766;p6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2" name="Google Shape;14772;p69"/>
          <p:cNvGrpSpPr/>
          <p:nvPr/>
        </p:nvGrpSpPr>
        <p:grpSpPr>
          <a:xfrm>
            <a:off x="1781317" y="3467600"/>
            <a:ext cx="367255" cy="282364"/>
            <a:chOff x="1781317" y="3391400"/>
            <a:chExt cx="367255" cy="282364"/>
          </a:xfrm>
        </p:grpSpPr>
        <p:sp>
          <p:nvSpPr>
            <p:cNvPr id="14773" name="Google Shape;14773;p6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9" name="Google Shape;14779;p69"/>
          <p:cNvGrpSpPr/>
          <p:nvPr/>
        </p:nvGrpSpPr>
        <p:grpSpPr>
          <a:xfrm>
            <a:off x="3678830" y="3447133"/>
            <a:ext cx="369164" cy="323297"/>
            <a:chOff x="3678830" y="3370933"/>
            <a:chExt cx="369164" cy="323297"/>
          </a:xfrm>
        </p:grpSpPr>
        <p:sp>
          <p:nvSpPr>
            <p:cNvPr id="14780" name="Google Shape;14780;p6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1" name="Google Shape;14791;p69"/>
          <p:cNvGrpSpPr/>
          <p:nvPr/>
        </p:nvGrpSpPr>
        <p:grpSpPr>
          <a:xfrm>
            <a:off x="859265" y="3424375"/>
            <a:ext cx="312316" cy="368400"/>
            <a:chOff x="859265" y="3348175"/>
            <a:chExt cx="312316" cy="368400"/>
          </a:xfrm>
        </p:grpSpPr>
        <p:sp>
          <p:nvSpPr>
            <p:cNvPr id="14792" name="Google Shape;14792;p6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7" name="Google Shape;14797;p6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98" name="Google Shape;14798;p69"/>
          <p:cNvGrpSpPr/>
          <p:nvPr/>
        </p:nvGrpSpPr>
        <p:grpSpPr>
          <a:xfrm>
            <a:off x="2766374" y="3437213"/>
            <a:ext cx="330110" cy="308908"/>
            <a:chOff x="2766264" y="3394042"/>
            <a:chExt cx="294873" cy="275934"/>
          </a:xfrm>
        </p:grpSpPr>
        <p:sp>
          <p:nvSpPr>
            <p:cNvPr id="14799" name="Google Shape;14799;p6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6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6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3" name="Google Shape;14803;p69"/>
          <p:cNvGrpSpPr/>
          <p:nvPr/>
        </p:nvGrpSpPr>
        <p:grpSpPr>
          <a:xfrm>
            <a:off x="3214972" y="3435388"/>
            <a:ext cx="346406" cy="347552"/>
            <a:chOff x="3214972" y="3359188"/>
            <a:chExt cx="346406" cy="347552"/>
          </a:xfrm>
        </p:grpSpPr>
        <p:sp>
          <p:nvSpPr>
            <p:cNvPr id="14804" name="Google Shape;14804;p6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8" name="Google Shape;14818;p69"/>
          <p:cNvGrpSpPr/>
          <p:nvPr/>
        </p:nvGrpSpPr>
        <p:grpSpPr>
          <a:xfrm>
            <a:off x="4629306" y="3485393"/>
            <a:ext cx="367255" cy="244486"/>
            <a:chOff x="4629306" y="3409193"/>
            <a:chExt cx="367255" cy="244486"/>
          </a:xfrm>
        </p:grpSpPr>
        <p:sp>
          <p:nvSpPr>
            <p:cNvPr id="14819" name="Google Shape;14819;p6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6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9" name="Google Shape;14829;p69"/>
          <p:cNvGrpSpPr/>
          <p:nvPr/>
        </p:nvGrpSpPr>
        <p:grpSpPr>
          <a:xfrm>
            <a:off x="4193490" y="3426284"/>
            <a:ext cx="289939" cy="334661"/>
            <a:chOff x="4193490" y="3350084"/>
            <a:chExt cx="289939" cy="334661"/>
          </a:xfrm>
        </p:grpSpPr>
        <p:sp>
          <p:nvSpPr>
            <p:cNvPr id="14830" name="Google Shape;14830;p6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0" name="Google Shape;14840;p69"/>
          <p:cNvGrpSpPr/>
          <p:nvPr/>
        </p:nvGrpSpPr>
        <p:grpSpPr>
          <a:xfrm>
            <a:off x="6533281" y="3427430"/>
            <a:ext cx="357037" cy="357005"/>
            <a:chOff x="6533281" y="3351230"/>
            <a:chExt cx="357037" cy="357005"/>
          </a:xfrm>
        </p:grpSpPr>
        <p:sp>
          <p:nvSpPr>
            <p:cNvPr id="14841" name="Google Shape;14841;p6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6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69"/>
          <p:cNvGrpSpPr/>
          <p:nvPr/>
        </p:nvGrpSpPr>
        <p:grpSpPr>
          <a:xfrm>
            <a:off x="6058441" y="3427430"/>
            <a:ext cx="357387" cy="357005"/>
            <a:chOff x="6058441" y="3351230"/>
            <a:chExt cx="357387" cy="357005"/>
          </a:xfrm>
        </p:grpSpPr>
        <p:sp>
          <p:nvSpPr>
            <p:cNvPr id="14845" name="Google Shape;14845;p6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69"/>
          <p:cNvGrpSpPr/>
          <p:nvPr/>
        </p:nvGrpSpPr>
        <p:grpSpPr>
          <a:xfrm>
            <a:off x="7957483" y="3427048"/>
            <a:ext cx="357387" cy="357387"/>
            <a:chOff x="7957483" y="3350848"/>
            <a:chExt cx="357387" cy="357387"/>
          </a:xfrm>
        </p:grpSpPr>
        <p:sp>
          <p:nvSpPr>
            <p:cNvPr id="14848" name="Google Shape;14848;p6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69"/>
          <p:cNvGrpSpPr/>
          <p:nvPr/>
        </p:nvGrpSpPr>
        <p:grpSpPr>
          <a:xfrm>
            <a:off x="7007771" y="3427430"/>
            <a:ext cx="357387" cy="357005"/>
            <a:chOff x="7007771" y="3351230"/>
            <a:chExt cx="357387" cy="357005"/>
          </a:xfrm>
        </p:grpSpPr>
        <p:sp>
          <p:nvSpPr>
            <p:cNvPr id="14852" name="Google Shape;14852;p6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7" name="Google Shape;14857;p69"/>
          <p:cNvGrpSpPr/>
          <p:nvPr/>
        </p:nvGrpSpPr>
        <p:grpSpPr>
          <a:xfrm>
            <a:off x="5108729" y="3427430"/>
            <a:ext cx="357005" cy="357005"/>
            <a:chOff x="5108729" y="3351230"/>
            <a:chExt cx="357005" cy="357005"/>
          </a:xfrm>
        </p:grpSpPr>
        <p:sp>
          <p:nvSpPr>
            <p:cNvPr id="14858" name="Google Shape;14858;p6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0" name="Google Shape;14860;p69"/>
          <p:cNvGrpSpPr/>
          <p:nvPr/>
        </p:nvGrpSpPr>
        <p:grpSpPr>
          <a:xfrm>
            <a:off x="5583569" y="3427430"/>
            <a:ext cx="357419" cy="357005"/>
            <a:chOff x="5583569" y="3351230"/>
            <a:chExt cx="357419" cy="357005"/>
          </a:xfrm>
        </p:grpSpPr>
        <p:sp>
          <p:nvSpPr>
            <p:cNvPr id="14861" name="Google Shape;14861;p6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69"/>
          <p:cNvGrpSpPr/>
          <p:nvPr/>
        </p:nvGrpSpPr>
        <p:grpSpPr>
          <a:xfrm>
            <a:off x="7482229" y="3427430"/>
            <a:ext cx="357419" cy="357005"/>
            <a:chOff x="7482229" y="3351230"/>
            <a:chExt cx="357419" cy="357005"/>
          </a:xfrm>
        </p:grpSpPr>
        <p:sp>
          <p:nvSpPr>
            <p:cNvPr id="14864" name="Google Shape;14864;p6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6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9" name="Google Shape;14869;p69"/>
          <p:cNvGrpSpPr/>
          <p:nvPr/>
        </p:nvGrpSpPr>
        <p:grpSpPr>
          <a:xfrm>
            <a:off x="3764485" y="2966882"/>
            <a:ext cx="222874" cy="345737"/>
            <a:chOff x="3764485" y="2890682"/>
            <a:chExt cx="222874" cy="345737"/>
          </a:xfrm>
        </p:grpSpPr>
        <p:sp>
          <p:nvSpPr>
            <p:cNvPr id="14870" name="Google Shape;14870;p6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3" name="Google Shape;14873;p69"/>
          <p:cNvGrpSpPr/>
          <p:nvPr/>
        </p:nvGrpSpPr>
        <p:grpSpPr>
          <a:xfrm>
            <a:off x="2238616" y="2984331"/>
            <a:ext cx="422596" cy="310382"/>
            <a:chOff x="2278533" y="2937377"/>
            <a:chExt cx="346788" cy="254704"/>
          </a:xfrm>
        </p:grpSpPr>
        <p:sp>
          <p:nvSpPr>
            <p:cNvPr id="14874" name="Google Shape;14874;p6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6" name="Google Shape;14876;p6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7" name="Google Shape;14877;p69"/>
          <p:cNvGrpSpPr/>
          <p:nvPr/>
        </p:nvGrpSpPr>
        <p:grpSpPr>
          <a:xfrm>
            <a:off x="1836637" y="2967710"/>
            <a:ext cx="286152" cy="346438"/>
            <a:chOff x="1836637" y="2891510"/>
            <a:chExt cx="286152" cy="346438"/>
          </a:xfrm>
        </p:grpSpPr>
        <p:sp>
          <p:nvSpPr>
            <p:cNvPr id="14878" name="Google Shape;14878;p6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1" name="Google Shape;14881;p69"/>
          <p:cNvGrpSpPr/>
          <p:nvPr/>
        </p:nvGrpSpPr>
        <p:grpSpPr>
          <a:xfrm>
            <a:off x="5585861" y="2982129"/>
            <a:ext cx="379764" cy="337684"/>
            <a:chOff x="5585861" y="2905929"/>
            <a:chExt cx="379764" cy="337684"/>
          </a:xfrm>
        </p:grpSpPr>
        <p:sp>
          <p:nvSpPr>
            <p:cNvPr id="14882" name="Google Shape;14882;p6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6" name="Google Shape;14886;p69"/>
          <p:cNvGrpSpPr/>
          <p:nvPr/>
        </p:nvGrpSpPr>
        <p:grpSpPr>
          <a:xfrm>
            <a:off x="1327676" y="2986680"/>
            <a:ext cx="347934" cy="310024"/>
            <a:chOff x="1327676" y="2910480"/>
            <a:chExt cx="347934" cy="310024"/>
          </a:xfrm>
        </p:grpSpPr>
        <p:sp>
          <p:nvSpPr>
            <p:cNvPr id="14887" name="Google Shape;14887;p6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2" name="Google Shape;14892;p6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69"/>
          <p:cNvGrpSpPr/>
          <p:nvPr/>
        </p:nvGrpSpPr>
        <p:grpSpPr>
          <a:xfrm>
            <a:off x="2753401" y="2945764"/>
            <a:ext cx="382828" cy="358601"/>
            <a:chOff x="2753373" y="2902523"/>
            <a:chExt cx="347552" cy="325557"/>
          </a:xfrm>
        </p:grpSpPr>
        <p:sp>
          <p:nvSpPr>
            <p:cNvPr id="14894" name="Google Shape;14894;p6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69"/>
          <p:cNvGrpSpPr/>
          <p:nvPr/>
        </p:nvGrpSpPr>
        <p:grpSpPr>
          <a:xfrm>
            <a:off x="849016" y="2979455"/>
            <a:ext cx="356655" cy="335425"/>
            <a:chOff x="849016" y="2903255"/>
            <a:chExt cx="356655" cy="335425"/>
          </a:xfrm>
        </p:grpSpPr>
        <p:sp>
          <p:nvSpPr>
            <p:cNvPr id="14901" name="Google Shape;14901;p6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6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6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2" name="Google Shape;14912;p69"/>
          <p:cNvGrpSpPr/>
          <p:nvPr/>
        </p:nvGrpSpPr>
        <p:grpSpPr>
          <a:xfrm>
            <a:off x="4210933" y="3002977"/>
            <a:ext cx="280072" cy="275520"/>
            <a:chOff x="4210933" y="2926777"/>
            <a:chExt cx="280072" cy="275520"/>
          </a:xfrm>
        </p:grpSpPr>
        <p:sp>
          <p:nvSpPr>
            <p:cNvPr id="14913" name="Google Shape;14913;p6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6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6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6" name="Google Shape;14926;p69"/>
          <p:cNvGrpSpPr/>
          <p:nvPr/>
        </p:nvGrpSpPr>
        <p:grpSpPr>
          <a:xfrm>
            <a:off x="4667216" y="2991582"/>
            <a:ext cx="320273" cy="318395"/>
            <a:chOff x="4667216" y="2915382"/>
            <a:chExt cx="320273" cy="318395"/>
          </a:xfrm>
        </p:grpSpPr>
        <p:sp>
          <p:nvSpPr>
            <p:cNvPr id="14927" name="Google Shape;14927;p6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69"/>
          <p:cNvGrpSpPr/>
          <p:nvPr/>
        </p:nvGrpSpPr>
        <p:grpSpPr>
          <a:xfrm>
            <a:off x="5170480" y="3010839"/>
            <a:ext cx="261929" cy="280550"/>
            <a:chOff x="5170480" y="2934639"/>
            <a:chExt cx="261929" cy="280550"/>
          </a:xfrm>
        </p:grpSpPr>
        <p:sp>
          <p:nvSpPr>
            <p:cNvPr id="14932" name="Google Shape;14932;p6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9" name="Google Shape;14939;p69"/>
          <p:cNvGrpSpPr/>
          <p:nvPr/>
        </p:nvGrpSpPr>
        <p:grpSpPr>
          <a:xfrm>
            <a:off x="6069423" y="2968091"/>
            <a:ext cx="362321" cy="364231"/>
            <a:chOff x="6069423" y="2891892"/>
            <a:chExt cx="362321" cy="364231"/>
          </a:xfrm>
        </p:grpSpPr>
        <p:sp>
          <p:nvSpPr>
            <p:cNvPr id="14940" name="Google Shape;14940;p6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6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6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69"/>
          <p:cNvGrpSpPr/>
          <p:nvPr/>
        </p:nvGrpSpPr>
        <p:grpSpPr>
          <a:xfrm>
            <a:off x="6571955" y="2995370"/>
            <a:ext cx="308878" cy="311170"/>
            <a:chOff x="6571955" y="2919170"/>
            <a:chExt cx="308878" cy="311170"/>
          </a:xfrm>
        </p:grpSpPr>
        <p:sp>
          <p:nvSpPr>
            <p:cNvPr id="14947" name="Google Shape;14947;p6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7" name="Google Shape;14957;p69"/>
          <p:cNvGrpSpPr/>
          <p:nvPr/>
        </p:nvGrpSpPr>
        <p:grpSpPr>
          <a:xfrm>
            <a:off x="7500054" y="3010935"/>
            <a:ext cx="350576" cy="280454"/>
            <a:chOff x="7500054" y="2934735"/>
            <a:chExt cx="350576" cy="280454"/>
          </a:xfrm>
        </p:grpSpPr>
        <p:sp>
          <p:nvSpPr>
            <p:cNvPr id="14958" name="Google Shape;14958;p6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6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6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6" name="Google Shape;14966;p69"/>
          <p:cNvGrpSpPr/>
          <p:nvPr/>
        </p:nvGrpSpPr>
        <p:grpSpPr>
          <a:xfrm>
            <a:off x="7024430" y="2950862"/>
            <a:ext cx="332012" cy="355454"/>
            <a:chOff x="7055134" y="2919170"/>
            <a:chExt cx="290321" cy="310820"/>
          </a:xfrm>
        </p:grpSpPr>
        <p:sp>
          <p:nvSpPr>
            <p:cNvPr id="14967" name="Google Shape;14967;p6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6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6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1" name="Google Shape;14981;p69"/>
          <p:cNvGrpSpPr/>
          <p:nvPr/>
        </p:nvGrpSpPr>
        <p:grpSpPr>
          <a:xfrm>
            <a:off x="7985143" y="2976813"/>
            <a:ext cx="330109" cy="347552"/>
            <a:chOff x="7985143" y="2900613"/>
            <a:chExt cx="330109" cy="347552"/>
          </a:xfrm>
        </p:grpSpPr>
        <p:sp>
          <p:nvSpPr>
            <p:cNvPr id="14982" name="Google Shape;14982;p6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0" name="Google Shape;14990;p69"/>
          <p:cNvGrpSpPr/>
          <p:nvPr/>
        </p:nvGrpSpPr>
        <p:grpSpPr>
          <a:xfrm>
            <a:off x="7990840" y="2511426"/>
            <a:ext cx="354363" cy="353631"/>
            <a:chOff x="7990840" y="2435226"/>
            <a:chExt cx="354363" cy="353631"/>
          </a:xfrm>
        </p:grpSpPr>
        <p:sp>
          <p:nvSpPr>
            <p:cNvPr id="14991" name="Google Shape;14991;p6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6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6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4" name="Google Shape;14994;p69"/>
          <p:cNvGrpSpPr/>
          <p:nvPr/>
        </p:nvGrpSpPr>
        <p:grpSpPr>
          <a:xfrm>
            <a:off x="1817317" y="2556530"/>
            <a:ext cx="350958" cy="263043"/>
            <a:chOff x="1817317" y="2480330"/>
            <a:chExt cx="350958" cy="263043"/>
          </a:xfrm>
        </p:grpSpPr>
        <p:sp>
          <p:nvSpPr>
            <p:cNvPr id="14995" name="Google Shape;14995;p6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0" name="Google Shape;15000;p69"/>
          <p:cNvGrpSpPr/>
          <p:nvPr/>
        </p:nvGrpSpPr>
        <p:grpSpPr>
          <a:xfrm>
            <a:off x="1341727" y="2559549"/>
            <a:ext cx="419913" cy="308109"/>
            <a:chOff x="1341727" y="2483349"/>
            <a:chExt cx="419913" cy="308109"/>
          </a:xfrm>
        </p:grpSpPr>
        <p:sp>
          <p:nvSpPr>
            <p:cNvPr id="15001" name="Google Shape;15001;p6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4" name="Google Shape;15004;p69"/>
          <p:cNvGrpSpPr/>
          <p:nvPr/>
        </p:nvGrpSpPr>
        <p:grpSpPr>
          <a:xfrm>
            <a:off x="854332" y="2523936"/>
            <a:ext cx="376358" cy="330109"/>
            <a:chOff x="854332" y="2447736"/>
            <a:chExt cx="376358" cy="330109"/>
          </a:xfrm>
        </p:grpSpPr>
        <p:sp>
          <p:nvSpPr>
            <p:cNvPr id="15005" name="Google Shape;15005;p6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3" name="Google Shape;15013;p69"/>
          <p:cNvGrpSpPr/>
          <p:nvPr/>
        </p:nvGrpSpPr>
        <p:grpSpPr>
          <a:xfrm>
            <a:off x="4206763" y="2527151"/>
            <a:ext cx="322151" cy="322374"/>
            <a:chOff x="4206763" y="2450951"/>
            <a:chExt cx="322151" cy="322374"/>
          </a:xfrm>
        </p:grpSpPr>
        <p:sp>
          <p:nvSpPr>
            <p:cNvPr id="15014" name="Google Shape;15014;p6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6" name="Google Shape;15016;p69"/>
          <p:cNvGrpSpPr/>
          <p:nvPr/>
        </p:nvGrpSpPr>
        <p:grpSpPr>
          <a:xfrm>
            <a:off x="7528096" y="2526259"/>
            <a:ext cx="327976" cy="324316"/>
            <a:chOff x="7528096" y="2450059"/>
            <a:chExt cx="327976" cy="324316"/>
          </a:xfrm>
        </p:grpSpPr>
        <p:sp>
          <p:nvSpPr>
            <p:cNvPr id="15017" name="Google Shape;15017;p6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6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69"/>
          <p:cNvGrpSpPr/>
          <p:nvPr/>
        </p:nvGrpSpPr>
        <p:grpSpPr>
          <a:xfrm>
            <a:off x="7077129" y="2588742"/>
            <a:ext cx="282364" cy="198619"/>
            <a:chOff x="7077129" y="2512542"/>
            <a:chExt cx="282364" cy="198619"/>
          </a:xfrm>
        </p:grpSpPr>
        <p:sp>
          <p:nvSpPr>
            <p:cNvPr id="15023" name="Google Shape;15023;p6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9" name="Google Shape;15029;p69"/>
          <p:cNvGrpSpPr/>
          <p:nvPr/>
        </p:nvGrpSpPr>
        <p:grpSpPr>
          <a:xfrm>
            <a:off x="3725461" y="2520912"/>
            <a:ext cx="334279" cy="334661"/>
            <a:chOff x="3725461" y="2444712"/>
            <a:chExt cx="334279" cy="334661"/>
          </a:xfrm>
        </p:grpSpPr>
        <p:sp>
          <p:nvSpPr>
            <p:cNvPr id="15030" name="Google Shape;15030;p6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7" name="Google Shape;15037;p69"/>
          <p:cNvGrpSpPr/>
          <p:nvPr/>
        </p:nvGrpSpPr>
        <p:grpSpPr>
          <a:xfrm>
            <a:off x="6577238" y="2533421"/>
            <a:ext cx="332019" cy="310788"/>
            <a:chOff x="6577238" y="2457221"/>
            <a:chExt cx="332019" cy="310788"/>
          </a:xfrm>
        </p:grpSpPr>
        <p:sp>
          <p:nvSpPr>
            <p:cNvPr id="15038" name="Google Shape;15038;p6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4" name="Google Shape;15044;p69"/>
          <p:cNvGrpSpPr/>
          <p:nvPr/>
        </p:nvGrpSpPr>
        <p:grpSpPr>
          <a:xfrm>
            <a:off x="2818561" y="2515978"/>
            <a:ext cx="247892" cy="346024"/>
            <a:chOff x="2818561" y="2439778"/>
            <a:chExt cx="247892" cy="346024"/>
          </a:xfrm>
        </p:grpSpPr>
        <p:sp>
          <p:nvSpPr>
            <p:cNvPr id="15045" name="Google Shape;15045;p6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7" name="Google Shape;15057;p69"/>
          <p:cNvGrpSpPr/>
          <p:nvPr/>
        </p:nvGrpSpPr>
        <p:grpSpPr>
          <a:xfrm>
            <a:off x="3207778" y="2550832"/>
            <a:ext cx="419933" cy="275170"/>
            <a:chOff x="3207778" y="2474632"/>
            <a:chExt cx="419933" cy="275170"/>
          </a:xfrm>
        </p:grpSpPr>
        <p:sp>
          <p:nvSpPr>
            <p:cNvPr id="15058" name="Google Shape;15058;p6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6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6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2" name="Google Shape;15072;p69"/>
          <p:cNvGrpSpPr/>
          <p:nvPr/>
        </p:nvGrpSpPr>
        <p:grpSpPr>
          <a:xfrm>
            <a:off x="6099375" y="2532275"/>
            <a:ext cx="337684" cy="314194"/>
            <a:chOff x="6099375" y="2456075"/>
            <a:chExt cx="337684" cy="314194"/>
          </a:xfrm>
        </p:grpSpPr>
        <p:sp>
          <p:nvSpPr>
            <p:cNvPr id="15073" name="Google Shape;15073;p6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5" name="Google Shape;15075;p69"/>
          <p:cNvGrpSpPr/>
          <p:nvPr/>
        </p:nvGrpSpPr>
        <p:grpSpPr>
          <a:xfrm>
            <a:off x="2312623" y="2544784"/>
            <a:ext cx="312698" cy="286534"/>
            <a:chOff x="2312623" y="2468584"/>
            <a:chExt cx="312698" cy="286534"/>
          </a:xfrm>
        </p:grpSpPr>
        <p:sp>
          <p:nvSpPr>
            <p:cNvPr id="15076" name="Google Shape;15076;p6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69"/>
          <p:cNvGrpSpPr/>
          <p:nvPr/>
        </p:nvGrpSpPr>
        <p:grpSpPr>
          <a:xfrm>
            <a:off x="5618805" y="2517124"/>
            <a:ext cx="345292" cy="342618"/>
            <a:chOff x="5618805" y="2440924"/>
            <a:chExt cx="345292" cy="342618"/>
          </a:xfrm>
        </p:grpSpPr>
        <p:sp>
          <p:nvSpPr>
            <p:cNvPr id="15080" name="Google Shape;15080;p6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6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6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5" name="Google Shape;15085;p69"/>
          <p:cNvGrpSpPr/>
          <p:nvPr/>
        </p:nvGrpSpPr>
        <p:grpSpPr>
          <a:xfrm>
            <a:off x="4653179" y="2522790"/>
            <a:ext cx="377886" cy="331255"/>
            <a:chOff x="4653179" y="2446590"/>
            <a:chExt cx="377886" cy="331255"/>
          </a:xfrm>
        </p:grpSpPr>
        <p:sp>
          <p:nvSpPr>
            <p:cNvPr id="15086" name="Google Shape;15086;p6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69"/>
          <p:cNvGrpSpPr/>
          <p:nvPr/>
        </p:nvGrpSpPr>
        <p:grpSpPr>
          <a:xfrm>
            <a:off x="5184517" y="2535681"/>
            <a:ext cx="252062" cy="305122"/>
            <a:chOff x="5184517" y="2459481"/>
            <a:chExt cx="252062" cy="305122"/>
          </a:xfrm>
        </p:grpSpPr>
        <p:sp>
          <p:nvSpPr>
            <p:cNvPr id="15091" name="Google Shape;15091;p6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7" name="Google Shape;15097;p6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8" name="Google Shape;15098;p69"/>
          <p:cNvGrpSpPr/>
          <p:nvPr/>
        </p:nvGrpSpPr>
        <p:grpSpPr>
          <a:xfrm>
            <a:off x="6155459" y="2045308"/>
            <a:ext cx="249770" cy="363849"/>
            <a:chOff x="6155459" y="1969108"/>
            <a:chExt cx="249770" cy="363849"/>
          </a:xfrm>
        </p:grpSpPr>
        <p:sp>
          <p:nvSpPr>
            <p:cNvPr id="15099" name="Google Shape;15099;p6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69"/>
          <p:cNvGrpSpPr/>
          <p:nvPr/>
        </p:nvGrpSpPr>
        <p:grpSpPr>
          <a:xfrm>
            <a:off x="2280029" y="2046804"/>
            <a:ext cx="353631" cy="354395"/>
            <a:chOff x="2280029" y="1970604"/>
            <a:chExt cx="353631" cy="354395"/>
          </a:xfrm>
        </p:grpSpPr>
        <p:sp>
          <p:nvSpPr>
            <p:cNvPr id="15109" name="Google Shape;15109;p6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3" name="Google Shape;15113;p69"/>
          <p:cNvGrpSpPr/>
          <p:nvPr/>
        </p:nvGrpSpPr>
        <p:grpSpPr>
          <a:xfrm>
            <a:off x="8065100" y="2076374"/>
            <a:ext cx="255086" cy="301685"/>
            <a:chOff x="8065100" y="2000174"/>
            <a:chExt cx="255086" cy="301685"/>
          </a:xfrm>
        </p:grpSpPr>
        <p:sp>
          <p:nvSpPr>
            <p:cNvPr id="15114" name="Google Shape;15114;p6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69"/>
          <p:cNvGrpSpPr/>
          <p:nvPr/>
        </p:nvGrpSpPr>
        <p:grpSpPr>
          <a:xfrm>
            <a:off x="6633705" y="2045308"/>
            <a:ext cx="249420" cy="363849"/>
            <a:chOff x="6633705" y="1969108"/>
            <a:chExt cx="249420" cy="363849"/>
          </a:xfrm>
        </p:grpSpPr>
        <p:sp>
          <p:nvSpPr>
            <p:cNvPr id="15119" name="Google Shape;15119;p6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6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7" name="Google Shape;15127;p69"/>
          <p:cNvGrpSpPr/>
          <p:nvPr/>
        </p:nvGrpSpPr>
        <p:grpSpPr>
          <a:xfrm>
            <a:off x="5211031" y="2045308"/>
            <a:ext cx="226661" cy="363467"/>
            <a:chOff x="5211031" y="1969108"/>
            <a:chExt cx="226661" cy="363467"/>
          </a:xfrm>
        </p:grpSpPr>
        <p:sp>
          <p:nvSpPr>
            <p:cNvPr id="15128" name="Google Shape;15128;p6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6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69"/>
          <p:cNvGrpSpPr/>
          <p:nvPr/>
        </p:nvGrpSpPr>
        <p:grpSpPr>
          <a:xfrm>
            <a:off x="3712952" y="2046804"/>
            <a:ext cx="354363" cy="354395"/>
            <a:chOff x="3712952" y="1970604"/>
            <a:chExt cx="354363" cy="354395"/>
          </a:xfrm>
        </p:grpSpPr>
        <p:sp>
          <p:nvSpPr>
            <p:cNvPr id="15131" name="Google Shape;15131;p6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0" name="Google Shape;15140;p69"/>
          <p:cNvGrpSpPr/>
          <p:nvPr/>
        </p:nvGrpSpPr>
        <p:grpSpPr>
          <a:xfrm>
            <a:off x="3235438" y="2046804"/>
            <a:ext cx="354363" cy="354745"/>
            <a:chOff x="3235438" y="1970604"/>
            <a:chExt cx="354363" cy="354745"/>
          </a:xfrm>
        </p:grpSpPr>
        <p:sp>
          <p:nvSpPr>
            <p:cNvPr id="15141" name="Google Shape;15141;p6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4" name="Google Shape;15154;p69"/>
          <p:cNvGrpSpPr/>
          <p:nvPr/>
        </p:nvGrpSpPr>
        <p:grpSpPr>
          <a:xfrm>
            <a:off x="1329585" y="2066125"/>
            <a:ext cx="341472" cy="335074"/>
            <a:chOff x="1329585" y="1989925"/>
            <a:chExt cx="341472" cy="335074"/>
          </a:xfrm>
        </p:grpSpPr>
        <p:sp>
          <p:nvSpPr>
            <p:cNvPr id="15155" name="Google Shape;15155;p6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6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69"/>
          <p:cNvGrpSpPr/>
          <p:nvPr/>
        </p:nvGrpSpPr>
        <p:grpSpPr>
          <a:xfrm>
            <a:off x="5591871" y="2066106"/>
            <a:ext cx="416649" cy="325597"/>
            <a:chOff x="5626763" y="2013829"/>
            <a:chExt cx="351722" cy="274788"/>
          </a:xfrm>
        </p:grpSpPr>
        <p:sp>
          <p:nvSpPr>
            <p:cNvPr id="15159" name="Google Shape;15159;p6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69"/>
          <p:cNvGrpSpPr/>
          <p:nvPr/>
        </p:nvGrpSpPr>
        <p:grpSpPr>
          <a:xfrm>
            <a:off x="7576605" y="2060077"/>
            <a:ext cx="276698" cy="333133"/>
            <a:chOff x="7576605" y="1983877"/>
            <a:chExt cx="276698" cy="333133"/>
          </a:xfrm>
        </p:grpSpPr>
        <p:sp>
          <p:nvSpPr>
            <p:cNvPr id="15170" name="Google Shape;15170;p6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2" name="Google Shape;15172;p69"/>
          <p:cNvGrpSpPr/>
          <p:nvPr/>
        </p:nvGrpSpPr>
        <p:grpSpPr>
          <a:xfrm>
            <a:off x="853568" y="2051738"/>
            <a:ext cx="337334" cy="353599"/>
            <a:chOff x="853568" y="1975538"/>
            <a:chExt cx="337334" cy="353599"/>
          </a:xfrm>
        </p:grpSpPr>
        <p:sp>
          <p:nvSpPr>
            <p:cNvPr id="15173" name="Google Shape;15173;p6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69"/>
          <p:cNvGrpSpPr/>
          <p:nvPr/>
        </p:nvGrpSpPr>
        <p:grpSpPr>
          <a:xfrm>
            <a:off x="2770052" y="2085828"/>
            <a:ext cx="327085" cy="277080"/>
            <a:chOff x="2770052" y="2009628"/>
            <a:chExt cx="327085" cy="277080"/>
          </a:xfrm>
        </p:grpSpPr>
        <p:sp>
          <p:nvSpPr>
            <p:cNvPr id="15178" name="Google Shape;15178;p6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0" name="Google Shape;15180;p6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81" name="Google Shape;15181;p69"/>
          <p:cNvGrpSpPr/>
          <p:nvPr/>
        </p:nvGrpSpPr>
        <p:grpSpPr>
          <a:xfrm>
            <a:off x="4195399" y="2046804"/>
            <a:ext cx="344878" cy="343573"/>
            <a:chOff x="4195399" y="1970604"/>
            <a:chExt cx="344878" cy="343573"/>
          </a:xfrm>
        </p:grpSpPr>
        <p:sp>
          <p:nvSpPr>
            <p:cNvPr id="15182" name="Google Shape;15182;p6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6" name="Google Shape;15186;p69"/>
          <p:cNvGrpSpPr/>
          <p:nvPr/>
        </p:nvGrpSpPr>
        <p:grpSpPr>
          <a:xfrm>
            <a:off x="4674791" y="2053647"/>
            <a:ext cx="344528" cy="344114"/>
            <a:chOff x="4674791" y="1977447"/>
            <a:chExt cx="344528" cy="344114"/>
          </a:xfrm>
        </p:grpSpPr>
        <p:sp>
          <p:nvSpPr>
            <p:cNvPr id="15187" name="Google Shape;15187;p6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6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3" name="Google Shape;15213;p69"/>
          <p:cNvGrpSpPr/>
          <p:nvPr/>
        </p:nvGrpSpPr>
        <p:grpSpPr>
          <a:xfrm>
            <a:off x="6083810" y="1623497"/>
            <a:ext cx="382819" cy="310788"/>
            <a:chOff x="6083810" y="1547297"/>
            <a:chExt cx="382819" cy="310788"/>
          </a:xfrm>
        </p:grpSpPr>
        <p:sp>
          <p:nvSpPr>
            <p:cNvPr id="15214" name="Google Shape;15214;p6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6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6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6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6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2" name="Google Shape;15232;p69"/>
          <p:cNvGrpSpPr/>
          <p:nvPr/>
        </p:nvGrpSpPr>
        <p:grpSpPr>
          <a:xfrm>
            <a:off x="6558300" y="1614393"/>
            <a:ext cx="382788" cy="328613"/>
            <a:chOff x="6558300" y="1538193"/>
            <a:chExt cx="382788" cy="328613"/>
          </a:xfrm>
        </p:grpSpPr>
        <p:sp>
          <p:nvSpPr>
            <p:cNvPr id="15233" name="Google Shape;15233;p6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5" name="Google Shape;15235;p69"/>
          <p:cNvGrpSpPr/>
          <p:nvPr/>
        </p:nvGrpSpPr>
        <p:grpSpPr>
          <a:xfrm>
            <a:off x="5194002" y="1587497"/>
            <a:ext cx="259605" cy="346024"/>
            <a:chOff x="5194002" y="1511297"/>
            <a:chExt cx="259605" cy="346024"/>
          </a:xfrm>
        </p:grpSpPr>
        <p:sp>
          <p:nvSpPr>
            <p:cNvPr id="15236" name="Google Shape;15236;p6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0" name="Google Shape;15240;p69"/>
          <p:cNvGrpSpPr/>
          <p:nvPr/>
        </p:nvGrpSpPr>
        <p:grpSpPr>
          <a:xfrm>
            <a:off x="1394741" y="1588261"/>
            <a:ext cx="252444" cy="351722"/>
            <a:chOff x="1394741" y="1512061"/>
            <a:chExt cx="252444" cy="351722"/>
          </a:xfrm>
        </p:grpSpPr>
        <p:sp>
          <p:nvSpPr>
            <p:cNvPr id="15241" name="Google Shape;15241;p6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69"/>
          <p:cNvGrpSpPr/>
          <p:nvPr/>
        </p:nvGrpSpPr>
        <p:grpSpPr>
          <a:xfrm>
            <a:off x="855096" y="1580685"/>
            <a:ext cx="380910" cy="339594"/>
            <a:chOff x="855096" y="1504485"/>
            <a:chExt cx="380910" cy="339594"/>
          </a:xfrm>
        </p:grpSpPr>
        <p:sp>
          <p:nvSpPr>
            <p:cNvPr id="15259" name="Google Shape;15259;p6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69"/>
          <p:cNvGrpSpPr/>
          <p:nvPr/>
        </p:nvGrpSpPr>
        <p:grpSpPr>
          <a:xfrm>
            <a:off x="1819576" y="1587879"/>
            <a:ext cx="352103" cy="352103"/>
            <a:chOff x="1819576" y="1511679"/>
            <a:chExt cx="352103" cy="352103"/>
          </a:xfrm>
        </p:grpSpPr>
        <p:sp>
          <p:nvSpPr>
            <p:cNvPr id="15265" name="Google Shape;15265;p6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9" name="Google Shape;15269;p69"/>
          <p:cNvGrpSpPr/>
          <p:nvPr/>
        </p:nvGrpSpPr>
        <p:grpSpPr>
          <a:xfrm>
            <a:off x="5621097" y="1576961"/>
            <a:ext cx="371424" cy="355446"/>
            <a:chOff x="5621097" y="1500761"/>
            <a:chExt cx="371424" cy="355446"/>
          </a:xfrm>
        </p:grpSpPr>
        <p:sp>
          <p:nvSpPr>
            <p:cNvPr id="15270" name="Google Shape;15270;p6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2" name="Google Shape;15272;p69"/>
          <p:cNvGrpSpPr/>
          <p:nvPr/>
        </p:nvGrpSpPr>
        <p:grpSpPr>
          <a:xfrm>
            <a:off x="4670239" y="1617799"/>
            <a:ext cx="359679" cy="321833"/>
            <a:chOff x="4670239" y="1541599"/>
            <a:chExt cx="359679" cy="321833"/>
          </a:xfrm>
        </p:grpSpPr>
        <p:sp>
          <p:nvSpPr>
            <p:cNvPr id="15273" name="Google Shape;15273;p6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8" name="Google Shape;15278;p69"/>
          <p:cNvGrpSpPr/>
          <p:nvPr/>
        </p:nvGrpSpPr>
        <p:grpSpPr>
          <a:xfrm>
            <a:off x="4212429" y="1578585"/>
            <a:ext cx="321037" cy="353822"/>
            <a:chOff x="4212429" y="1502385"/>
            <a:chExt cx="321037" cy="353822"/>
          </a:xfrm>
        </p:grpSpPr>
        <p:sp>
          <p:nvSpPr>
            <p:cNvPr id="15279" name="Google Shape;15279;p6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69"/>
          <p:cNvGrpSpPr/>
          <p:nvPr/>
        </p:nvGrpSpPr>
        <p:grpSpPr>
          <a:xfrm>
            <a:off x="2302788" y="1582181"/>
            <a:ext cx="336188" cy="335425"/>
            <a:chOff x="2302788" y="1505981"/>
            <a:chExt cx="336188" cy="335425"/>
          </a:xfrm>
        </p:grpSpPr>
        <p:sp>
          <p:nvSpPr>
            <p:cNvPr id="15284" name="Google Shape;15284;p6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1" name="Google Shape;15301;p69"/>
          <p:cNvGrpSpPr/>
          <p:nvPr/>
        </p:nvGrpSpPr>
        <p:grpSpPr>
          <a:xfrm>
            <a:off x="2780301" y="1598096"/>
            <a:ext cx="333133" cy="321037"/>
            <a:chOff x="2780301" y="1521896"/>
            <a:chExt cx="333133" cy="321037"/>
          </a:xfrm>
        </p:grpSpPr>
        <p:sp>
          <p:nvSpPr>
            <p:cNvPr id="15302" name="Google Shape;15302;p6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6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6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2" name="Google Shape;15322;p69"/>
          <p:cNvGrpSpPr/>
          <p:nvPr/>
        </p:nvGrpSpPr>
        <p:grpSpPr>
          <a:xfrm>
            <a:off x="3316159" y="1591285"/>
            <a:ext cx="211892" cy="339594"/>
            <a:chOff x="3316159" y="1515085"/>
            <a:chExt cx="211892" cy="339594"/>
          </a:xfrm>
        </p:grpSpPr>
        <p:sp>
          <p:nvSpPr>
            <p:cNvPr id="15323" name="Google Shape;15323;p6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6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6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26" name="Google Shape;15326;p69"/>
            <p:cNvGrpSpPr/>
            <p:nvPr/>
          </p:nvGrpSpPr>
          <p:grpSpPr>
            <a:xfrm>
              <a:off x="3316159" y="1515085"/>
              <a:ext cx="211892" cy="339594"/>
              <a:chOff x="3316159" y="1515085"/>
              <a:chExt cx="211892" cy="339594"/>
            </a:xfrm>
          </p:grpSpPr>
          <p:sp>
            <p:nvSpPr>
              <p:cNvPr id="15327" name="Google Shape;15327;p6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33" name="Google Shape;15333;p69"/>
          <p:cNvGrpSpPr/>
          <p:nvPr/>
        </p:nvGrpSpPr>
        <p:grpSpPr>
          <a:xfrm>
            <a:off x="3716358" y="1620855"/>
            <a:ext cx="361971" cy="314958"/>
            <a:chOff x="3716358" y="1544655"/>
            <a:chExt cx="361971" cy="314958"/>
          </a:xfrm>
        </p:grpSpPr>
        <p:sp>
          <p:nvSpPr>
            <p:cNvPr id="15334" name="Google Shape;15334;p6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6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6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39" name="Google Shape;15339;p69"/>
            <p:cNvGrpSpPr/>
            <p:nvPr/>
          </p:nvGrpSpPr>
          <p:grpSpPr>
            <a:xfrm>
              <a:off x="3716358" y="1544655"/>
              <a:ext cx="361971" cy="314958"/>
              <a:chOff x="3716358" y="1544655"/>
              <a:chExt cx="361971" cy="314958"/>
            </a:xfrm>
          </p:grpSpPr>
          <p:sp>
            <p:nvSpPr>
              <p:cNvPr id="15340" name="Google Shape;15340;p6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45" name="Google Shape;15345;p69"/>
          <p:cNvGrpSpPr/>
          <p:nvPr/>
        </p:nvGrpSpPr>
        <p:grpSpPr>
          <a:xfrm>
            <a:off x="7011924" y="1633752"/>
            <a:ext cx="499533" cy="305136"/>
            <a:chOff x="7009649" y="1541981"/>
            <a:chExt cx="524940" cy="320655"/>
          </a:xfrm>
        </p:grpSpPr>
        <p:sp>
          <p:nvSpPr>
            <p:cNvPr id="15346" name="Google Shape;15346;p6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6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6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4" name="Google Shape;15354;p69"/>
          <p:cNvGrpSpPr/>
          <p:nvPr/>
        </p:nvGrpSpPr>
        <p:grpSpPr>
          <a:xfrm>
            <a:off x="8034034" y="1594309"/>
            <a:ext cx="282746" cy="340358"/>
            <a:chOff x="8034034" y="1518109"/>
            <a:chExt cx="282746" cy="340358"/>
          </a:xfrm>
        </p:grpSpPr>
        <p:sp>
          <p:nvSpPr>
            <p:cNvPr id="15355" name="Google Shape;15355;p6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9" name="Google Shape;15359;p69"/>
          <p:cNvGrpSpPr/>
          <p:nvPr/>
        </p:nvGrpSpPr>
        <p:grpSpPr>
          <a:xfrm>
            <a:off x="7582302" y="1576134"/>
            <a:ext cx="369133" cy="360411"/>
            <a:chOff x="7582302" y="1499934"/>
            <a:chExt cx="369133" cy="360411"/>
          </a:xfrm>
        </p:grpSpPr>
        <p:sp>
          <p:nvSpPr>
            <p:cNvPr id="15360" name="Google Shape;15360;p6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5" name="Google Shape;15365;p69"/>
          <p:cNvGrpSpPr/>
          <p:nvPr/>
        </p:nvGrpSpPr>
        <p:grpSpPr>
          <a:xfrm>
            <a:off x="6196089" y="3893352"/>
            <a:ext cx="346056" cy="345674"/>
            <a:chOff x="2238181" y="4120624"/>
            <a:chExt cx="346056" cy="345674"/>
          </a:xfrm>
        </p:grpSpPr>
        <p:grpSp>
          <p:nvGrpSpPr>
            <p:cNvPr id="15366" name="Google Shape;15366;p69"/>
            <p:cNvGrpSpPr/>
            <p:nvPr/>
          </p:nvGrpSpPr>
          <p:grpSpPr>
            <a:xfrm>
              <a:off x="2309209" y="4177423"/>
              <a:ext cx="204025" cy="232089"/>
              <a:chOff x="1512725" y="258500"/>
              <a:chExt cx="4570900" cy="5199625"/>
            </a:xfrm>
          </p:grpSpPr>
          <p:sp>
            <p:nvSpPr>
              <p:cNvPr id="15367" name="Google Shape;15367;p6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69" name="Google Shape;15369;p6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0" name="Google Shape;15370;p6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374"/>
        <p:cNvGrpSpPr/>
        <p:nvPr/>
      </p:nvGrpSpPr>
      <p:grpSpPr>
        <a:xfrm>
          <a:off x="0" y="0"/>
          <a:ext cx="0" cy="0"/>
          <a:chOff x="0" y="0"/>
          <a:chExt cx="0" cy="0"/>
        </a:xfrm>
      </p:grpSpPr>
      <p:pic>
        <p:nvPicPr>
          <p:cNvPr id="15375" name="Google Shape;15375;p7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599</TotalTime>
  <Words>1872</Words>
  <Application>Microsoft Office PowerPoint</Application>
  <PresentationFormat>On-screen Show (16:9)</PresentationFormat>
  <Paragraphs>413</Paragraphs>
  <Slides>48</Slides>
  <Notes>47</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48</vt:i4>
      </vt:variant>
    </vt:vector>
  </HeadingPairs>
  <TitlesOfParts>
    <vt:vector size="60" baseType="lpstr">
      <vt:lpstr>B Nazanin</vt:lpstr>
      <vt:lpstr>Arial</vt:lpstr>
      <vt:lpstr>Lalezar</vt:lpstr>
      <vt:lpstr>Proxima Nova Semibold</vt:lpstr>
      <vt:lpstr>Amatic SC</vt:lpstr>
      <vt:lpstr>Calibri</vt:lpstr>
      <vt:lpstr>Roboto Medium</vt:lpstr>
      <vt:lpstr>Montserrat</vt:lpstr>
      <vt:lpstr>Fira Code</vt:lpstr>
      <vt:lpstr>Proxima Nova</vt:lpstr>
      <vt:lpstr>Programming Language Workshop for Beginners by Slidesgo</vt:lpstr>
      <vt:lpstr>Slidesgo Final Pages</vt:lpstr>
      <vt:lpstr>PowerPoint Presentation</vt:lpstr>
      <vt:lpstr>What is pseudocode?   </vt:lpstr>
      <vt:lpstr>Examples</vt:lpstr>
      <vt:lpstr>PowerPoint Presentation</vt:lpstr>
      <vt:lpstr>Try pseudocode for GCD   </vt:lpstr>
      <vt:lpstr>Try Blockly!   </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shayan naghizadeh</dc:creator>
  <cp:lastModifiedBy>asus</cp:lastModifiedBy>
  <cp:revision>4</cp:revision>
  <dcterms:modified xsi:type="dcterms:W3CDTF">2025-07-15T09:30:32Z</dcterms:modified>
</cp:coreProperties>
</file>