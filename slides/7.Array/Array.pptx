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72" r:id="rId1"/>
  </p:sldMasterIdLst>
  <p:notesMasterIdLst>
    <p:notesMasterId r:id="rId11"/>
  </p:notesMasterIdLst>
  <p:sldIdLst>
    <p:sldId id="256" r:id="rId2"/>
    <p:sldId id="268" r:id="rId3"/>
    <p:sldId id="257" r:id="rId4"/>
    <p:sldId id="311" r:id="rId5"/>
    <p:sldId id="317" r:id="rId6"/>
    <p:sldId id="318" r:id="rId7"/>
    <p:sldId id="320" r:id="rId8"/>
    <p:sldId id="319" r:id="rId9"/>
    <p:sldId id="321" r:id="rId10"/>
  </p:sldIdLst>
  <p:sldSz cx="9144000" cy="5143500" type="screen16x9"/>
  <p:notesSz cx="6858000" cy="9144000"/>
  <p:embeddedFontLst>
    <p:embeddedFont>
      <p:font typeface="Consolas" panose="020B0609020204030204" pitchFamily="49" charset="0"/>
      <p:regular r:id="rId12"/>
      <p:bold r:id="rId13"/>
      <p:italic r:id="rId14"/>
      <p:boldItalic r:id="rId15"/>
    </p:embeddedFont>
    <p:embeddedFont>
      <p:font typeface="Fira Code" panose="020B0809050000020004" pitchFamily="49" charset="0"/>
      <p:regular r:id="rId16"/>
      <p:bold r:id="rId17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00"/>
    <a:srgbClr val="05060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4BEAB1D1-4E42-4361-B4FD-13862715D387}">
  <a:tblStyle styleId="{4BEAB1D1-4E42-4361-B4FD-13862715D387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62" d="100"/>
          <a:sy n="162" d="100"/>
        </p:scale>
        <p:origin x="144" y="1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2.fntdata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font" Target="fonts/font1.fntdata"/><Relationship Id="rId17" Type="http://schemas.openxmlformats.org/officeDocument/2006/relationships/font" Target="fonts/font6.fntdata"/><Relationship Id="rId2" Type="http://schemas.openxmlformats.org/officeDocument/2006/relationships/slide" Target="slides/slide1.xml"/><Relationship Id="rId16" Type="http://schemas.openxmlformats.org/officeDocument/2006/relationships/font" Target="fonts/font5.fntdata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font" Target="fonts/font4.fntdata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3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5" name="Google Shape;455;ge7b5133482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56" name="Google Shape;456;ge7b5133482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1" name="Google Shape;811;ge7b3cc9d39_0_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12" name="Google Shape;812;ge7b3cc9d39_0_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8" name="Google Shape;468;ge7f9c668d6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69" name="Google Shape;469;ge7f9c668d6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7">
          <a:extLst>
            <a:ext uri="{FF2B5EF4-FFF2-40B4-BE49-F238E27FC236}">
              <a16:creationId xmlns:a16="http://schemas.microsoft.com/office/drawing/2014/main" id="{842DDE1C-4E98-0865-CB77-09CA5FB708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8" name="Google Shape;468;ge7f9c668d6_0_0:notes">
            <a:extLst>
              <a:ext uri="{FF2B5EF4-FFF2-40B4-BE49-F238E27FC236}">
                <a16:creationId xmlns:a16="http://schemas.microsoft.com/office/drawing/2014/main" id="{3308E42A-C71A-77B3-5C71-97F6F8CB2CB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69" name="Google Shape;469;ge7f9c668d6_0_0:notes">
            <a:extLst>
              <a:ext uri="{FF2B5EF4-FFF2-40B4-BE49-F238E27FC236}">
                <a16:creationId xmlns:a16="http://schemas.microsoft.com/office/drawing/2014/main" id="{F3575A70-B145-DA08-1DDB-2F81CABF6AD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87699098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7">
          <a:extLst>
            <a:ext uri="{FF2B5EF4-FFF2-40B4-BE49-F238E27FC236}">
              <a16:creationId xmlns:a16="http://schemas.microsoft.com/office/drawing/2014/main" id="{22B8534C-D81D-9C3E-FA31-6C510EC7B0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8" name="Google Shape;468;ge7f9c668d6_0_0:notes">
            <a:extLst>
              <a:ext uri="{FF2B5EF4-FFF2-40B4-BE49-F238E27FC236}">
                <a16:creationId xmlns:a16="http://schemas.microsoft.com/office/drawing/2014/main" id="{861EB8D7-0649-657B-4957-F43C73371D5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69" name="Google Shape;469;ge7f9c668d6_0_0:notes">
            <a:extLst>
              <a:ext uri="{FF2B5EF4-FFF2-40B4-BE49-F238E27FC236}">
                <a16:creationId xmlns:a16="http://schemas.microsoft.com/office/drawing/2014/main" id="{8A5500B0-CF49-873B-BFBA-55F1FF92BA2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57901180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7">
          <a:extLst>
            <a:ext uri="{FF2B5EF4-FFF2-40B4-BE49-F238E27FC236}">
              <a16:creationId xmlns:a16="http://schemas.microsoft.com/office/drawing/2014/main" id="{623FFCD7-BD42-F06D-FF1E-15BC97B219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8" name="Google Shape;468;ge7f9c668d6_0_0:notes">
            <a:extLst>
              <a:ext uri="{FF2B5EF4-FFF2-40B4-BE49-F238E27FC236}">
                <a16:creationId xmlns:a16="http://schemas.microsoft.com/office/drawing/2014/main" id="{3D3151A0-F7DB-F893-DD6C-10FE09E4541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69" name="Google Shape;469;ge7f9c668d6_0_0:notes">
            <a:extLst>
              <a:ext uri="{FF2B5EF4-FFF2-40B4-BE49-F238E27FC236}">
                <a16:creationId xmlns:a16="http://schemas.microsoft.com/office/drawing/2014/main" id="{9F6A601B-D240-8383-7E61-515EC1B30F1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17329124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7">
          <a:extLst>
            <a:ext uri="{FF2B5EF4-FFF2-40B4-BE49-F238E27FC236}">
              <a16:creationId xmlns:a16="http://schemas.microsoft.com/office/drawing/2014/main" id="{D2B33084-6814-043F-6A1F-FE0518C3BC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8" name="Google Shape;468;ge7f9c668d6_0_0:notes">
            <a:extLst>
              <a:ext uri="{FF2B5EF4-FFF2-40B4-BE49-F238E27FC236}">
                <a16:creationId xmlns:a16="http://schemas.microsoft.com/office/drawing/2014/main" id="{9EE34F5F-B453-3D8F-796A-9FA6FB53C0C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69" name="Google Shape;469;ge7f9c668d6_0_0:notes">
            <a:extLst>
              <a:ext uri="{FF2B5EF4-FFF2-40B4-BE49-F238E27FC236}">
                <a16:creationId xmlns:a16="http://schemas.microsoft.com/office/drawing/2014/main" id="{18D1FEE0-FE45-85DC-BF11-03F77B659A4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04841995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/>
          <p:nvPr/>
        </p:nvSpPr>
        <p:spPr>
          <a:xfrm>
            <a:off x="0" y="542575"/>
            <a:ext cx="9144000" cy="4058400"/>
          </a:xfrm>
          <a:prstGeom prst="rect">
            <a:avLst/>
          </a:prstGeom>
          <a:solidFill>
            <a:schemeClr val="dk1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" name="Google Shape;10;p2"/>
          <p:cNvSpPr/>
          <p:nvPr/>
        </p:nvSpPr>
        <p:spPr>
          <a:xfrm>
            <a:off x="0" y="0"/>
            <a:ext cx="4572000" cy="592800"/>
          </a:xfrm>
          <a:prstGeom prst="rect">
            <a:avLst/>
          </a:prstGeom>
          <a:solidFill>
            <a:schemeClr val="dk1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ctrTitle"/>
          </p:nvPr>
        </p:nvSpPr>
        <p:spPr>
          <a:xfrm>
            <a:off x="1413525" y="1144250"/>
            <a:ext cx="5788800" cy="517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5200"/>
              <a:buNone/>
              <a:defRPr sz="30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ubTitle" idx="1"/>
          </p:nvPr>
        </p:nvSpPr>
        <p:spPr>
          <a:xfrm>
            <a:off x="2231025" y="2765300"/>
            <a:ext cx="6202800" cy="46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800">
                <a:solidFill>
                  <a:schemeClr val="accent3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subTitle" idx="2"/>
          </p:nvPr>
        </p:nvSpPr>
        <p:spPr>
          <a:xfrm>
            <a:off x="1788725" y="1761800"/>
            <a:ext cx="5788800" cy="46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 sz="30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4" name="Google Shape;14;p2"/>
          <p:cNvSpPr txBox="1"/>
          <p:nvPr/>
        </p:nvSpPr>
        <p:spPr>
          <a:xfrm>
            <a:off x="710125" y="7459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15" name="Google Shape;15;p2"/>
          <p:cNvSpPr txBox="1"/>
          <p:nvPr/>
        </p:nvSpPr>
        <p:spPr>
          <a:xfrm>
            <a:off x="710125" y="10096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2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16" name="Google Shape;16;p2"/>
          <p:cNvSpPr txBox="1"/>
          <p:nvPr/>
        </p:nvSpPr>
        <p:spPr>
          <a:xfrm>
            <a:off x="710125" y="12733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3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17" name="Google Shape;17;p2"/>
          <p:cNvSpPr txBox="1"/>
          <p:nvPr/>
        </p:nvSpPr>
        <p:spPr>
          <a:xfrm>
            <a:off x="710125" y="15370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4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18" name="Google Shape;18;p2"/>
          <p:cNvSpPr txBox="1"/>
          <p:nvPr/>
        </p:nvSpPr>
        <p:spPr>
          <a:xfrm>
            <a:off x="710125" y="18007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5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19" name="Google Shape;19;p2"/>
          <p:cNvSpPr txBox="1"/>
          <p:nvPr/>
        </p:nvSpPr>
        <p:spPr>
          <a:xfrm>
            <a:off x="710125" y="20644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6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20" name="Google Shape;20;p2"/>
          <p:cNvSpPr txBox="1"/>
          <p:nvPr/>
        </p:nvSpPr>
        <p:spPr>
          <a:xfrm>
            <a:off x="710125" y="23281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7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21" name="Google Shape;21;p2"/>
          <p:cNvSpPr txBox="1"/>
          <p:nvPr/>
        </p:nvSpPr>
        <p:spPr>
          <a:xfrm>
            <a:off x="710125" y="25918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8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22" name="Google Shape;22;p2"/>
          <p:cNvSpPr txBox="1"/>
          <p:nvPr/>
        </p:nvSpPr>
        <p:spPr>
          <a:xfrm>
            <a:off x="710125" y="28555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9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23" name="Google Shape;23;p2"/>
          <p:cNvSpPr txBox="1"/>
          <p:nvPr/>
        </p:nvSpPr>
        <p:spPr>
          <a:xfrm>
            <a:off x="710125" y="31192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10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24" name="Google Shape;24;p2"/>
          <p:cNvSpPr txBox="1"/>
          <p:nvPr/>
        </p:nvSpPr>
        <p:spPr>
          <a:xfrm>
            <a:off x="710125" y="33829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11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25" name="Google Shape;25;p2"/>
          <p:cNvSpPr txBox="1"/>
          <p:nvPr/>
        </p:nvSpPr>
        <p:spPr>
          <a:xfrm>
            <a:off x="710125" y="36466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12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26" name="Google Shape;26;p2"/>
          <p:cNvSpPr txBox="1"/>
          <p:nvPr/>
        </p:nvSpPr>
        <p:spPr>
          <a:xfrm>
            <a:off x="710125" y="39103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13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27" name="Google Shape;27;p2"/>
          <p:cNvSpPr txBox="1"/>
          <p:nvPr/>
        </p:nvSpPr>
        <p:spPr>
          <a:xfrm>
            <a:off x="710125" y="41740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14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4"/>
          <p:cNvSpPr/>
          <p:nvPr/>
        </p:nvSpPr>
        <p:spPr>
          <a:xfrm>
            <a:off x="0" y="542575"/>
            <a:ext cx="9144000" cy="40584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0" name="Google Shape;50;p4"/>
          <p:cNvSpPr/>
          <p:nvPr/>
        </p:nvSpPr>
        <p:spPr>
          <a:xfrm>
            <a:off x="4572000" y="0"/>
            <a:ext cx="4572000" cy="592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1" name="Google Shape;51;p4"/>
          <p:cNvSpPr txBox="1">
            <a:spLocks noGrp="1"/>
          </p:cNvSpPr>
          <p:nvPr>
            <p:ph type="title"/>
          </p:nvPr>
        </p:nvSpPr>
        <p:spPr>
          <a:xfrm>
            <a:off x="1143250" y="582700"/>
            <a:ext cx="7290600" cy="54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4"/>
          <p:cNvSpPr txBox="1">
            <a:spLocks noGrp="1"/>
          </p:cNvSpPr>
          <p:nvPr>
            <p:ph type="body" idx="1"/>
          </p:nvPr>
        </p:nvSpPr>
        <p:spPr>
          <a:xfrm>
            <a:off x="1464250" y="1063175"/>
            <a:ext cx="6969600" cy="3416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∗"/>
              <a:defRPr sz="1000"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53" name="Google Shape;53;p4"/>
          <p:cNvSpPr txBox="1"/>
          <p:nvPr/>
        </p:nvSpPr>
        <p:spPr>
          <a:xfrm>
            <a:off x="710125" y="7459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54" name="Google Shape;54;p4"/>
          <p:cNvSpPr txBox="1"/>
          <p:nvPr/>
        </p:nvSpPr>
        <p:spPr>
          <a:xfrm>
            <a:off x="710125" y="10096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2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55" name="Google Shape;55;p4"/>
          <p:cNvSpPr txBox="1"/>
          <p:nvPr/>
        </p:nvSpPr>
        <p:spPr>
          <a:xfrm>
            <a:off x="710125" y="12733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3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56" name="Google Shape;56;p4"/>
          <p:cNvSpPr txBox="1"/>
          <p:nvPr/>
        </p:nvSpPr>
        <p:spPr>
          <a:xfrm>
            <a:off x="710125" y="15370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4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57" name="Google Shape;57;p4"/>
          <p:cNvSpPr txBox="1"/>
          <p:nvPr/>
        </p:nvSpPr>
        <p:spPr>
          <a:xfrm>
            <a:off x="710125" y="18007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5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58" name="Google Shape;58;p4"/>
          <p:cNvSpPr txBox="1"/>
          <p:nvPr/>
        </p:nvSpPr>
        <p:spPr>
          <a:xfrm>
            <a:off x="710125" y="20644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6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59" name="Google Shape;59;p4"/>
          <p:cNvSpPr txBox="1"/>
          <p:nvPr/>
        </p:nvSpPr>
        <p:spPr>
          <a:xfrm>
            <a:off x="710125" y="23281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7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60" name="Google Shape;60;p4"/>
          <p:cNvSpPr txBox="1"/>
          <p:nvPr/>
        </p:nvSpPr>
        <p:spPr>
          <a:xfrm>
            <a:off x="710125" y="25918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8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61" name="Google Shape;61;p4"/>
          <p:cNvSpPr txBox="1"/>
          <p:nvPr/>
        </p:nvSpPr>
        <p:spPr>
          <a:xfrm>
            <a:off x="710125" y="28555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9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62" name="Google Shape;62;p4"/>
          <p:cNvSpPr txBox="1"/>
          <p:nvPr/>
        </p:nvSpPr>
        <p:spPr>
          <a:xfrm>
            <a:off x="710125" y="31192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10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63" name="Google Shape;63;p4"/>
          <p:cNvSpPr txBox="1"/>
          <p:nvPr/>
        </p:nvSpPr>
        <p:spPr>
          <a:xfrm>
            <a:off x="710125" y="33829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11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64" name="Google Shape;64;p4"/>
          <p:cNvSpPr txBox="1"/>
          <p:nvPr/>
        </p:nvSpPr>
        <p:spPr>
          <a:xfrm>
            <a:off x="710125" y="36466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12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65" name="Google Shape;65;p4"/>
          <p:cNvSpPr txBox="1"/>
          <p:nvPr/>
        </p:nvSpPr>
        <p:spPr>
          <a:xfrm>
            <a:off x="710125" y="39103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13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66" name="Google Shape;66;p4"/>
          <p:cNvSpPr txBox="1"/>
          <p:nvPr/>
        </p:nvSpPr>
        <p:spPr>
          <a:xfrm>
            <a:off x="710125" y="41740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14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10"/>
          <p:cNvSpPr txBox="1">
            <a:spLocks noGrp="1"/>
          </p:cNvSpPr>
          <p:nvPr>
            <p:ph type="title"/>
          </p:nvPr>
        </p:nvSpPr>
        <p:spPr>
          <a:xfrm>
            <a:off x="710125" y="542575"/>
            <a:ext cx="3861900" cy="1425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solidFill>
          <a:schemeClr val="accent6"/>
        </a:solidFill>
        <a:effectLst/>
      </p:bgPr>
    </p:bg>
    <p:spTree>
      <p:nvGrpSpPr>
        <p:cNvPr id="1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">
  <p:cSld name="CUSTOM_9">
    <p:spTree>
      <p:nvGrpSpPr>
        <p:cNvPr id="1" name="Shape 4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7" name="Google Shape;417;p23"/>
          <p:cNvSpPr/>
          <p:nvPr/>
        </p:nvSpPr>
        <p:spPr>
          <a:xfrm>
            <a:off x="0" y="542575"/>
            <a:ext cx="9144000" cy="40584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8" name="Google Shape;418;p23"/>
          <p:cNvSpPr/>
          <p:nvPr/>
        </p:nvSpPr>
        <p:spPr>
          <a:xfrm>
            <a:off x="4572000" y="0"/>
            <a:ext cx="4572000" cy="6264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9" name="Google Shape;419;p23"/>
          <p:cNvSpPr txBox="1"/>
          <p:nvPr/>
        </p:nvSpPr>
        <p:spPr>
          <a:xfrm>
            <a:off x="710125" y="7459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420" name="Google Shape;420;p23"/>
          <p:cNvSpPr txBox="1"/>
          <p:nvPr/>
        </p:nvSpPr>
        <p:spPr>
          <a:xfrm>
            <a:off x="710125" y="10096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2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421" name="Google Shape;421;p23"/>
          <p:cNvSpPr txBox="1"/>
          <p:nvPr/>
        </p:nvSpPr>
        <p:spPr>
          <a:xfrm>
            <a:off x="710125" y="12733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3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422" name="Google Shape;422;p23"/>
          <p:cNvSpPr txBox="1"/>
          <p:nvPr/>
        </p:nvSpPr>
        <p:spPr>
          <a:xfrm>
            <a:off x="710125" y="15370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4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423" name="Google Shape;423;p23"/>
          <p:cNvSpPr txBox="1"/>
          <p:nvPr/>
        </p:nvSpPr>
        <p:spPr>
          <a:xfrm>
            <a:off x="710125" y="18007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5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424" name="Google Shape;424;p23"/>
          <p:cNvSpPr txBox="1"/>
          <p:nvPr/>
        </p:nvSpPr>
        <p:spPr>
          <a:xfrm>
            <a:off x="710125" y="20644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6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425" name="Google Shape;425;p23"/>
          <p:cNvSpPr txBox="1"/>
          <p:nvPr/>
        </p:nvSpPr>
        <p:spPr>
          <a:xfrm>
            <a:off x="710125" y="23281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7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426" name="Google Shape;426;p23"/>
          <p:cNvSpPr txBox="1"/>
          <p:nvPr/>
        </p:nvSpPr>
        <p:spPr>
          <a:xfrm>
            <a:off x="710125" y="25918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8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427" name="Google Shape;427;p23"/>
          <p:cNvSpPr txBox="1"/>
          <p:nvPr/>
        </p:nvSpPr>
        <p:spPr>
          <a:xfrm>
            <a:off x="710125" y="28555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9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428" name="Google Shape;428;p23"/>
          <p:cNvSpPr txBox="1"/>
          <p:nvPr/>
        </p:nvSpPr>
        <p:spPr>
          <a:xfrm>
            <a:off x="710125" y="31192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10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429" name="Google Shape;429;p23"/>
          <p:cNvSpPr txBox="1"/>
          <p:nvPr/>
        </p:nvSpPr>
        <p:spPr>
          <a:xfrm>
            <a:off x="710125" y="33829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11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430" name="Google Shape;430;p23"/>
          <p:cNvSpPr txBox="1"/>
          <p:nvPr/>
        </p:nvSpPr>
        <p:spPr>
          <a:xfrm>
            <a:off x="710125" y="36466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12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431" name="Google Shape;431;p23"/>
          <p:cNvSpPr txBox="1"/>
          <p:nvPr/>
        </p:nvSpPr>
        <p:spPr>
          <a:xfrm>
            <a:off x="710125" y="39103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13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432" name="Google Shape;432;p23"/>
          <p:cNvSpPr txBox="1"/>
          <p:nvPr/>
        </p:nvSpPr>
        <p:spPr>
          <a:xfrm>
            <a:off x="710125" y="41740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14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 1">
  <p:cSld name="CUSTOM_9_2">
    <p:spTree>
      <p:nvGrpSpPr>
        <p:cNvPr id="1" name="Shape 4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4" name="Google Shape;434;p24"/>
          <p:cNvSpPr/>
          <p:nvPr/>
        </p:nvSpPr>
        <p:spPr>
          <a:xfrm>
            <a:off x="0" y="542575"/>
            <a:ext cx="9144000" cy="40584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35" name="Google Shape;435;p24"/>
          <p:cNvSpPr/>
          <p:nvPr/>
        </p:nvSpPr>
        <p:spPr>
          <a:xfrm>
            <a:off x="0" y="0"/>
            <a:ext cx="4572000" cy="6264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36" name="Google Shape;436;p24"/>
          <p:cNvSpPr txBox="1"/>
          <p:nvPr/>
        </p:nvSpPr>
        <p:spPr>
          <a:xfrm>
            <a:off x="710125" y="7459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437" name="Google Shape;437;p24"/>
          <p:cNvSpPr txBox="1"/>
          <p:nvPr/>
        </p:nvSpPr>
        <p:spPr>
          <a:xfrm>
            <a:off x="710125" y="10096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2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438" name="Google Shape;438;p24"/>
          <p:cNvSpPr txBox="1"/>
          <p:nvPr/>
        </p:nvSpPr>
        <p:spPr>
          <a:xfrm>
            <a:off x="710125" y="12733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3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439" name="Google Shape;439;p24"/>
          <p:cNvSpPr txBox="1"/>
          <p:nvPr/>
        </p:nvSpPr>
        <p:spPr>
          <a:xfrm>
            <a:off x="710125" y="15370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4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440" name="Google Shape;440;p24"/>
          <p:cNvSpPr txBox="1"/>
          <p:nvPr/>
        </p:nvSpPr>
        <p:spPr>
          <a:xfrm>
            <a:off x="710125" y="18007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5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441" name="Google Shape;441;p24"/>
          <p:cNvSpPr txBox="1"/>
          <p:nvPr/>
        </p:nvSpPr>
        <p:spPr>
          <a:xfrm>
            <a:off x="710125" y="20644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6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442" name="Google Shape;442;p24"/>
          <p:cNvSpPr txBox="1"/>
          <p:nvPr/>
        </p:nvSpPr>
        <p:spPr>
          <a:xfrm>
            <a:off x="710125" y="23281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7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443" name="Google Shape;443;p24"/>
          <p:cNvSpPr txBox="1"/>
          <p:nvPr/>
        </p:nvSpPr>
        <p:spPr>
          <a:xfrm>
            <a:off x="710125" y="25918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8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444" name="Google Shape;444;p24"/>
          <p:cNvSpPr txBox="1"/>
          <p:nvPr/>
        </p:nvSpPr>
        <p:spPr>
          <a:xfrm>
            <a:off x="710125" y="28555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9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445" name="Google Shape;445;p24"/>
          <p:cNvSpPr txBox="1"/>
          <p:nvPr/>
        </p:nvSpPr>
        <p:spPr>
          <a:xfrm>
            <a:off x="710125" y="31192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10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446" name="Google Shape;446;p24"/>
          <p:cNvSpPr txBox="1"/>
          <p:nvPr/>
        </p:nvSpPr>
        <p:spPr>
          <a:xfrm>
            <a:off x="710125" y="33829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11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447" name="Google Shape;447;p24"/>
          <p:cNvSpPr txBox="1"/>
          <p:nvPr/>
        </p:nvSpPr>
        <p:spPr>
          <a:xfrm>
            <a:off x="710125" y="36466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12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448" name="Google Shape;448;p24"/>
          <p:cNvSpPr txBox="1"/>
          <p:nvPr/>
        </p:nvSpPr>
        <p:spPr>
          <a:xfrm>
            <a:off x="710125" y="39103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13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449" name="Google Shape;449;p24"/>
          <p:cNvSpPr txBox="1"/>
          <p:nvPr/>
        </p:nvSpPr>
        <p:spPr>
          <a:xfrm>
            <a:off x="710125" y="41740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14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accent5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Fira Code"/>
              <a:buNone/>
              <a:defRPr sz="2800">
                <a:solidFill>
                  <a:schemeClr val="lt1"/>
                </a:solidFill>
                <a:latin typeface="Fira Code"/>
                <a:ea typeface="Fira Code"/>
                <a:cs typeface="Fira Code"/>
                <a:sym typeface="Fira Code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Code"/>
              <a:buNone/>
              <a:defRPr sz="2800"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Code"/>
              <a:buNone/>
              <a:defRPr sz="2800"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Code"/>
              <a:buNone/>
              <a:defRPr sz="2800"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Code"/>
              <a:buNone/>
              <a:defRPr sz="2800"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Code"/>
              <a:buNone/>
              <a:defRPr sz="2800"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Code"/>
              <a:buNone/>
              <a:defRPr sz="2800"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Code"/>
              <a:buNone/>
              <a:defRPr sz="2800"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Code"/>
              <a:buNone/>
              <a:defRPr sz="2800"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●"/>
              <a:defRPr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1pPr>
            <a:lvl2pPr marL="914400" lvl="1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○"/>
              <a:defRPr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2pPr>
            <a:lvl3pPr marL="1371600" lvl="2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■"/>
              <a:defRPr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3pPr>
            <a:lvl4pPr marL="1828800" lvl="3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●"/>
              <a:defRPr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4pPr>
            <a:lvl5pPr marL="2286000" lvl="4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○"/>
              <a:defRPr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5pPr>
            <a:lvl6pPr marL="2743200" lvl="5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■"/>
              <a:defRPr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6pPr>
            <a:lvl7pPr marL="3200400" lvl="6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●"/>
              <a:defRPr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7pPr>
            <a:lvl8pPr marL="3657600" lvl="7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○"/>
              <a:defRPr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8pPr>
            <a:lvl9pPr marL="4114800" lvl="8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■"/>
              <a:defRPr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50" r:id="rId2"/>
    <p:sldLayoutId id="2147483656" r:id="rId3"/>
    <p:sldLayoutId id="2147483658" r:id="rId4"/>
    <p:sldLayoutId id="2147483669" r:id="rId5"/>
    <p:sldLayoutId id="2147483670" r:id="rId6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" name="Google Shape;460;p27"/>
          <p:cNvSpPr txBox="1">
            <a:spLocks noGrp="1"/>
          </p:cNvSpPr>
          <p:nvPr>
            <p:ph type="subTitle" idx="1"/>
          </p:nvPr>
        </p:nvSpPr>
        <p:spPr>
          <a:xfrm>
            <a:off x="754333" y="4669206"/>
            <a:ext cx="4865100" cy="357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indent="0"/>
            <a:r>
              <a:rPr lang="en-US" sz="1100" dirty="0"/>
              <a:t>#1</a:t>
            </a:r>
            <a:endParaRPr sz="1100" dirty="0"/>
          </a:p>
        </p:txBody>
      </p:sp>
      <p:sp>
        <p:nvSpPr>
          <p:cNvPr id="12" name="AutoShape 4">
            <a:extLst>
              <a:ext uri="{FF2B5EF4-FFF2-40B4-BE49-F238E27FC236}">
                <a16:creationId xmlns:a16="http://schemas.microsoft.com/office/drawing/2014/main" id="{73A6F7C9-409A-797F-AF51-72A58DC2B3E5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419600" y="241935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587D918C-E0AC-FDBE-0A5B-BBBF853694C2}"/>
              </a:ext>
            </a:extLst>
          </p:cNvPr>
          <p:cNvPicPr>
            <a:picLocks noChangeAspect="1"/>
          </p:cNvPicPr>
          <p:nvPr/>
        </p:nvPicPr>
        <p:blipFill>
          <a:blip r:embed="rId3">
            <a:lum bright="70000" contrast="-70000"/>
          </a:blip>
          <a:stretch>
            <a:fillRect/>
          </a:stretch>
        </p:blipFill>
        <p:spPr>
          <a:xfrm>
            <a:off x="3784285" y="779086"/>
            <a:ext cx="1439504" cy="1498967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81BAAFEF-2D9E-F2CE-7133-52BC8A24DCB9}"/>
              </a:ext>
            </a:extLst>
          </p:cNvPr>
          <p:cNvSpPr txBox="1"/>
          <p:nvPr/>
        </p:nvSpPr>
        <p:spPr>
          <a:xfrm>
            <a:off x="2458994" y="2468693"/>
            <a:ext cx="4226011" cy="8901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  <a:buClr>
                <a:schemeClr val="dk2"/>
              </a:buClr>
              <a:buSzPts val="1400"/>
            </a:pPr>
            <a:r>
              <a:rPr lang="en-US" sz="1200" b="1" dirty="0" err="1">
                <a:solidFill>
                  <a:schemeClr val="accent3"/>
                </a:solidFill>
                <a:latin typeface="Arial" panose="020B0604020202020204" pitchFamily="34" charset="0"/>
                <a:ea typeface="Fira Code"/>
                <a:cs typeface="Arial" panose="020B0604020202020204" pitchFamily="34" charset="0"/>
                <a:sym typeface="Fira Code"/>
              </a:rPr>
              <a:t>Amirkabir</a:t>
            </a:r>
            <a:r>
              <a:rPr lang="en-US" sz="1200" b="1" dirty="0">
                <a:solidFill>
                  <a:schemeClr val="accent3"/>
                </a:solidFill>
                <a:latin typeface="Arial" panose="020B0604020202020204" pitchFamily="34" charset="0"/>
                <a:ea typeface="Fira Code"/>
                <a:cs typeface="Arial" panose="020B0604020202020204" pitchFamily="34" charset="0"/>
                <a:sym typeface="Fira Code"/>
              </a:rPr>
              <a:t> University of Technology </a:t>
            </a:r>
          </a:p>
          <a:p>
            <a:pPr algn="ctr">
              <a:lnSpc>
                <a:spcPct val="150000"/>
              </a:lnSpc>
              <a:buClr>
                <a:schemeClr val="dk2"/>
              </a:buClr>
              <a:buSzPts val="1400"/>
            </a:pPr>
            <a:r>
              <a:rPr lang="en-US" sz="1200" b="1" dirty="0">
                <a:solidFill>
                  <a:schemeClr val="accent3"/>
                </a:solidFill>
                <a:latin typeface="Arial" panose="020B0604020202020204" pitchFamily="34" charset="0"/>
                <a:ea typeface="Fira Code"/>
                <a:cs typeface="Arial" panose="020B0604020202020204" pitchFamily="34" charset="0"/>
                <a:sym typeface="Fira Code"/>
              </a:rPr>
              <a:t>(Tehran Polytechnic)</a:t>
            </a:r>
          </a:p>
          <a:p>
            <a:pPr algn="ctr">
              <a:lnSpc>
                <a:spcPct val="150000"/>
              </a:lnSpc>
              <a:buClr>
                <a:schemeClr val="dk2"/>
              </a:buClr>
              <a:buSzPts val="1400"/>
            </a:pPr>
            <a:r>
              <a:rPr lang="en-US" sz="1200" b="1" dirty="0">
                <a:solidFill>
                  <a:schemeClr val="accent3"/>
                </a:solidFill>
                <a:latin typeface="Arial" panose="020B0604020202020204" pitchFamily="34" charset="0"/>
                <a:ea typeface="Fira Code"/>
                <a:cs typeface="Arial" panose="020B0604020202020204" pitchFamily="34" charset="0"/>
                <a:sym typeface="Fira Code"/>
              </a:rPr>
              <a:t>Department of Computer Engineering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07BBED3-F08C-3E20-661F-A0EDA0FFFE9B}"/>
              </a:ext>
            </a:extLst>
          </p:cNvPr>
          <p:cNvSpPr txBox="1"/>
          <p:nvPr/>
        </p:nvSpPr>
        <p:spPr>
          <a:xfrm>
            <a:off x="4231983" y="3408151"/>
            <a:ext cx="171141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chemeClr val="accent3"/>
                </a:solidFill>
                <a:latin typeface="Arial" panose="020B0604020202020204" pitchFamily="34" charset="0"/>
                <a:ea typeface="Fira Code"/>
                <a:cs typeface="Arial" panose="020B0604020202020204" pitchFamily="34" charset="0"/>
              </a:rPr>
              <a:t>Array</a:t>
            </a:r>
          </a:p>
        </p:txBody>
      </p:sp>
      <p:sp>
        <p:nvSpPr>
          <p:cNvPr id="5" name="Google Shape;473;p28">
            <a:extLst>
              <a:ext uri="{FF2B5EF4-FFF2-40B4-BE49-F238E27FC236}">
                <a16:creationId xmlns:a16="http://schemas.microsoft.com/office/drawing/2014/main" id="{4565DFF7-02E5-DF80-F84F-AE9E4ED4AF1E}"/>
              </a:ext>
            </a:extLst>
          </p:cNvPr>
          <p:cNvSpPr txBox="1">
            <a:spLocks/>
          </p:cNvSpPr>
          <p:nvPr/>
        </p:nvSpPr>
        <p:spPr>
          <a:xfrm>
            <a:off x="729503" y="4701324"/>
            <a:ext cx="4865100" cy="35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●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○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■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●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○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5pPr>
            <a:lvl6pPr marL="2743200" marR="0" lvl="5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■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6pPr>
            <a:lvl7pPr marL="3200400" marR="0" lvl="6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●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7pPr>
            <a:lvl8pPr marL="3657600" marR="0" lvl="7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○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8pPr>
            <a:lvl9pPr marL="4114800" marR="0" lvl="8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■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9pPr>
          </a:lstStyle>
          <a:p>
            <a:pPr marL="0" indent="0">
              <a:buFont typeface="Fira Code"/>
              <a:buNone/>
            </a:pPr>
            <a:r>
              <a:rPr lang="en-US" dirty="0">
                <a:solidFill>
                  <a:schemeClr val="accent3"/>
                </a:solidFill>
              </a:rPr>
              <a:t>Programming Language Lab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8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4" name="Google Shape;814;p39"/>
          <p:cNvSpPr txBox="1">
            <a:spLocks noGrp="1"/>
          </p:cNvSpPr>
          <p:nvPr>
            <p:ph type="title"/>
          </p:nvPr>
        </p:nvSpPr>
        <p:spPr>
          <a:xfrm>
            <a:off x="710124" y="542575"/>
            <a:ext cx="4853393" cy="1425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/>
            <a:r>
              <a:rPr lang="en-US" dirty="0"/>
              <a:t>Arrays </a:t>
            </a:r>
            <a:endParaRPr dirty="0">
              <a:solidFill>
                <a:schemeClr val="accent1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" name="Google Shape;471;p28"/>
          <p:cNvSpPr txBox="1">
            <a:spLocks noGrp="1"/>
          </p:cNvSpPr>
          <p:nvPr>
            <p:ph type="title"/>
          </p:nvPr>
        </p:nvSpPr>
        <p:spPr>
          <a:xfrm>
            <a:off x="1053014" y="582700"/>
            <a:ext cx="7290600" cy="54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n-US" sz="2400" dirty="0">
                <a:solidFill>
                  <a:schemeClr val="accent2"/>
                </a:solidFill>
              </a:rPr>
              <a:t>Why do we need arrays?</a:t>
            </a:r>
            <a:endParaRPr sz="2400" dirty="0">
              <a:solidFill>
                <a:schemeClr val="accent2"/>
              </a:solidFill>
            </a:endParaRPr>
          </a:p>
        </p:txBody>
      </p:sp>
      <p:sp>
        <p:nvSpPr>
          <p:cNvPr id="473" name="Google Shape;473;p28"/>
          <p:cNvSpPr txBox="1">
            <a:spLocks noGrp="1"/>
          </p:cNvSpPr>
          <p:nvPr>
            <p:ph type="subTitle" idx="4294967295"/>
          </p:nvPr>
        </p:nvSpPr>
        <p:spPr>
          <a:xfrm>
            <a:off x="710125" y="4694725"/>
            <a:ext cx="4865100" cy="357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 dirty="0">
                <a:solidFill>
                  <a:schemeClr val="accent3"/>
                </a:solidFill>
              </a:rPr>
              <a:t>Programming Language Lab</a:t>
            </a:r>
            <a:endParaRPr sz="1400" dirty="0">
              <a:solidFill>
                <a:schemeClr val="accent3"/>
              </a:solidFill>
            </a:endParaRPr>
          </a:p>
        </p:txBody>
      </p:sp>
      <p:sp>
        <p:nvSpPr>
          <p:cNvPr id="474" name="Google Shape;474;p28"/>
          <p:cNvSpPr txBox="1">
            <a:spLocks noGrp="1"/>
          </p:cNvSpPr>
          <p:nvPr>
            <p:ph type="subTitle" idx="4294967295"/>
          </p:nvPr>
        </p:nvSpPr>
        <p:spPr>
          <a:xfrm>
            <a:off x="-5975" y="91525"/>
            <a:ext cx="4572000" cy="357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 dirty="0">
                <a:solidFill>
                  <a:schemeClr val="accent3"/>
                </a:solidFill>
              </a:rPr>
              <a:t>Array.c</a:t>
            </a:r>
            <a:endParaRPr sz="1400" dirty="0">
              <a:solidFill>
                <a:schemeClr val="accent3"/>
              </a:solidFill>
            </a:endParaRPr>
          </a:p>
        </p:txBody>
      </p:sp>
      <p:sp>
        <p:nvSpPr>
          <p:cNvPr id="6" name="Google Shape;583;p33">
            <a:extLst>
              <a:ext uri="{FF2B5EF4-FFF2-40B4-BE49-F238E27FC236}">
                <a16:creationId xmlns:a16="http://schemas.microsoft.com/office/drawing/2014/main" id="{BE0B1925-328B-2EDA-5EFE-724887B49975}"/>
              </a:ext>
            </a:extLst>
          </p:cNvPr>
          <p:cNvSpPr txBox="1"/>
          <p:nvPr/>
        </p:nvSpPr>
        <p:spPr>
          <a:xfrm>
            <a:off x="1143250" y="1257775"/>
            <a:ext cx="7832308" cy="22434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 algn="just"/>
            <a:r>
              <a:rPr lang="en-US" sz="1800" dirty="0">
                <a:solidFill>
                  <a:schemeClr val="accent1"/>
                </a:solidFill>
                <a:latin typeface="Fira Code"/>
                <a:ea typeface="Fira Code"/>
                <a:cs typeface="Fira Code"/>
              </a:rPr>
              <a:t>One way to improve the execution time of recursive functions is to use </a:t>
            </a:r>
            <a:r>
              <a:rPr lang="en-US" sz="1800" b="1" dirty="0">
                <a:solidFill>
                  <a:schemeClr val="accent1"/>
                </a:solidFill>
                <a:latin typeface="Fira Code"/>
                <a:ea typeface="Fira Code"/>
                <a:cs typeface="Fira Code"/>
              </a:rPr>
              <a:t>Memorization</a:t>
            </a:r>
            <a:endParaRPr lang="fa-IR" sz="1800" b="1" dirty="0">
              <a:solidFill>
                <a:schemeClr val="accent1"/>
              </a:solidFill>
              <a:latin typeface="Fira Code"/>
              <a:ea typeface="Fira Code"/>
              <a:cs typeface="Fira Code"/>
            </a:endParaRPr>
          </a:p>
          <a:p>
            <a:pPr lvl="0" algn="just"/>
            <a:endParaRPr lang="fa-IR" sz="1800" dirty="0">
              <a:solidFill>
                <a:schemeClr val="accent1"/>
              </a:solidFill>
              <a:latin typeface="Fira Code"/>
              <a:ea typeface="Fira Code"/>
              <a:cs typeface="Fira Code"/>
            </a:endParaRPr>
          </a:p>
          <a:p>
            <a:pPr marL="171450" lvl="2" indent="-171450"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chemeClr val="accent1"/>
                </a:solidFill>
                <a:latin typeface="Fira Code"/>
                <a:ea typeface="Fira Code"/>
                <a:cs typeface="Fira Code"/>
              </a:rPr>
              <a:t>Avoids redundant computations</a:t>
            </a:r>
          </a:p>
          <a:p>
            <a:pPr marL="171450" lvl="2" indent="-171450"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chemeClr val="accent1"/>
                </a:solidFill>
                <a:latin typeface="Fira Code"/>
                <a:ea typeface="Fira Code"/>
                <a:cs typeface="Fira Code"/>
              </a:rPr>
              <a:t>Significantly reduces execution time</a:t>
            </a:r>
          </a:p>
          <a:p>
            <a:pPr marL="171450" lvl="2" indent="-171450"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chemeClr val="accent1"/>
                </a:solidFill>
                <a:latin typeface="Fira Code"/>
                <a:ea typeface="Fira Code"/>
                <a:cs typeface="Fira Code"/>
              </a:rPr>
              <a:t>Enhances the performance of algorithms such as Fibonacci, dynamic programming, and partitioning problems</a:t>
            </a:r>
          </a:p>
          <a:p>
            <a:pPr lvl="0" algn="just"/>
            <a:endParaRPr lang="en-US" sz="1800" dirty="0">
              <a:solidFill>
                <a:schemeClr val="accent1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14" name="Google Shape;473;p28">
            <a:extLst>
              <a:ext uri="{FF2B5EF4-FFF2-40B4-BE49-F238E27FC236}">
                <a16:creationId xmlns:a16="http://schemas.microsoft.com/office/drawing/2014/main" id="{ED1FD636-A210-B0E0-3223-1D7CC350035B}"/>
              </a:ext>
            </a:extLst>
          </p:cNvPr>
          <p:cNvSpPr txBox="1">
            <a:spLocks/>
          </p:cNvSpPr>
          <p:nvPr/>
        </p:nvSpPr>
        <p:spPr>
          <a:xfrm>
            <a:off x="8433851" y="4694675"/>
            <a:ext cx="319124" cy="35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●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○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■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●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○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5pPr>
            <a:lvl6pPr marL="2743200" marR="0" lvl="5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■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6pPr>
            <a:lvl7pPr marL="3200400" marR="0" lvl="6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●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7pPr>
            <a:lvl8pPr marL="3657600" marR="0" lvl="7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○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8pPr>
            <a:lvl9pPr marL="4114800" marR="0" lvl="8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■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9pPr>
          </a:lstStyle>
          <a:p>
            <a:pPr marL="0" indent="0">
              <a:buFont typeface="Fira Code"/>
              <a:buNone/>
            </a:pPr>
            <a:r>
              <a:rPr lang="en" sz="1100">
                <a:solidFill>
                  <a:schemeClr val="accent3"/>
                </a:solidFill>
              </a:rPr>
              <a:t>1</a:t>
            </a:r>
            <a:endParaRPr lang="en" dirty="0">
              <a:solidFill>
                <a:schemeClr val="accent3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70">
          <a:extLst>
            <a:ext uri="{FF2B5EF4-FFF2-40B4-BE49-F238E27FC236}">
              <a16:creationId xmlns:a16="http://schemas.microsoft.com/office/drawing/2014/main" id="{187AE761-43CB-D5C4-A64B-AD388C7979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3" name="Google Shape;473;p28">
            <a:extLst>
              <a:ext uri="{FF2B5EF4-FFF2-40B4-BE49-F238E27FC236}">
                <a16:creationId xmlns:a16="http://schemas.microsoft.com/office/drawing/2014/main" id="{97EBD44A-9363-E81A-5172-771D3858564E}"/>
              </a:ext>
            </a:extLst>
          </p:cNvPr>
          <p:cNvSpPr txBox="1">
            <a:spLocks noGrp="1"/>
          </p:cNvSpPr>
          <p:nvPr>
            <p:ph type="subTitle" idx="4294967295"/>
          </p:nvPr>
        </p:nvSpPr>
        <p:spPr>
          <a:xfrm>
            <a:off x="710125" y="4694725"/>
            <a:ext cx="4865100" cy="357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 dirty="0">
                <a:solidFill>
                  <a:schemeClr val="accent3"/>
                </a:solidFill>
              </a:rPr>
              <a:t>Programming Language Lab</a:t>
            </a:r>
            <a:endParaRPr sz="1400" dirty="0">
              <a:solidFill>
                <a:schemeClr val="accent3"/>
              </a:solidFill>
            </a:endParaRPr>
          </a:p>
        </p:txBody>
      </p:sp>
      <p:sp>
        <p:nvSpPr>
          <p:cNvPr id="474" name="Google Shape;474;p28">
            <a:extLst>
              <a:ext uri="{FF2B5EF4-FFF2-40B4-BE49-F238E27FC236}">
                <a16:creationId xmlns:a16="http://schemas.microsoft.com/office/drawing/2014/main" id="{CF8CB708-7BC6-DA7B-F09D-E4DB14B6EE69}"/>
              </a:ext>
            </a:extLst>
          </p:cNvPr>
          <p:cNvSpPr txBox="1">
            <a:spLocks noGrp="1"/>
          </p:cNvSpPr>
          <p:nvPr>
            <p:ph type="subTitle" idx="4294967295"/>
          </p:nvPr>
        </p:nvSpPr>
        <p:spPr>
          <a:xfrm>
            <a:off x="-5975" y="91525"/>
            <a:ext cx="4572000" cy="357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 dirty="0">
                <a:solidFill>
                  <a:schemeClr val="accent3"/>
                </a:solidFill>
              </a:rPr>
              <a:t>function.c</a:t>
            </a:r>
            <a:endParaRPr sz="1400" dirty="0">
              <a:solidFill>
                <a:schemeClr val="accent3"/>
              </a:solidFill>
            </a:endParaRPr>
          </a:p>
        </p:txBody>
      </p:sp>
      <p:sp>
        <p:nvSpPr>
          <p:cNvPr id="475" name="Google Shape;475;p28">
            <a:extLst>
              <a:ext uri="{FF2B5EF4-FFF2-40B4-BE49-F238E27FC236}">
                <a16:creationId xmlns:a16="http://schemas.microsoft.com/office/drawing/2014/main" id="{2A5139A3-62E0-6783-4D79-977BA2547281}"/>
              </a:ext>
            </a:extLst>
          </p:cNvPr>
          <p:cNvSpPr txBox="1">
            <a:spLocks noGrp="1"/>
          </p:cNvSpPr>
          <p:nvPr>
            <p:ph type="subTitle" idx="4294967295"/>
          </p:nvPr>
        </p:nvSpPr>
        <p:spPr>
          <a:xfrm>
            <a:off x="4572000" y="91525"/>
            <a:ext cx="4572000" cy="357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solidFill>
                  <a:schemeClr val="accent3"/>
                </a:solidFill>
              </a:rPr>
              <a:t>Task 1</a:t>
            </a:r>
            <a:endParaRPr sz="1400" dirty="0">
              <a:solidFill>
                <a:schemeClr val="accent3"/>
              </a:solidFill>
            </a:endParaRPr>
          </a:p>
        </p:txBody>
      </p:sp>
      <p:sp>
        <p:nvSpPr>
          <p:cNvPr id="6" name="Google Shape;583;p33">
            <a:extLst>
              <a:ext uri="{FF2B5EF4-FFF2-40B4-BE49-F238E27FC236}">
                <a16:creationId xmlns:a16="http://schemas.microsoft.com/office/drawing/2014/main" id="{06622912-764E-52AC-48FD-9ED99B05D185}"/>
              </a:ext>
            </a:extLst>
          </p:cNvPr>
          <p:cNvSpPr txBox="1"/>
          <p:nvPr/>
        </p:nvSpPr>
        <p:spPr>
          <a:xfrm>
            <a:off x="1059027" y="394684"/>
            <a:ext cx="7693947" cy="1349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 algn="just"/>
            <a:r>
              <a:rPr lang="en-US" sz="1600" dirty="0">
                <a:solidFill>
                  <a:schemeClr val="accent2"/>
                </a:solidFill>
                <a:latin typeface="Fira Code"/>
                <a:ea typeface="Fira Code"/>
                <a:cs typeface="Fira Code"/>
              </a:rPr>
              <a:t>Complete the following code (Top-Down).</a:t>
            </a:r>
            <a:endParaRPr lang="fa-IR" sz="1600" dirty="0">
              <a:solidFill>
                <a:schemeClr val="accent2"/>
              </a:solidFill>
              <a:latin typeface="Fira Code"/>
              <a:ea typeface="Fira Code"/>
            </a:endParaRPr>
          </a:p>
          <a:p>
            <a:pPr lvl="0" algn="just"/>
            <a:endParaRPr lang="en-US" sz="1800" dirty="0">
              <a:solidFill>
                <a:schemeClr val="accent1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AA5EB454-FA43-B862-FAF7-25024933A8CD}"/>
              </a:ext>
            </a:extLst>
          </p:cNvPr>
          <p:cNvSpPr/>
          <p:nvPr/>
        </p:nvSpPr>
        <p:spPr>
          <a:xfrm>
            <a:off x="6599321" y="1828800"/>
            <a:ext cx="709861" cy="215596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Google Shape;473;p28">
            <a:extLst>
              <a:ext uri="{FF2B5EF4-FFF2-40B4-BE49-F238E27FC236}">
                <a16:creationId xmlns:a16="http://schemas.microsoft.com/office/drawing/2014/main" id="{B1B33952-42DC-C106-C507-9BDE4FC0961D}"/>
              </a:ext>
            </a:extLst>
          </p:cNvPr>
          <p:cNvSpPr txBox="1">
            <a:spLocks/>
          </p:cNvSpPr>
          <p:nvPr/>
        </p:nvSpPr>
        <p:spPr>
          <a:xfrm>
            <a:off x="8433851" y="4694675"/>
            <a:ext cx="319124" cy="35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●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○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■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●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○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5pPr>
            <a:lvl6pPr marL="2743200" marR="0" lvl="5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■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6pPr>
            <a:lvl7pPr marL="3200400" marR="0" lvl="6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●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7pPr>
            <a:lvl8pPr marL="3657600" marR="0" lvl="7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○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8pPr>
            <a:lvl9pPr marL="4114800" marR="0" lvl="8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■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9pPr>
          </a:lstStyle>
          <a:p>
            <a:pPr marL="0" indent="0">
              <a:buFont typeface="Fira Code"/>
              <a:buNone/>
            </a:pPr>
            <a:r>
              <a:rPr lang="en" sz="1100" dirty="0">
                <a:solidFill>
                  <a:schemeClr val="accent3"/>
                </a:solidFill>
              </a:rPr>
              <a:t>2</a:t>
            </a:r>
            <a:endParaRPr lang="en" dirty="0">
              <a:solidFill>
                <a:schemeClr val="accent3"/>
              </a:solidFill>
            </a:endParaRP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E8321194-2F4D-D01C-8EC0-2E81A3C6AC55}"/>
              </a:ext>
            </a:extLst>
          </p:cNvPr>
          <p:cNvSpPr/>
          <p:nvPr/>
        </p:nvSpPr>
        <p:spPr>
          <a:xfrm>
            <a:off x="1010785" y="1313964"/>
            <a:ext cx="7968034" cy="2598783"/>
          </a:xfrm>
          <a:prstGeom prst="roundRect">
            <a:avLst/>
          </a:prstGeom>
          <a:solidFill>
            <a:schemeClr val="accent5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100" dirty="0">
                <a:solidFill>
                  <a:schemeClr val="tx2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#include</a:t>
            </a:r>
            <a:r>
              <a:rPr lang="en-US" sz="1100" dirty="0">
                <a:solidFill>
                  <a:srgbClr val="DBA0DB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 &lt;</a:t>
            </a:r>
            <a:r>
              <a:rPr lang="en-US" sz="1100" dirty="0" err="1">
                <a:solidFill>
                  <a:srgbClr val="DBA0DB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stdio.h</a:t>
            </a:r>
            <a:r>
              <a:rPr lang="en-US" sz="1100" dirty="0">
                <a:solidFill>
                  <a:srgbClr val="DBA0DB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&gt;</a:t>
            </a:r>
            <a:br>
              <a:rPr lang="en-US" sz="1100" dirty="0">
                <a:solidFill>
                  <a:srgbClr val="DBA0DB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</a:br>
            <a:r>
              <a:rPr lang="en-US" sz="1100" dirty="0">
                <a:solidFill>
                  <a:schemeClr val="tx2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int</a:t>
            </a:r>
            <a:r>
              <a:rPr lang="en-US" sz="1100" dirty="0">
                <a:solidFill>
                  <a:srgbClr val="DBA0DB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 memory[1000];</a:t>
            </a:r>
          </a:p>
          <a:p>
            <a:br>
              <a:rPr lang="en-US" sz="1100" dirty="0">
                <a:solidFill>
                  <a:srgbClr val="DBA0DB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</a:br>
            <a:r>
              <a:rPr lang="en-US" sz="1100" dirty="0">
                <a:solidFill>
                  <a:schemeClr val="tx2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int</a:t>
            </a:r>
            <a:r>
              <a:rPr lang="en-US" sz="1100" dirty="0">
                <a:solidFill>
                  <a:srgbClr val="DBA0DB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 </a:t>
            </a:r>
            <a:r>
              <a:rPr lang="en-US" sz="1100" dirty="0" err="1">
                <a:solidFill>
                  <a:srgbClr val="DBA0DB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fibonacci</a:t>
            </a:r>
            <a:r>
              <a:rPr lang="en-US" sz="1100" dirty="0">
                <a:solidFill>
                  <a:srgbClr val="DBA0DB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(int n) {</a:t>
            </a:r>
          </a:p>
          <a:p>
            <a:r>
              <a:rPr lang="en-US" sz="1100" dirty="0">
                <a:solidFill>
                  <a:srgbClr val="DBA0DB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    </a:t>
            </a:r>
            <a:r>
              <a:rPr lang="en-US" sz="1100" dirty="0">
                <a:solidFill>
                  <a:srgbClr val="FF0000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if</a:t>
            </a:r>
            <a:r>
              <a:rPr lang="en-US" sz="1100" dirty="0">
                <a:solidFill>
                  <a:srgbClr val="DBA0DB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 (n == 1 || n == 2) {</a:t>
            </a:r>
          </a:p>
          <a:p>
            <a:r>
              <a:rPr lang="en-US" sz="1100" dirty="0">
                <a:solidFill>
                  <a:srgbClr val="DBA0DB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        return 1;</a:t>
            </a:r>
          </a:p>
          <a:p>
            <a:r>
              <a:rPr lang="en-US" sz="1100" dirty="0">
                <a:solidFill>
                  <a:srgbClr val="DBA0DB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    }</a:t>
            </a:r>
          </a:p>
          <a:p>
            <a:br>
              <a:rPr lang="en-US" sz="1100" dirty="0">
                <a:solidFill>
                  <a:srgbClr val="DBA0DB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</a:br>
            <a:r>
              <a:rPr lang="en-US" sz="1100" dirty="0">
                <a:solidFill>
                  <a:srgbClr val="DBA0DB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    </a:t>
            </a:r>
            <a:r>
              <a:rPr lang="en-US" sz="1100" dirty="0">
                <a:solidFill>
                  <a:srgbClr val="FF0000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if</a:t>
            </a:r>
            <a:r>
              <a:rPr lang="en-US" sz="1100" dirty="0">
                <a:solidFill>
                  <a:srgbClr val="DBA0DB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 (memory[n] == 0) {</a:t>
            </a:r>
          </a:p>
          <a:p>
            <a:r>
              <a:rPr lang="en-US" sz="1100" dirty="0">
                <a:solidFill>
                  <a:srgbClr val="BBBBBB"/>
                </a:solidFill>
                <a:latin typeface="Consolas" panose="020B0609020204030204" pitchFamily="49" charset="0"/>
              </a:rPr>
              <a:t> </a:t>
            </a:r>
            <a:r>
              <a:rPr lang="fa-IR" sz="1100" dirty="0">
                <a:solidFill>
                  <a:srgbClr val="BBBBBB"/>
                </a:solidFill>
                <a:latin typeface="Consolas" panose="020B0609020204030204" pitchFamily="49" charset="0"/>
              </a:rPr>
              <a:t>	</a:t>
            </a:r>
            <a:r>
              <a:rPr lang="en-US" sz="1100" dirty="0">
                <a:solidFill>
                  <a:srgbClr val="BBBBBB"/>
                </a:solidFill>
                <a:latin typeface="Consolas" panose="020B0609020204030204" pitchFamily="49" charset="0"/>
              </a:rPr>
              <a:t>memory[</a:t>
            </a:r>
            <a:r>
              <a:rPr lang="fa-IR" sz="1100" dirty="0">
                <a:solidFill>
                  <a:srgbClr val="BBBBBB"/>
                </a:solidFill>
                <a:latin typeface="Consolas" panose="020B0609020204030204" pitchFamily="49" charset="0"/>
              </a:rPr>
              <a:t>.........</a:t>
            </a:r>
            <a:r>
              <a:rPr lang="en-US" sz="1100" dirty="0">
                <a:solidFill>
                  <a:srgbClr val="BBBBBB"/>
                </a:solidFill>
                <a:latin typeface="Consolas" panose="020B0609020204030204" pitchFamily="49" charset="0"/>
              </a:rPr>
              <a:t>] </a:t>
            </a:r>
            <a:r>
              <a:rPr lang="en-US" sz="1100" dirty="0">
                <a:solidFill>
                  <a:srgbClr val="0070C0"/>
                </a:solidFill>
                <a:latin typeface="Consolas" panose="020B0609020204030204" pitchFamily="49" charset="0"/>
              </a:rPr>
              <a:t>=</a:t>
            </a:r>
            <a:r>
              <a:rPr lang="en-US" sz="1100" dirty="0">
                <a:solidFill>
                  <a:srgbClr val="BBBBBB"/>
                </a:solidFill>
                <a:latin typeface="Consolas" panose="020B0609020204030204" pitchFamily="49" charset="0"/>
              </a:rPr>
              <a:t> </a:t>
            </a:r>
            <a:r>
              <a:rPr lang="en-US" sz="1100" dirty="0" err="1">
                <a:solidFill>
                  <a:srgbClr val="DDBB88"/>
                </a:solidFill>
                <a:latin typeface="Consolas" panose="020B0609020204030204" pitchFamily="49" charset="0"/>
              </a:rPr>
              <a:t>fibonacci</a:t>
            </a:r>
            <a:r>
              <a:rPr lang="en-US" sz="1100" dirty="0">
                <a:solidFill>
                  <a:srgbClr val="BBBBBB"/>
                </a:solidFill>
                <a:latin typeface="Consolas" panose="020B0609020204030204" pitchFamily="49" charset="0"/>
              </a:rPr>
              <a:t>(</a:t>
            </a:r>
            <a:r>
              <a:rPr lang="fa-IR" sz="1100" dirty="0">
                <a:solidFill>
                  <a:srgbClr val="BBBBBB"/>
                </a:solidFill>
                <a:latin typeface="Consolas" panose="020B0609020204030204" pitchFamily="49" charset="0"/>
              </a:rPr>
              <a:t>......</a:t>
            </a:r>
            <a:r>
              <a:rPr lang="en-US" sz="1100" dirty="0">
                <a:solidFill>
                  <a:srgbClr val="BBBBBB"/>
                </a:solidFill>
                <a:latin typeface="Consolas" panose="020B0609020204030204" pitchFamily="49" charset="0"/>
              </a:rPr>
              <a:t>) </a:t>
            </a:r>
            <a:r>
              <a:rPr lang="en-US" sz="1100" dirty="0">
                <a:solidFill>
                  <a:srgbClr val="0070C0"/>
                </a:solidFill>
                <a:latin typeface="Consolas" panose="020B0609020204030204" pitchFamily="49" charset="0"/>
              </a:rPr>
              <a:t>+</a:t>
            </a:r>
            <a:r>
              <a:rPr lang="en-US" sz="1100" dirty="0">
                <a:solidFill>
                  <a:srgbClr val="BBBBBB"/>
                </a:solidFill>
                <a:latin typeface="Consolas" panose="020B0609020204030204" pitchFamily="49" charset="0"/>
              </a:rPr>
              <a:t> </a:t>
            </a:r>
            <a:r>
              <a:rPr lang="en-US" sz="1100" dirty="0" err="1">
                <a:solidFill>
                  <a:srgbClr val="DDBB88"/>
                </a:solidFill>
                <a:latin typeface="Consolas" panose="020B0609020204030204" pitchFamily="49" charset="0"/>
              </a:rPr>
              <a:t>fibonacci</a:t>
            </a:r>
            <a:r>
              <a:rPr lang="en-US" sz="1100" dirty="0">
                <a:solidFill>
                  <a:srgbClr val="BBBBBB"/>
                </a:solidFill>
                <a:latin typeface="Consolas" panose="020B0609020204030204" pitchFamily="49" charset="0"/>
              </a:rPr>
              <a:t>(</a:t>
            </a:r>
            <a:r>
              <a:rPr lang="fa-IR" sz="1100" dirty="0">
                <a:solidFill>
                  <a:srgbClr val="BBBBBB"/>
                </a:solidFill>
                <a:latin typeface="Consolas" panose="020B0609020204030204" pitchFamily="49" charset="0"/>
              </a:rPr>
              <a:t>........</a:t>
            </a:r>
            <a:r>
              <a:rPr lang="en-US" sz="1100" dirty="0">
                <a:solidFill>
                  <a:srgbClr val="BBBBBB"/>
                </a:solidFill>
                <a:latin typeface="Consolas" panose="020B0609020204030204" pitchFamily="49" charset="0"/>
              </a:rPr>
              <a:t>); </a:t>
            </a:r>
            <a:r>
              <a:rPr lang="en-US" sz="1100" dirty="0">
                <a:solidFill>
                  <a:srgbClr val="DBA0DB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   </a:t>
            </a:r>
          </a:p>
          <a:p>
            <a:r>
              <a:rPr lang="en-US" sz="1100" dirty="0">
                <a:solidFill>
                  <a:srgbClr val="DBA0DB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    }</a:t>
            </a:r>
          </a:p>
          <a:p>
            <a:r>
              <a:rPr lang="en-US" sz="1100" dirty="0">
                <a:solidFill>
                  <a:srgbClr val="DBA0DB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    </a:t>
            </a:r>
            <a:r>
              <a:rPr lang="en-US" sz="1100" dirty="0">
                <a:solidFill>
                  <a:srgbClr val="FF0000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return</a:t>
            </a:r>
            <a:r>
              <a:rPr lang="en-US" sz="1100" dirty="0">
                <a:solidFill>
                  <a:srgbClr val="DBA0DB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 memory[n];</a:t>
            </a:r>
          </a:p>
          <a:p>
            <a:r>
              <a:rPr lang="en-US" sz="1100" dirty="0">
                <a:solidFill>
                  <a:srgbClr val="DBA0DB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250816582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70">
          <a:extLst>
            <a:ext uri="{FF2B5EF4-FFF2-40B4-BE49-F238E27FC236}">
              <a16:creationId xmlns:a16="http://schemas.microsoft.com/office/drawing/2014/main" id="{D2296E2F-314E-F9AF-571E-DC1F9D9514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3" name="Google Shape;473;p28">
            <a:extLst>
              <a:ext uri="{FF2B5EF4-FFF2-40B4-BE49-F238E27FC236}">
                <a16:creationId xmlns:a16="http://schemas.microsoft.com/office/drawing/2014/main" id="{EECAA770-31B8-FFC3-BB14-42DD670E7CEA}"/>
              </a:ext>
            </a:extLst>
          </p:cNvPr>
          <p:cNvSpPr txBox="1">
            <a:spLocks noGrp="1"/>
          </p:cNvSpPr>
          <p:nvPr>
            <p:ph type="subTitle" idx="4294967295"/>
          </p:nvPr>
        </p:nvSpPr>
        <p:spPr>
          <a:xfrm>
            <a:off x="710125" y="4694725"/>
            <a:ext cx="4865100" cy="357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 dirty="0">
                <a:solidFill>
                  <a:schemeClr val="accent3"/>
                </a:solidFill>
              </a:rPr>
              <a:t>Programming Language Lab</a:t>
            </a:r>
            <a:endParaRPr sz="1400" dirty="0">
              <a:solidFill>
                <a:schemeClr val="accent3"/>
              </a:solidFill>
            </a:endParaRPr>
          </a:p>
        </p:txBody>
      </p:sp>
      <p:sp>
        <p:nvSpPr>
          <p:cNvPr id="474" name="Google Shape;474;p28">
            <a:extLst>
              <a:ext uri="{FF2B5EF4-FFF2-40B4-BE49-F238E27FC236}">
                <a16:creationId xmlns:a16="http://schemas.microsoft.com/office/drawing/2014/main" id="{E1DA9214-C294-E4C1-9B7F-B4DF55B21CD5}"/>
              </a:ext>
            </a:extLst>
          </p:cNvPr>
          <p:cNvSpPr txBox="1">
            <a:spLocks noGrp="1"/>
          </p:cNvSpPr>
          <p:nvPr>
            <p:ph type="subTitle" idx="4294967295"/>
          </p:nvPr>
        </p:nvSpPr>
        <p:spPr>
          <a:xfrm>
            <a:off x="-5975" y="91525"/>
            <a:ext cx="4572000" cy="357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>
              <a:buNone/>
            </a:pPr>
            <a:r>
              <a:rPr lang="en-US" dirty="0" err="1">
                <a:solidFill>
                  <a:schemeClr val="accent3"/>
                </a:solidFill>
              </a:rPr>
              <a:t>Array.c</a:t>
            </a:r>
            <a:endParaRPr lang="en-US" dirty="0">
              <a:solidFill>
                <a:schemeClr val="accent3"/>
              </a:solidFill>
            </a:endParaRPr>
          </a:p>
        </p:txBody>
      </p:sp>
      <p:sp>
        <p:nvSpPr>
          <p:cNvPr id="475" name="Google Shape;475;p28">
            <a:extLst>
              <a:ext uri="{FF2B5EF4-FFF2-40B4-BE49-F238E27FC236}">
                <a16:creationId xmlns:a16="http://schemas.microsoft.com/office/drawing/2014/main" id="{8C26A75F-097D-C053-896F-9047DC561C1C}"/>
              </a:ext>
            </a:extLst>
          </p:cNvPr>
          <p:cNvSpPr txBox="1">
            <a:spLocks noGrp="1"/>
          </p:cNvSpPr>
          <p:nvPr>
            <p:ph type="subTitle" idx="4294967295"/>
          </p:nvPr>
        </p:nvSpPr>
        <p:spPr>
          <a:xfrm>
            <a:off x="4572000" y="91525"/>
            <a:ext cx="4572000" cy="357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solidFill>
                  <a:schemeClr val="accent3"/>
                </a:solidFill>
              </a:rPr>
              <a:t>Task 2</a:t>
            </a:r>
            <a:endParaRPr sz="1400" dirty="0">
              <a:solidFill>
                <a:schemeClr val="accent3"/>
              </a:solidFill>
            </a:endParaRPr>
          </a:p>
        </p:txBody>
      </p:sp>
      <p:sp>
        <p:nvSpPr>
          <p:cNvPr id="6" name="Google Shape;583;p33">
            <a:extLst>
              <a:ext uri="{FF2B5EF4-FFF2-40B4-BE49-F238E27FC236}">
                <a16:creationId xmlns:a16="http://schemas.microsoft.com/office/drawing/2014/main" id="{7CFB7556-36C3-3471-A6A1-361AB8FD2992}"/>
              </a:ext>
            </a:extLst>
          </p:cNvPr>
          <p:cNvSpPr txBox="1"/>
          <p:nvPr/>
        </p:nvSpPr>
        <p:spPr>
          <a:xfrm>
            <a:off x="1059028" y="902394"/>
            <a:ext cx="7693947" cy="12406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 algn="just"/>
            <a:r>
              <a:rPr lang="en-US" sz="1600" dirty="0">
                <a:solidFill>
                  <a:schemeClr val="accent2"/>
                </a:solidFill>
                <a:latin typeface="Fira Code"/>
                <a:ea typeface="Fira Code"/>
                <a:cs typeface="Fira Code"/>
                <a:sym typeface="Fira Code"/>
              </a:rPr>
              <a:t>Now try to compute the Fibonacci sequence using an array, without using a recursive function</a:t>
            </a:r>
            <a:r>
              <a:rPr lang="fa-IR" sz="1600" dirty="0">
                <a:solidFill>
                  <a:schemeClr val="accent2"/>
                </a:solidFill>
                <a:latin typeface="Fira Code"/>
                <a:ea typeface="Fira Code"/>
                <a:sym typeface="Fira Code"/>
              </a:rPr>
              <a:t> </a:t>
            </a:r>
            <a:r>
              <a:rPr lang="en-US" sz="1600" dirty="0">
                <a:solidFill>
                  <a:schemeClr val="accent2"/>
                </a:solidFill>
                <a:latin typeface="Fira Code"/>
                <a:ea typeface="Fira Code"/>
                <a:cs typeface="Fira Code"/>
                <a:sym typeface="Fira Code"/>
              </a:rPr>
              <a:t>(Bottom-Up)</a:t>
            </a:r>
            <a:r>
              <a:rPr lang="fa-IR" sz="1100" dirty="0">
                <a:solidFill>
                  <a:schemeClr val="accent1"/>
                </a:solidFill>
                <a:latin typeface="Fira Code"/>
                <a:ea typeface="Fira Code"/>
                <a:cs typeface="Fira Code"/>
              </a:rPr>
              <a:t>.</a:t>
            </a:r>
          </a:p>
          <a:p>
            <a:pPr lvl="0" algn="just"/>
            <a:endParaRPr lang="fa-IR" sz="1100" dirty="0">
              <a:solidFill>
                <a:schemeClr val="accent1"/>
              </a:solidFill>
              <a:latin typeface="Fira Code"/>
              <a:ea typeface="Fira Code"/>
              <a:cs typeface="Fira Code"/>
            </a:endParaRPr>
          </a:p>
          <a:p>
            <a:pPr lvl="0" algn="just"/>
            <a:endParaRPr lang="fa-IR" sz="1100" dirty="0">
              <a:solidFill>
                <a:schemeClr val="accent1"/>
              </a:solidFill>
              <a:latin typeface="Fira Code"/>
              <a:ea typeface="Fira Code"/>
              <a:cs typeface="Fira Code"/>
            </a:endParaRPr>
          </a:p>
          <a:p>
            <a:pPr lvl="0" algn="just"/>
            <a:endParaRPr lang="fa-IR" sz="1100" dirty="0">
              <a:solidFill>
                <a:schemeClr val="accent1"/>
              </a:solidFill>
              <a:latin typeface="Fira Code"/>
              <a:ea typeface="Fira Code"/>
              <a:cs typeface="Fira Code"/>
              <a:sym typeface="Fira Code"/>
            </a:endParaRPr>
          </a:p>
          <a:p>
            <a:pPr lvl="0" algn="just"/>
            <a:r>
              <a:rPr lang="en-US" dirty="0">
                <a:solidFill>
                  <a:schemeClr val="accent1"/>
                </a:solidFill>
                <a:latin typeface="Fira Code"/>
                <a:ea typeface="Fira Code"/>
                <a:cs typeface="Fira Code"/>
              </a:rPr>
              <a:t>Which method do you think is better, and why?</a:t>
            </a:r>
            <a:endParaRPr lang="en-US" dirty="0">
              <a:solidFill>
                <a:schemeClr val="accent1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DD26AA7D-987B-181F-67B5-B19D6A60352D}"/>
              </a:ext>
            </a:extLst>
          </p:cNvPr>
          <p:cNvSpPr/>
          <p:nvPr/>
        </p:nvSpPr>
        <p:spPr>
          <a:xfrm>
            <a:off x="6599321" y="1828800"/>
            <a:ext cx="709861" cy="215596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Google Shape;473;p28">
            <a:extLst>
              <a:ext uri="{FF2B5EF4-FFF2-40B4-BE49-F238E27FC236}">
                <a16:creationId xmlns:a16="http://schemas.microsoft.com/office/drawing/2014/main" id="{7B891BA6-7E6C-21E1-BBDC-9BD29B2C538C}"/>
              </a:ext>
            </a:extLst>
          </p:cNvPr>
          <p:cNvSpPr txBox="1">
            <a:spLocks/>
          </p:cNvSpPr>
          <p:nvPr/>
        </p:nvSpPr>
        <p:spPr>
          <a:xfrm>
            <a:off x="8433851" y="4694675"/>
            <a:ext cx="319124" cy="35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●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○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■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●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○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5pPr>
            <a:lvl6pPr marL="2743200" marR="0" lvl="5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■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6pPr>
            <a:lvl7pPr marL="3200400" marR="0" lvl="6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●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7pPr>
            <a:lvl8pPr marL="3657600" marR="0" lvl="7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○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8pPr>
            <a:lvl9pPr marL="4114800" marR="0" lvl="8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■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9pPr>
          </a:lstStyle>
          <a:p>
            <a:pPr marL="0" indent="0">
              <a:buFont typeface="Fira Code"/>
              <a:buNone/>
            </a:pPr>
            <a:r>
              <a:rPr lang="fa-IR" sz="1100" dirty="0">
                <a:solidFill>
                  <a:schemeClr val="accent3"/>
                </a:solidFill>
              </a:rPr>
              <a:t>3</a:t>
            </a:r>
            <a:endParaRPr lang="en" dirty="0">
              <a:solidFill>
                <a:schemeClr val="accent3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3427665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70">
          <a:extLst>
            <a:ext uri="{FF2B5EF4-FFF2-40B4-BE49-F238E27FC236}">
              <a16:creationId xmlns:a16="http://schemas.microsoft.com/office/drawing/2014/main" id="{466965ED-78AC-2E96-DC0E-886CFE2B0E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3" name="Google Shape;473;p28">
            <a:extLst>
              <a:ext uri="{FF2B5EF4-FFF2-40B4-BE49-F238E27FC236}">
                <a16:creationId xmlns:a16="http://schemas.microsoft.com/office/drawing/2014/main" id="{CC51173B-A745-7AD9-E07A-A64D9B30A551}"/>
              </a:ext>
            </a:extLst>
          </p:cNvPr>
          <p:cNvSpPr txBox="1">
            <a:spLocks noGrp="1"/>
          </p:cNvSpPr>
          <p:nvPr>
            <p:ph type="subTitle" idx="4294967295"/>
          </p:nvPr>
        </p:nvSpPr>
        <p:spPr>
          <a:xfrm>
            <a:off x="710125" y="4694725"/>
            <a:ext cx="4865100" cy="357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 dirty="0">
                <a:solidFill>
                  <a:schemeClr val="accent3"/>
                </a:solidFill>
              </a:rPr>
              <a:t>Programming Language Lab</a:t>
            </a:r>
            <a:endParaRPr sz="1400" dirty="0">
              <a:solidFill>
                <a:schemeClr val="accent3"/>
              </a:solidFill>
            </a:endParaRPr>
          </a:p>
        </p:txBody>
      </p:sp>
      <p:sp>
        <p:nvSpPr>
          <p:cNvPr id="474" name="Google Shape;474;p28">
            <a:extLst>
              <a:ext uri="{FF2B5EF4-FFF2-40B4-BE49-F238E27FC236}">
                <a16:creationId xmlns:a16="http://schemas.microsoft.com/office/drawing/2014/main" id="{D1CACF53-8229-3A60-7CE4-3D5F20947B67}"/>
              </a:ext>
            </a:extLst>
          </p:cNvPr>
          <p:cNvSpPr txBox="1">
            <a:spLocks noGrp="1"/>
          </p:cNvSpPr>
          <p:nvPr>
            <p:ph type="subTitle" idx="4294967295"/>
          </p:nvPr>
        </p:nvSpPr>
        <p:spPr>
          <a:xfrm>
            <a:off x="-5975" y="91525"/>
            <a:ext cx="4572000" cy="357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>
              <a:buNone/>
            </a:pPr>
            <a:r>
              <a:rPr lang="en-US" dirty="0" err="1">
                <a:solidFill>
                  <a:schemeClr val="accent3"/>
                </a:solidFill>
              </a:rPr>
              <a:t>Array.c</a:t>
            </a:r>
            <a:endParaRPr lang="en-US" dirty="0">
              <a:solidFill>
                <a:schemeClr val="accent3"/>
              </a:solidFill>
            </a:endParaRPr>
          </a:p>
        </p:txBody>
      </p:sp>
      <p:sp>
        <p:nvSpPr>
          <p:cNvPr id="6" name="Google Shape;583;p33">
            <a:extLst>
              <a:ext uri="{FF2B5EF4-FFF2-40B4-BE49-F238E27FC236}">
                <a16:creationId xmlns:a16="http://schemas.microsoft.com/office/drawing/2014/main" id="{C1E4B3AD-3BC7-B78C-9D49-B6981328EA40}"/>
              </a:ext>
            </a:extLst>
          </p:cNvPr>
          <p:cNvSpPr txBox="1"/>
          <p:nvPr/>
        </p:nvSpPr>
        <p:spPr>
          <a:xfrm>
            <a:off x="1059029" y="656231"/>
            <a:ext cx="7813602" cy="13409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algn="just"/>
            <a:r>
              <a:rPr lang="en-US" sz="1800" dirty="0">
                <a:solidFill>
                  <a:schemeClr val="accent2"/>
                </a:solidFill>
                <a:latin typeface="Fira Code"/>
                <a:ea typeface="Fira Code"/>
                <a:cs typeface="Fira Code"/>
              </a:rPr>
              <a:t>Strings</a:t>
            </a:r>
            <a:endParaRPr lang="fa-IR" sz="1800" dirty="0">
              <a:solidFill>
                <a:schemeClr val="accent2"/>
              </a:solidFill>
              <a:latin typeface="Fira Code"/>
              <a:ea typeface="Fira Code"/>
              <a:cs typeface="Fira Code"/>
            </a:endParaRPr>
          </a:p>
          <a:p>
            <a:pPr lvl="0" algn="just"/>
            <a:endParaRPr lang="fa-IR" sz="1800" dirty="0">
              <a:solidFill>
                <a:schemeClr val="accent2"/>
              </a:solidFill>
              <a:latin typeface="Fira Code"/>
              <a:ea typeface="Fira Code"/>
              <a:cs typeface="Fira Code"/>
            </a:endParaRPr>
          </a:p>
          <a:p>
            <a:pPr lvl="0" algn="just"/>
            <a:r>
              <a:rPr lang="en-US" dirty="0">
                <a:solidFill>
                  <a:schemeClr val="accent1"/>
                </a:solidFill>
                <a:latin typeface="Fira Code"/>
                <a:ea typeface="Fira Code"/>
                <a:cs typeface="Fira Code"/>
              </a:rPr>
              <a:t>We can store a string as a character array in the C language. Each element of the array holds one character</a:t>
            </a:r>
            <a:endParaRPr lang="fa-IR" dirty="0">
              <a:solidFill>
                <a:schemeClr val="accent1"/>
              </a:solidFill>
              <a:latin typeface="Fira Code"/>
              <a:ea typeface="Fira Code"/>
            </a:endParaRPr>
          </a:p>
          <a:p>
            <a:pPr lvl="0" algn="just"/>
            <a:endParaRPr lang="fa-IR" sz="1100" dirty="0">
              <a:solidFill>
                <a:schemeClr val="accent1"/>
              </a:solidFill>
              <a:latin typeface="Fira Code"/>
              <a:ea typeface="Fira Code"/>
              <a:cs typeface="Fira Code"/>
            </a:endParaRPr>
          </a:p>
          <a:p>
            <a:pPr lvl="0" algn="just"/>
            <a:endParaRPr lang="fa-IR" sz="1100" dirty="0">
              <a:solidFill>
                <a:schemeClr val="accent1"/>
              </a:solidFill>
              <a:latin typeface="Fira Code"/>
              <a:ea typeface="Fira Code"/>
              <a:cs typeface="Fira Code"/>
            </a:endParaRP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6C2F9191-E0C1-8979-661A-D9A6DC3946AC}"/>
              </a:ext>
            </a:extLst>
          </p:cNvPr>
          <p:cNvSpPr/>
          <p:nvPr/>
        </p:nvSpPr>
        <p:spPr>
          <a:xfrm>
            <a:off x="6599321" y="1828800"/>
            <a:ext cx="709861" cy="215596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Google Shape;473;p28">
            <a:extLst>
              <a:ext uri="{FF2B5EF4-FFF2-40B4-BE49-F238E27FC236}">
                <a16:creationId xmlns:a16="http://schemas.microsoft.com/office/drawing/2014/main" id="{0D72BE37-8F61-ED3A-5348-DF62CBA6809C}"/>
              </a:ext>
            </a:extLst>
          </p:cNvPr>
          <p:cNvSpPr txBox="1">
            <a:spLocks/>
          </p:cNvSpPr>
          <p:nvPr/>
        </p:nvSpPr>
        <p:spPr>
          <a:xfrm>
            <a:off x="8433851" y="4694675"/>
            <a:ext cx="319124" cy="35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●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○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■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●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○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5pPr>
            <a:lvl6pPr marL="2743200" marR="0" lvl="5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■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6pPr>
            <a:lvl7pPr marL="3200400" marR="0" lvl="6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●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7pPr>
            <a:lvl8pPr marL="3657600" marR="0" lvl="7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○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8pPr>
            <a:lvl9pPr marL="4114800" marR="0" lvl="8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■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9pPr>
          </a:lstStyle>
          <a:p>
            <a:pPr marL="0" indent="0">
              <a:buFont typeface="Fira Code"/>
              <a:buNone/>
            </a:pPr>
            <a:r>
              <a:rPr lang="fa-IR" sz="1100" dirty="0">
                <a:solidFill>
                  <a:schemeClr val="accent3"/>
                </a:solidFill>
              </a:rPr>
              <a:t>4</a:t>
            </a:r>
            <a:endParaRPr lang="en" dirty="0">
              <a:solidFill>
                <a:schemeClr val="accent3"/>
              </a:solidFill>
            </a:endParaRPr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2FF8980D-1B7A-A4DA-5385-F5FA59357A73}"/>
              </a:ext>
            </a:extLst>
          </p:cNvPr>
          <p:cNvSpPr/>
          <p:nvPr/>
        </p:nvSpPr>
        <p:spPr>
          <a:xfrm>
            <a:off x="1059029" y="1936598"/>
            <a:ext cx="7968034" cy="2007532"/>
          </a:xfrm>
          <a:prstGeom prst="roundRect">
            <a:avLst/>
          </a:prstGeom>
          <a:solidFill>
            <a:schemeClr val="accent5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100" dirty="0">
                <a:solidFill>
                  <a:schemeClr val="tx2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#include </a:t>
            </a:r>
            <a:r>
              <a:rPr lang="en-US" sz="1100" dirty="0">
                <a:solidFill>
                  <a:schemeClr val="accent1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&lt;</a:t>
            </a:r>
            <a:r>
              <a:rPr lang="en-US" sz="1100" dirty="0" err="1">
                <a:solidFill>
                  <a:schemeClr val="accent1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stdio.h</a:t>
            </a:r>
            <a:r>
              <a:rPr lang="en-US" sz="1100" dirty="0">
                <a:solidFill>
                  <a:schemeClr val="accent1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&gt;</a:t>
            </a:r>
          </a:p>
          <a:p>
            <a:endParaRPr lang="en-US" sz="1100" dirty="0">
              <a:solidFill>
                <a:schemeClr val="accent1"/>
              </a:solidFill>
              <a:latin typeface="Fira Code" panose="020B0809050000020004" pitchFamily="49" charset="0"/>
              <a:ea typeface="Fira Code" panose="020B0809050000020004" pitchFamily="49" charset="0"/>
              <a:cs typeface="Fira Code" panose="020B0809050000020004" pitchFamily="49" charset="0"/>
            </a:endParaRPr>
          </a:p>
          <a:p>
            <a:r>
              <a:rPr lang="en-US" sz="1100" dirty="0">
                <a:solidFill>
                  <a:schemeClr val="tx2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int</a:t>
            </a:r>
            <a:r>
              <a:rPr lang="en-US" sz="1100" dirty="0">
                <a:solidFill>
                  <a:schemeClr val="accent1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 main() {</a:t>
            </a:r>
          </a:p>
          <a:p>
            <a:r>
              <a:rPr lang="en-US" sz="1100" dirty="0">
                <a:solidFill>
                  <a:schemeClr val="accent1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    </a:t>
            </a:r>
            <a:r>
              <a:rPr lang="en-US" sz="1100" dirty="0">
                <a:solidFill>
                  <a:schemeClr val="tx2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char</a:t>
            </a:r>
            <a:r>
              <a:rPr lang="en-US" sz="1100" dirty="0">
                <a:solidFill>
                  <a:schemeClr val="accent1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 name[20]; </a:t>
            </a:r>
            <a:endParaRPr lang="fa-IR" sz="1100" dirty="0">
              <a:solidFill>
                <a:schemeClr val="accent1"/>
              </a:solidFill>
              <a:latin typeface="Fira Code" panose="020B0809050000020004" pitchFamily="49" charset="0"/>
              <a:ea typeface="Fira Code" panose="020B0809050000020004" pitchFamily="49" charset="0"/>
              <a:cs typeface="Fira Code" panose="020B0809050000020004" pitchFamily="49" charset="0"/>
            </a:endParaRPr>
          </a:p>
          <a:p>
            <a:r>
              <a:rPr lang="fa-IR" sz="1100" dirty="0">
                <a:solidFill>
                  <a:schemeClr val="accent1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    </a:t>
            </a:r>
            <a:r>
              <a:rPr lang="en-US" sz="1100" dirty="0" err="1">
                <a:solidFill>
                  <a:srgbClr val="FF0000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printf</a:t>
            </a:r>
            <a:r>
              <a:rPr lang="en-US" sz="1100" dirty="0">
                <a:solidFill>
                  <a:schemeClr val="accent1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("Enter your name: ");</a:t>
            </a:r>
          </a:p>
          <a:p>
            <a:r>
              <a:rPr lang="en-US" sz="1100" dirty="0">
                <a:solidFill>
                  <a:schemeClr val="accent1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    </a:t>
            </a:r>
            <a:r>
              <a:rPr lang="en-US" sz="1100" dirty="0" err="1">
                <a:solidFill>
                  <a:srgbClr val="FF0000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scanf</a:t>
            </a:r>
            <a:r>
              <a:rPr lang="en-US" sz="1100" dirty="0">
                <a:solidFill>
                  <a:schemeClr val="accent1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("%19s", name); </a:t>
            </a:r>
          </a:p>
          <a:p>
            <a:r>
              <a:rPr lang="en-US" sz="1100" dirty="0">
                <a:solidFill>
                  <a:schemeClr val="accent1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    </a:t>
            </a:r>
            <a:r>
              <a:rPr lang="en-US" sz="1100" dirty="0" err="1">
                <a:solidFill>
                  <a:srgbClr val="FF0000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printf</a:t>
            </a:r>
            <a:r>
              <a:rPr lang="en-US" sz="1100" dirty="0">
                <a:solidFill>
                  <a:schemeClr val="accent1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("Hello, %s!\n", name);</a:t>
            </a:r>
          </a:p>
          <a:p>
            <a:endParaRPr lang="en-US" sz="1100" dirty="0">
              <a:solidFill>
                <a:schemeClr val="accent1"/>
              </a:solidFill>
              <a:latin typeface="Fira Code" panose="020B0809050000020004" pitchFamily="49" charset="0"/>
              <a:ea typeface="Fira Code" panose="020B0809050000020004" pitchFamily="49" charset="0"/>
              <a:cs typeface="Fira Code" panose="020B0809050000020004" pitchFamily="49" charset="0"/>
            </a:endParaRPr>
          </a:p>
          <a:p>
            <a:r>
              <a:rPr lang="en-US" sz="1100" dirty="0">
                <a:solidFill>
                  <a:schemeClr val="accent1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    </a:t>
            </a:r>
            <a:r>
              <a:rPr lang="en-US" sz="1100" dirty="0">
                <a:solidFill>
                  <a:srgbClr val="FF0000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return</a:t>
            </a:r>
            <a:r>
              <a:rPr lang="en-US" sz="1100" dirty="0">
                <a:solidFill>
                  <a:schemeClr val="accent1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 0;</a:t>
            </a:r>
          </a:p>
          <a:p>
            <a:r>
              <a:rPr lang="en-US" sz="1100" dirty="0">
                <a:solidFill>
                  <a:schemeClr val="accent1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238057828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70">
          <a:extLst>
            <a:ext uri="{FF2B5EF4-FFF2-40B4-BE49-F238E27FC236}">
              <a16:creationId xmlns:a16="http://schemas.microsoft.com/office/drawing/2014/main" id="{FDA89414-BF88-986C-989C-27022072E0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3" name="Google Shape;473;p28">
            <a:extLst>
              <a:ext uri="{FF2B5EF4-FFF2-40B4-BE49-F238E27FC236}">
                <a16:creationId xmlns:a16="http://schemas.microsoft.com/office/drawing/2014/main" id="{9A4613AF-F780-9081-84C6-725CE4AEE7FC}"/>
              </a:ext>
            </a:extLst>
          </p:cNvPr>
          <p:cNvSpPr txBox="1">
            <a:spLocks noGrp="1"/>
          </p:cNvSpPr>
          <p:nvPr>
            <p:ph type="subTitle" idx="4294967295"/>
          </p:nvPr>
        </p:nvSpPr>
        <p:spPr>
          <a:xfrm>
            <a:off x="710125" y="4694725"/>
            <a:ext cx="4865100" cy="357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 dirty="0">
                <a:solidFill>
                  <a:schemeClr val="accent3"/>
                </a:solidFill>
              </a:rPr>
              <a:t>Programming Language Lab</a:t>
            </a:r>
            <a:endParaRPr sz="1400" dirty="0">
              <a:solidFill>
                <a:schemeClr val="accent3"/>
              </a:solidFill>
            </a:endParaRPr>
          </a:p>
        </p:txBody>
      </p:sp>
      <p:sp>
        <p:nvSpPr>
          <p:cNvPr id="474" name="Google Shape;474;p28">
            <a:extLst>
              <a:ext uri="{FF2B5EF4-FFF2-40B4-BE49-F238E27FC236}">
                <a16:creationId xmlns:a16="http://schemas.microsoft.com/office/drawing/2014/main" id="{863BE3BB-06A3-9509-A7E0-A23A6A125A58}"/>
              </a:ext>
            </a:extLst>
          </p:cNvPr>
          <p:cNvSpPr txBox="1">
            <a:spLocks noGrp="1"/>
          </p:cNvSpPr>
          <p:nvPr>
            <p:ph type="subTitle" idx="4294967295"/>
          </p:nvPr>
        </p:nvSpPr>
        <p:spPr>
          <a:xfrm>
            <a:off x="-5975" y="91525"/>
            <a:ext cx="4572000" cy="357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>
              <a:buNone/>
            </a:pPr>
            <a:r>
              <a:rPr lang="en-US" dirty="0" err="1">
                <a:solidFill>
                  <a:schemeClr val="accent3"/>
                </a:solidFill>
              </a:rPr>
              <a:t>Array.c</a:t>
            </a:r>
            <a:endParaRPr lang="en-US" dirty="0">
              <a:solidFill>
                <a:schemeClr val="accent3"/>
              </a:solidFill>
            </a:endParaRPr>
          </a:p>
        </p:txBody>
      </p:sp>
      <p:sp>
        <p:nvSpPr>
          <p:cNvPr id="6" name="Google Shape;583;p33">
            <a:extLst>
              <a:ext uri="{FF2B5EF4-FFF2-40B4-BE49-F238E27FC236}">
                <a16:creationId xmlns:a16="http://schemas.microsoft.com/office/drawing/2014/main" id="{DD29B5B1-40F3-1C29-0DFB-7D98629BC7F3}"/>
              </a:ext>
            </a:extLst>
          </p:cNvPr>
          <p:cNvSpPr txBox="1"/>
          <p:nvPr/>
        </p:nvSpPr>
        <p:spPr>
          <a:xfrm>
            <a:off x="994136" y="58276"/>
            <a:ext cx="7813602" cy="35048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algn="just"/>
            <a:r>
              <a:rPr lang="en-US" sz="1800" dirty="0">
                <a:solidFill>
                  <a:schemeClr val="accent2"/>
                </a:solidFill>
                <a:latin typeface="Fira Code"/>
                <a:ea typeface="Fira Code"/>
                <a:cs typeface="Fira Code"/>
              </a:rPr>
              <a:t>Strings</a:t>
            </a:r>
            <a:endParaRPr lang="fa-IR" sz="1800" dirty="0">
              <a:solidFill>
                <a:schemeClr val="accent2"/>
              </a:solidFill>
              <a:latin typeface="Fira Code"/>
              <a:ea typeface="Fira Code"/>
              <a:cs typeface="Fira Code"/>
            </a:endParaRPr>
          </a:p>
          <a:p>
            <a:pPr algn="just"/>
            <a:endParaRPr lang="fa-IR" sz="1800" dirty="0">
              <a:solidFill>
                <a:schemeClr val="accent2"/>
              </a:solidFill>
              <a:latin typeface="Fira Code"/>
              <a:ea typeface="Fira Code"/>
              <a:cs typeface="Fira Code"/>
            </a:endParaRPr>
          </a:p>
          <a:p>
            <a:pPr algn="just"/>
            <a:r>
              <a:rPr lang="en-US" altLang="en-US" dirty="0">
                <a:solidFill>
                  <a:schemeClr val="accent1"/>
                </a:solidFill>
                <a:latin typeface="Fira Code"/>
                <a:ea typeface="Fira Code"/>
                <a:cs typeface="Fira Code"/>
              </a:rPr>
              <a:t>Write a program that takes a string as input and prints the frequency of each character in the string.</a:t>
            </a:r>
            <a:endParaRPr lang="fa-IR" altLang="en-US" dirty="0">
              <a:solidFill>
                <a:schemeClr val="accent1"/>
              </a:solidFill>
              <a:latin typeface="Fira Code"/>
              <a:ea typeface="Fira Code"/>
              <a:cs typeface="Fira Code"/>
            </a:endParaRPr>
          </a:p>
          <a:p>
            <a:pPr algn="just"/>
            <a:endParaRPr lang="fa-IR" dirty="0">
              <a:solidFill>
                <a:schemeClr val="accent1"/>
              </a:solidFill>
              <a:latin typeface="Fira Code"/>
              <a:ea typeface="Fira Code"/>
            </a:endParaRPr>
          </a:p>
          <a:p>
            <a:pPr algn="just"/>
            <a:endParaRPr lang="fa-IR" dirty="0">
              <a:solidFill>
                <a:schemeClr val="accent1"/>
              </a:solidFill>
              <a:latin typeface="Fira Code"/>
              <a:ea typeface="Fira Code"/>
            </a:endParaRPr>
          </a:p>
          <a:p>
            <a:pPr algn="just"/>
            <a:r>
              <a:rPr lang="en-US" sz="1100" dirty="0">
                <a:solidFill>
                  <a:schemeClr val="accent2"/>
                </a:solidFill>
                <a:latin typeface="Fira Code"/>
                <a:ea typeface="Fira Code"/>
              </a:rPr>
              <a:t>Input:”</a:t>
            </a:r>
            <a:r>
              <a:rPr lang="en" sz="1100" dirty="0">
                <a:solidFill>
                  <a:schemeClr val="accent2"/>
                </a:solidFill>
                <a:latin typeface="Fira Code"/>
                <a:ea typeface="Fira Code"/>
              </a:rPr>
              <a:t>Programming Language”</a:t>
            </a:r>
          </a:p>
          <a:p>
            <a:pPr algn="just"/>
            <a:r>
              <a:rPr lang="en" sz="1100" dirty="0">
                <a:solidFill>
                  <a:schemeClr val="accent2"/>
                </a:solidFill>
                <a:latin typeface="Fira Code"/>
                <a:ea typeface="Fira Code"/>
              </a:rPr>
              <a:t>Output: </a:t>
            </a:r>
          </a:p>
          <a:p>
            <a:pPr algn="just"/>
            <a:r>
              <a:rPr lang="pt-BR" sz="1100" dirty="0">
                <a:solidFill>
                  <a:schemeClr val="accent2"/>
                </a:solidFill>
                <a:latin typeface="Fira Code"/>
                <a:ea typeface="Fira Code"/>
              </a:rPr>
              <a:t>Character frequencies:</a:t>
            </a:r>
          </a:p>
          <a:p>
            <a:pPr lvl="0" algn="just"/>
            <a:endParaRPr lang="fa-IR" sz="1100" dirty="0">
              <a:solidFill>
                <a:schemeClr val="accent1"/>
              </a:solidFill>
              <a:latin typeface="Fira Code"/>
              <a:ea typeface="Fira Code"/>
              <a:cs typeface="Fira Code"/>
            </a:endParaRPr>
          </a:p>
          <a:p>
            <a:pPr lvl="0" algn="just"/>
            <a:endParaRPr lang="fa-IR" sz="1100" dirty="0">
              <a:solidFill>
                <a:schemeClr val="accent1"/>
              </a:solidFill>
              <a:latin typeface="Fira Code"/>
              <a:ea typeface="Fira Code"/>
              <a:cs typeface="Fira Code"/>
            </a:endParaRP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ED11B01E-CE6D-80AD-A0BC-82B8C1861EF3}"/>
              </a:ext>
            </a:extLst>
          </p:cNvPr>
          <p:cNvSpPr/>
          <p:nvPr/>
        </p:nvSpPr>
        <p:spPr>
          <a:xfrm>
            <a:off x="6599321" y="1828800"/>
            <a:ext cx="709861" cy="215596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Google Shape;473;p28">
            <a:extLst>
              <a:ext uri="{FF2B5EF4-FFF2-40B4-BE49-F238E27FC236}">
                <a16:creationId xmlns:a16="http://schemas.microsoft.com/office/drawing/2014/main" id="{29642EA5-2083-976C-85AD-6CEB8DC915BF}"/>
              </a:ext>
            </a:extLst>
          </p:cNvPr>
          <p:cNvSpPr txBox="1">
            <a:spLocks/>
          </p:cNvSpPr>
          <p:nvPr/>
        </p:nvSpPr>
        <p:spPr>
          <a:xfrm>
            <a:off x="8433851" y="4694675"/>
            <a:ext cx="319124" cy="35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●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○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■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●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○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5pPr>
            <a:lvl6pPr marL="2743200" marR="0" lvl="5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■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6pPr>
            <a:lvl7pPr marL="3200400" marR="0" lvl="6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●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7pPr>
            <a:lvl8pPr marL="3657600" marR="0" lvl="7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○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8pPr>
            <a:lvl9pPr marL="4114800" marR="0" lvl="8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■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9pPr>
          </a:lstStyle>
          <a:p>
            <a:pPr marL="0" indent="0">
              <a:buFont typeface="Fira Code"/>
              <a:buNone/>
            </a:pPr>
            <a:r>
              <a:rPr lang="fa-IR" sz="1100" dirty="0">
                <a:solidFill>
                  <a:schemeClr val="accent3"/>
                </a:solidFill>
              </a:rPr>
              <a:t>5</a:t>
            </a:r>
            <a:endParaRPr lang="en" dirty="0">
              <a:solidFill>
                <a:schemeClr val="accent3"/>
              </a:solidFill>
            </a:endParaRPr>
          </a:p>
        </p:txBody>
      </p:sp>
      <p:sp>
        <p:nvSpPr>
          <p:cNvPr id="3" name="Google Shape;475;p28">
            <a:extLst>
              <a:ext uri="{FF2B5EF4-FFF2-40B4-BE49-F238E27FC236}">
                <a16:creationId xmlns:a16="http://schemas.microsoft.com/office/drawing/2014/main" id="{266D9054-84F1-03DC-D649-999FBDCA8347}"/>
              </a:ext>
            </a:extLst>
          </p:cNvPr>
          <p:cNvSpPr txBox="1">
            <a:spLocks/>
          </p:cNvSpPr>
          <p:nvPr/>
        </p:nvSpPr>
        <p:spPr>
          <a:xfrm>
            <a:off x="4572000" y="91525"/>
            <a:ext cx="4572000" cy="35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●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○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■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●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○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5pPr>
            <a:lvl6pPr marL="2743200" marR="0" lvl="5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■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6pPr>
            <a:lvl7pPr marL="3200400" marR="0" lvl="6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●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7pPr>
            <a:lvl8pPr marL="3657600" marR="0" lvl="7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○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8pPr>
            <a:lvl9pPr marL="4114800" marR="0" lvl="8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■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9pPr>
          </a:lstStyle>
          <a:p>
            <a:pPr marL="0" indent="0" algn="ctr">
              <a:buFont typeface="Fira Code"/>
              <a:buNone/>
            </a:pPr>
            <a:r>
              <a:rPr lang="en-US" dirty="0">
                <a:solidFill>
                  <a:schemeClr val="accent3"/>
                </a:solidFill>
              </a:rPr>
              <a:t>Task </a:t>
            </a:r>
            <a:r>
              <a:rPr lang="fa-IR" dirty="0">
                <a:solidFill>
                  <a:schemeClr val="accent3"/>
                </a:solidFill>
              </a:rPr>
              <a:t>3</a:t>
            </a:r>
            <a:endParaRPr lang="en-US" dirty="0">
              <a:solidFill>
                <a:schemeClr val="accent3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47BDAD5-C441-5BB3-F07F-B7AAD8623936}"/>
              </a:ext>
            </a:extLst>
          </p:cNvPr>
          <p:cNvSpPr txBox="1"/>
          <p:nvPr/>
        </p:nvSpPr>
        <p:spPr>
          <a:xfrm>
            <a:off x="3065983" y="2378250"/>
            <a:ext cx="609462" cy="216982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lvl="3" algn="just"/>
            <a:r>
              <a:rPr lang="pt-BR" sz="1100" dirty="0">
                <a:solidFill>
                  <a:schemeClr val="accent2"/>
                </a:solidFill>
                <a:latin typeface="Fira Code"/>
                <a:ea typeface="Fira Code"/>
              </a:rPr>
              <a:t>L : 1</a:t>
            </a:r>
          </a:p>
          <a:p>
            <a:pPr lvl="3" algn="just"/>
            <a:r>
              <a:rPr lang="pt-BR" sz="1100" dirty="0">
                <a:solidFill>
                  <a:schemeClr val="accent2"/>
                </a:solidFill>
                <a:latin typeface="Fira Code"/>
                <a:ea typeface="Fira Code"/>
              </a:rPr>
              <a:t>P : 1</a:t>
            </a:r>
          </a:p>
          <a:p>
            <a:pPr lvl="3" algn="just"/>
            <a:r>
              <a:rPr lang="pt-BR" sz="1100" dirty="0">
                <a:solidFill>
                  <a:schemeClr val="accent2"/>
                </a:solidFill>
                <a:latin typeface="Fira Code"/>
                <a:ea typeface="Fira Code"/>
              </a:rPr>
              <a:t>a : 3</a:t>
            </a:r>
          </a:p>
          <a:p>
            <a:pPr lvl="3" algn="just"/>
            <a:r>
              <a:rPr lang="pt-BR" sz="1100" dirty="0">
                <a:solidFill>
                  <a:schemeClr val="accent2"/>
                </a:solidFill>
                <a:latin typeface="Fira Code"/>
                <a:ea typeface="Fira Code"/>
              </a:rPr>
              <a:t>e : 1</a:t>
            </a:r>
          </a:p>
          <a:p>
            <a:pPr lvl="3" algn="just"/>
            <a:r>
              <a:rPr lang="pt-BR" sz="1100" dirty="0">
                <a:solidFill>
                  <a:schemeClr val="accent2"/>
                </a:solidFill>
                <a:latin typeface="Fira Code"/>
                <a:ea typeface="Fira Code"/>
              </a:rPr>
              <a:t>g : 4</a:t>
            </a:r>
          </a:p>
          <a:p>
            <a:pPr lvl="3" algn="just"/>
            <a:r>
              <a:rPr lang="pt-BR" sz="1100" dirty="0">
                <a:solidFill>
                  <a:schemeClr val="accent2"/>
                </a:solidFill>
                <a:latin typeface="Fira Code"/>
                <a:ea typeface="Fira Code"/>
              </a:rPr>
              <a:t>i : 1</a:t>
            </a:r>
          </a:p>
          <a:p>
            <a:pPr lvl="3" algn="just"/>
            <a:r>
              <a:rPr lang="pt-BR" sz="1100" dirty="0">
                <a:solidFill>
                  <a:schemeClr val="accent2"/>
                </a:solidFill>
                <a:latin typeface="Fira Code"/>
                <a:ea typeface="Fira Code"/>
              </a:rPr>
              <a:t>m : 2</a:t>
            </a:r>
          </a:p>
          <a:p>
            <a:pPr lvl="3" algn="just"/>
            <a:r>
              <a:rPr lang="pt-BR" sz="1100" dirty="0">
                <a:solidFill>
                  <a:schemeClr val="accent2"/>
                </a:solidFill>
                <a:latin typeface="Fira Code"/>
                <a:ea typeface="Fira Code"/>
              </a:rPr>
              <a:t>n : 2</a:t>
            </a:r>
          </a:p>
          <a:p>
            <a:pPr lvl="3" algn="just"/>
            <a:r>
              <a:rPr lang="pt-BR" sz="1100" dirty="0">
                <a:solidFill>
                  <a:schemeClr val="accent2"/>
                </a:solidFill>
                <a:latin typeface="Fira Code"/>
                <a:ea typeface="Fira Code"/>
              </a:rPr>
              <a:t>o : 1</a:t>
            </a:r>
          </a:p>
          <a:p>
            <a:pPr lvl="3" algn="just"/>
            <a:r>
              <a:rPr lang="pt-BR" sz="1100" dirty="0">
                <a:solidFill>
                  <a:schemeClr val="accent2"/>
                </a:solidFill>
                <a:latin typeface="Fira Code"/>
                <a:ea typeface="Fira Code"/>
              </a:rPr>
              <a:t>r : 2</a:t>
            </a:r>
          </a:p>
          <a:p>
            <a:pPr lvl="2" algn="just"/>
            <a:r>
              <a:rPr lang="pt-BR" sz="1100" dirty="0">
                <a:solidFill>
                  <a:schemeClr val="accent2"/>
                </a:solidFill>
                <a:latin typeface="Fira Code"/>
                <a:ea typeface="Fira Code"/>
              </a:rPr>
              <a:t>u : 1</a:t>
            </a:r>
            <a:endParaRPr lang="fa-IR" sz="1800" dirty="0">
              <a:solidFill>
                <a:schemeClr val="accent2"/>
              </a:solidFill>
              <a:latin typeface="Fira Code"/>
              <a:ea typeface="Fira Code"/>
              <a:cs typeface="Fira Code"/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4750583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BC836D-E141-9358-715C-1F65439A28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3250" y="672589"/>
            <a:ext cx="7290600" cy="541200"/>
          </a:xfrm>
        </p:spPr>
        <p:txBody>
          <a:bodyPr/>
          <a:lstStyle/>
          <a:p>
            <a:r>
              <a:rPr lang="en-US" sz="1800" dirty="0">
                <a:solidFill>
                  <a:schemeClr val="accent2"/>
                </a:solidFill>
                <a:sym typeface="Arial"/>
              </a:rPr>
              <a:t>Remove Duplicates From Sorted Array</a:t>
            </a:r>
            <a:br>
              <a:rPr lang="en-US" dirty="0"/>
            </a:b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A6249B1-5D98-97E0-D7D1-A811A0EE9FB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023872" y="1213789"/>
            <a:ext cx="7921607" cy="1770263"/>
          </a:xfrm>
        </p:spPr>
        <p:txBody>
          <a:bodyPr/>
          <a:lstStyle/>
          <a:p>
            <a:pPr marL="139700" indent="0" algn="just">
              <a:buNone/>
            </a:pPr>
            <a:r>
              <a:rPr lang="en-US" sz="1400" dirty="0">
                <a:solidFill>
                  <a:schemeClr val="accent1"/>
                </a:solidFill>
                <a:sym typeface="Arial"/>
              </a:rPr>
              <a:t>You are given an integer array sorted in non-decreasing order. Your task is to remove duplicates</a:t>
            </a:r>
          </a:p>
          <a:p>
            <a:pPr marL="139700" indent="0" algn="just">
              <a:buNone/>
            </a:pPr>
            <a:endParaRPr lang="en-US" sz="1400" dirty="0">
              <a:solidFill>
                <a:schemeClr val="accent1"/>
              </a:solidFill>
              <a:sym typeface="Arial"/>
            </a:endParaRPr>
          </a:p>
          <a:p>
            <a:pPr marL="139700" indent="0" algn="just">
              <a:buNone/>
            </a:pPr>
            <a:endParaRPr lang="en-US" sz="1400" dirty="0">
              <a:solidFill>
                <a:schemeClr val="accent1"/>
              </a:solidFill>
              <a:sym typeface="Arial"/>
            </a:endParaRPr>
          </a:p>
          <a:p>
            <a:pPr marL="139700" indent="0" algn="just">
              <a:buNone/>
            </a:pPr>
            <a:endParaRPr lang="en-US" sz="1400" dirty="0">
              <a:solidFill>
                <a:schemeClr val="accent1"/>
              </a:solidFill>
              <a:sym typeface="Arial"/>
            </a:endParaRPr>
          </a:p>
          <a:p>
            <a:pPr marL="139700" indent="0" algn="just">
              <a:lnSpc>
                <a:spcPct val="150000"/>
              </a:lnSpc>
              <a:buNone/>
            </a:pPr>
            <a:r>
              <a:rPr lang="en-US" sz="1400" dirty="0">
                <a:solidFill>
                  <a:schemeClr val="accent2"/>
                </a:solidFill>
                <a:sym typeface="Arial"/>
              </a:rPr>
              <a:t>Input: [2,10,10,30,30,30] </a:t>
            </a:r>
          </a:p>
          <a:p>
            <a:pPr marL="139700" indent="0" algn="just">
              <a:lnSpc>
                <a:spcPct val="150000"/>
              </a:lnSpc>
              <a:buNone/>
            </a:pPr>
            <a:r>
              <a:rPr lang="en-US" sz="1400" dirty="0">
                <a:solidFill>
                  <a:schemeClr val="accent2"/>
                </a:solidFill>
                <a:sym typeface="Arial"/>
              </a:rPr>
              <a:t>Output: [2,10,30]</a:t>
            </a:r>
          </a:p>
        </p:txBody>
      </p:sp>
      <p:sp>
        <p:nvSpPr>
          <p:cNvPr id="4" name="Google Shape;474;p28">
            <a:extLst>
              <a:ext uri="{FF2B5EF4-FFF2-40B4-BE49-F238E27FC236}">
                <a16:creationId xmlns:a16="http://schemas.microsoft.com/office/drawing/2014/main" id="{6D215DE6-572F-1152-5B55-09F9E528982E}"/>
              </a:ext>
            </a:extLst>
          </p:cNvPr>
          <p:cNvSpPr txBox="1">
            <a:spLocks/>
          </p:cNvSpPr>
          <p:nvPr/>
        </p:nvSpPr>
        <p:spPr>
          <a:xfrm>
            <a:off x="-5975" y="91525"/>
            <a:ext cx="4572000" cy="35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●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○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■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●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○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5pPr>
            <a:lvl6pPr marL="2743200" marR="0" lvl="5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■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6pPr>
            <a:lvl7pPr marL="3200400" marR="0" lvl="6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●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7pPr>
            <a:lvl8pPr marL="3657600" marR="0" lvl="7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○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8pPr>
            <a:lvl9pPr marL="4114800" marR="0" lvl="8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■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9pPr>
          </a:lstStyle>
          <a:p>
            <a:pPr marL="0" indent="0" algn="ctr">
              <a:buFont typeface="Fira Code"/>
              <a:buNone/>
            </a:pPr>
            <a:r>
              <a:rPr lang="en-US">
                <a:solidFill>
                  <a:schemeClr val="accent3"/>
                </a:solidFill>
              </a:rPr>
              <a:t>Array.c</a:t>
            </a:r>
            <a:endParaRPr lang="en-US" dirty="0">
              <a:solidFill>
                <a:schemeClr val="accent3"/>
              </a:solidFill>
            </a:endParaRPr>
          </a:p>
        </p:txBody>
      </p:sp>
      <p:sp>
        <p:nvSpPr>
          <p:cNvPr id="5" name="Google Shape;475;p28">
            <a:extLst>
              <a:ext uri="{FF2B5EF4-FFF2-40B4-BE49-F238E27FC236}">
                <a16:creationId xmlns:a16="http://schemas.microsoft.com/office/drawing/2014/main" id="{BA90ABDF-3BFF-D9F3-5973-4DAC01ED1A72}"/>
              </a:ext>
            </a:extLst>
          </p:cNvPr>
          <p:cNvSpPr txBox="1">
            <a:spLocks/>
          </p:cNvSpPr>
          <p:nvPr/>
        </p:nvSpPr>
        <p:spPr>
          <a:xfrm>
            <a:off x="4572000" y="91525"/>
            <a:ext cx="4572000" cy="35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●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○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■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●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○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5pPr>
            <a:lvl6pPr marL="2743200" marR="0" lvl="5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■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6pPr>
            <a:lvl7pPr marL="3200400" marR="0" lvl="6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●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7pPr>
            <a:lvl8pPr marL="3657600" marR="0" lvl="7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○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8pPr>
            <a:lvl9pPr marL="4114800" marR="0" lvl="8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■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9pPr>
          </a:lstStyle>
          <a:p>
            <a:pPr marL="0" indent="0" algn="ctr">
              <a:buFont typeface="Fira Code"/>
              <a:buNone/>
            </a:pPr>
            <a:r>
              <a:rPr lang="en-US" dirty="0">
                <a:solidFill>
                  <a:schemeClr val="accent3"/>
                </a:solidFill>
              </a:rPr>
              <a:t>Task 4</a:t>
            </a:r>
          </a:p>
        </p:txBody>
      </p:sp>
      <p:sp>
        <p:nvSpPr>
          <p:cNvPr id="6" name="Google Shape;473;p28">
            <a:extLst>
              <a:ext uri="{FF2B5EF4-FFF2-40B4-BE49-F238E27FC236}">
                <a16:creationId xmlns:a16="http://schemas.microsoft.com/office/drawing/2014/main" id="{95D1B0BB-4058-C464-6533-D85AFBBF34A7}"/>
              </a:ext>
            </a:extLst>
          </p:cNvPr>
          <p:cNvSpPr txBox="1">
            <a:spLocks/>
          </p:cNvSpPr>
          <p:nvPr/>
        </p:nvSpPr>
        <p:spPr>
          <a:xfrm>
            <a:off x="710125" y="4694725"/>
            <a:ext cx="4865100" cy="35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●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○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■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●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○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5pPr>
            <a:lvl6pPr marL="2743200" marR="0" lvl="5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■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6pPr>
            <a:lvl7pPr marL="3200400" marR="0" lvl="6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●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7pPr>
            <a:lvl8pPr marL="3657600" marR="0" lvl="7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○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8pPr>
            <a:lvl9pPr marL="4114800" marR="0" lvl="8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■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9pPr>
          </a:lstStyle>
          <a:p>
            <a:pPr marL="0" indent="0">
              <a:buFont typeface="Fira Code"/>
              <a:buNone/>
            </a:pPr>
            <a:r>
              <a:rPr lang="en-US">
                <a:solidFill>
                  <a:schemeClr val="accent3"/>
                </a:solidFill>
              </a:rPr>
              <a:t>Programming Language Lab</a:t>
            </a:r>
            <a:endParaRPr lang="en-US" dirty="0">
              <a:solidFill>
                <a:schemeClr val="accent3"/>
              </a:solidFill>
            </a:endParaRPr>
          </a:p>
        </p:txBody>
      </p:sp>
      <p:sp>
        <p:nvSpPr>
          <p:cNvPr id="7" name="Google Shape;473;p28">
            <a:extLst>
              <a:ext uri="{FF2B5EF4-FFF2-40B4-BE49-F238E27FC236}">
                <a16:creationId xmlns:a16="http://schemas.microsoft.com/office/drawing/2014/main" id="{11421023-7ED6-C949-FB7D-EF9CD2E2372F}"/>
              </a:ext>
            </a:extLst>
          </p:cNvPr>
          <p:cNvSpPr txBox="1">
            <a:spLocks/>
          </p:cNvSpPr>
          <p:nvPr/>
        </p:nvSpPr>
        <p:spPr>
          <a:xfrm>
            <a:off x="8433851" y="4694675"/>
            <a:ext cx="319124" cy="35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●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○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■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●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○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5pPr>
            <a:lvl6pPr marL="2743200" marR="0" lvl="5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■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6pPr>
            <a:lvl7pPr marL="3200400" marR="0" lvl="6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●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7pPr>
            <a:lvl8pPr marL="3657600" marR="0" lvl="7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○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8pPr>
            <a:lvl9pPr marL="4114800" marR="0" lvl="8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■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9pPr>
          </a:lstStyle>
          <a:p>
            <a:pPr marL="0" indent="0">
              <a:buFont typeface="Fira Code"/>
              <a:buNone/>
            </a:pPr>
            <a:r>
              <a:rPr lang="fa-IR" sz="1100" dirty="0">
                <a:solidFill>
                  <a:schemeClr val="accent3"/>
                </a:solidFill>
              </a:rPr>
              <a:t>6</a:t>
            </a:r>
            <a:endParaRPr lang="en" dirty="0">
              <a:solidFill>
                <a:schemeClr val="accent3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5506933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1E1C77-FF54-15DE-87A5-465E0F4798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ADFB07-2861-62C2-95FC-81BDBCAE14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3754" y="531416"/>
            <a:ext cx="7290600" cy="541200"/>
          </a:xfrm>
        </p:spPr>
        <p:txBody>
          <a:bodyPr/>
          <a:lstStyle/>
          <a:p>
            <a:r>
              <a:rPr lang="en-US" sz="1800" dirty="0">
                <a:solidFill>
                  <a:schemeClr val="accent2"/>
                </a:solidFill>
                <a:sym typeface="Arial"/>
              </a:rPr>
              <a:t>Homework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E08A6CE-8452-1B45-F946-EA4384F0FF4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66269" y="991093"/>
            <a:ext cx="7921607" cy="2535656"/>
          </a:xfrm>
        </p:spPr>
        <p:txBody>
          <a:bodyPr/>
          <a:lstStyle/>
          <a:p>
            <a:pPr marL="139700" indent="0" algn="just">
              <a:buNone/>
            </a:pPr>
            <a:r>
              <a:rPr lang="en-US" sz="1400" dirty="0">
                <a:solidFill>
                  <a:schemeClr val="accent1"/>
                </a:solidFill>
                <a:sym typeface="Arial"/>
              </a:rPr>
              <a:t>You are given an integer array and an integer value. Your task is to remove all occurrences of value from array.</a:t>
            </a:r>
          </a:p>
          <a:p>
            <a:pPr marL="139700" indent="0" algn="just">
              <a:buNone/>
            </a:pPr>
            <a:endParaRPr lang="en-US" sz="1400" dirty="0">
              <a:solidFill>
                <a:schemeClr val="accent1"/>
              </a:solidFill>
              <a:sym typeface="Arial"/>
            </a:endParaRPr>
          </a:p>
          <a:p>
            <a:pPr marL="139700" indent="0" algn="just">
              <a:buNone/>
            </a:pPr>
            <a:endParaRPr lang="en-US" sz="1400" dirty="0">
              <a:solidFill>
                <a:schemeClr val="accent1"/>
              </a:solidFill>
              <a:sym typeface="Arial"/>
            </a:endParaRPr>
          </a:p>
          <a:p>
            <a:pPr marL="139700" indent="0" algn="just">
              <a:buNone/>
            </a:pPr>
            <a:endParaRPr lang="en-US" sz="1400" dirty="0">
              <a:solidFill>
                <a:schemeClr val="accent1"/>
              </a:solidFill>
              <a:sym typeface="Arial"/>
            </a:endParaRPr>
          </a:p>
          <a:p>
            <a:pPr marL="139700" indent="0" algn="just">
              <a:lnSpc>
                <a:spcPct val="150000"/>
              </a:lnSpc>
              <a:buNone/>
            </a:pPr>
            <a:r>
              <a:rPr lang="en-US" sz="1400" dirty="0">
                <a:solidFill>
                  <a:schemeClr val="accent2"/>
                </a:solidFill>
                <a:sym typeface="Arial"/>
              </a:rPr>
              <a:t>Input:[0,1,2,2,3,0,4,2], value = 2</a:t>
            </a:r>
          </a:p>
          <a:p>
            <a:pPr marL="139700" indent="0" algn="just">
              <a:lnSpc>
                <a:spcPct val="150000"/>
              </a:lnSpc>
              <a:buNone/>
            </a:pPr>
            <a:r>
              <a:rPr lang="en-US" sz="1400" dirty="0">
                <a:solidFill>
                  <a:schemeClr val="accent2"/>
                </a:solidFill>
                <a:sym typeface="Arial"/>
              </a:rPr>
              <a:t>Output: [0,1,3,0,4]</a:t>
            </a:r>
          </a:p>
          <a:p>
            <a:pPr marL="139700" indent="0" algn="just">
              <a:buNone/>
            </a:pPr>
            <a:endParaRPr lang="en-US" sz="1400" dirty="0">
              <a:solidFill>
                <a:schemeClr val="accent1"/>
              </a:solidFill>
              <a:sym typeface="Arial"/>
            </a:endParaRPr>
          </a:p>
          <a:p>
            <a:pPr marL="139700" indent="0" algn="just">
              <a:buNone/>
            </a:pPr>
            <a:endParaRPr lang="en-US" sz="1400" dirty="0">
              <a:solidFill>
                <a:schemeClr val="accent1"/>
              </a:solidFill>
              <a:sym typeface="Arial"/>
            </a:endParaRPr>
          </a:p>
          <a:p>
            <a:pPr marL="139700" indent="0" algn="just">
              <a:buNone/>
            </a:pPr>
            <a:endParaRPr lang="en-US" sz="1400" dirty="0">
              <a:solidFill>
                <a:schemeClr val="accent1"/>
              </a:solidFill>
              <a:sym typeface="Arial"/>
            </a:endParaRPr>
          </a:p>
        </p:txBody>
      </p:sp>
      <p:sp>
        <p:nvSpPr>
          <p:cNvPr id="4" name="Google Shape;474;p28">
            <a:extLst>
              <a:ext uri="{FF2B5EF4-FFF2-40B4-BE49-F238E27FC236}">
                <a16:creationId xmlns:a16="http://schemas.microsoft.com/office/drawing/2014/main" id="{7F118AEE-DDB1-51FE-BA53-0522CD1CE269}"/>
              </a:ext>
            </a:extLst>
          </p:cNvPr>
          <p:cNvSpPr txBox="1">
            <a:spLocks/>
          </p:cNvSpPr>
          <p:nvPr/>
        </p:nvSpPr>
        <p:spPr>
          <a:xfrm>
            <a:off x="-5975" y="91525"/>
            <a:ext cx="4572000" cy="35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●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○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■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●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○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5pPr>
            <a:lvl6pPr marL="2743200" marR="0" lvl="5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■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6pPr>
            <a:lvl7pPr marL="3200400" marR="0" lvl="6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●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7pPr>
            <a:lvl8pPr marL="3657600" marR="0" lvl="7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○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8pPr>
            <a:lvl9pPr marL="4114800" marR="0" lvl="8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■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9pPr>
          </a:lstStyle>
          <a:p>
            <a:pPr marL="0" indent="0" algn="ctr">
              <a:buFont typeface="Fira Code"/>
              <a:buNone/>
            </a:pPr>
            <a:endParaRPr lang="en-US" dirty="0">
              <a:solidFill>
                <a:schemeClr val="accent3"/>
              </a:solidFill>
            </a:endParaRPr>
          </a:p>
        </p:txBody>
      </p:sp>
      <p:sp>
        <p:nvSpPr>
          <p:cNvPr id="5" name="Google Shape;475;p28">
            <a:extLst>
              <a:ext uri="{FF2B5EF4-FFF2-40B4-BE49-F238E27FC236}">
                <a16:creationId xmlns:a16="http://schemas.microsoft.com/office/drawing/2014/main" id="{988CFFB9-A560-296E-4BF8-938434A408AA}"/>
              </a:ext>
            </a:extLst>
          </p:cNvPr>
          <p:cNvSpPr txBox="1">
            <a:spLocks/>
          </p:cNvSpPr>
          <p:nvPr/>
        </p:nvSpPr>
        <p:spPr>
          <a:xfrm>
            <a:off x="4572000" y="91525"/>
            <a:ext cx="4572000" cy="35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●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○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■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●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○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5pPr>
            <a:lvl6pPr marL="2743200" marR="0" lvl="5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■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6pPr>
            <a:lvl7pPr marL="3200400" marR="0" lvl="6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●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7pPr>
            <a:lvl8pPr marL="3657600" marR="0" lvl="7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○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8pPr>
            <a:lvl9pPr marL="4114800" marR="0" lvl="8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■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9pPr>
          </a:lstStyle>
          <a:p>
            <a:pPr marL="0" indent="0" algn="ctr">
              <a:buFont typeface="Fira Code"/>
              <a:buNone/>
            </a:pPr>
            <a:r>
              <a:rPr lang="en-US" dirty="0">
                <a:solidFill>
                  <a:schemeClr val="accent3"/>
                </a:solidFill>
              </a:rPr>
              <a:t>HW1</a:t>
            </a:r>
          </a:p>
        </p:txBody>
      </p:sp>
      <p:sp>
        <p:nvSpPr>
          <p:cNvPr id="6" name="Google Shape;473;p28">
            <a:extLst>
              <a:ext uri="{FF2B5EF4-FFF2-40B4-BE49-F238E27FC236}">
                <a16:creationId xmlns:a16="http://schemas.microsoft.com/office/drawing/2014/main" id="{2022BE86-C1A4-3EAE-6968-93ADF127C029}"/>
              </a:ext>
            </a:extLst>
          </p:cNvPr>
          <p:cNvSpPr txBox="1">
            <a:spLocks/>
          </p:cNvSpPr>
          <p:nvPr/>
        </p:nvSpPr>
        <p:spPr>
          <a:xfrm>
            <a:off x="710125" y="4694725"/>
            <a:ext cx="4865100" cy="35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●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○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■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●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○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5pPr>
            <a:lvl6pPr marL="2743200" marR="0" lvl="5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■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6pPr>
            <a:lvl7pPr marL="3200400" marR="0" lvl="6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●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7pPr>
            <a:lvl8pPr marL="3657600" marR="0" lvl="7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○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8pPr>
            <a:lvl9pPr marL="4114800" marR="0" lvl="8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■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9pPr>
          </a:lstStyle>
          <a:p>
            <a:pPr marL="0" indent="0">
              <a:buFont typeface="Fira Code"/>
              <a:buNone/>
            </a:pPr>
            <a:r>
              <a:rPr lang="en-US">
                <a:solidFill>
                  <a:schemeClr val="accent3"/>
                </a:solidFill>
              </a:rPr>
              <a:t>Programming Language Lab</a:t>
            </a:r>
            <a:endParaRPr lang="en-US" dirty="0">
              <a:solidFill>
                <a:schemeClr val="accent3"/>
              </a:solidFill>
            </a:endParaRPr>
          </a:p>
        </p:txBody>
      </p:sp>
      <p:sp>
        <p:nvSpPr>
          <p:cNvPr id="7" name="Google Shape;473;p28">
            <a:extLst>
              <a:ext uri="{FF2B5EF4-FFF2-40B4-BE49-F238E27FC236}">
                <a16:creationId xmlns:a16="http://schemas.microsoft.com/office/drawing/2014/main" id="{D6B04A94-A564-7D08-1EF9-8EA41FCDC02D}"/>
              </a:ext>
            </a:extLst>
          </p:cNvPr>
          <p:cNvSpPr txBox="1">
            <a:spLocks/>
          </p:cNvSpPr>
          <p:nvPr/>
        </p:nvSpPr>
        <p:spPr>
          <a:xfrm>
            <a:off x="8433851" y="4694675"/>
            <a:ext cx="319124" cy="35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●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○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■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●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○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5pPr>
            <a:lvl6pPr marL="2743200" marR="0" lvl="5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■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6pPr>
            <a:lvl7pPr marL="3200400" marR="0" lvl="6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●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7pPr>
            <a:lvl8pPr marL="3657600" marR="0" lvl="7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○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8pPr>
            <a:lvl9pPr marL="4114800" marR="0" lvl="8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■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9pPr>
          </a:lstStyle>
          <a:p>
            <a:pPr marL="0" indent="0">
              <a:buFont typeface="Fira Code"/>
              <a:buNone/>
            </a:pPr>
            <a:r>
              <a:rPr lang="fa-IR" sz="1100" dirty="0">
                <a:solidFill>
                  <a:schemeClr val="accent3"/>
                </a:solidFill>
              </a:rPr>
              <a:t>7</a:t>
            </a:r>
            <a:endParaRPr lang="en" dirty="0">
              <a:solidFill>
                <a:schemeClr val="accent3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15681075"/>
      </p:ext>
    </p:extLst>
  </p:cSld>
  <p:clrMapOvr>
    <a:masterClrMapping/>
  </p:clrMapOvr>
</p:sld>
</file>

<file path=ppt/theme/theme1.xml><?xml version="1.0" encoding="utf-8"?>
<a:theme xmlns:a="http://schemas.openxmlformats.org/drawingml/2006/main" name="Programming Language Workshop for Beginners by Slidesgo">
  <a:themeElements>
    <a:clrScheme name="Simple Light">
      <a:dk1>
        <a:srgbClr val="2E323B"/>
      </a:dk1>
      <a:lt1>
        <a:srgbClr val="FF5858"/>
      </a:lt1>
      <a:dk2>
        <a:srgbClr val="72D9F0"/>
      </a:dk2>
      <a:lt2>
        <a:srgbClr val="FCC642"/>
      </a:lt2>
      <a:accent1>
        <a:srgbClr val="DBA0DB"/>
      </a:accent1>
      <a:accent2>
        <a:srgbClr val="A5CF27"/>
      </a:accent2>
      <a:accent3>
        <a:srgbClr val="E7E7E7"/>
      </a:accent3>
      <a:accent4>
        <a:srgbClr val="707070"/>
      </a:accent4>
      <a:accent5>
        <a:srgbClr val="16191F"/>
      </a:accent5>
      <a:accent6>
        <a:srgbClr val="FFFFFF"/>
      </a:accent6>
      <a:hlink>
        <a:srgbClr val="FF5858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941</TotalTime>
  <Words>435</Words>
  <Application>Microsoft Office PowerPoint</Application>
  <PresentationFormat>On-screen Show (16:9)</PresentationFormat>
  <Paragraphs>101</Paragraphs>
  <Slides>9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Consolas</vt:lpstr>
      <vt:lpstr>Arial</vt:lpstr>
      <vt:lpstr>Fira Code</vt:lpstr>
      <vt:lpstr>Programming Language Workshop for Beginners by Slidesgo</vt:lpstr>
      <vt:lpstr>PowerPoint Presentation</vt:lpstr>
      <vt:lpstr>Arrays </vt:lpstr>
      <vt:lpstr>Why do we need arrays?</vt:lpstr>
      <vt:lpstr>PowerPoint Presentation</vt:lpstr>
      <vt:lpstr>PowerPoint Presentation</vt:lpstr>
      <vt:lpstr>PowerPoint Presentation</vt:lpstr>
      <vt:lpstr>PowerPoint Presentation</vt:lpstr>
      <vt:lpstr>Remove Duplicates From Sorted Array </vt:lpstr>
      <vt:lpstr>Homework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shayan naghizadeh</dc:creator>
  <cp:lastModifiedBy>shayan naghizadeh</cp:lastModifiedBy>
  <cp:revision>20</cp:revision>
  <dcterms:modified xsi:type="dcterms:W3CDTF">2025-09-04T09:29:30Z</dcterms:modified>
</cp:coreProperties>
</file>