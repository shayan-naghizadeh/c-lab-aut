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9"/>
  </p:notesMasterIdLst>
  <p:sldIdLst>
    <p:sldId id="256" r:id="rId2"/>
    <p:sldId id="268" r:id="rId3"/>
    <p:sldId id="257" r:id="rId4"/>
    <p:sldId id="315" r:id="rId5"/>
    <p:sldId id="316" r:id="rId6"/>
    <p:sldId id="317" r:id="rId7"/>
    <p:sldId id="302" r:id="rId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0"/>
    </p:embeddedFont>
    <p:embeddedFont>
      <p:font typeface="Fira Code" panose="020B0809050000020004" pitchFamily="49" charset="0"/>
      <p:regular r:id="rId11"/>
      <p:bold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2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D255F0A-1754-C387-727C-CAB8691D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556672B-4B6A-89C7-83BF-17967D40A9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0574E77-1266-81E2-E205-57ADD21C77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543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BA7CAD5-5180-F7CF-BCF2-3A01BED2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358CAE2-A48B-A939-7CCD-1A3EC779ED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8CBE827-BAA0-E16E-C541-FF19C84F5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254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0DBF483-6B8A-9ACF-015A-139B2716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CE0E88F-3060-7502-443F-0145264A6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ABDE0FE-A742-ED21-BC3C-F33BC1AB77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9778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C6CE61-D018-5700-DCF4-675D5730D63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1D1E6-7AD5-BCE0-AB30-4C08B98FD69B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5634A6-239A-3A0C-37A3-73327B285D77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Loop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F64728B-1273-91D0-050F-D7B5AE4F9D9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Loops and Repetions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Where we need loops?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219450" y="535018"/>
            <a:ext cx="6559877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we need </a:t>
            </a:r>
            <a:r>
              <a:rPr lang="en-US" sz="20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or </a:t>
            </a:r>
            <a:r>
              <a:rPr lang="en-US" sz="20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automation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482686" y="291679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What are the needed syntaxes for performing repetitions in C? </a:t>
            </a:r>
            <a:r>
              <a:rPr lang="en-US" sz="20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Recap what you need!</a:t>
            </a: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109CEB9-E14C-D73E-C8C7-8F01C16F2D81}"/>
              </a:ext>
            </a:extLst>
          </p:cNvPr>
          <p:cNvSpPr txBox="1"/>
          <p:nvPr/>
        </p:nvSpPr>
        <p:spPr>
          <a:xfrm>
            <a:off x="1420342" y="1878323"/>
            <a:ext cx="603340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In </a:t>
            </a:r>
            <a:r>
              <a:rPr lang="en-US" sz="20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computer science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, most of algorithms are full of </a:t>
            </a:r>
            <a:r>
              <a:rPr lang="en-US" sz="20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repetitions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7051C12-CD8A-C559-758A-793D6235BDD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12C1D79-5B22-0C08-E549-40AEE7C0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4FEBA93-B6AD-99EB-733D-628C3B85C5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Checking a condition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4238F7F-8916-CDCF-D768-0A2BD47699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B65766E-46F8-5A5A-FCB4-8AFB7DF1231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5C774D99-FCD0-B85F-FEF4-9FBB1E60926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61B3BF7-7F33-DAD1-7885-69749E423A8E}"/>
              </a:ext>
            </a:extLst>
          </p:cNvPr>
          <p:cNvSpPr txBox="1"/>
          <p:nvPr/>
        </p:nvSpPr>
        <p:spPr>
          <a:xfrm>
            <a:off x="1482686" y="291679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A31E41C-05DD-5F10-36FD-956E8152CA34}"/>
              </a:ext>
            </a:extLst>
          </p:cNvPr>
          <p:cNvSpPr txBox="1"/>
          <p:nvPr/>
        </p:nvSpPr>
        <p:spPr>
          <a:xfrm>
            <a:off x="1330286" y="1154707"/>
            <a:ext cx="71035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to determine whether a given number has specific characteristics.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C80140A1-6BE8-CE1B-56CE-C573941297A5}"/>
              </a:ext>
            </a:extLst>
          </p:cNvPr>
          <p:cNvSpPr txBox="1"/>
          <p:nvPr/>
        </p:nvSpPr>
        <p:spPr>
          <a:xfrm>
            <a:off x="1236768" y="2130226"/>
            <a:ext cx="71035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The number is named </a:t>
            </a:r>
            <a:r>
              <a:rPr lang="en-US" sz="20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ugly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if  </a:t>
            </a:r>
            <a:r>
              <a:rPr lang="en-US" sz="20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its only prime factors are 2, 3, or 5.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</p:txBody>
      </p:sp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248D9CC4-7436-C354-3BDD-F511C6A62306}"/>
              </a:ext>
            </a:extLst>
          </p:cNvPr>
          <p:cNvSpPr txBox="1"/>
          <p:nvPr/>
        </p:nvSpPr>
        <p:spPr>
          <a:xfrm>
            <a:off x="1236767" y="3136552"/>
            <a:ext cx="755394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You need to check specific factors of a number!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4F0BEC7-07BA-613C-8191-8F7BA4B4FAB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930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5C63532-A56A-A2DD-6642-E77B13E38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D87655F-4759-CC33-45F3-706B18E50F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Loops in Mathematics 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8CA374-C851-20BE-4952-F1C0C29354E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6BCC8C0-14E1-3DBE-9816-F6CEC760C0F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F577399-F725-FDCA-7F92-F9668900A0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A204950-C2B1-7646-E286-FC6CF1F0AC1D}"/>
              </a:ext>
            </a:extLst>
          </p:cNvPr>
          <p:cNvSpPr txBox="1"/>
          <p:nvPr/>
        </p:nvSpPr>
        <p:spPr>
          <a:xfrm>
            <a:off x="1247158" y="1154707"/>
            <a:ext cx="767710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sz="18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/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77460099-C57F-80CE-D33E-F345EB0CD3BD}"/>
              </a:ext>
            </a:extLst>
          </p:cNvPr>
          <p:cNvSpPr txBox="1"/>
          <p:nvPr/>
        </p:nvSpPr>
        <p:spPr>
          <a:xfrm>
            <a:off x="1247158" y="334293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Where we see a sum notation, we need a loop!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93F60C11-CD9A-5A95-4B28-E81672C2191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432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045F474-0D37-AAEA-E779-B945B904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4D7C22E-B710-C4AA-83A4-5607308F23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Loops in Mathematics; 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4F11C4-80AD-4680-3211-15F3AA69F22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688B9FA-7C35-02B0-3F58-2474DA78DD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EB8C1CBD-790B-6F9B-D992-AE4EF8AEFF8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1B23537C-EDDE-7549-5A00-E6396B849979}"/>
              </a:ext>
            </a:extLst>
          </p:cNvPr>
          <p:cNvSpPr txBox="1"/>
          <p:nvPr/>
        </p:nvSpPr>
        <p:spPr>
          <a:xfrm>
            <a:off x="1240070" y="1174729"/>
            <a:ext cx="7290600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sz="18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/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8B9D5C64-373E-89D5-447C-3896716AA3DB}"/>
              </a:ext>
            </a:extLst>
          </p:cNvPr>
          <p:cNvSpPr txBox="1"/>
          <p:nvPr/>
        </p:nvSpPr>
        <p:spPr>
          <a:xfrm>
            <a:off x="1495238" y="3622563"/>
            <a:ext cx="7747838" cy="107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X, a, and n should be set as input parameters. 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434BE448-723B-C67B-C211-D358334323B6}"/>
              </a:ext>
            </a:extLst>
          </p:cNvPr>
          <p:cNvSpPr txBox="1"/>
          <p:nvPr/>
        </p:nvSpPr>
        <p:spPr>
          <a:xfrm>
            <a:off x="1369604" y="3044082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Try to implement the above formula using loops!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52F057F-2CA1-8B6D-7390-C8CF39F80CD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61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G</a:t>
            </a:r>
            <a:r>
              <a:rPr lang="en" dirty="0">
                <a:solidFill>
                  <a:schemeClr val="accent2"/>
                </a:solidFill>
              </a:rPr>
              <a:t>enerating Pattern;</a:t>
            </a: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519856" y="1173286"/>
            <a:ext cx="7125380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Try to generate the given patterns by using loops.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37850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C3449-0826-6930-3BCC-16C16692306D}"/>
              </a:ext>
            </a:extLst>
          </p:cNvPr>
          <p:cNvSpPr txBox="1"/>
          <p:nvPr/>
        </p:nvSpPr>
        <p:spPr>
          <a:xfrm>
            <a:off x="4197391" y="2752975"/>
            <a:ext cx="112883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1              1</a:t>
            </a:r>
          </a:p>
          <a:p>
            <a:r>
              <a:rPr lang="en-US" dirty="0">
                <a:solidFill>
                  <a:srgbClr val="FFC000"/>
                </a:solidFill>
              </a:rPr>
              <a:t>12          21 </a:t>
            </a:r>
          </a:p>
          <a:p>
            <a:r>
              <a:rPr lang="en-US" dirty="0">
                <a:solidFill>
                  <a:srgbClr val="FFC000"/>
                </a:solidFill>
              </a:rPr>
              <a:t>123      321</a:t>
            </a:r>
          </a:p>
          <a:p>
            <a:r>
              <a:rPr lang="en-US" dirty="0">
                <a:solidFill>
                  <a:srgbClr val="FFC000"/>
                </a:solidFill>
              </a:rPr>
              <a:t>1234  4321</a:t>
            </a:r>
          </a:p>
          <a:p>
            <a:r>
              <a:rPr lang="en-US" dirty="0">
                <a:solidFill>
                  <a:srgbClr val="FFC000"/>
                </a:solidFill>
              </a:rPr>
              <a:t>123454321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DAB1F9-54BC-9CDC-5886-32DB18E3A597}"/>
              </a:ext>
            </a:extLst>
          </p:cNvPr>
          <p:cNvSpPr txBox="1"/>
          <p:nvPr/>
        </p:nvSpPr>
        <p:spPr>
          <a:xfrm>
            <a:off x="2490896" y="2651973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6F2A75-AD39-BAF1-81C1-809D163A9E88}"/>
              </a:ext>
            </a:extLst>
          </p:cNvPr>
          <p:cNvSpPr txBox="1"/>
          <p:nvPr/>
        </p:nvSpPr>
        <p:spPr>
          <a:xfrm>
            <a:off x="1541590" y="2608678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31388A3-4ED2-3CF2-05B3-62E0E86B9F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922</TotalTime>
  <Words>278</Words>
  <Application>Microsoft Office PowerPoint</Application>
  <PresentationFormat>On-screen Show (16:9)</PresentationFormat>
  <Paragraphs>62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Cambria Math</vt:lpstr>
      <vt:lpstr>Arial</vt:lpstr>
      <vt:lpstr>Fira Code</vt:lpstr>
      <vt:lpstr>Programming Language Workshop for Beginners by Slidesgo</vt:lpstr>
      <vt:lpstr>PowerPoint Presentation</vt:lpstr>
      <vt:lpstr>Loops and Repetions </vt:lpstr>
      <vt:lpstr>Where we need loops?;</vt:lpstr>
      <vt:lpstr>Checking a condition</vt:lpstr>
      <vt:lpstr>Loops in Mathematics </vt:lpstr>
      <vt:lpstr>Loops in Mathematics; </vt:lpstr>
      <vt:lpstr>Generating Pattern;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9</cp:revision>
  <dcterms:modified xsi:type="dcterms:W3CDTF">2025-07-27T09:17:39Z</dcterms:modified>
</cp:coreProperties>
</file>