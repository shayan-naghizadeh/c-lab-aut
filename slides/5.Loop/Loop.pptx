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15" r:id="rId5"/>
    <p:sldId id="318" r:id="rId6"/>
    <p:sldId id="319" r:id="rId7"/>
    <p:sldId id="320" r:id="rId8"/>
    <p:sldId id="321" r:id="rId9"/>
    <p:sldId id="322" r:id="rId10"/>
    <p:sldId id="323" r:id="rId11"/>
    <p:sldId id="316" r:id="rId12"/>
    <p:sldId id="317" r:id="rId13"/>
    <p:sldId id="302" r:id="rId14"/>
    <p:sldId id="324" r:id="rId15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17"/>
    </p:embeddedFont>
    <p:embeddedFont>
      <p:font typeface="Cambria Math" panose="02040503050406030204" pitchFamily="18" charset="0"/>
      <p:regular r:id="rId18"/>
    </p:embeddedFont>
    <p:embeddedFont>
      <p:font typeface="Fira Code" panose="020B0809050000020004" pitchFamily="49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Where we need loops?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32992" y="1189311"/>
            <a:ext cx="6559877" cy="64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232992" y="2302088"/>
            <a:ext cx="757282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232992" y="1627013"/>
            <a:ext cx="751128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9732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Checking a condition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178647" y="1159855"/>
            <a:ext cx="7847366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7" y="2130226"/>
            <a:ext cx="7516207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236767" y="31365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E8D7-985D-5FFC-0E1A-4046982F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67" y="521975"/>
            <a:ext cx="7290600" cy="54120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Counter Controlled Repetition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AC7BE9-6E2F-3784-7E0E-26730247D92D}"/>
              </a:ext>
            </a:extLst>
          </p:cNvPr>
          <p:cNvSpPr txBox="1"/>
          <p:nvPr/>
        </p:nvSpPr>
        <p:spPr>
          <a:xfrm>
            <a:off x="1035337" y="1287350"/>
            <a:ext cx="7955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As you may remember, in the pseudocode session, we wrote a pseudocode to calculate the average of students' grades.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 this example, we apply counter-controlled repetition, where a variable (counter) determines how many times a set of actions should run. Since the number of repetitions is known (10 times for 10 students), this is called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F0DF6074-F4FE-560E-AB69-4E02BF94D464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570004D-E855-EC11-BDF0-1A32D3DD7BD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658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45337-6463-C4F4-8EE6-3017A4C8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BC356-0B89-8129-F8D1-D88E51BE5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49" y="973394"/>
            <a:ext cx="7865065" cy="3415726"/>
          </a:xfrm>
        </p:spPr>
        <p:txBody>
          <a:bodyPr/>
          <a:lstStyle/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total to zero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grade counter to one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While grade counter is less than or equal to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Input the next grade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the grade into the total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one to the grade counter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the class average to the total divided by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Print the class average</a:t>
            </a:r>
            <a:endParaRPr lang="en-US" sz="1400" dirty="0"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426A1-ABD3-1C8B-304B-FC58A9F9C754}"/>
              </a:ext>
            </a:extLst>
          </p:cNvPr>
          <p:cNvSpPr txBox="1"/>
          <p:nvPr/>
        </p:nvSpPr>
        <p:spPr>
          <a:xfrm>
            <a:off x="-70792" y="1292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2"/>
              </a:buClr>
              <a:buSzPts val="1400"/>
            </a:pPr>
            <a:r>
              <a:rPr lang="en-US" altLang="en-US" dirty="0" err="1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pseudocode.c</a:t>
            </a: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42B707D-3BD8-2C3C-7D5B-2C0A51749F55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6E47856-ACDD-0CB3-22B1-35A4040937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88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1FD5-58DB-B89A-B7C3-6DEBB8CB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710" y="100465"/>
            <a:ext cx="893253" cy="341987"/>
          </a:xfrm>
        </p:spPr>
        <p:txBody>
          <a:bodyPr/>
          <a:lstStyle/>
          <a:p>
            <a:r>
              <a:rPr lang="en-US" sz="1400" dirty="0" err="1">
                <a:solidFill>
                  <a:schemeClr val="accent3"/>
                </a:solidFill>
                <a:sym typeface="Arial"/>
              </a:rPr>
              <a:t>Code.c</a:t>
            </a:r>
            <a:endParaRPr lang="en-US" sz="1400" dirty="0">
              <a:solidFill>
                <a:schemeClr val="accent3"/>
              </a:solidFill>
              <a:sym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AEFDB-9EF1-976D-2957-80A9A7511A7B}"/>
              </a:ext>
            </a:extLst>
          </p:cNvPr>
          <p:cNvSpPr/>
          <p:nvPr/>
        </p:nvSpPr>
        <p:spPr>
          <a:xfrm>
            <a:off x="1085479" y="682960"/>
            <a:ext cx="7675061" cy="377758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DBA0DB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 void )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{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total;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average;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counter;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total = 0;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 = 1;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while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( counter &lt;= 10 ) {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"Enter grade: "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scanf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"%d", &amp;grade );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total = total +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counter = counter + 1;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average = total / 10;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"Class average is %d\n", average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 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0A83EFF-62B5-47F4-74B2-8D9ECC41358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7697E5CA-1287-DE67-A9A6-3B18CD65485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81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C8355B-8D12-802E-A735-7EFFEA5B396B}"/>
              </a:ext>
            </a:extLst>
          </p:cNvPr>
          <p:cNvSpPr txBox="1"/>
          <p:nvPr/>
        </p:nvSpPr>
        <p:spPr>
          <a:xfrm>
            <a:off x="1019113" y="1230137"/>
            <a:ext cx="803639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algorithm uses two key variables: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and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 is used to accumulate the sum of input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 keeps track of how many grades have been entered.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Since the counter goes from 1 to 10 (non-negative values), it is declared as an unsigned int.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Variables like total should always be initialized to zero before use to avoid incorrect results from leftover memory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Counters are typically initialized to 0 or 1, depending on the context.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a variable is not initialized, it may contain a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garbage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value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— a leftover value in memory that can cause errors.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843EF66-2442-434B-524C-82728031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13" y="553117"/>
            <a:ext cx="7291388" cy="541337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13AB999A-27D5-146C-1925-AC19B11A008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FCCCC41-5B0F-504D-C682-37964CA860A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86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CE7F-6734-7ED5-6835-403F8796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DBB21-9961-CB0D-07E2-2880F7022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5875" y="1123900"/>
            <a:ext cx="7857941" cy="1447849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What should we do if the number of students is not known beforehand?</a:t>
            </a: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291AD-ED2A-4C74-D8F8-462B2A4B4D83}"/>
              </a:ext>
            </a:extLst>
          </p:cNvPr>
          <p:cNvSpPr txBox="1"/>
          <p:nvPr/>
        </p:nvSpPr>
        <p:spPr>
          <a:xfrm>
            <a:off x="1143250" y="1787136"/>
            <a:ext cx="78579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To solve this, we use a technique called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sentinel-controlled repetition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where the user enters grades one by one, and a special value called a sentinel (e.g., -1) is entered to indicate the end of input. This value must be clearly distinct from valid grades—since grades are nonnegative, -1 works well.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C741F-9CEC-70EE-A577-7A6167B1DDE9}"/>
              </a:ext>
            </a:extLst>
          </p:cNvPr>
          <p:cNvSpPr txBox="1"/>
          <p:nvPr/>
        </p:nvSpPr>
        <p:spPr>
          <a:xfrm>
            <a:off x="1143249" y="3035147"/>
            <a:ext cx="7857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This method is also known as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because the number of repetitions is not known before the loop starts.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Once the sentinel is entered, the program calculates and prints the class average using the grades entered so far 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292063DF-42D4-AF1C-5A2E-FDC979F274C9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1ED381D5-7C2C-0337-6C6D-1831A5AFEE5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881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6E2CE-3CB2-7668-672E-5E4CB9DCE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609" y="1021879"/>
            <a:ext cx="7991907" cy="1066492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Based on this concept, write a program that calculates and prints the class average when the number of students is not known beforehand.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56E038-78AA-B9DA-3F32-1F96743ACF42}"/>
              </a:ext>
            </a:extLst>
          </p:cNvPr>
          <p:cNvSpPr txBox="1">
            <a:spLocks/>
          </p:cNvSpPr>
          <p:nvPr/>
        </p:nvSpPr>
        <p:spPr>
          <a:xfrm>
            <a:off x="1148166" y="581716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7CE87C5-29C5-12F7-1427-67843208249E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1EAD7E1-87AE-38B6-1D9A-8E6BDC18A5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74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038286" y="1154707"/>
            <a:ext cx="7885973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Mathematics;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143250" y="1088675"/>
            <a:ext cx="789803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396162" y="3538767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</a:t>
            </a:r>
            <a:r>
              <a:rPr lang="en" sz="2400" dirty="0">
                <a:solidFill>
                  <a:schemeClr val="accent2"/>
                </a:solidFill>
              </a:rPr>
              <a:t>enerating Pattern;</a:t>
            </a: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5860" y="1045687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5833-C218-696D-6E03-B1CDAA7B3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B6244-CB00-BD3C-A845-3795ABC5F2E7}"/>
              </a:ext>
            </a:extLst>
          </p:cNvPr>
          <p:cNvSpPr txBox="1"/>
          <p:nvPr/>
        </p:nvSpPr>
        <p:spPr>
          <a:xfrm>
            <a:off x="1090156" y="1123900"/>
            <a:ext cx="7924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program that reads an unknown number of integer grades from the user.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input ends when the user enters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-1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Your task is to: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Calculate and print the maximum absolute difference between any two consecutive grades.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Also print the two grades that caused this maximum difference.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fewer than two valid grades are entered, display a message: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"Not enough data to compare grades."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C2D6E6-F019-8A0A-B79D-421B7B95C3DB}"/>
              </a:ext>
            </a:extLst>
          </p:cNvPr>
          <p:cNvSpPr txBox="1"/>
          <p:nvPr/>
        </p:nvSpPr>
        <p:spPr>
          <a:xfrm>
            <a:off x="6737063" y="158212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634E024-01F9-5BF0-4A5A-6B5325C2941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E00B818-1811-3A25-CBA8-087C1E5D3A6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</a:t>
            </a: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90418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1019</TotalTime>
  <Words>895</Words>
  <Application>Microsoft Office PowerPoint</Application>
  <PresentationFormat>On-screen Show (16:9)</PresentationFormat>
  <Paragraphs>143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 Math</vt:lpstr>
      <vt:lpstr>Fira Code</vt:lpstr>
      <vt:lpstr>Arial Rounded MT Bold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Counter Controlled Repetition</vt:lpstr>
      <vt:lpstr>Counter Controlled Repetition  </vt:lpstr>
      <vt:lpstr>Code.c</vt:lpstr>
      <vt:lpstr>Counter Controlled Repetition  </vt:lpstr>
      <vt:lpstr>Sentinel Controlled Repetition</vt:lpstr>
      <vt:lpstr>PowerPoint Presentation</vt:lpstr>
      <vt:lpstr>Loops in Mathematics </vt:lpstr>
      <vt:lpstr>Loops in Mathematics; </vt:lpstr>
      <vt:lpstr>Generating Pattern;   </vt:lpstr>
      <vt:lpstr>Home 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18</cp:revision>
  <dcterms:modified xsi:type="dcterms:W3CDTF">2025-08-07T13:13:15Z</dcterms:modified>
</cp:coreProperties>
</file>