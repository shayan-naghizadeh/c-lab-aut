
<file path=[Content_Types].xml><?xml version="1.0" encoding="utf-8"?>
<Types xmlns="http://schemas.openxmlformats.org/package/2006/content-types">
  <Default Extension="fntdata" ContentType="application/x-fontdata"/>
  <Default Extension="gif" ContentType="image/gif"/>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2" r:id="rId1"/>
    <p:sldMasterId id="2147483673" r:id="rId2"/>
  </p:sldMasterIdLst>
  <p:notesMasterIdLst>
    <p:notesMasterId r:id="rId58"/>
  </p:notesMasterIdLst>
  <p:sldIdLst>
    <p:sldId id="256" r:id="rId3"/>
    <p:sldId id="268" r:id="rId4"/>
    <p:sldId id="257" r:id="rId5"/>
    <p:sldId id="301" r:id="rId6"/>
    <p:sldId id="302" r:id="rId7"/>
    <p:sldId id="300" r:id="rId8"/>
    <p:sldId id="304" r:id="rId9"/>
    <p:sldId id="305" r:id="rId10"/>
    <p:sldId id="303" r:id="rId11"/>
    <p:sldId id="306" r:id="rId12"/>
    <p:sldId id="308" r:id="rId13"/>
    <p:sldId id="309" r:id="rId14"/>
    <p:sldId id="307" r:id="rId15"/>
    <p:sldId id="310" r:id="rId16"/>
    <p:sldId id="258" r:id="rId17"/>
    <p:sldId id="259" r:id="rId18"/>
    <p:sldId id="260" r:id="rId19"/>
    <p:sldId id="261" r:id="rId20"/>
    <p:sldId id="262" r:id="rId21"/>
    <p:sldId id="263" r:id="rId22"/>
    <p:sldId id="264" r:id="rId23"/>
    <p:sldId id="265" r:id="rId24"/>
    <p:sldId id="266" r:id="rId25"/>
    <p:sldId id="267" r:id="rId26"/>
    <p:sldId id="269" r:id="rId27"/>
    <p:sldId id="270" r:id="rId28"/>
    <p:sldId id="271" r:id="rId29"/>
    <p:sldId id="272" r:id="rId30"/>
    <p:sldId id="273" r:id="rId31"/>
    <p:sldId id="274" r:id="rId32"/>
    <p:sldId id="275" r:id="rId33"/>
    <p:sldId id="276" r:id="rId34"/>
    <p:sldId id="277" r:id="rId35"/>
    <p:sldId id="278" r:id="rId36"/>
    <p:sldId id="279" r:id="rId37"/>
    <p:sldId id="280" r:id="rId38"/>
    <p:sldId id="281" r:id="rId39"/>
    <p:sldId id="282" r:id="rId40"/>
    <p:sldId id="283" r:id="rId41"/>
    <p:sldId id="284" r:id="rId42"/>
    <p:sldId id="285" r:id="rId43"/>
    <p:sldId id="286" r:id="rId44"/>
    <p:sldId id="287" r:id="rId45"/>
    <p:sldId id="288" r:id="rId46"/>
    <p:sldId id="289" r:id="rId47"/>
    <p:sldId id="290" r:id="rId48"/>
    <p:sldId id="291" r:id="rId49"/>
    <p:sldId id="292" r:id="rId50"/>
    <p:sldId id="293" r:id="rId51"/>
    <p:sldId id="294" r:id="rId52"/>
    <p:sldId id="295" r:id="rId53"/>
    <p:sldId id="296" r:id="rId54"/>
    <p:sldId id="297" r:id="rId55"/>
    <p:sldId id="298" r:id="rId56"/>
    <p:sldId id="299" r:id="rId57"/>
  </p:sldIdLst>
  <p:sldSz cx="9144000" cy="5143500" type="screen16x9"/>
  <p:notesSz cx="6858000" cy="9144000"/>
  <p:embeddedFontLst>
    <p:embeddedFont>
      <p:font typeface="Amatic SC" panose="00000500000000000000" pitchFamily="2" charset="-79"/>
      <p:regular r:id="rId59"/>
      <p:bold r:id="rId60"/>
    </p:embeddedFont>
    <p:embeddedFont>
      <p:font typeface="B Nazanin" panose="00000400000000000000" pitchFamily="2" charset="-78"/>
      <p:regular r:id="rId61"/>
      <p:bold r:id="rId62"/>
    </p:embeddedFont>
    <p:embeddedFont>
      <p:font typeface="Fira Code" panose="020B0809050000020004" pitchFamily="49" charset="0"/>
      <p:regular r:id="rId63"/>
      <p:bold r:id="rId64"/>
    </p:embeddedFont>
    <p:embeddedFont>
      <p:font typeface="Lalezar" panose="00000500000000000000" pitchFamily="2" charset="-78"/>
      <p:regular r:id="rId65"/>
    </p:embeddedFont>
    <p:embeddedFont>
      <p:font typeface="Montserrat" panose="00000500000000000000" pitchFamily="2" charset="0"/>
      <p:regular r:id="rId66"/>
      <p:bold r:id="rId67"/>
      <p:italic r:id="rId68"/>
      <p:boldItalic r:id="rId69"/>
    </p:embeddedFont>
    <p:embeddedFont>
      <p:font typeface="Proxima Nova" panose="020B0604020202020204" charset="0"/>
      <p:regular r:id="rId70"/>
      <p:bold r:id="rId71"/>
      <p:italic r:id="rId72"/>
      <p:boldItalic r:id="rId73"/>
    </p:embeddedFont>
    <p:embeddedFont>
      <p:font typeface="Proxima Nova Semibold" panose="020B0604020202020204" charset="0"/>
      <p:regular r:id="rId74"/>
      <p:bold r:id="rId75"/>
      <p:boldItalic r:id="rId76"/>
    </p:embeddedFont>
    <p:embeddedFont>
      <p:font typeface="Roboto Medium" panose="02000000000000000000" pitchFamily="2" charset="0"/>
      <p:regular r:id="rId77"/>
      <p:bold r:id="rId78"/>
      <p:italic r:id="rId79"/>
      <p:boldItalic r:id="rId80"/>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0000"/>
    <a:srgbClr val="050607"/>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4BEAB1D1-4E42-4361-B4FD-13862715D387}">
  <a:tblStyle styleId="{4BEAB1D1-4E42-4361-B4FD-13862715D387}"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87" d="100"/>
          <a:sy n="87" d="100"/>
        </p:scale>
        <p:origin x="906" y="72"/>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font" Target="fonts/font5.fntdata"/><Relationship Id="rId68" Type="http://schemas.openxmlformats.org/officeDocument/2006/relationships/font" Target="fonts/font10.fntdata"/><Relationship Id="rId84" Type="http://schemas.openxmlformats.org/officeDocument/2006/relationships/tableStyles" Target="tableStyles.xml"/><Relationship Id="rId16" Type="http://schemas.openxmlformats.org/officeDocument/2006/relationships/slide" Target="slides/slide14.xml"/><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slide" Target="slides/slide51.xml"/><Relationship Id="rId58" Type="http://schemas.openxmlformats.org/officeDocument/2006/relationships/notesMaster" Target="notesMasters/notesMaster1.xml"/><Relationship Id="rId74" Type="http://schemas.openxmlformats.org/officeDocument/2006/relationships/font" Target="fonts/font16.fntdata"/><Relationship Id="rId79" Type="http://schemas.openxmlformats.org/officeDocument/2006/relationships/font" Target="fonts/font21.fntdata"/><Relationship Id="rId5" Type="http://schemas.openxmlformats.org/officeDocument/2006/relationships/slide" Target="slides/slide3.xml"/><Relationship Id="rId61" Type="http://schemas.openxmlformats.org/officeDocument/2006/relationships/font" Target="fonts/font3.fntdata"/><Relationship Id="rId82" Type="http://schemas.openxmlformats.org/officeDocument/2006/relationships/viewProps" Target="viewProps.xml"/><Relationship Id="rId19" Type="http://schemas.openxmlformats.org/officeDocument/2006/relationships/slide" Target="slides/slide1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slide" Target="slides/slide54.xml"/><Relationship Id="rId64" Type="http://schemas.openxmlformats.org/officeDocument/2006/relationships/font" Target="fonts/font6.fntdata"/><Relationship Id="rId69" Type="http://schemas.openxmlformats.org/officeDocument/2006/relationships/font" Target="fonts/font11.fntdata"/><Relationship Id="rId77" Type="http://schemas.openxmlformats.org/officeDocument/2006/relationships/font" Target="fonts/font19.fntdata"/><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font" Target="fonts/font14.fntdata"/><Relationship Id="rId80" Type="http://schemas.openxmlformats.org/officeDocument/2006/relationships/font" Target="fonts/font22.fntdata"/><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font" Target="fonts/font1.fntdata"/><Relationship Id="rId67" Type="http://schemas.openxmlformats.org/officeDocument/2006/relationships/font" Target="fonts/font9.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font" Target="fonts/font4.fntdata"/><Relationship Id="rId70" Type="http://schemas.openxmlformats.org/officeDocument/2006/relationships/font" Target="fonts/font12.fntdata"/><Relationship Id="rId75" Type="http://schemas.openxmlformats.org/officeDocument/2006/relationships/font" Target="fonts/font17.fntdata"/><Relationship Id="rId83"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slide" Target="slides/slide55.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font" Target="fonts/font2.fntdata"/><Relationship Id="rId65" Type="http://schemas.openxmlformats.org/officeDocument/2006/relationships/font" Target="fonts/font7.fntdata"/><Relationship Id="rId73" Type="http://schemas.openxmlformats.org/officeDocument/2006/relationships/font" Target="fonts/font15.fntdata"/><Relationship Id="rId78" Type="http://schemas.openxmlformats.org/officeDocument/2006/relationships/font" Target="fonts/font20.fntdata"/><Relationship Id="rId81" Type="http://schemas.openxmlformats.org/officeDocument/2006/relationships/presProps" Target="presProps.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font" Target="fonts/font18.fntdata"/><Relationship Id="rId7" Type="http://schemas.openxmlformats.org/officeDocument/2006/relationships/slide" Target="slides/slide5.xml"/><Relationship Id="rId71" Type="http://schemas.openxmlformats.org/officeDocument/2006/relationships/font" Target="fonts/font13.fntdata"/><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font" Target="fonts/font8.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4"/>
        <p:cNvGrpSpPr/>
        <p:nvPr/>
      </p:nvGrpSpPr>
      <p:grpSpPr>
        <a:xfrm>
          <a:off x="0" y="0"/>
          <a:ext cx="0" cy="0"/>
          <a:chOff x="0" y="0"/>
          <a:chExt cx="0" cy="0"/>
        </a:xfrm>
      </p:grpSpPr>
      <p:sp>
        <p:nvSpPr>
          <p:cNvPr id="455" name="Google Shape;455;ge7b5133482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56" name="Google Shape;456;ge7b5133482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0"/>
        <p:cNvGrpSpPr/>
        <p:nvPr/>
      </p:nvGrpSpPr>
      <p:grpSpPr>
        <a:xfrm>
          <a:off x="0" y="0"/>
          <a:ext cx="0" cy="0"/>
          <a:chOff x="0" y="0"/>
          <a:chExt cx="0" cy="0"/>
        </a:xfrm>
      </p:grpSpPr>
      <p:sp>
        <p:nvSpPr>
          <p:cNvPr id="811" name="Google Shape;811;ge7b3cc9d39_0_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2" name="Google Shape;812;ge7b3cc9d39_0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7"/>
        <p:cNvGrpSpPr/>
        <p:nvPr/>
      </p:nvGrpSpPr>
      <p:grpSpPr>
        <a:xfrm>
          <a:off x="0" y="0"/>
          <a:ext cx="0" cy="0"/>
          <a:chOff x="0" y="0"/>
          <a:chExt cx="0" cy="0"/>
        </a:xfrm>
      </p:grpSpPr>
      <p:sp>
        <p:nvSpPr>
          <p:cNvPr id="468" name="Google Shape;468;ge7f9c668d6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9" name="Google Shape;469;ge7f9c668d6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7">
          <a:extLst>
            <a:ext uri="{FF2B5EF4-FFF2-40B4-BE49-F238E27FC236}">
              <a16:creationId xmlns:a16="http://schemas.microsoft.com/office/drawing/2014/main" id="{1FCFDB7F-8415-BBE7-93E9-7DF0CBFE0A34}"/>
            </a:ext>
          </a:extLst>
        </p:cNvPr>
        <p:cNvGrpSpPr/>
        <p:nvPr/>
      </p:nvGrpSpPr>
      <p:grpSpPr>
        <a:xfrm>
          <a:off x="0" y="0"/>
          <a:ext cx="0" cy="0"/>
          <a:chOff x="0" y="0"/>
          <a:chExt cx="0" cy="0"/>
        </a:xfrm>
      </p:grpSpPr>
      <p:sp>
        <p:nvSpPr>
          <p:cNvPr id="468" name="Google Shape;468;ge7f9c668d6_0_0:notes">
            <a:extLst>
              <a:ext uri="{FF2B5EF4-FFF2-40B4-BE49-F238E27FC236}">
                <a16:creationId xmlns:a16="http://schemas.microsoft.com/office/drawing/2014/main" id="{E5661E0C-59C7-0A0E-5949-24C143BDCF4C}"/>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9" name="Google Shape;469;ge7f9c668d6_0_0:notes">
            <a:extLst>
              <a:ext uri="{FF2B5EF4-FFF2-40B4-BE49-F238E27FC236}">
                <a16:creationId xmlns:a16="http://schemas.microsoft.com/office/drawing/2014/main" id="{FC511FC1-86F2-AC8C-A599-8836B4BF811E}"/>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583843512"/>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7">
          <a:extLst>
            <a:ext uri="{FF2B5EF4-FFF2-40B4-BE49-F238E27FC236}">
              <a16:creationId xmlns:a16="http://schemas.microsoft.com/office/drawing/2014/main" id="{C986BD86-A03F-4F4B-AB60-0F5C12C06BF6}"/>
            </a:ext>
          </a:extLst>
        </p:cNvPr>
        <p:cNvGrpSpPr/>
        <p:nvPr/>
      </p:nvGrpSpPr>
      <p:grpSpPr>
        <a:xfrm>
          <a:off x="0" y="0"/>
          <a:ext cx="0" cy="0"/>
          <a:chOff x="0" y="0"/>
          <a:chExt cx="0" cy="0"/>
        </a:xfrm>
      </p:grpSpPr>
      <p:sp>
        <p:nvSpPr>
          <p:cNvPr id="468" name="Google Shape;468;ge7f9c668d6_0_0:notes">
            <a:extLst>
              <a:ext uri="{FF2B5EF4-FFF2-40B4-BE49-F238E27FC236}">
                <a16:creationId xmlns:a16="http://schemas.microsoft.com/office/drawing/2014/main" id="{A5519F06-BEF0-905A-E155-3E2346CA1557}"/>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9" name="Google Shape;469;ge7f9c668d6_0_0:notes">
            <a:extLst>
              <a:ext uri="{FF2B5EF4-FFF2-40B4-BE49-F238E27FC236}">
                <a16:creationId xmlns:a16="http://schemas.microsoft.com/office/drawing/2014/main" id="{24656811-946F-AD7F-285F-EFCCBFB5B521}"/>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77064715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7">
          <a:extLst>
            <a:ext uri="{FF2B5EF4-FFF2-40B4-BE49-F238E27FC236}">
              <a16:creationId xmlns:a16="http://schemas.microsoft.com/office/drawing/2014/main" id="{E326C263-FCC6-E0E7-F9F7-4F7EAA8AFE26}"/>
            </a:ext>
          </a:extLst>
        </p:cNvPr>
        <p:cNvGrpSpPr/>
        <p:nvPr/>
      </p:nvGrpSpPr>
      <p:grpSpPr>
        <a:xfrm>
          <a:off x="0" y="0"/>
          <a:ext cx="0" cy="0"/>
          <a:chOff x="0" y="0"/>
          <a:chExt cx="0" cy="0"/>
        </a:xfrm>
      </p:grpSpPr>
      <p:sp>
        <p:nvSpPr>
          <p:cNvPr id="468" name="Google Shape;468;ge7f9c668d6_0_0:notes">
            <a:extLst>
              <a:ext uri="{FF2B5EF4-FFF2-40B4-BE49-F238E27FC236}">
                <a16:creationId xmlns:a16="http://schemas.microsoft.com/office/drawing/2014/main" id="{65E3470C-7BBC-8B3B-9C88-656A31246A9C}"/>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9" name="Google Shape;469;ge7f9c668d6_0_0:notes">
            <a:extLst>
              <a:ext uri="{FF2B5EF4-FFF2-40B4-BE49-F238E27FC236}">
                <a16:creationId xmlns:a16="http://schemas.microsoft.com/office/drawing/2014/main" id="{D1BCD563-6BAF-08FE-A514-595E0D35BEFA}"/>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814640219"/>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7">
          <a:extLst>
            <a:ext uri="{FF2B5EF4-FFF2-40B4-BE49-F238E27FC236}">
              <a16:creationId xmlns:a16="http://schemas.microsoft.com/office/drawing/2014/main" id="{2EAF4CD9-A39C-30B0-E93C-0E4C15F9FF17}"/>
            </a:ext>
          </a:extLst>
        </p:cNvPr>
        <p:cNvGrpSpPr/>
        <p:nvPr/>
      </p:nvGrpSpPr>
      <p:grpSpPr>
        <a:xfrm>
          <a:off x="0" y="0"/>
          <a:ext cx="0" cy="0"/>
          <a:chOff x="0" y="0"/>
          <a:chExt cx="0" cy="0"/>
        </a:xfrm>
      </p:grpSpPr>
      <p:sp>
        <p:nvSpPr>
          <p:cNvPr id="468" name="Google Shape;468;ge7f9c668d6_0_0:notes">
            <a:extLst>
              <a:ext uri="{FF2B5EF4-FFF2-40B4-BE49-F238E27FC236}">
                <a16:creationId xmlns:a16="http://schemas.microsoft.com/office/drawing/2014/main" id="{290524AA-CB47-E01F-57EA-703619530698}"/>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9" name="Google Shape;469;ge7f9c668d6_0_0:notes">
            <a:extLst>
              <a:ext uri="{FF2B5EF4-FFF2-40B4-BE49-F238E27FC236}">
                <a16:creationId xmlns:a16="http://schemas.microsoft.com/office/drawing/2014/main" id="{F6789529-2971-DA33-A989-EF14FFAFFBB2}"/>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74525670"/>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7">
          <a:extLst>
            <a:ext uri="{FF2B5EF4-FFF2-40B4-BE49-F238E27FC236}">
              <a16:creationId xmlns:a16="http://schemas.microsoft.com/office/drawing/2014/main" id="{FC6BC590-137D-66B5-B0F2-1FA3A2984102}"/>
            </a:ext>
          </a:extLst>
        </p:cNvPr>
        <p:cNvGrpSpPr/>
        <p:nvPr/>
      </p:nvGrpSpPr>
      <p:grpSpPr>
        <a:xfrm>
          <a:off x="0" y="0"/>
          <a:ext cx="0" cy="0"/>
          <a:chOff x="0" y="0"/>
          <a:chExt cx="0" cy="0"/>
        </a:xfrm>
      </p:grpSpPr>
      <p:sp>
        <p:nvSpPr>
          <p:cNvPr id="468" name="Google Shape;468;ge7f9c668d6_0_0:notes">
            <a:extLst>
              <a:ext uri="{FF2B5EF4-FFF2-40B4-BE49-F238E27FC236}">
                <a16:creationId xmlns:a16="http://schemas.microsoft.com/office/drawing/2014/main" id="{C1900646-734D-5706-6A05-E267C0FC0A32}"/>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9" name="Google Shape;469;ge7f9c668d6_0_0:notes">
            <a:extLst>
              <a:ext uri="{FF2B5EF4-FFF2-40B4-BE49-F238E27FC236}">
                <a16:creationId xmlns:a16="http://schemas.microsoft.com/office/drawing/2014/main" id="{763453E1-DE64-012A-7D35-B37EE1796786}"/>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219580738"/>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7">
          <a:extLst>
            <a:ext uri="{FF2B5EF4-FFF2-40B4-BE49-F238E27FC236}">
              <a16:creationId xmlns:a16="http://schemas.microsoft.com/office/drawing/2014/main" id="{622D04C8-845E-A9EE-7E92-A82E7260744B}"/>
            </a:ext>
          </a:extLst>
        </p:cNvPr>
        <p:cNvGrpSpPr/>
        <p:nvPr/>
      </p:nvGrpSpPr>
      <p:grpSpPr>
        <a:xfrm>
          <a:off x="0" y="0"/>
          <a:ext cx="0" cy="0"/>
          <a:chOff x="0" y="0"/>
          <a:chExt cx="0" cy="0"/>
        </a:xfrm>
      </p:grpSpPr>
      <p:sp>
        <p:nvSpPr>
          <p:cNvPr id="468" name="Google Shape;468;ge7f9c668d6_0_0:notes">
            <a:extLst>
              <a:ext uri="{FF2B5EF4-FFF2-40B4-BE49-F238E27FC236}">
                <a16:creationId xmlns:a16="http://schemas.microsoft.com/office/drawing/2014/main" id="{5578B2AE-7C78-013C-692C-757063E4CF34}"/>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9" name="Google Shape;469;ge7f9c668d6_0_0:notes">
            <a:extLst>
              <a:ext uri="{FF2B5EF4-FFF2-40B4-BE49-F238E27FC236}">
                <a16:creationId xmlns:a16="http://schemas.microsoft.com/office/drawing/2014/main" id="{2E987450-E7FD-1A70-7A0E-44EBFB1DB396}"/>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739802528"/>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7">
          <a:extLst>
            <a:ext uri="{FF2B5EF4-FFF2-40B4-BE49-F238E27FC236}">
              <a16:creationId xmlns:a16="http://schemas.microsoft.com/office/drawing/2014/main" id="{0BCCCE4B-4281-8E07-93E7-2D709FF386BC}"/>
            </a:ext>
          </a:extLst>
        </p:cNvPr>
        <p:cNvGrpSpPr/>
        <p:nvPr/>
      </p:nvGrpSpPr>
      <p:grpSpPr>
        <a:xfrm>
          <a:off x="0" y="0"/>
          <a:ext cx="0" cy="0"/>
          <a:chOff x="0" y="0"/>
          <a:chExt cx="0" cy="0"/>
        </a:xfrm>
      </p:grpSpPr>
      <p:sp>
        <p:nvSpPr>
          <p:cNvPr id="468" name="Google Shape;468;ge7f9c668d6_0_0:notes">
            <a:extLst>
              <a:ext uri="{FF2B5EF4-FFF2-40B4-BE49-F238E27FC236}">
                <a16:creationId xmlns:a16="http://schemas.microsoft.com/office/drawing/2014/main" id="{6CC506D1-AD52-DCFF-6FF5-77FD67272EA2}"/>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9" name="Google Shape;469;ge7f9c668d6_0_0:notes">
            <a:extLst>
              <a:ext uri="{FF2B5EF4-FFF2-40B4-BE49-F238E27FC236}">
                <a16:creationId xmlns:a16="http://schemas.microsoft.com/office/drawing/2014/main" id="{7572397E-0E92-7A8E-6965-41F9FF4B6BB7}"/>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71167643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7">
          <a:extLst>
            <a:ext uri="{FF2B5EF4-FFF2-40B4-BE49-F238E27FC236}">
              <a16:creationId xmlns:a16="http://schemas.microsoft.com/office/drawing/2014/main" id="{1EE3FC01-93A3-8972-B811-13B5177BE356}"/>
            </a:ext>
          </a:extLst>
        </p:cNvPr>
        <p:cNvGrpSpPr/>
        <p:nvPr/>
      </p:nvGrpSpPr>
      <p:grpSpPr>
        <a:xfrm>
          <a:off x="0" y="0"/>
          <a:ext cx="0" cy="0"/>
          <a:chOff x="0" y="0"/>
          <a:chExt cx="0" cy="0"/>
        </a:xfrm>
      </p:grpSpPr>
      <p:sp>
        <p:nvSpPr>
          <p:cNvPr id="468" name="Google Shape;468;ge7f9c668d6_0_0:notes">
            <a:extLst>
              <a:ext uri="{FF2B5EF4-FFF2-40B4-BE49-F238E27FC236}">
                <a16:creationId xmlns:a16="http://schemas.microsoft.com/office/drawing/2014/main" id="{D278B14D-9EB6-D369-1468-45E3A8BF025B}"/>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9" name="Google Shape;469;ge7f9c668d6_0_0:notes">
            <a:extLst>
              <a:ext uri="{FF2B5EF4-FFF2-40B4-BE49-F238E27FC236}">
                <a16:creationId xmlns:a16="http://schemas.microsoft.com/office/drawing/2014/main" id="{37AC88E7-1E0C-6EF4-A35B-A1EFAB6080CD}"/>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014943565"/>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7">
          <a:extLst>
            <a:ext uri="{FF2B5EF4-FFF2-40B4-BE49-F238E27FC236}">
              <a16:creationId xmlns:a16="http://schemas.microsoft.com/office/drawing/2014/main" id="{455C41BE-B8BF-0DB1-F7FA-1636A1FA7C07}"/>
            </a:ext>
          </a:extLst>
        </p:cNvPr>
        <p:cNvGrpSpPr/>
        <p:nvPr/>
      </p:nvGrpSpPr>
      <p:grpSpPr>
        <a:xfrm>
          <a:off x="0" y="0"/>
          <a:ext cx="0" cy="0"/>
          <a:chOff x="0" y="0"/>
          <a:chExt cx="0" cy="0"/>
        </a:xfrm>
      </p:grpSpPr>
      <p:sp>
        <p:nvSpPr>
          <p:cNvPr id="468" name="Google Shape;468;ge7f9c668d6_0_0:notes">
            <a:extLst>
              <a:ext uri="{FF2B5EF4-FFF2-40B4-BE49-F238E27FC236}">
                <a16:creationId xmlns:a16="http://schemas.microsoft.com/office/drawing/2014/main" id="{F67356A2-121F-2F5E-C641-0D5ED9AEA6D6}"/>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9" name="Google Shape;469;ge7f9c668d6_0_0:notes">
            <a:extLst>
              <a:ext uri="{FF2B5EF4-FFF2-40B4-BE49-F238E27FC236}">
                <a16:creationId xmlns:a16="http://schemas.microsoft.com/office/drawing/2014/main" id="{533BC51E-85AF-C427-262B-208DBC98702A}"/>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868130531"/>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7">
          <a:extLst>
            <a:ext uri="{FF2B5EF4-FFF2-40B4-BE49-F238E27FC236}">
              <a16:creationId xmlns:a16="http://schemas.microsoft.com/office/drawing/2014/main" id="{BB1CABCA-B1A2-419C-33D9-6729490F07E8}"/>
            </a:ext>
          </a:extLst>
        </p:cNvPr>
        <p:cNvGrpSpPr/>
        <p:nvPr/>
      </p:nvGrpSpPr>
      <p:grpSpPr>
        <a:xfrm>
          <a:off x="0" y="0"/>
          <a:ext cx="0" cy="0"/>
          <a:chOff x="0" y="0"/>
          <a:chExt cx="0" cy="0"/>
        </a:xfrm>
      </p:grpSpPr>
      <p:sp>
        <p:nvSpPr>
          <p:cNvPr id="468" name="Google Shape;468;ge7f9c668d6_0_0:notes">
            <a:extLst>
              <a:ext uri="{FF2B5EF4-FFF2-40B4-BE49-F238E27FC236}">
                <a16:creationId xmlns:a16="http://schemas.microsoft.com/office/drawing/2014/main" id="{768767A1-2602-3B00-F51A-A1158F71C65F}"/>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9" name="Google Shape;469;ge7f9c668d6_0_0:notes">
            <a:extLst>
              <a:ext uri="{FF2B5EF4-FFF2-40B4-BE49-F238E27FC236}">
                <a16:creationId xmlns:a16="http://schemas.microsoft.com/office/drawing/2014/main" id="{030F374D-4590-FCE1-C9C4-5A47FC246733}"/>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7018518"/>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7">
          <a:extLst>
            <a:ext uri="{FF2B5EF4-FFF2-40B4-BE49-F238E27FC236}">
              <a16:creationId xmlns:a16="http://schemas.microsoft.com/office/drawing/2014/main" id="{D215E29D-B81D-086B-CCFE-AB513E04920C}"/>
            </a:ext>
          </a:extLst>
        </p:cNvPr>
        <p:cNvGrpSpPr/>
        <p:nvPr/>
      </p:nvGrpSpPr>
      <p:grpSpPr>
        <a:xfrm>
          <a:off x="0" y="0"/>
          <a:ext cx="0" cy="0"/>
          <a:chOff x="0" y="0"/>
          <a:chExt cx="0" cy="0"/>
        </a:xfrm>
      </p:grpSpPr>
      <p:sp>
        <p:nvSpPr>
          <p:cNvPr id="468" name="Google Shape;468;ge7f9c668d6_0_0:notes">
            <a:extLst>
              <a:ext uri="{FF2B5EF4-FFF2-40B4-BE49-F238E27FC236}">
                <a16:creationId xmlns:a16="http://schemas.microsoft.com/office/drawing/2014/main" id="{9D377096-D5E6-8699-E737-C8665609EC75}"/>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9" name="Google Shape;469;ge7f9c668d6_0_0:notes">
            <a:extLst>
              <a:ext uri="{FF2B5EF4-FFF2-40B4-BE49-F238E27FC236}">
                <a16:creationId xmlns:a16="http://schemas.microsoft.com/office/drawing/2014/main" id="{026416CC-2442-9296-5FF2-AABE0BD12D9C}"/>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243584328"/>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6"/>
        <p:cNvGrpSpPr/>
        <p:nvPr/>
      </p:nvGrpSpPr>
      <p:grpSpPr>
        <a:xfrm>
          <a:off x="0" y="0"/>
          <a:ext cx="0" cy="0"/>
          <a:chOff x="0" y="0"/>
          <a:chExt cx="0" cy="0"/>
        </a:xfrm>
      </p:grpSpPr>
      <p:sp>
        <p:nvSpPr>
          <p:cNvPr id="477" name="Google Shape;477;ge7b3cc9d39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8" name="Google Shape;478;ge7b3cc9d39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6"/>
        <p:cNvGrpSpPr/>
        <p:nvPr/>
      </p:nvGrpSpPr>
      <p:grpSpPr>
        <a:xfrm>
          <a:off x="0" y="0"/>
          <a:ext cx="0" cy="0"/>
          <a:chOff x="0" y="0"/>
          <a:chExt cx="0" cy="0"/>
        </a:xfrm>
      </p:grpSpPr>
      <p:sp>
        <p:nvSpPr>
          <p:cNvPr id="497" name="Google Shape;497;ge7f9c668d6_0_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8" name="Google Shape;498;ge7f9c668d6_0_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8"/>
        <p:cNvGrpSpPr/>
        <p:nvPr/>
      </p:nvGrpSpPr>
      <p:grpSpPr>
        <a:xfrm>
          <a:off x="0" y="0"/>
          <a:ext cx="0" cy="0"/>
          <a:chOff x="0" y="0"/>
          <a:chExt cx="0" cy="0"/>
        </a:xfrm>
      </p:grpSpPr>
      <p:sp>
        <p:nvSpPr>
          <p:cNvPr id="509" name="Google Shape;509;ge7f9c668d6_0_1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10" name="Google Shape;510;ge7f9c668d6_0_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7"/>
        <p:cNvGrpSpPr/>
        <p:nvPr/>
      </p:nvGrpSpPr>
      <p:grpSpPr>
        <a:xfrm>
          <a:off x="0" y="0"/>
          <a:ext cx="0" cy="0"/>
          <a:chOff x="0" y="0"/>
          <a:chExt cx="0" cy="0"/>
        </a:xfrm>
      </p:grpSpPr>
      <p:sp>
        <p:nvSpPr>
          <p:cNvPr id="558" name="Google Shape;558;ge7b3cc9d39_0_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59" name="Google Shape;559;ge7b3cc9d39_0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2"/>
        <p:cNvGrpSpPr/>
        <p:nvPr/>
      </p:nvGrpSpPr>
      <p:grpSpPr>
        <a:xfrm>
          <a:off x="0" y="0"/>
          <a:ext cx="0" cy="0"/>
          <a:chOff x="0" y="0"/>
          <a:chExt cx="0" cy="0"/>
        </a:xfrm>
      </p:grpSpPr>
      <p:sp>
        <p:nvSpPr>
          <p:cNvPr id="573" name="Google Shape;573;ge7f9c668d6_0_2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4" name="Google Shape;574;ge7f9c668d6_0_2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30"/>
        <p:cNvGrpSpPr/>
        <p:nvPr/>
      </p:nvGrpSpPr>
      <p:grpSpPr>
        <a:xfrm>
          <a:off x="0" y="0"/>
          <a:ext cx="0" cy="0"/>
          <a:chOff x="0" y="0"/>
          <a:chExt cx="0" cy="0"/>
        </a:xfrm>
      </p:grpSpPr>
      <p:sp>
        <p:nvSpPr>
          <p:cNvPr id="631" name="Google Shape;631;ge7f9c668d6_0_2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32" name="Google Shape;632;ge7f9c668d6_0_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56"/>
        <p:cNvGrpSpPr/>
        <p:nvPr/>
      </p:nvGrpSpPr>
      <p:grpSpPr>
        <a:xfrm>
          <a:off x="0" y="0"/>
          <a:ext cx="0" cy="0"/>
          <a:chOff x="0" y="0"/>
          <a:chExt cx="0" cy="0"/>
        </a:xfrm>
      </p:grpSpPr>
      <p:sp>
        <p:nvSpPr>
          <p:cNvPr id="657" name="Google Shape;657;ge7f9c668d6_0_4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58" name="Google Shape;658;ge7f9c668d6_0_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08"/>
        <p:cNvGrpSpPr/>
        <p:nvPr/>
      </p:nvGrpSpPr>
      <p:grpSpPr>
        <a:xfrm>
          <a:off x="0" y="0"/>
          <a:ext cx="0" cy="0"/>
          <a:chOff x="0" y="0"/>
          <a:chExt cx="0" cy="0"/>
        </a:xfrm>
      </p:grpSpPr>
      <p:sp>
        <p:nvSpPr>
          <p:cNvPr id="709" name="Google Shape;709;ge7f9c668d6_0_3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10" name="Google Shape;710;ge7f9c668d6_0_3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78"/>
        <p:cNvGrpSpPr/>
        <p:nvPr/>
      </p:nvGrpSpPr>
      <p:grpSpPr>
        <a:xfrm>
          <a:off x="0" y="0"/>
          <a:ext cx="0" cy="0"/>
          <a:chOff x="0" y="0"/>
          <a:chExt cx="0" cy="0"/>
        </a:xfrm>
      </p:grpSpPr>
      <p:sp>
        <p:nvSpPr>
          <p:cNvPr id="779" name="Google Shape;779;ge7f9c668d6_0_3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80" name="Google Shape;780;ge7f9c668d6_0_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94"/>
        <p:cNvGrpSpPr/>
        <p:nvPr/>
      </p:nvGrpSpPr>
      <p:grpSpPr>
        <a:xfrm>
          <a:off x="0" y="0"/>
          <a:ext cx="0" cy="0"/>
          <a:chOff x="0" y="0"/>
          <a:chExt cx="0" cy="0"/>
        </a:xfrm>
      </p:grpSpPr>
      <p:sp>
        <p:nvSpPr>
          <p:cNvPr id="795" name="Google Shape;795;ge7f9c668d6_0_4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96" name="Google Shape;796;ge7f9c668d6_0_4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7"/>
        <p:cNvGrpSpPr/>
        <p:nvPr/>
      </p:nvGrpSpPr>
      <p:grpSpPr>
        <a:xfrm>
          <a:off x="0" y="0"/>
          <a:ext cx="0" cy="0"/>
          <a:chOff x="0" y="0"/>
          <a:chExt cx="0" cy="0"/>
        </a:xfrm>
      </p:grpSpPr>
      <p:sp>
        <p:nvSpPr>
          <p:cNvPr id="818" name="Google Shape;818;ge7f9c668d6_0_102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9" name="Google Shape;819;ge7f9c668d6_0_10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27"/>
        <p:cNvGrpSpPr/>
        <p:nvPr/>
      </p:nvGrpSpPr>
      <p:grpSpPr>
        <a:xfrm>
          <a:off x="0" y="0"/>
          <a:ext cx="0" cy="0"/>
          <a:chOff x="0" y="0"/>
          <a:chExt cx="0" cy="0"/>
        </a:xfrm>
      </p:grpSpPr>
      <p:sp>
        <p:nvSpPr>
          <p:cNvPr id="828" name="Google Shape;828;ge7f9c668d6_0_103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29" name="Google Shape;829;ge7f9c668d6_0_10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48"/>
        <p:cNvGrpSpPr/>
        <p:nvPr/>
      </p:nvGrpSpPr>
      <p:grpSpPr>
        <a:xfrm>
          <a:off x="0" y="0"/>
          <a:ext cx="0" cy="0"/>
          <a:chOff x="0" y="0"/>
          <a:chExt cx="0" cy="0"/>
        </a:xfrm>
      </p:grpSpPr>
      <p:sp>
        <p:nvSpPr>
          <p:cNvPr id="849" name="Google Shape;849;ge7f9c668d6_0_102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50" name="Google Shape;850;ge7f9c668d6_0_10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1"/>
        <p:cNvGrpSpPr/>
        <p:nvPr/>
      </p:nvGrpSpPr>
      <p:grpSpPr>
        <a:xfrm>
          <a:off x="0" y="0"/>
          <a:ext cx="0" cy="0"/>
          <a:chOff x="0" y="0"/>
          <a:chExt cx="0" cy="0"/>
        </a:xfrm>
      </p:grpSpPr>
      <p:sp>
        <p:nvSpPr>
          <p:cNvPr id="862" name="Google Shape;862;ge7f9c668d6_0_10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63" name="Google Shape;863;ge7f9c668d6_0_10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73"/>
        <p:cNvGrpSpPr/>
        <p:nvPr/>
      </p:nvGrpSpPr>
      <p:grpSpPr>
        <a:xfrm>
          <a:off x="0" y="0"/>
          <a:ext cx="0" cy="0"/>
          <a:chOff x="0" y="0"/>
          <a:chExt cx="0" cy="0"/>
        </a:xfrm>
      </p:grpSpPr>
      <p:sp>
        <p:nvSpPr>
          <p:cNvPr id="874" name="Google Shape;874;ge916184070_0_184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75" name="Google Shape;875;ge916184070_0_18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82"/>
        <p:cNvGrpSpPr/>
        <p:nvPr/>
      </p:nvGrpSpPr>
      <p:grpSpPr>
        <a:xfrm>
          <a:off x="0" y="0"/>
          <a:ext cx="0" cy="0"/>
          <a:chOff x="0" y="0"/>
          <a:chExt cx="0" cy="0"/>
        </a:xfrm>
      </p:grpSpPr>
      <p:sp>
        <p:nvSpPr>
          <p:cNvPr id="883" name="Google Shape;883;ge7f9c668d6_0_103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84" name="Google Shape;884;ge7f9c668d6_0_103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73"/>
        <p:cNvGrpSpPr/>
        <p:nvPr/>
      </p:nvGrpSpPr>
      <p:grpSpPr>
        <a:xfrm>
          <a:off x="0" y="0"/>
          <a:ext cx="0" cy="0"/>
          <a:chOff x="0" y="0"/>
          <a:chExt cx="0" cy="0"/>
        </a:xfrm>
      </p:grpSpPr>
      <p:sp>
        <p:nvSpPr>
          <p:cNvPr id="2474" name="Google Shape;2474;ge7f9c668d6_0_104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75" name="Google Shape;2475;ge7f9c668d6_0_10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95"/>
        <p:cNvGrpSpPr/>
        <p:nvPr/>
      </p:nvGrpSpPr>
      <p:grpSpPr>
        <a:xfrm>
          <a:off x="0" y="0"/>
          <a:ext cx="0" cy="0"/>
          <a:chOff x="0" y="0"/>
          <a:chExt cx="0" cy="0"/>
        </a:xfrm>
      </p:grpSpPr>
      <p:sp>
        <p:nvSpPr>
          <p:cNvPr id="2496" name="Google Shape;2496;ge7f9c668d6_0_104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97" name="Google Shape;2497;ge7f9c668d6_0_104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18"/>
        <p:cNvGrpSpPr/>
        <p:nvPr/>
      </p:nvGrpSpPr>
      <p:grpSpPr>
        <a:xfrm>
          <a:off x="0" y="0"/>
          <a:ext cx="0" cy="0"/>
          <a:chOff x="0" y="0"/>
          <a:chExt cx="0" cy="0"/>
        </a:xfrm>
      </p:grpSpPr>
      <p:sp>
        <p:nvSpPr>
          <p:cNvPr id="2519" name="Google Shape;2519;ge7f9c668d6_0_105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20" name="Google Shape;2520;ge7f9c668d6_0_105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40"/>
        <p:cNvGrpSpPr/>
        <p:nvPr/>
      </p:nvGrpSpPr>
      <p:grpSpPr>
        <a:xfrm>
          <a:off x="0" y="0"/>
          <a:ext cx="0" cy="0"/>
          <a:chOff x="0" y="0"/>
          <a:chExt cx="0" cy="0"/>
        </a:xfrm>
      </p:grpSpPr>
      <p:sp>
        <p:nvSpPr>
          <p:cNvPr id="2541" name="Google Shape;2541;ge7b3cc9d39_0_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42" name="Google Shape;2542;ge7b3cc9d39_0_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76"/>
        <p:cNvGrpSpPr/>
        <p:nvPr/>
      </p:nvGrpSpPr>
      <p:grpSpPr>
        <a:xfrm>
          <a:off x="0" y="0"/>
          <a:ext cx="0" cy="0"/>
          <a:chOff x="0" y="0"/>
          <a:chExt cx="0" cy="0"/>
        </a:xfrm>
      </p:grpSpPr>
      <p:sp>
        <p:nvSpPr>
          <p:cNvPr id="2577" name="Google Shape;2577;ge7f9c668d6_0_1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78" name="Google Shape;2578;ge7f9c668d6_0_1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11"/>
        <p:cNvGrpSpPr/>
        <p:nvPr/>
      </p:nvGrpSpPr>
      <p:grpSpPr>
        <a:xfrm>
          <a:off x="0" y="0"/>
          <a:ext cx="0" cy="0"/>
          <a:chOff x="0" y="0"/>
          <a:chExt cx="0" cy="0"/>
        </a:xfrm>
      </p:grpSpPr>
      <p:sp>
        <p:nvSpPr>
          <p:cNvPr id="3112" name="Google Shape;3112;ge6b9cfce84_3_7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13" name="Google Shape;3113;ge6b9cfce84_3_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24"/>
        <p:cNvGrpSpPr/>
        <p:nvPr/>
      </p:nvGrpSpPr>
      <p:grpSpPr>
        <a:xfrm>
          <a:off x="0" y="0"/>
          <a:ext cx="0" cy="0"/>
          <a:chOff x="0" y="0"/>
          <a:chExt cx="0" cy="0"/>
        </a:xfrm>
      </p:grpSpPr>
      <p:sp>
        <p:nvSpPr>
          <p:cNvPr id="3125" name="Google Shape;3125;ge6b9cfce84_3_8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26" name="Google Shape;3126;ge6b9cfce84_3_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37"/>
        <p:cNvGrpSpPr/>
        <p:nvPr/>
      </p:nvGrpSpPr>
      <p:grpSpPr>
        <a:xfrm>
          <a:off x="0" y="0"/>
          <a:ext cx="0" cy="0"/>
          <a:chOff x="0" y="0"/>
          <a:chExt cx="0" cy="0"/>
        </a:xfrm>
      </p:grpSpPr>
      <p:sp>
        <p:nvSpPr>
          <p:cNvPr id="3138" name="Google Shape;3138;ge916184070_4_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39" name="Google Shape;3139;ge916184070_4_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44"/>
        <p:cNvGrpSpPr/>
        <p:nvPr/>
      </p:nvGrpSpPr>
      <p:grpSpPr>
        <a:xfrm>
          <a:off x="0" y="0"/>
          <a:ext cx="0" cy="0"/>
          <a:chOff x="0" y="0"/>
          <a:chExt cx="0" cy="0"/>
        </a:xfrm>
      </p:grpSpPr>
      <p:sp>
        <p:nvSpPr>
          <p:cNvPr id="3145" name="Google Shape;3145;ge916184070_4_1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46" name="Google Shape;3146;ge916184070_4_1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51"/>
        <p:cNvGrpSpPr/>
        <p:nvPr/>
      </p:nvGrpSpPr>
      <p:grpSpPr>
        <a:xfrm>
          <a:off x="0" y="0"/>
          <a:ext cx="0" cy="0"/>
          <a:chOff x="0" y="0"/>
          <a:chExt cx="0" cy="0"/>
        </a:xfrm>
      </p:grpSpPr>
      <p:sp>
        <p:nvSpPr>
          <p:cNvPr id="3152" name="Google Shape;3152;ge916184070_4_1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53" name="Google Shape;3153;ge916184070_4_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78"/>
        <p:cNvGrpSpPr/>
        <p:nvPr/>
      </p:nvGrpSpPr>
      <p:grpSpPr>
        <a:xfrm>
          <a:off x="0" y="0"/>
          <a:ext cx="0" cy="0"/>
          <a:chOff x="0" y="0"/>
          <a:chExt cx="0" cy="0"/>
        </a:xfrm>
      </p:grpSpPr>
      <p:sp>
        <p:nvSpPr>
          <p:cNvPr id="3179" name="Google Shape;3179;ge916184070_4_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80" name="Google Shape;3180;ge916184070_4_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94"/>
        <p:cNvGrpSpPr/>
        <p:nvPr/>
      </p:nvGrpSpPr>
      <p:grpSpPr>
        <a:xfrm>
          <a:off x="0" y="0"/>
          <a:ext cx="0" cy="0"/>
          <a:chOff x="0" y="0"/>
          <a:chExt cx="0" cy="0"/>
        </a:xfrm>
      </p:grpSpPr>
      <p:sp>
        <p:nvSpPr>
          <p:cNvPr id="3195" name="Google Shape;3195;ge916184070_4_5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96" name="Google Shape;3196;ge916184070_4_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31"/>
        <p:cNvGrpSpPr/>
        <p:nvPr/>
      </p:nvGrpSpPr>
      <p:grpSpPr>
        <a:xfrm>
          <a:off x="0" y="0"/>
          <a:ext cx="0" cy="0"/>
          <a:chOff x="0" y="0"/>
          <a:chExt cx="0" cy="0"/>
        </a:xfrm>
      </p:grpSpPr>
      <p:sp>
        <p:nvSpPr>
          <p:cNvPr id="3532" name="Google Shape;3532;ge916184070_4_39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33" name="Google Shape;3533;ge916184070_4_39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031"/>
        <p:cNvGrpSpPr/>
        <p:nvPr/>
      </p:nvGrpSpPr>
      <p:grpSpPr>
        <a:xfrm>
          <a:off x="0" y="0"/>
          <a:ext cx="0" cy="0"/>
          <a:chOff x="0" y="0"/>
          <a:chExt cx="0" cy="0"/>
        </a:xfrm>
      </p:grpSpPr>
      <p:sp>
        <p:nvSpPr>
          <p:cNvPr id="10032" name="Google Shape;10032;ge916184070_4_689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033" name="Google Shape;10033;ge916184070_4_68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458"/>
        <p:cNvGrpSpPr/>
        <p:nvPr/>
      </p:nvGrpSpPr>
      <p:grpSpPr>
        <a:xfrm>
          <a:off x="0" y="0"/>
          <a:ext cx="0" cy="0"/>
          <a:chOff x="0" y="0"/>
          <a:chExt cx="0" cy="0"/>
        </a:xfrm>
      </p:grpSpPr>
      <p:sp>
        <p:nvSpPr>
          <p:cNvPr id="10459" name="Google Shape;10459;ge916184070_4_732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460" name="Google Shape;10460;ge916184070_4_73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621"/>
        <p:cNvGrpSpPr/>
        <p:nvPr/>
      </p:nvGrpSpPr>
      <p:grpSpPr>
        <a:xfrm>
          <a:off x="0" y="0"/>
          <a:ext cx="0" cy="0"/>
          <a:chOff x="0" y="0"/>
          <a:chExt cx="0" cy="0"/>
        </a:xfrm>
      </p:grpSpPr>
      <p:sp>
        <p:nvSpPr>
          <p:cNvPr id="10622" name="Google Shape;10622;ge916184070_4_748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623" name="Google Shape;10623;ge916184070_4_748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023"/>
        <p:cNvGrpSpPr/>
        <p:nvPr/>
      </p:nvGrpSpPr>
      <p:grpSpPr>
        <a:xfrm>
          <a:off x="0" y="0"/>
          <a:ext cx="0" cy="0"/>
          <a:chOff x="0" y="0"/>
          <a:chExt cx="0" cy="0"/>
        </a:xfrm>
      </p:grpSpPr>
      <p:sp>
        <p:nvSpPr>
          <p:cNvPr id="11024" name="Google Shape;11024;ge916184070_4_788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025" name="Google Shape;11025;ge916184070_4_788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394"/>
        <p:cNvGrpSpPr/>
        <p:nvPr/>
      </p:nvGrpSpPr>
      <p:grpSpPr>
        <a:xfrm>
          <a:off x="0" y="0"/>
          <a:ext cx="0" cy="0"/>
          <a:chOff x="0" y="0"/>
          <a:chExt cx="0" cy="0"/>
        </a:xfrm>
      </p:grpSpPr>
      <p:sp>
        <p:nvSpPr>
          <p:cNvPr id="11395" name="Google Shape;11395;ge916184070_4_825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396" name="Google Shape;11396;ge916184070_4_82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771"/>
        <p:cNvGrpSpPr/>
        <p:nvPr/>
      </p:nvGrpSpPr>
      <p:grpSpPr>
        <a:xfrm>
          <a:off x="0" y="0"/>
          <a:ext cx="0" cy="0"/>
          <a:chOff x="0" y="0"/>
          <a:chExt cx="0" cy="0"/>
        </a:xfrm>
      </p:grpSpPr>
      <p:sp>
        <p:nvSpPr>
          <p:cNvPr id="11772" name="Google Shape;11772;ge916184070_4_862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773" name="Google Shape;11773;ge916184070_4_862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202"/>
        <p:cNvGrpSpPr/>
        <p:nvPr/>
      </p:nvGrpSpPr>
      <p:grpSpPr>
        <a:xfrm>
          <a:off x="0" y="0"/>
          <a:ext cx="0" cy="0"/>
          <a:chOff x="0" y="0"/>
          <a:chExt cx="0" cy="0"/>
        </a:xfrm>
      </p:grpSpPr>
      <p:sp>
        <p:nvSpPr>
          <p:cNvPr id="12203" name="Google Shape;12203;ge916184070_4_905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204" name="Google Shape;12204;ge916184070_4_90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995"/>
        <p:cNvGrpSpPr/>
        <p:nvPr/>
      </p:nvGrpSpPr>
      <p:grpSpPr>
        <a:xfrm>
          <a:off x="0" y="0"/>
          <a:ext cx="0" cy="0"/>
          <a:chOff x="0" y="0"/>
          <a:chExt cx="0" cy="0"/>
        </a:xfrm>
      </p:grpSpPr>
      <p:sp>
        <p:nvSpPr>
          <p:cNvPr id="12996" name="Google Shape;12996;ge916184070_4_985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997" name="Google Shape;12997;ge916184070_4_985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736"/>
        <p:cNvGrpSpPr/>
        <p:nvPr/>
      </p:nvGrpSpPr>
      <p:grpSpPr>
        <a:xfrm>
          <a:off x="0" y="0"/>
          <a:ext cx="0" cy="0"/>
          <a:chOff x="0" y="0"/>
          <a:chExt cx="0" cy="0"/>
        </a:xfrm>
      </p:grpSpPr>
      <p:sp>
        <p:nvSpPr>
          <p:cNvPr id="13737" name="Google Shape;13737;ge916184070_4_1059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738" name="Google Shape;13738;ge916184070_4_105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429"/>
        <p:cNvGrpSpPr/>
        <p:nvPr/>
      </p:nvGrpSpPr>
      <p:grpSpPr>
        <a:xfrm>
          <a:off x="0" y="0"/>
          <a:ext cx="0" cy="0"/>
          <a:chOff x="0" y="0"/>
          <a:chExt cx="0" cy="0"/>
        </a:xfrm>
      </p:grpSpPr>
      <p:sp>
        <p:nvSpPr>
          <p:cNvPr id="14430" name="Google Shape;14430;ge916184070_4_1128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431" name="Google Shape;14431;ge916184070_4_1128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731"/>
        <p:cNvGrpSpPr/>
        <p:nvPr/>
      </p:nvGrpSpPr>
      <p:grpSpPr>
        <a:xfrm>
          <a:off x="0" y="0"/>
          <a:ext cx="0" cy="0"/>
          <a:chOff x="0" y="0"/>
          <a:chExt cx="0" cy="0"/>
        </a:xfrm>
      </p:grpSpPr>
      <p:sp>
        <p:nvSpPr>
          <p:cNvPr id="14732" name="Google Shape;14732;ge916184070_4_1158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33" name="Google Shape;14733;ge916184070_4_1158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371"/>
        <p:cNvGrpSpPr/>
        <p:nvPr/>
      </p:nvGrpSpPr>
      <p:grpSpPr>
        <a:xfrm>
          <a:off x="0" y="0"/>
          <a:ext cx="0" cy="0"/>
          <a:chOff x="0" y="0"/>
          <a:chExt cx="0" cy="0"/>
        </a:xfrm>
      </p:grpSpPr>
      <p:sp>
        <p:nvSpPr>
          <p:cNvPr id="15372" name="Google Shape;15372;ge916184070_4_1422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373" name="Google Shape;15373;ge916184070_4_1422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sp>
        <p:nvSpPr>
          <p:cNvPr id="9" name="Google Shape;9;p2"/>
          <p:cNvSpPr/>
          <p:nvPr/>
        </p:nvSpPr>
        <p:spPr>
          <a:xfrm>
            <a:off x="0" y="542575"/>
            <a:ext cx="9144000" cy="4058400"/>
          </a:xfrm>
          <a:prstGeom prst="rect">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10;p2"/>
          <p:cNvSpPr/>
          <p:nvPr/>
        </p:nvSpPr>
        <p:spPr>
          <a:xfrm>
            <a:off x="0" y="0"/>
            <a:ext cx="4572000" cy="592800"/>
          </a:xfrm>
          <a:prstGeom prst="rect">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11;p2"/>
          <p:cNvSpPr txBox="1">
            <a:spLocks noGrp="1"/>
          </p:cNvSpPr>
          <p:nvPr>
            <p:ph type="ctrTitle"/>
          </p:nvPr>
        </p:nvSpPr>
        <p:spPr>
          <a:xfrm>
            <a:off x="1413525" y="1144250"/>
            <a:ext cx="5788800" cy="517500"/>
          </a:xfrm>
          <a:prstGeom prst="rect">
            <a:avLst/>
          </a:prstGeom>
        </p:spPr>
        <p:txBody>
          <a:bodyPr spcFirstLastPara="1" wrap="square" lIns="91425" tIns="91425" rIns="91425" bIns="91425" anchor="ctr" anchorCtr="0">
            <a:noAutofit/>
          </a:bodyPr>
          <a:lstStyle>
            <a:lvl1pPr lvl="0">
              <a:spcBef>
                <a:spcPts val="0"/>
              </a:spcBef>
              <a:spcAft>
                <a:spcPts val="0"/>
              </a:spcAft>
              <a:buSzPts val="5200"/>
              <a:buNone/>
              <a:defRPr sz="30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a:endParaRPr/>
          </a:p>
        </p:txBody>
      </p:sp>
      <p:sp>
        <p:nvSpPr>
          <p:cNvPr id="12" name="Google Shape;12;p2"/>
          <p:cNvSpPr txBox="1">
            <a:spLocks noGrp="1"/>
          </p:cNvSpPr>
          <p:nvPr>
            <p:ph type="subTitle" idx="1"/>
          </p:nvPr>
        </p:nvSpPr>
        <p:spPr>
          <a:xfrm>
            <a:off x="2231025" y="2765300"/>
            <a:ext cx="6202800" cy="4608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2800"/>
              <a:buNone/>
              <a:defRPr sz="1800">
                <a:solidFill>
                  <a:schemeClr val="accent3"/>
                </a:solidFill>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sp>
        <p:nvSpPr>
          <p:cNvPr id="13" name="Google Shape;13;p2"/>
          <p:cNvSpPr txBox="1">
            <a:spLocks noGrp="1"/>
          </p:cNvSpPr>
          <p:nvPr>
            <p:ph type="subTitle" idx="2"/>
          </p:nvPr>
        </p:nvSpPr>
        <p:spPr>
          <a:xfrm>
            <a:off x="1788725" y="1761800"/>
            <a:ext cx="5788800" cy="4608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sz="300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4" name="Google Shape;14;p2"/>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15" name="Google Shape;15;p2"/>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16" name="Google Shape;16;p2"/>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17" name="Google Shape;17;p2"/>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18" name="Google Shape;18;p2"/>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19" name="Google Shape;19;p2"/>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20" name="Google Shape;20;p2"/>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21" name="Google Shape;21;p2"/>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22" name="Google Shape;22;p2"/>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23" name="Google Shape;23;p2"/>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24" name="Google Shape;24;p2"/>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25" name="Google Shape;25;p2"/>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26" name="Google Shape;26;p2"/>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27" name="Google Shape;27;p2"/>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28"/>
        <p:cNvGrpSpPr/>
        <p:nvPr/>
      </p:nvGrpSpPr>
      <p:grpSpPr>
        <a:xfrm>
          <a:off x="0" y="0"/>
          <a:ext cx="0" cy="0"/>
          <a:chOff x="0" y="0"/>
          <a:chExt cx="0" cy="0"/>
        </a:xfrm>
      </p:grpSpPr>
      <p:sp>
        <p:nvSpPr>
          <p:cNvPr id="29" name="Google Shape;29;p3"/>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3"/>
          <p:cNvSpPr/>
          <p:nvPr/>
        </p:nvSpPr>
        <p:spPr>
          <a:xfrm>
            <a:off x="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3"/>
          <p:cNvSpPr txBox="1">
            <a:spLocks noGrp="1"/>
          </p:cNvSpPr>
          <p:nvPr>
            <p:ph type="title" hasCustomPrompt="1"/>
          </p:nvPr>
        </p:nvSpPr>
        <p:spPr>
          <a:xfrm flipH="1">
            <a:off x="2054663" y="586975"/>
            <a:ext cx="1842300" cy="1104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10000"/>
            </a:lvl1pPr>
            <a:lvl2pPr lvl="1" algn="r" rtl="0">
              <a:spcBef>
                <a:spcPts val="0"/>
              </a:spcBef>
              <a:spcAft>
                <a:spcPts val="0"/>
              </a:spcAft>
              <a:buClr>
                <a:schemeClr val="dk1"/>
              </a:buClr>
              <a:buSzPts val="2500"/>
              <a:buNone/>
              <a:defRPr sz="2500">
                <a:solidFill>
                  <a:schemeClr val="dk1"/>
                </a:solidFill>
              </a:defRPr>
            </a:lvl2pPr>
            <a:lvl3pPr lvl="2" algn="r" rtl="0">
              <a:spcBef>
                <a:spcPts val="0"/>
              </a:spcBef>
              <a:spcAft>
                <a:spcPts val="0"/>
              </a:spcAft>
              <a:buClr>
                <a:schemeClr val="dk1"/>
              </a:buClr>
              <a:buSzPts val="2500"/>
              <a:buNone/>
              <a:defRPr sz="2500">
                <a:solidFill>
                  <a:schemeClr val="dk1"/>
                </a:solidFill>
              </a:defRPr>
            </a:lvl3pPr>
            <a:lvl4pPr lvl="3" algn="r" rtl="0">
              <a:spcBef>
                <a:spcPts val="0"/>
              </a:spcBef>
              <a:spcAft>
                <a:spcPts val="0"/>
              </a:spcAft>
              <a:buClr>
                <a:schemeClr val="dk1"/>
              </a:buClr>
              <a:buSzPts val="2500"/>
              <a:buNone/>
              <a:defRPr sz="2500">
                <a:solidFill>
                  <a:schemeClr val="dk1"/>
                </a:solidFill>
              </a:defRPr>
            </a:lvl4pPr>
            <a:lvl5pPr lvl="4" algn="r" rtl="0">
              <a:spcBef>
                <a:spcPts val="0"/>
              </a:spcBef>
              <a:spcAft>
                <a:spcPts val="0"/>
              </a:spcAft>
              <a:buClr>
                <a:schemeClr val="dk1"/>
              </a:buClr>
              <a:buSzPts val="2500"/>
              <a:buNone/>
              <a:defRPr sz="2500">
                <a:solidFill>
                  <a:schemeClr val="dk1"/>
                </a:solidFill>
              </a:defRPr>
            </a:lvl5pPr>
            <a:lvl6pPr lvl="5" algn="r" rtl="0">
              <a:spcBef>
                <a:spcPts val="0"/>
              </a:spcBef>
              <a:spcAft>
                <a:spcPts val="0"/>
              </a:spcAft>
              <a:buClr>
                <a:schemeClr val="dk1"/>
              </a:buClr>
              <a:buSzPts val="2500"/>
              <a:buNone/>
              <a:defRPr sz="2500">
                <a:solidFill>
                  <a:schemeClr val="dk1"/>
                </a:solidFill>
              </a:defRPr>
            </a:lvl6pPr>
            <a:lvl7pPr lvl="6" algn="r" rtl="0">
              <a:spcBef>
                <a:spcPts val="0"/>
              </a:spcBef>
              <a:spcAft>
                <a:spcPts val="0"/>
              </a:spcAft>
              <a:buClr>
                <a:schemeClr val="dk1"/>
              </a:buClr>
              <a:buSzPts val="2500"/>
              <a:buNone/>
              <a:defRPr sz="2500">
                <a:solidFill>
                  <a:schemeClr val="dk1"/>
                </a:solidFill>
              </a:defRPr>
            </a:lvl7pPr>
            <a:lvl8pPr lvl="7" algn="r" rtl="0">
              <a:spcBef>
                <a:spcPts val="0"/>
              </a:spcBef>
              <a:spcAft>
                <a:spcPts val="0"/>
              </a:spcAft>
              <a:buClr>
                <a:schemeClr val="dk1"/>
              </a:buClr>
              <a:buSzPts val="2500"/>
              <a:buNone/>
              <a:defRPr sz="2500">
                <a:solidFill>
                  <a:schemeClr val="dk1"/>
                </a:solidFill>
              </a:defRPr>
            </a:lvl8pPr>
            <a:lvl9pPr lvl="8" algn="r" rtl="0">
              <a:spcBef>
                <a:spcPts val="0"/>
              </a:spcBef>
              <a:spcAft>
                <a:spcPts val="0"/>
              </a:spcAft>
              <a:buClr>
                <a:schemeClr val="dk1"/>
              </a:buClr>
              <a:buSzPts val="2500"/>
              <a:buNone/>
              <a:defRPr sz="2500">
                <a:solidFill>
                  <a:schemeClr val="dk1"/>
                </a:solidFill>
              </a:defRPr>
            </a:lvl9pPr>
          </a:lstStyle>
          <a:p>
            <a:r>
              <a:t>xx%</a:t>
            </a:r>
          </a:p>
        </p:txBody>
      </p:sp>
      <p:sp>
        <p:nvSpPr>
          <p:cNvPr id="32" name="Google Shape;32;p3"/>
          <p:cNvSpPr txBox="1">
            <a:spLocks noGrp="1"/>
          </p:cNvSpPr>
          <p:nvPr>
            <p:ph type="title" idx="2"/>
          </p:nvPr>
        </p:nvSpPr>
        <p:spPr>
          <a:xfrm>
            <a:off x="2605788" y="1846623"/>
            <a:ext cx="5377200" cy="535500"/>
          </a:xfrm>
          <a:prstGeom prst="rect">
            <a:avLst/>
          </a:prstGeom>
        </p:spPr>
        <p:txBody>
          <a:bodyPr spcFirstLastPara="1" wrap="square" lIns="91425" tIns="91425" rIns="91425" bIns="91425" anchor="ctr" anchorCtr="0">
            <a:noAutofit/>
          </a:bodyPr>
          <a:lstStyle>
            <a:lvl1pPr lvl="0" rtl="0">
              <a:spcBef>
                <a:spcPts val="0"/>
              </a:spcBef>
              <a:spcAft>
                <a:spcPts val="0"/>
              </a:spcAft>
              <a:buSzPts val="3600"/>
              <a:buNone/>
              <a:defRPr sz="3000">
                <a:solidFill>
                  <a:schemeClr val="dk2"/>
                </a:solidFill>
              </a:defRPr>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33" name="Google Shape;33;p3"/>
          <p:cNvSpPr txBox="1">
            <a:spLocks noGrp="1"/>
          </p:cNvSpPr>
          <p:nvPr>
            <p:ph type="subTitle" idx="1"/>
          </p:nvPr>
        </p:nvSpPr>
        <p:spPr>
          <a:xfrm>
            <a:off x="3038363" y="2448125"/>
            <a:ext cx="3960900" cy="7830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800">
                <a:solidFill>
                  <a:schemeClr val="accent3"/>
                </a:solidFill>
              </a:defRPr>
            </a:lvl1pPr>
            <a:lvl2pPr lvl="1" algn="r" rtl="0">
              <a:spcBef>
                <a:spcPts val="0"/>
              </a:spcBef>
              <a:spcAft>
                <a:spcPts val="0"/>
              </a:spcAft>
              <a:buSzPts val="1400"/>
              <a:buNone/>
              <a:defRPr/>
            </a:lvl2pPr>
            <a:lvl3pPr lvl="2" algn="r" rtl="0">
              <a:spcBef>
                <a:spcPts val="0"/>
              </a:spcBef>
              <a:spcAft>
                <a:spcPts val="0"/>
              </a:spcAft>
              <a:buSzPts val="1400"/>
              <a:buNone/>
              <a:defRPr/>
            </a:lvl3pPr>
            <a:lvl4pPr lvl="3" algn="r" rtl="0">
              <a:spcBef>
                <a:spcPts val="0"/>
              </a:spcBef>
              <a:spcAft>
                <a:spcPts val="0"/>
              </a:spcAft>
              <a:buSzPts val="1400"/>
              <a:buNone/>
              <a:defRPr/>
            </a:lvl4pPr>
            <a:lvl5pPr lvl="4" algn="r" rtl="0">
              <a:spcBef>
                <a:spcPts val="0"/>
              </a:spcBef>
              <a:spcAft>
                <a:spcPts val="0"/>
              </a:spcAft>
              <a:buSzPts val="1400"/>
              <a:buNone/>
              <a:defRPr/>
            </a:lvl5pPr>
            <a:lvl6pPr lvl="5" algn="r" rtl="0">
              <a:spcBef>
                <a:spcPts val="0"/>
              </a:spcBef>
              <a:spcAft>
                <a:spcPts val="0"/>
              </a:spcAft>
              <a:buSzPts val="1400"/>
              <a:buNone/>
              <a:defRPr/>
            </a:lvl6pPr>
            <a:lvl7pPr lvl="6" algn="r" rtl="0">
              <a:spcBef>
                <a:spcPts val="0"/>
              </a:spcBef>
              <a:spcAft>
                <a:spcPts val="0"/>
              </a:spcAft>
              <a:buSzPts val="1400"/>
              <a:buNone/>
              <a:defRPr/>
            </a:lvl7pPr>
            <a:lvl8pPr lvl="7" algn="r" rtl="0">
              <a:spcBef>
                <a:spcPts val="0"/>
              </a:spcBef>
              <a:spcAft>
                <a:spcPts val="0"/>
              </a:spcAft>
              <a:buSzPts val="1400"/>
              <a:buNone/>
              <a:defRPr/>
            </a:lvl8pPr>
            <a:lvl9pPr lvl="8" algn="r" rtl="0">
              <a:spcBef>
                <a:spcPts val="0"/>
              </a:spcBef>
              <a:spcAft>
                <a:spcPts val="0"/>
              </a:spcAft>
              <a:buSzPts val="1400"/>
              <a:buNone/>
              <a:defRPr/>
            </a:lvl9pPr>
          </a:lstStyle>
          <a:p>
            <a:endParaRPr/>
          </a:p>
        </p:txBody>
      </p:sp>
      <p:sp>
        <p:nvSpPr>
          <p:cNvPr id="34" name="Google Shape;34;p3"/>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35" name="Google Shape;35;p3"/>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36" name="Google Shape;36;p3"/>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37" name="Google Shape;37;p3"/>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38" name="Google Shape;38;p3"/>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39" name="Google Shape;39;p3"/>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40" name="Google Shape;40;p3"/>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41" name="Google Shape;41;p3"/>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42" name="Google Shape;42;p3"/>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43" name="Google Shape;43;p3"/>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44" name="Google Shape;44;p3"/>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45" name="Google Shape;45;p3"/>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46" name="Google Shape;46;p3"/>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47" name="Google Shape;47;p3"/>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48"/>
        <p:cNvGrpSpPr/>
        <p:nvPr/>
      </p:nvGrpSpPr>
      <p:grpSpPr>
        <a:xfrm>
          <a:off x="0" y="0"/>
          <a:ext cx="0" cy="0"/>
          <a:chOff x="0" y="0"/>
          <a:chExt cx="0" cy="0"/>
        </a:xfrm>
      </p:grpSpPr>
      <p:sp>
        <p:nvSpPr>
          <p:cNvPr id="49" name="Google Shape;49;p4"/>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4"/>
          <p:cNvSpPr/>
          <p:nvPr/>
        </p:nvSpPr>
        <p:spPr>
          <a:xfrm>
            <a:off x="457200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1;p4"/>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52" name="Google Shape;52;p4"/>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lvl1pPr marL="457200" lvl="0" indent="-317500">
              <a:spcBef>
                <a:spcPts val="0"/>
              </a:spcBef>
              <a:spcAft>
                <a:spcPts val="0"/>
              </a:spcAft>
              <a:buSzPts val="1400"/>
              <a:buChar char="∗"/>
              <a:defRPr sz="1000"/>
            </a:lvl1pPr>
            <a:lvl2pPr marL="914400" lvl="1" indent="-317500">
              <a:spcBef>
                <a:spcPts val="0"/>
              </a:spcBef>
              <a:spcAft>
                <a:spcPts val="0"/>
              </a:spcAft>
              <a:buSzPts val="1400"/>
              <a:buChar char="○"/>
              <a:defRPr/>
            </a:lvl2pPr>
            <a:lvl3pPr marL="1371600" lvl="2" indent="-317500">
              <a:spcBef>
                <a:spcPts val="0"/>
              </a:spcBef>
              <a:spcAft>
                <a:spcPts val="0"/>
              </a:spcAft>
              <a:buSzPts val="1400"/>
              <a:buChar char="■"/>
              <a:defRPr/>
            </a:lvl3pPr>
            <a:lvl4pPr marL="1828800" lvl="3" indent="-317500">
              <a:spcBef>
                <a:spcPts val="0"/>
              </a:spcBef>
              <a:spcAft>
                <a:spcPts val="0"/>
              </a:spcAft>
              <a:buSzPts val="1400"/>
              <a:buChar char="●"/>
              <a:defRPr/>
            </a:lvl4pPr>
            <a:lvl5pPr marL="2286000" lvl="4" indent="-317500">
              <a:spcBef>
                <a:spcPts val="0"/>
              </a:spcBef>
              <a:spcAft>
                <a:spcPts val="0"/>
              </a:spcAft>
              <a:buSzPts val="1400"/>
              <a:buChar char="○"/>
              <a:defRPr/>
            </a:lvl5pPr>
            <a:lvl6pPr marL="2743200" lvl="5" indent="-317500">
              <a:spcBef>
                <a:spcPts val="0"/>
              </a:spcBef>
              <a:spcAft>
                <a:spcPts val="0"/>
              </a:spcAft>
              <a:buSzPts val="1400"/>
              <a:buChar char="■"/>
              <a:defRPr/>
            </a:lvl6pPr>
            <a:lvl7pPr marL="3200400" lvl="6" indent="-317500">
              <a:spcBef>
                <a:spcPts val="0"/>
              </a:spcBef>
              <a:spcAft>
                <a:spcPts val="0"/>
              </a:spcAft>
              <a:buSzPts val="1400"/>
              <a:buChar char="●"/>
              <a:defRPr/>
            </a:lvl7pPr>
            <a:lvl8pPr marL="3657600" lvl="7" indent="-317500">
              <a:spcBef>
                <a:spcPts val="0"/>
              </a:spcBef>
              <a:spcAft>
                <a:spcPts val="0"/>
              </a:spcAft>
              <a:buSzPts val="1400"/>
              <a:buChar char="○"/>
              <a:defRPr/>
            </a:lvl8pPr>
            <a:lvl9pPr marL="4114800" lvl="8" indent="-317500">
              <a:spcBef>
                <a:spcPts val="0"/>
              </a:spcBef>
              <a:spcAft>
                <a:spcPts val="0"/>
              </a:spcAft>
              <a:buSzPts val="1400"/>
              <a:buChar char="■"/>
              <a:defRPr/>
            </a:lvl9pPr>
          </a:lstStyle>
          <a:p>
            <a:endParaRPr/>
          </a:p>
        </p:txBody>
      </p:sp>
      <p:sp>
        <p:nvSpPr>
          <p:cNvPr id="53" name="Google Shape;53;p4"/>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54" name="Google Shape;54;p4"/>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55" name="Google Shape;55;p4"/>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56" name="Google Shape;56;p4"/>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57" name="Google Shape;57;p4"/>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58" name="Google Shape;58;p4"/>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59" name="Google Shape;59;p4"/>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60" name="Google Shape;60;p4"/>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61" name="Google Shape;61;p4"/>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62" name="Google Shape;62;p4"/>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63" name="Google Shape;63;p4"/>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64" name="Google Shape;64;p4"/>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65" name="Google Shape;65;p4"/>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66" name="Google Shape;66;p4"/>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67"/>
        <p:cNvGrpSpPr/>
        <p:nvPr/>
      </p:nvGrpSpPr>
      <p:grpSpPr>
        <a:xfrm>
          <a:off x="0" y="0"/>
          <a:ext cx="0" cy="0"/>
          <a:chOff x="0" y="0"/>
          <a:chExt cx="0" cy="0"/>
        </a:xfrm>
      </p:grpSpPr>
      <p:sp>
        <p:nvSpPr>
          <p:cNvPr id="68" name="Google Shape;68;p5"/>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9;p5"/>
          <p:cNvSpPr/>
          <p:nvPr/>
        </p:nvSpPr>
        <p:spPr>
          <a:xfrm>
            <a:off x="457200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5"/>
          <p:cNvSpPr txBox="1">
            <a:spLocks noGrp="1"/>
          </p:cNvSpPr>
          <p:nvPr>
            <p:ph type="subTitle" idx="1"/>
          </p:nvPr>
        </p:nvSpPr>
        <p:spPr>
          <a:xfrm>
            <a:off x="2240150" y="3143327"/>
            <a:ext cx="5137500" cy="7845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71" name="Google Shape;71;p5"/>
          <p:cNvSpPr txBox="1">
            <a:spLocks noGrp="1"/>
          </p:cNvSpPr>
          <p:nvPr>
            <p:ph type="subTitle" idx="2"/>
          </p:nvPr>
        </p:nvSpPr>
        <p:spPr>
          <a:xfrm>
            <a:off x="2240150" y="1151940"/>
            <a:ext cx="5137500" cy="7845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72" name="Google Shape;72;p5"/>
          <p:cNvSpPr txBox="1">
            <a:spLocks noGrp="1"/>
          </p:cNvSpPr>
          <p:nvPr>
            <p:ph type="subTitle" idx="3"/>
          </p:nvPr>
        </p:nvSpPr>
        <p:spPr>
          <a:xfrm>
            <a:off x="1143250" y="2612625"/>
            <a:ext cx="4057200" cy="5307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800"/>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73" name="Google Shape;73;p5"/>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74" name="Google Shape;74;p5"/>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75" name="Google Shape;75;p5"/>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76" name="Google Shape;76;p5"/>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77" name="Google Shape;77;p5"/>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78" name="Google Shape;78;p5"/>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79" name="Google Shape;79;p5"/>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80" name="Google Shape;80;p5"/>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81" name="Google Shape;81;p5"/>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82" name="Google Shape;82;p5"/>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83" name="Google Shape;83;p5"/>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84" name="Google Shape;84;p5"/>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85" name="Google Shape;85;p5"/>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86" name="Google Shape;86;p5"/>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87" name="Google Shape;87;p5"/>
          <p:cNvSpPr txBox="1">
            <a:spLocks noGrp="1"/>
          </p:cNvSpPr>
          <p:nvPr>
            <p:ph type="title"/>
          </p:nvPr>
        </p:nvSpPr>
        <p:spPr>
          <a:xfrm>
            <a:off x="1143250" y="621240"/>
            <a:ext cx="4057200" cy="5307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88"/>
        <p:cNvGrpSpPr/>
        <p:nvPr/>
      </p:nvGrpSpPr>
      <p:grpSpPr>
        <a:xfrm>
          <a:off x="0" y="0"/>
          <a:ext cx="0" cy="0"/>
          <a:chOff x="0" y="0"/>
          <a:chExt cx="0" cy="0"/>
        </a:xfrm>
      </p:grpSpPr>
      <p:sp>
        <p:nvSpPr>
          <p:cNvPr id="89" name="Google Shape;89;p6"/>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6"/>
          <p:cNvSpPr/>
          <p:nvPr/>
        </p:nvSpPr>
        <p:spPr>
          <a:xfrm>
            <a:off x="457200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6"/>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92" name="Google Shape;92;p6"/>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93" name="Google Shape;93;p6"/>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94" name="Google Shape;94;p6"/>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95" name="Google Shape;95;p6"/>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96" name="Google Shape;96;p6"/>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97" name="Google Shape;97;p6"/>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98" name="Google Shape;98;p6"/>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99" name="Google Shape;99;p6"/>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100" name="Google Shape;100;p6"/>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101" name="Google Shape;101;p6"/>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102" name="Google Shape;102;p6"/>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103" name="Google Shape;103;p6"/>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104" name="Google Shape;104;p6"/>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105" name="Google Shape;105;p6"/>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106"/>
        <p:cNvGrpSpPr/>
        <p:nvPr/>
      </p:nvGrpSpPr>
      <p:grpSpPr>
        <a:xfrm>
          <a:off x="0" y="0"/>
          <a:ext cx="0" cy="0"/>
          <a:chOff x="0" y="0"/>
          <a:chExt cx="0" cy="0"/>
        </a:xfrm>
      </p:grpSpPr>
      <p:sp>
        <p:nvSpPr>
          <p:cNvPr id="107" name="Google Shape;107;p7"/>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7"/>
          <p:cNvSpPr/>
          <p:nvPr/>
        </p:nvSpPr>
        <p:spPr>
          <a:xfrm>
            <a:off x="457200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7"/>
          <p:cNvSpPr txBox="1">
            <a:spLocks noGrp="1"/>
          </p:cNvSpPr>
          <p:nvPr>
            <p:ph type="subTitle" idx="1"/>
          </p:nvPr>
        </p:nvSpPr>
        <p:spPr>
          <a:xfrm>
            <a:off x="1674500" y="2736550"/>
            <a:ext cx="3627600" cy="10170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1600"/>
              <a:buNone/>
              <a:defRPr>
                <a:solidFill>
                  <a:schemeClr val="accent3"/>
                </a:solidFill>
              </a:defRPr>
            </a:lvl1pPr>
            <a:lvl2pPr lvl="1" rtl="0">
              <a:spcBef>
                <a:spcPts val="0"/>
              </a:spcBef>
              <a:spcAft>
                <a:spcPts val="0"/>
              </a:spcAft>
              <a:buClr>
                <a:schemeClr val="dk1"/>
              </a:buClr>
              <a:buSzPts val="1600"/>
              <a:buNone/>
              <a:defRPr sz="1600">
                <a:solidFill>
                  <a:schemeClr val="dk1"/>
                </a:solidFill>
              </a:defRPr>
            </a:lvl2pPr>
            <a:lvl3pPr lvl="2" rtl="0">
              <a:spcBef>
                <a:spcPts val="0"/>
              </a:spcBef>
              <a:spcAft>
                <a:spcPts val="0"/>
              </a:spcAft>
              <a:buClr>
                <a:schemeClr val="dk1"/>
              </a:buClr>
              <a:buSzPts val="1600"/>
              <a:buNone/>
              <a:defRPr sz="1600">
                <a:solidFill>
                  <a:schemeClr val="dk1"/>
                </a:solidFill>
              </a:defRPr>
            </a:lvl3pPr>
            <a:lvl4pPr lvl="3" rtl="0">
              <a:spcBef>
                <a:spcPts val="0"/>
              </a:spcBef>
              <a:spcAft>
                <a:spcPts val="0"/>
              </a:spcAft>
              <a:buClr>
                <a:schemeClr val="dk1"/>
              </a:buClr>
              <a:buSzPts val="1600"/>
              <a:buNone/>
              <a:defRPr sz="1600">
                <a:solidFill>
                  <a:schemeClr val="dk1"/>
                </a:solidFill>
              </a:defRPr>
            </a:lvl4pPr>
            <a:lvl5pPr lvl="4" rtl="0">
              <a:spcBef>
                <a:spcPts val="0"/>
              </a:spcBef>
              <a:spcAft>
                <a:spcPts val="0"/>
              </a:spcAft>
              <a:buClr>
                <a:schemeClr val="dk1"/>
              </a:buClr>
              <a:buSzPts val="1600"/>
              <a:buNone/>
              <a:defRPr sz="1600">
                <a:solidFill>
                  <a:schemeClr val="dk1"/>
                </a:solidFill>
              </a:defRPr>
            </a:lvl5pPr>
            <a:lvl6pPr lvl="5" rtl="0">
              <a:spcBef>
                <a:spcPts val="0"/>
              </a:spcBef>
              <a:spcAft>
                <a:spcPts val="0"/>
              </a:spcAft>
              <a:buClr>
                <a:schemeClr val="dk1"/>
              </a:buClr>
              <a:buSzPts val="1600"/>
              <a:buNone/>
              <a:defRPr sz="1600">
                <a:solidFill>
                  <a:schemeClr val="dk1"/>
                </a:solidFill>
              </a:defRPr>
            </a:lvl6pPr>
            <a:lvl7pPr lvl="6" rtl="0">
              <a:spcBef>
                <a:spcPts val="0"/>
              </a:spcBef>
              <a:spcAft>
                <a:spcPts val="0"/>
              </a:spcAft>
              <a:buClr>
                <a:schemeClr val="dk1"/>
              </a:buClr>
              <a:buSzPts val="1600"/>
              <a:buNone/>
              <a:defRPr sz="1600">
                <a:solidFill>
                  <a:schemeClr val="dk1"/>
                </a:solidFill>
              </a:defRPr>
            </a:lvl7pPr>
            <a:lvl8pPr lvl="7" rtl="0">
              <a:spcBef>
                <a:spcPts val="0"/>
              </a:spcBef>
              <a:spcAft>
                <a:spcPts val="0"/>
              </a:spcAft>
              <a:buClr>
                <a:schemeClr val="dk1"/>
              </a:buClr>
              <a:buSzPts val="1600"/>
              <a:buNone/>
              <a:defRPr sz="1600">
                <a:solidFill>
                  <a:schemeClr val="dk1"/>
                </a:solidFill>
              </a:defRPr>
            </a:lvl8pPr>
            <a:lvl9pPr lvl="8" rtl="0">
              <a:spcBef>
                <a:spcPts val="0"/>
              </a:spcBef>
              <a:spcAft>
                <a:spcPts val="0"/>
              </a:spcAft>
              <a:buClr>
                <a:schemeClr val="dk1"/>
              </a:buClr>
              <a:buSzPts val="1600"/>
              <a:buNone/>
              <a:defRPr sz="1600">
                <a:solidFill>
                  <a:schemeClr val="dk1"/>
                </a:solidFill>
              </a:defRPr>
            </a:lvl9pPr>
          </a:lstStyle>
          <a:p>
            <a:endParaRPr/>
          </a:p>
        </p:txBody>
      </p:sp>
      <p:sp>
        <p:nvSpPr>
          <p:cNvPr id="110" name="Google Shape;110;p7"/>
          <p:cNvSpPr txBox="1">
            <a:spLocks noGrp="1"/>
          </p:cNvSpPr>
          <p:nvPr>
            <p:ph type="title"/>
          </p:nvPr>
        </p:nvSpPr>
        <p:spPr>
          <a:xfrm>
            <a:off x="1154275" y="1137700"/>
            <a:ext cx="3969900" cy="14235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2"/>
              </a:buClr>
              <a:buSzPts val="2800"/>
              <a:buNone/>
              <a:defRPr>
                <a:solidFill>
                  <a:schemeClr val="dk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11" name="Google Shape;111;p7"/>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112" name="Google Shape;112;p7"/>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113" name="Google Shape;113;p7"/>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114" name="Google Shape;114;p7"/>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115" name="Google Shape;115;p7"/>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116" name="Google Shape;116;p7"/>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117" name="Google Shape;117;p7"/>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118" name="Google Shape;118;p7"/>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119" name="Google Shape;119;p7"/>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120" name="Google Shape;120;p7"/>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121" name="Google Shape;121;p7"/>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122" name="Google Shape;122;p7"/>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123" name="Google Shape;123;p7"/>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124" name="Google Shape;124;p7"/>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125"/>
        <p:cNvGrpSpPr/>
        <p:nvPr/>
      </p:nvGrpSpPr>
      <p:grpSpPr>
        <a:xfrm>
          <a:off x="0" y="0"/>
          <a:ext cx="0" cy="0"/>
          <a:chOff x="0" y="0"/>
          <a:chExt cx="0" cy="0"/>
        </a:xfrm>
      </p:grpSpPr>
      <p:sp>
        <p:nvSpPr>
          <p:cNvPr id="126" name="Google Shape;126;p8"/>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8"/>
          <p:cNvSpPr/>
          <p:nvPr/>
        </p:nvSpPr>
        <p:spPr>
          <a:xfrm>
            <a:off x="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8"/>
          <p:cNvSpPr txBox="1">
            <a:spLocks noGrp="1"/>
          </p:cNvSpPr>
          <p:nvPr>
            <p:ph type="title"/>
          </p:nvPr>
        </p:nvSpPr>
        <p:spPr>
          <a:xfrm>
            <a:off x="2673350" y="1194150"/>
            <a:ext cx="4281300" cy="1625700"/>
          </a:xfrm>
          <a:prstGeom prst="rect">
            <a:avLst/>
          </a:prstGeom>
        </p:spPr>
        <p:txBody>
          <a:bodyPr spcFirstLastPara="1" wrap="square" lIns="91425" tIns="91425" rIns="91425" bIns="91425" anchor="ctr" anchorCtr="0">
            <a:noAutofit/>
          </a:bodyPr>
          <a:lstStyle>
            <a:lvl1pPr lvl="0">
              <a:spcBef>
                <a:spcPts val="0"/>
              </a:spcBef>
              <a:spcAft>
                <a:spcPts val="0"/>
              </a:spcAft>
              <a:buSzPts val="4800"/>
              <a:buNone/>
              <a:defRPr sz="48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sp>
        <p:nvSpPr>
          <p:cNvPr id="129" name="Google Shape;129;p8"/>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130" name="Google Shape;130;p8"/>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131" name="Google Shape;131;p8"/>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132" name="Google Shape;132;p8"/>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133" name="Google Shape;133;p8"/>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134" name="Google Shape;134;p8"/>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135" name="Google Shape;135;p8"/>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136" name="Google Shape;136;p8"/>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137" name="Google Shape;137;p8"/>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138" name="Google Shape;138;p8"/>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139" name="Google Shape;139;p8"/>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140" name="Google Shape;140;p8"/>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141" name="Google Shape;141;p8"/>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142" name="Google Shape;142;p8"/>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143"/>
        <p:cNvGrpSpPr/>
        <p:nvPr/>
      </p:nvGrpSpPr>
      <p:grpSpPr>
        <a:xfrm>
          <a:off x="0" y="0"/>
          <a:ext cx="0" cy="0"/>
          <a:chOff x="0" y="0"/>
          <a:chExt cx="0" cy="0"/>
        </a:xfrm>
      </p:grpSpPr>
      <p:sp>
        <p:nvSpPr>
          <p:cNvPr id="144" name="Google Shape;144;p9"/>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9"/>
          <p:cNvSpPr/>
          <p:nvPr/>
        </p:nvSpPr>
        <p:spPr>
          <a:xfrm>
            <a:off x="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9"/>
          <p:cNvSpPr txBox="1">
            <a:spLocks noGrp="1"/>
          </p:cNvSpPr>
          <p:nvPr>
            <p:ph type="title"/>
          </p:nvPr>
        </p:nvSpPr>
        <p:spPr>
          <a:xfrm>
            <a:off x="1131500" y="621250"/>
            <a:ext cx="4045200" cy="5307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a:endParaRPr/>
          </a:p>
        </p:txBody>
      </p:sp>
      <p:sp>
        <p:nvSpPr>
          <p:cNvPr id="147" name="Google Shape;147;p9"/>
          <p:cNvSpPr txBox="1">
            <a:spLocks noGrp="1"/>
          </p:cNvSpPr>
          <p:nvPr>
            <p:ph type="subTitle" idx="1"/>
          </p:nvPr>
        </p:nvSpPr>
        <p:spPr>
          <a:xfrm>
            <a:off x="1593350" y="1574450"/>
            <a:ext cx="5539200" cy="14046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2100"/>
              <a:buNone/>
              <a:defRPr/>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a:endParaRPr/>
          </a:p>
        </p:txBody>
      </p:sp>
      <p:sp>
        <p:nvSpPr>
          <p:cNvPr id="148" name="Google Shape;148;p9"/>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149" name="Google Shape;149;p9"/>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150" name="Google Shape;150;p9"/>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151" name="Google Shape;151;p9"/>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152" name="Google Shape;152;p9"/>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153" name="Google Shape;153;p9"/>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154" name="Google Shape;154;p9"/>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155" name="Google Shape;155;p9"/>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156" name="Google Shape;156;p9"/>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157" name="Google Shape;157;p9"/>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158" name="Google Shape;158;p9"/>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159" name="Google Shape;159;p9"/>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160" name="Google Shape;160;p9"/>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161" name="Google Shape;161;p9"/>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162"/>
        <p:cNvGrpSpPr/>
        <p:nvPr/>
      </p:nvGrpSpPr>
      <p:grpSpPr>
        <a:xfrm>
          <a:off x="0" y="0"/>
          <a:ext cx="0" cy="0"/>
          <a:chOff x="0" y="0"/>
          <a:chExt cx="0" cy="0"/>
        </a:xfrm>
      </p:grpSpPr>
      <p:sp>
        <p:nvSpPr>
          <p:cNvPr id="163" name="Google Shape;163;p10"/>
          <p:cNvSpPr txBox="1">
            <a:spLocks noGrp="1"/>
          </p:cNvSpPr>
          <p:nvPr>
            <p:ph type="title"/>
          </p:nvPr>
        </p:nvSpPr>
        <p:spPr>
          <a:xfrm>
            <a:off x="710125" y="542575"/>
            <a:ext cx="3861900" cy="1425000"/>
          </a:xfrm>
          <a:prstGeom prst="rect">
            <a:avLst/>
          </a:prstGeom>
        </p:spPr>
        <p:txBody>
          <a:bodyPr spcFirstLastPara="1" wrap="square" lIns="91425" tIns="91425" rIns="91425" bIns="91425" anchor="ctr" anchorCtr="0">
            <a:noAutofit/>
          </a:bodyPr>
          <a:lstStyle>
            <a:lvl1pPr lvl="0" rtl="0">
              <a:spcBef>
                <a:spcPts val="0"/>
              </a:spcBef>
              <a:spcAft>
                <a:spcPts val="0"/>
              </a:spcAft>
              <a:buSzPts val="4200"/>
              <a:buNone/>
              <a:defRPr/>
            </a:lvl1pPr>
            <a:lvl2pPr lvl="1" algn="ctr" rtl="0">
              <a:spcBef>
                <a:spcPts val="0"/>
              </a:spcBef>
              <a:spcAft>
                <a:spcPts val="0"/>
              </a:spcAft>
              <a:buSzPts val="4200"/>
              <a:buNone/>
              <a:defRPr sz="4200"/>
            </a:lvl2pPr>
            <a:lvl3pPr lvl="2" algn="ctr" rtl="0">
              <a:spcBef>
                <a:spcPts val="0"/>
              </a:spcBef>
              <a:spcAft>
                <a:spcPts val="0"/>
              </a:spcAft>
              <a:buSzPts val="4200"/>
              <a:buNone/>
              <a:defRPr sz="4200"/>
            </a:lvl3pPr>
            <a:lvl4pPr lvl="3" algn="ctr" rtl="0">
              <a:spcBef>
                <a:spcPts val="0"/>
              </a:spcBef>
              <a:spcAft>
                <a:spcPts val="0"/>
              </a:spcAft>
              <a:buSzPts val="4200"/>
              <a:buNone/>
              <a:defRPr sz="4200"/>
            </a:lvl4pPr>
            <a:lvl5pPr lvl="4" algn="ctr" rtl="0">
              <a:spcBef>
                <a:spcPts val="0"/>
              </a:spcBef>
              <a:spcAft>
                <a:spcPts val="0"/>
              </a:spcAft>
              <a:buSzPts val="4200"/>
              <a:buNone/>
              <a:defRPr sz="4200"/>
            </a:lvl5pPr>
            <a:lvl6pPr lvl="5" algn="ctr" rtl="0">
              <a:spcBef>
                <a:spcPts val="0"/>
              </a:spcBef>
              <a:spcAft>
                <a:spcPts val="0"/>
              </a:spcAft>
              <a:buSzPts val="4200"/>
              <a:buNone/>
              <a:defRPr sz="4200"/>
            </a:lvl6pPr>
            <a:lvl7pPr lvl="6" algn="ctr" rtl="0">
              <a:spcBef>
                <a:spcPts val="0"/>
              </a:spcBef>
              <a:spcAft>
                <a:spcPts val="0"/>
              </a:spcAft>
              <a:buSzPts val="4200"/>
              <a:buNone/>
              <a:defRPr sz="4200"/>
            </a:lvl7pPr>
            <a:lvl8pPr lvl="7" algn="ctr" rtl="0">
              <a:spcBef>
                <a:spcPts val="0"/>
              </a:spcBef>
              <a:spcAft>
                <a:spcPts val="0"/>
              </a:spcAft>
              <a:buSzPts val="4200"/>
              <a:buNone/>
              <a:defRPr sz="4200"/>
            </a:lvl8pPr>
            <a:lvl9pPr lvl="8" algn="ctr" rtl="0">
              <a:spcBef>
                <a:spcPts val="0"/>
              </a:spcBef>
              <a:spcAft>
                <a:spcPts val="0"/>
              </a:spcAft>
              <a:buSzPts val="4200"/>
              <a:buNone/>
              <a:defRPr sz="4200"/>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164"/>
        <p:cNvGrpSpPr/>
        <p:nvPr/>
      </p:nvGrpSpPr>
      <p:grpSpPr>
        <a:xfrm>
          <a:off x="0" y="0"/>
          <a:ext cx="0" cy="0"/>
          <a:chOff x="0" y="0"/>
          <a:chExt cx="0" cy="0"/>
        </a:xfrm>
      </p:grpSpPr>
      <p:sp>
        <p:nvSpPr>
          <p:cNvPr id="165" name="Google Shape;165;p11"/>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11"/>
          <p:cNvSpPr/>
          <p:nvPr/>
        </p:nvSpPr>
        <p:spPr>
          <a:xfrm>
            <a:off x="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11"/>
          <p:cNvSpPr txBox="1">
            <a:spLocks noGrp="1"/>
          </p:cNvSpPr>
          <p:nvPr>
            <p:ph type="title" hasCustomPrompt="1"/>
          </p:nvPr>
        </p:nvSpPr>
        <p:spPr>
          <a:xfrm>
            <a:off x="1084225" y="1311425"/>
            <a:ext cx="6379200" cy="1018500"/>
          </a:xfrm>
          <a:prstGeom prst="rect">
            <a:avLst/>
          </a:prstGeom>
        </p:spPr>
        <p:txBody>
          <a:bodyPr spcFirstLastPara="1" wrap="square" lIns="91425" tIns="91425" rIns="91425" bIns="91425" anchor="ctr" anchorCtr="0">
            <a:noAutofit/>
          </a:bodyPr>
          <a:lstStyle>
            <a:lvl1pPr lvl="0">
              <a:spcBef>
                <a:spcPts val="0"/>
              </a:spcBef>
              <a:spcAft>
                <a:spcPts val="0"/>
              </a:spcAft>
              <a:buSzPts val="12000"/>
              <a:buNone/>
              <a:defRPr sz="120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168" name="Google Shape;168;p11"/>
          <p:cNvSpPr txBox="1">
            <a:spLocks noGrp="1"/>
          </p:cNvSpPr>
          <p:nvPr>
            <p:ph type="body" idx="1"/>
          </p:nvPr>
        </p:nvSpPr>
        <p:spPr>
          <a:xfrm>
            <a:off x="1554225" y="2486925"/>
            <a:ext cx="6689100" cy="528000"/>
          </a:xfrm>
          <a:prstGeom prst="rect">
            <a:avLst/>
          </a:prstGeom>
        </p:spPr>
        <p:txBody>
          <a:bodyPr spcFirstLastPara="1" wrap="square" lIns="91425" tIns="91425" rIns="91425" bIns="91425" anchor="ctr" anchorCtr="0">
            <a:noAutofit/>
          </a:bodyPr>
          <a:lstStyle>
            <a:lvl1pPr marL="457200" lvl="0" indent="-317500">
              <a:spcBef>
                <a:spcPts val="0"/>
              </a:spcBef>
              <a:spcAft>
                <a:spcPts val="0"/>
              </a:spcAft>
              <a:buSzPts val="1400"/>
              <a:buChar char="●"/>
              <a:defRPr sz="1800">
                <a:solidFill>
                  <a:schemeClr val="accent3"/>
                </a:solidFill>
              </a:defRPr>
            </a:lvl1pPr>
            <a:lvl2pPr marL="914400" lvl="1" indent="-317500" algn="ctr">
              <a:spcBef>
                <a:spcPts val="0"/>
              </a:spcBef>
              <a:spcAft>
                <a:spcPts val="0"/>
              </a:spcAft>
              <a:buSzPts val="1400"/>
              <a:buChar char="○"/>
              <a:defRPr/>
            </a:lvl2pPr>
            <a:lvl3pPr marL="1371600" lvl="2" indent="-317500" algn="ctr">
              <a:spcBef>
                <a:spcPts val="0"/>
              </a:spcBef>
              <a:spcAft>
                <a:spcPts val="0"/>
              </a:spcAft>
              <a:buSzPts val="1400"/>
              <a:buChar char="■"/>
              <a:defRPr/>
            </a:lvl3pPr>
            <a:lvl4pPr marL="1828800" lvl="3" indent="-317500" algn="ctr">
              <a:spcBef>
                <a:spcPts val="0"/>
              </a:spcBef>
              <a:spcAft>
                <a:spcPts val="0"/>
              </a:spcAft>
              <a:buSzPts val="1400"/>
              <a:buChar char="●"/>
              <a:defRPr/>
            </a:lvl4pPr>
            <a:lvl5pPr marL="2286000" lvl="4" indent="-317500" algn="ctr">
              <a:spcBef>
                <a:spcPts val="0"/>
              </a:spcBef>
              <a:spcAft>
                <a:spcPts val="0"/>
              </a:spcAft>
              <a:buSzPts val="1400"/>
              <a:buChar char="○"/>
              <a:defRPr/>
            </a:lvl5pPr>
            <a:lvl6pPr marL="2743200" lvl="5" indent="-317500" algn="ctr">
              <a:spcBef>
                <a:spcPts val="0"/>
              </a:spcBef>
              <a:spcAft>
                <a:spcPts val="0"/>
              </a:spcAft>
              <a:buSzPts val="1400"/>
              <a:buChar char="■"/>
              <a:defRPr/>
            </a:lvl6pPr>
            <a:lvl7pPr marL="3200400" lvl="6" indent="-317500" algn="ctr">
              <a:spcBef>
                <a:spcPts val="0"/>
              </a:spcBef>
              <a:spcAft>
                <a:spcPts val="0"/>
              </a:spcAft>
              <a:buSzPts val="1400"/>
              <a:buChar char="●"/>
              <a:defRPr/>
            </a:lvl7pPr>
            <a:lvl8pPr marL="3657600" lvl="7" indent="-317500" algn="ctr">
              <a:spcBef>
                <a:spcPts val="0"/>
              </a:spcBef>
              <a:spcAft>
                <a:spcPts val="0"/>
              </a:spcAft>
              <a:buSzPts val="1400"/>
              <a:buChar char="○"/>
              <a:defRPr/>
            </a:lvl8pPr>
            <a:lvl9pPr marL="4114800" lvl="8" indent="-317500" algn="ctr">
              <a:spcBef>
                <a:spcPts val="0"/>
              </a:spcBef>
              <a:spcAft>
                <a:spcPts val="0"/>
              </a:spcAft>
              <a:buSzPts val="1400"/>
              <a:buChar char="■"/>
              <a:defRPr/>
            </a:lvl9pPr>
          </a:lstStyle>
          <a:p>
            <a:endParaRPr/>
          </a:p>
        </p:txBody>
      </p:sp>
      <p:sp>
        <p:nvSpPr>
          <p:cNvPr id="169" name="Google Shape;169;p11"/>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170" name="Google Shape;170;p11"/>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171" name="Google Shape;171;p11"/>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172" name="Google Shape;172;p11"/>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173" name="Google Shape;173;p11"/>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174" name="Google Shape;174;p11"/>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175" name="Google Shape;175;p11"/>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176" name="Google Shape;176;p11"/>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177" name="Google Shape;177;p11"/>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178" name="Google Shape;178;p11"/>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179" name="Google Shape;179;p11"/>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180" name="Google Shape;180;p11"/>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181" name="Google Shape;181;p11"/>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182" name="Google Shape;182;p11"/>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accent6"/>
        </a:solidFill>
        <a:effectLst/>
      </p:bgPr>
    </p:bg>
    <p:spTree>
      <p:nvGrpSpPr>
        <p:cNvPr id="1" name="Shape 183"/>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CUSTOM">
    <p:spTree>
      <p:nvGrpSpPr>
        <p:cNvPr id="1" name="Shape 184"/>
        <p:cNvGrpSpPr/>
        <p:nvPr/>
      </p:nvGrpSpPr>
      <p:grpSpPr>
        <a:xfrm>
          <a:off x="0" y="0"/>
          <a:ext cx="0" cy="0"/>
          <a:chOff x="0" y="0"/>
          <a:chExt cx="0" cy="0"/>
        </a:xfrm>
      </p:grpSpPr>
      <p:sp>
        <p:nvSpPr>
          <p:cNvPr id="185" name="Google Shape;185;p13"/>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13"/>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13"/>
          <p:cNvSpPr txBox="1">
            <a:spLocks noGrp="1"/>
          </p:cNvSpPr>
          <p:nvPr>
            <p:ph type="title" hasCustomPrompt="1"/>
          </p:nvPr>
        </p:nvSpPr>
        <p:spPr>
          <a:xfrm flipH="1">
            <a:off x="1460450" y="1436713"/>
            <a:ext cx="872100" cy="338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a:lvl1pPr>
            <a:lvl2pPr lvl="1" algn="r" rtl="0">
              <a:spcBef>
                <a:spcPts val="0"/>
              </a:spcBef>
              <a:spcAft>
                <a:spcPts val="0"/>
              </a:spcAft>
              <a:buSzPts val="2500"/>
              <a:buNone/>
              <a:defRPr sz="2500"/>
            </a:lvl2pPr>
            <a:lvl3pPr lvl="2" algn="r" rtl="0">
              <a:spcBef>
                <a:spcPts val="0"/>
              </a:spcBef>
              <a:spcAft>
                <a:spcPts val="0"/>
              </a:spcAft>
              <a:buSzPts val="2500"/>
              <a:buNone/>
              <a:defRPr sz="2500"/>
            </a:lvl3pPr>
            <a:lvl4pPr lvl="3" algn="r" rtl="0">
              <a:spcBef>
                <a:spcPts val="0"/>
              </a:spcBef>
              <a:spcAft>
                <a:spcPts val="0"/>
              </a:spcAft>
              <a:buSzPts val="2500"/>
              <a:buNone/>
              <a:defRPr sz="2500"/>
            </a:lvl4pPr>
            <a:lvl5pPr lvl="4" algn="r" rtl="0">
              <a:spcBef>
                <a:spcPts val="0"/>
              </a:spcBef>
              <a:spcAft>
                <a:spcPts val="0"/>
              </a:spcAft>
              <a:buSzPts val="2500"/>
              <a:buNone/>
              <a:defRPr sz="2500"/>
            </a:lvl5pPr>
            <a:lvl6pPr lvl="5" algn="r" rtl="0">
              <a:spcBef>
                <a:spcPts val="0"/>
              </a:spcBef>
              <a:spcAft>
                <a:spcPts val="0"/>
              </a:spcAft>
              <a:buSzPts val="2500"/>
              <a:buNone/>
              <a:defRPr sz="2500"/>
            </a:lvl6pPr>
            <a:lvl7pPr lvl="6" algn="r" rtl="0">
              <a:spcBef>
                <a:spcPts val="0"/>
              </a:spcBef>
              <a:spcAft>
                <a:spcPts val="0"/>
              </a:spcAft>
              <a:buSzPts val="2500"/>
              <a:buNone/>
              <a:defRPr sz="2500"/>
            </a:lvl7pPr>
            <a:lvl8pPr lvl="7" algn="r" rtl="0">
              <a:spcBef>
                <a:spcPts val="0"/>
              </a:spcBef>
              <a:spcAft>
                <a:spcPts val="0"/>
              </a:spcAft>
              <a:buSzPts val="2500"/>
              <a:buNone/>
              <a:defRPr sz="2500"/>
            </a:lvl8pPr>
            <a:lvl9pPr lvl="8" algn="r" rtl="0">
              <a:spcBef>
                <a:spcPts val="0"/>
              </a:spcBef>
              <a:spcAft>
                <a:spcPts val="0"/>
              </a:spcAft>
              <a:buSzPts val="2500"/>
              <a:buNone/>
              <a:defRPr sz="2500"/>
            </a:lvl9pPr>
          </a:lstStyle>
          <a:p>
            <a:r>
              <a:t>xx%</a:t>
            </a:r>
          </a:p>
        </p:txBody>
      </p:sp>
      <p:sp>
        <p:nvSpPr>
          <p:cNvPr id="188" name="Google Shape;188;p13"/>
          <p:cNvSpPr txBox="1">
            <a:spLocks noGrp="1"/>
          </p:cNvSpPr>
          <p:nvPr>
            <p:ph type="subTitle" idx="1"/>
          </p:nvPr>
        </p:nvSpPr>
        <p:spPr>
          <a:xfrm>
            <a:off x="2332550" y="1775113"/>
            <a:ext cx="3129000" cy="4881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dk1"/>
              </a:buClr>
              <a:buSzPts val="1400"/>
              <a:buNone/>
              <a:defRPr>
                <a:solidFill>
                  <a:schemeClr val="accent3"/>
                </a:solidFill>
              </a:defRPr>
            </a:lvl1pPr>
            <a:lvl2pPr lvl="1" algn="r" rtl="0">
              <a:spcBef>
                <a:spcPts val="0"/>
              </a:spcBef>
              <a:spcAft>
                <a:spcPts val="0"/>
              </a:spcAft>
              <a:buClr>
                <a:schemeClr val="dk1"/>
              </a:buClr>
              <a:buSzPts val="1400"/>
              <a:buNone/>
              <a:defRPr>
                <a:solidFill>
                  <a:schemeClr val="dk1"/>
                </a:solidFill>
              </a:defRPr>
            </a:lvl2pPr>
            <a:lvl3pPr lvl="2" algn="r" rtl="0">
              <a:spcBef>
                <a:spcPts val="0"/>
              </a:spcBef>
              <a:spcAft>
                <a:spcPts val="0"/>
              </a:spcAft>
              <a:buClr>
                <a:schemeClr val="dk1"/>
              </a:buClr>
              <a:buSzPts val="1400"/>
              <a:buNone/>
              <a:defRPr>
                <a:solidFill>
                  <a:schemeClr val="dk1"/>
                </a:solidFill>
              </a:defRPr>
            </a:lvl3pPr>
            <a:lvl4pPr lvl="3" algn="r" rtl="0">
              <a:spcBef>
                <a:spcPts val="0"/>
              </a:spcBef>
              <a:spcAft>
                <a:spcPts val="0"/>
              </a:spcAft>
              <a:buClr>
                <a:schemeClr val="dk1"/>
              </a:buClr>
              <a:buSzPts val="1400"/>
              <a:buNone/>
              <a:defRPr>
                <a:solidFill>
                  <a:schemeClr val="dk1"/>
                </a:solidFill>
              </a:defRPr>
            </a:lvl4pPr>
            <a:lvl5pPr lvl="4" algn="r" rtl="0">
              <a:spcBef>
                <a:spcPts val="0"/>
              </a:spcBef>
              <a:spcAft>
                <a:spcPts val="0"/>
              </a:spcAft>
              <a:buClr>
                <a:schemeClr val="dk1"/>
              </a:buClr>
              <a:buSzPts val="1400"/>
              <a:buNone/>
              <a:defRPr>
                <a:solidFill>
                  <a:schemeClr val="dk1"/>
                </a:solidFill>
              </a:defRPr>
            </a:lvl5pPr>
            <a:lvl6pPr lvl="5" algn="r" rtl="0">
              <a:spcBef>
                <a:spcPts val="0"/>
              </a:spcBef>
              <a:spcAft>
                <a:spcPts val="0"/>
              </a:spcAft>
              <a:buClr>
                <a:schemeClr val="dk1"/>
              </a:buClr>
              <a:buSzPts val="1400"/>
              <a:buNone/>
              <a:defRPr>
                <a:solidFill>
                  <a:schemeClr val="dk1"/>
                </a:solidFill>
              </a:defRPr>
            </a:lvl6pPr>
            <a:lvl7pPr lvl="6" algn="r" rtl="0">
              <a:spcBef>
                <a:spcPts val="0"/>
              </a:spcBef>
              <a:spcAft>
                <a:spcPts val="0"/>
              </a:spcAft>
              <a:buClr>
                <a:schemeClr val="dk1"/>
              </a:buClr>
              <a:buSzPts val="1400"/>
              <a:buNone/>
              <a:defRPr>
                <a:solidFill>
                  <a:schemeClr val="dk1"/>
                </a:solidFill>
              </a:defRPr>
            </a:lvl7pPr>
            <a:lvl8pPr lvl="7" algn="r" rtl="0">
              <a:spcBef>
                <a:spcPts val="0"/>
              </a:spcBef>
              <a:spcAft>
                <a:spcPts val="0"/>
              </a:spcAft>
              <a:buClr>
                <a:schemeClr val="dk1"/>
              </a:buClr>
              <a:buSzPts val="1400"/>
              <a:buNone/>
              <a:defRPr>
                <a:solidFill>
                  <a:schemeClr val="dk1"/>
                </a:solidFill>
              </a:defRPr>
            </a:lvl8pPr>
            <a:lvl9pPr lvl="8" algn="r" rtl="0">
              <a:spcBef>
                <a:spcPts val="0"/>
              </a:spcBef>
              <a:spcAft>
                <a:spcPts val="0"/>
              </a:spcAft>
              <a:buClr>
                <a:schemeClr val="dk1"/>
              </a:buClr>
              <a:buSzPts val="1400"/>
              <a:buNone/>
              <a:defRPr>
                <a:solidFill>
                  <a:schemeClr val="dk1"/>
                </a:solidFill>
              </a:defRPr>
            </a:lvl9pPr>
          </a:lstStyle>
          <a:p>
            <a:endParaRPr/>
          </a:p>
        </p:txBody>
      </p:sp>
      <p:sp>
        <p:nvSpPr>
          <p:cNvPr id="189" name="Google Shape;189;p13"/>
          <p:cNvSpPr txBox="1">
            <a:spLocks noGrp="1"/>
          </p:cNvSpPr>
          <p:nvPr>
            <p:ph type="subTitle" idx="2"/>
          </p:nvPr>
        </p:nvSpPr>
        <p:spPr>
          <a:xfrm>
            <a:off x="2332550" y="1436725"/>
            <a:ext cx="31290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1800">
                <a:solidFill>
                  <a:schemeClr val="accent1"/>
                </a:solidFill>
              </a:defRPr>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sp>
        <p:nvSpPr>
          <p:cNvPr id="190" name="Google Shape;190;p13"/>
          <p:cNvSpPr txBox="1">
            <a:spLocks noGrp="1"/>
          </p:cNvSpPr>
          <p:nvPr>
            <p:ph type="title" idx="3" hasCustomPrompt="1"/>
          </p:nvPr>
        </p:nvSpPr>
        <p:spPr>
          <a:xfrm flipH="1">
            <a:off x="2850125" y="2419862"/>
            <a:ext cx="872100" cy="338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a:lvl1pPr>
            <a:lvl2pPr lvl="1" algn="r" rtl="0">
              <a:spcBef>
                <a:spcPts val="0"/>
              </a:spcBef>
              <a:spcAft>
                <a:spcPts val="0"/>
              </a:spcAft>
              <a:buSzPts val="2500"/>
              <a:buNone/>
              <a:defRPr sz="2500"/>
            </a:lvl2pPr>
            <a:lvl3pPr lvl="2" algn="r" rtl="0">
              <a:spcBef>
                <a:spcPts val="0"/>
              </a:spcBef>
              <a:spcAft>
                <a:spcPts val="0"/>
              </a:spcAft>
              <a:buSzPts val="2500"/>
              <a:buNone/>
              <a:defRPr sz="2500"/>
            </a:lvl3pPr>
            <a:lvl4pPr lvl="3" algn="r" rtl="0">
              <a:spcBef>
                <a:spcPts val="0"/>
              </a:spcBef>
              <a:spcAft>
                <a:spcPts val="0"/>
              </a:spcAft>
              <a:buSzPts val="2500"/>
              <a:buNone/>
              <a:defRPr sz="2500"/>
            </a:lvl4pPr>
            <a:lvl5pPr lvl="4" algn="r" rtl="0">
              <a:spcBef>
                <a:spcPts val="0"/>
              </a:spcBef>
              <a:spcAft>
                <a:spcPts val="0"/>
              </a:spcAft>
              <a:buSzPts val="2500"/>
              <a:buNone/>
              <a:defRPr sz="2500"/>
            </a:lvl5pPr>
            <a:lvl6pPr lvl="5" algn="r" rtl="0">
              <a:spcBef>
                <a:spcPts val="0"/>
              </a:spcBef>
              <a:spcAft>
                <a:spcPts val="0"/>
              </a:spcAft>
              <a:buSzPts val="2500"/>
              <a:buNone/>
              <a:defRPr sz="2500"/>
            </a:lvl6pPr>
            <a:lvl7pPr lvl="6" algn="r" rtl="0">
              <a:spcBef>
                <a:spcPts val="0"/>
              </a:spcBef>
              <a:spcAft>
                <a:spcPts val="0"/>
              </a:spcAft>
              <a:buSzPts val="2500"/>
              <a:buNone/>
              <a:defRPr sz="2500"/>
            </a:lvl7pPr>
            <a:lvl8pPr lvl="7" algn="r" rtl="0">
              <a:spcBef>
                <a:spcPts val="0"/>
              </a:spcBef>
              <a:spcAft>
                <a:spcPts val="0"/>
              </a:spcAft>
              <a:buSzPts val="2500"/>
              <a:buNone/>
              <a:defRPr sz="2500"/>
            </a:lvl8pPr>
            <a:lvl9pPr lvl="8" algn="r" rtl="0">
              <a:spcBef>
                <a:spcPts val="0"/>
              </a:spcBef>
              <a:spcAft>
                <a:spcPts val="0"/>
              </a:spcAft>
              <a:buSzPts val="2500"/>
              <a:buNone/>
              <a:defRPr sz="2500"/>
            </a:lvl9pPr>
          </a:lstStyle>
          <a:p>
            <a:r>
              <a:t>xx%</a:t>
            </a:r>
          </a:p>
        </p:txBody>
      </p:sp>
      <p:sp>
        <p:nvSpPr>
          <p:cNvPr id="191" name="Google Shape;191;p13"/>
          <p:cNvSpPr txBox="1">
            <a:spLocks noGrp="1"/>
          </p:cNvSpPr>
          <p:nvPr>
            <p:ph type="subTitle" idx="4"/>
          </p:nvPr>
        </p:nvSpPr>
        <p:spPr>
          <a:xfrm>
            <a:off x="3722225" y="2755463"/>
            <a:ext cx="3129000" cy="4881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dk1"/>
              </a:buClr>
              <a:buSzPts val="1400"/>
              <a:buNone/>
              <a:defRPr>
                <a:solidFill>
                  <a:schemeClr val="accent3"/>
                </a:solidFill>
              </a:defRPr>
            </a:lvl1pPr>
            <a:lvl2pPr lvl="1" algn="r" rtl="0">
              <a:spcBef>
                <a:spcPts val="0"/>
              </a:spcBef>
              <a:spcAft>
                <a:spcPts val="0"/>
              </a:spcAft>
              <a:buClr>
                <a:schemeClr val="dk1"/>
              </a:buClr>
              <a:buSzPts val="1400"/>
              <a:buNone/>
              <a:defRPr>
                <a:solidFill>
                  <a:schemeClr val="dk1"/>
                </a:solidFill>
              </a:defRPr>
            </a:lvl2pPr>
            <a:lvl3pPr lvl="2" algn="r" rtl="0">
              <a:spcBef>
                <a:spcPts val="0"/>
              </a:spcBef>
              <a:spcAft>
                <a:spcPts val="0"/>
              </a:spcAft>
              <a:buClr>
                <a:schemeClr val="dk1"/>
              </a:buClr>
              <a:buSzPts val="1400"/>
              <a:buNone/>
              <a:defRPr>
                <a:solidFill>
                  <a:schemeClr val="dk1"/>
                </a:solidFill>
              </a:defRPr>
            </a:lvl3pPr>
            <a:lvl4pPr lvl="3" algn="r" rtl="0">
              <a:spcBef>
                <a:spcPts val="0"/>
              </a:spcBef>
              <a:spcAft>
                <a:spcPts val="0"/>
              </a:spcAft>
              <a:buClr>
                <a:schemeClr val="dk1"/>
              </a:buClr>
              <a:buSzPts val="1400"/>
              <a:buNone/>
              <a:defRPr>
                <a:solidFill>
                  <a:schemeClr val="dk1"/>
                </a:solidFill>
              </a:defRPr>
            </a:lvl4pPr>
            <a:lvl5pPr lvl="4" algn="r" rtl="0">
              <a:spcBef>
                <a:spcPts val="0"/>
              </a:spcBef>
              <a:spcAft>
                <a:spcPts val="0"/>
              </a:spcAft>
              <a:buClr>
                <a:schemeClr val="dk1"/>
              </a:buClr>
              <a:buSzPts val="1400"/>
              <a:buNone/>
              <a:defRPr>
                <a:solidFill>
                  <a:schemeClr val="dk1"/>
                </a:solidFill>
              </a:defRPr>
            </a:lvl5pPr>
            <a:lvl6pPr lvl="5" algn="r" rtl="0">
              <a:spcBef>
                <a:spcPts val="0"/>
              </a:spcBef>
              <a:spcAft>
                <a:spcPts val="0"/>
              </a:spcAft>
              <a:buClr>
                <a:schemeClr val="dk1"/>
              </a:buClr>
              <a:buSzPts val="1400"/>
              <a:buNone/>
              <a:defRPr>
                <a:solidFill>
                  <a:schemeClr val="dk1"/>
                </a:solidFill>
              </a:defRPr>
            </a:lvl6pPr>
            <a:lvl7pPr lvl="6" algn="r" rtl="0">
              <a:spcBef>
                <a:spcPts val="0"/>
              </a:spcBef>
              <a:spcAft>
                <a:spcPts val="0"/>
              </a:spcAft>
              <a:buClr>
                <a:schemeClr val="dk1"/>
              </a:buClr>
              <a:buSzPts val="1400"/>
              <a:buNone/>
              <a:defRPr>
                <a:solidFill>
                  <a:schemeClr val="dk1"/>
                </a:solidFill>
              </a:defRPr>
            </a:lvl7pPr>
            <a:lvl8pPr lvl="7" algn="r" rtl="0">
              <a:spcBef>
                <a:spcPts val="0"/>
              </a:spcBef>
              <a:spcAft>
                <a:spcPts val="0"/>
              </a:spcAft>
              <a:buClr>
                <a:schemeClr val="dk1"/>
              </a:buClr>
              <a:buSzPts val="1400"/>
              <a:buNone/>
              <a:defRPr>
                <a:solidFill>
                  <a:schemeClr val="dk1"/>
                </a:solidFill>
              </a:defRPr>
            </a:lvl8pPr>
            <a:lvl9pPr lvl="8" algn="r" rtl="0">
              <a:spcBef>
                <a:spcPts val="0"/>
              </a:spcBef>
              <a:spcAft>
                <a:spcPts val="0"/>
              </a:spcAft>
              <a:buClr>
                <a:schemeClr val="dk1"/>
              </a:buClr>
              <a:buSzPts val="1400"/>
              <a:buNone/>
              <a:defRPr>
                <a:solidFill>
                  <a:schemeClr val="dk1"/>
                </a:solidFill>
              </a:defRPr>
            </a:lvl9pPr>
          </a:lstStyle>
          <a:p>
            <a:endParaRPr/>
          </a:p>
        </p:txBody>
      </p:sp>
      <p:sp>
        <p:nvSpPr>
          <p:cNvPr id="192" name="Google Shape;192;p13"/>
          <p:cNvSpPr txBox="1">
            <a:spLocks noGrp="1"/>
          </p:cNvSpPr>
          <p:nvPr>
            <p:ph type="subTitle" idx="5"/>
          </p:nvPr>
        </p:nvSpPr>
        <p:spPr>
          <a:xfrm>
            <a:off x="3722225" y="2419850"/>
            <a:ext cx="31290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1800">
                <a:solidFill>
                  <a:schemeClr val="lt2"/>
                </a:solidFill>
              </a:defRPr>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sp>
        <p:nvSpPr>
          <p:cNvPr id="193" name="Google Shape;193;p13"/>
          <p:cNvSpPr txBox="1">
            <a:spLocks noGrp="1"/>
          </p:cNvSpPr>
          <p:nvPr>
            <p:ph type="title" idx="6" hasCustomPrompt="1"/>
          </p:nvPr>
        </p:nvSpPr>
        <p:spPr>
          <a:xfrm flipH="1">
            <a:off x="4242875" y="3400212"/>
            <a:ext cx="872100" cy="338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a:lvl1pPr>
            <a:lvl2pPr lvl="1" algn="r" rtl="0">
              <a:spcBef>
                <a:spcPts val="0"/>
              </a:spcBef>
              <a:spcAft>
                <a:spcPts val="0"/>
              </a:spcAft>
              <a:buSzPts val="2500"/>
              <a:buNone/>
              <a:defRPr sz="2500"/>
            </a:lvl2pPr>
            <a:lvl3pPr lvl="2" algn="r" rtl="0">
              <a:spcBef>
                <a:spcPts val="0"/>
              </a:spcBef>
              <a:spcAft>
                <a:spcPts val="0"/>
              </a:spcAft>
              <a:buSzPts val="2500"/>
              <a:buNone/>
              <a:defRPr sz="2500"/>
            </a:lvl3pPr>
            <a:lvl4pPr lvl="3" algn="r" rtl="0">
              <a:spcBef>
                <a:spcPts val="0"/>
              </a:spcBef>
              <a:spcAft>
                <a:spcPts val="0"/>
              </a:spcAft>
              <a:buSzPts val="2500"/>
              <a:buNone/>
              <a:defRPr sz="2500"/>
            </a:lvl4pPr>
            <a:lvl5pPr lvl="4" algn="r" rtl="0">
              <a:spcBef>
                <a:spcPts val="0"/>
              </a:spcBef>
              <a:spcAft>
                <a:spcPts val="0"/>
              </a:spcAft>
              <a:buSzPts val="2500"/>
              <a:buNone/>
              <a:defRPr sz="2500"/>
            </a:lvl5pPr>
            <a:lvl6pPr lvl="5" algn="r" rtl="0">
              <a:spcBef>
                <a:spcPts val="0"/>
              </a:spcBef>
              <a:spcAft>
                <a:spcPts val="0"/>
              </a:spcAft>
              <a:buSzPts val="2500"/>
              <a:buNone/>
              <a:defRPr sz="2500"/>
            </a:lvl6pPr>
            <a:lvl7pPr lvl="6" algn="r" rtl="0">
              <a:spcBef>
                <a:spcPts val="0"/>
              </a:spcBef>
              <a:spcAft>
                <a:spcPts val="0"/>
              </a:spcAft>
              <a:buSzPts val="2500"/>
              <a:buNone/>
              <a:defRPr sz="2500"/>
            </a:lvl7pPr>
            <a:lvl8pPr lvl="7" algn="r" rtl="0">
              <a:spcBef>
                <a:spcPts val="0"/>
              </a:spcBef>
              <a:spcAft>
                <a:spcPts val="0"/>
              </a:spcAft>
              <a:buSzPts val="2500"/>
              <a:buNone/>
              <a:defRPr sz="2500"/>
            </a:lvl8pPr>
            <a:lvl9pPr lvl="8" algn="r" rtl="0">
              <a:spcBef>
                <a:spcPts val="0"/>
              </a:spcBef>
              <a:spcAft>
                <a:spcPts val="0"/>
              </a:spcAft>
              <a:buSzPts val="2500"/>
              <a:buNone/>
              <a:defRPr sz="2500"/>
            </a:lvl9pPr>
          </a:lstStyle>
          <a:p>
            <a:r>
              <a:t>xx%</a:t>
            </a:r>
          </a:p>
        </p:txBody>
      </p:sp>
      <p:sp>
        <p:nvSpPr>
          <p:cNvPr id="194" name="Google Shape;194;p13"/>
          <p:cNvSpPr txBox="1">
            <a:spLocks noGrp="1"/>
          </p:cNvSpPr>
          <p:nvPr>
            <p:ph type="subTitle" idx="7"/>
          </p:nvPr>
        </p:nvSpPr>
        <p:spPr>
          <a:xfrm>
            <a:off x="5114975" y="3738593"/>
            <a:ext cx="3129000" cy="4881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dk1"/>
              </a:buClr>
              <a:buSzPts val="1400"/>
              <a:buNone/>
              <a:defRPr>
                <a:solidFill>
                  <a:schemeClr val="accent3"/>
                </a:solidFill>
              </a:defRPr>
            </a:lvl1pPr>
            <a:lvl2pPr lvl="1" algn="r" rtl="0">
              <a:spcBef>
                <a:spcPts val="0"/>
              </a:spcBef>
              <a:spcAft>
                <a:spcPts val="0"/>
              </a:spcAft>
              <a:buClr>
                <a:schemeClr val="dk1"/>
              </a:buClr>
              <a:buSzPts val="1400"/>
              <a:buNone/>
              <a:defRPr>
                <a:solidFill>
                  <a:schemeClr val="dk1"/>
                </a:solidFill>
              </a:defRPr>
            </a:lvl2pPr>
            <a:lvl3pPr lvl="2" algn="r" rtl="0">
              <a:spcBef>
                <a:spcPts val="0"/>
              </a:spcBef>
              <a:spcAft>
                <a:spcPts val="0"/>
              </a:spcAft>
              <a:buClr>
                <a:schemeClr val="dk1"/>
              </a:buClr>
              <a:buSzPts val="1400"/>
              <a:buNone/>
              <a:defRPr>
                <a:solidFill>
                  <a:schemeClr val="dk1"/>
                </a:solidFill>
              </a:defRPr>
            </a:lvl3pPr>
            <a:lvl4pPr lvl="3" algn="r" rtl="0">
              <a:spcBef>
                <a:spcPts val="0"/>
              </a:spcBef>
              <a:spcAft>
                <a:spcPts val="0"/>
              </a:spcAft>
              <a:buClr>
                <a:schemeClr val="dk1"/>
              </a:buClr>
              <a:buSzPts val="1400"/>
              <a:buNone/>
              <a:defRPr>
                <a:solidFill>
                  <a:schemeClr val="dk1"/>
                </a:solidFill>
              </a:defRPr>
            </a:lvl4pPr>
            <a:lvl5pPr lvl="4" algn="r" rtl="0">
              <a:spcBef>
                <a:spcPts val="0"/>
              </a:spcBef>
              <a:spcAft>
                <a:spcPts val="0"/>
              </a:spcAft>
              <a:buClr>
                <a:schemeClr val="dk1"/>
              </a:buClr>
              <a:buSzPts val="1400"/>
              <a:buNone/>
              <a:defRPr>
                <a:solidFill>
                  <a:schemeClr val="dk1"/>
                </a:solidFill>
              </a:defRPr>
            </a:lvl5pPr>
            <a:lvl6pPr lvl="5" algn="r" rtl="0">
              <a:spcBef>
                <a:spcPts val="0"/>
              </a:spcBef>
              <a:spcAft>
                <a:spcPts val="0"/>
              </a:spcAft>
              <a:buClr>
                <a:schemeClr val="dk1"/>
              </a:buClr>
              <a:buSzPts val="1400"/>
              <a:buNone/>
              <a:defRPr>
                <a:solidFill>
                  <a:schemeClr val="dk1"/>
                </a:solidFill>
              </a:defRPr>
            </a:lvl6pPr>
            <a:lvl7pPr lvl="6" algn="r" rtl="0">
              <a:spcBef>
                <a:spcPts val="0"/>
              </a:spcBef>
              <a:spcAft>
                <a:spcPts val="0"/>
              </a:spcAft>
              <a:buClr>
                <a:schemeClr val="dk1"/>
              </a:buClr>
              <a:buSzPts val="1400"/>
              <a:buNone/>
              <a:defRPr>
                <a:solidFill>
                  <a:schemeClr val="dk1"/>
                </a:solidFill>
              </a:defRPr>
            </a:lvl7pPr>
            <a:lvl8pPr lvl="7" algn="r" rtl="0">
              <a:spcBef>
                <a:spcPts val="0"/>
              </a:spcBef>
              <a:spcAft>
                <a:spcPts val="0"/>
              </a:spcAft>
              <a:buClr>
                <a:schemeClr val="dk1"/>
              </a:buClr>
              <a:buSzPts val="1400"/>
              <a:buNone/>
              <a:defRPr>
                <a:solidFill>
                  <a:schemeClr val="dk1"/>
                </a:solidFill>
              </a:defRPr>
            </a:lvl8pPr>
            <a:lvl9pPr lvl="8" algn="r" rtl="0">
              <a:spcBef>
                <a:spcPts val="0"/>
              </a:spcBef>
              <a:spcAft>
                <a:spcPts val="0"/>
              </a:spcAft>
              <a:buClr>
                <a:schemeClr val="dk1"/>
              </a:buClr>
              <a:buSzPts val="1400"/>
              <a:buNone/>
              <a:defRPr>
                <a:solidFill>
                  <a:schemeClr val="dk1"/>
                </a:solidFill>
              </a:defRPr>
            </a:lvl9pPr>
          </a:lstStyle>
          <a:p>
            <a:endParaRPr/>
          </a:p>
        </p:txBody>
      </p:sp>
      <p:sp>
        <p:nvSpPr>
          <p:cNvPr id="195" name="Google Shape;195;p13"/>
          <p:cNvSpPr txBox="1">
            <a:spLocks noGrp="1"/>
          </p:cNvSpPr>
          <p:nvPr>
            <p:ph type="subTitle" idx="8"/>
          </p:nvPr>
        </p:nvSpPr>
        <p:spPr>
          <a:xfrm>
            <a:off x="5114975" y="3400200"/>
            <a:ext cx="31290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1800"/>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sp>
        <p:nvSpPr>
          <p:cNvPr id="196" name="Google Shape;196;p13"/>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197" name="Google Shape;197;p13"/>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198" name="Google Shape;198;p13"/>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199" name="Google Shape;199;p13"/>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200" name="Google Shape;200;p13"/>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201" name="Google Shape;201;p13"/>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202" name="Google Shape;202;p13"/>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203" name="Google Shape;203;p13"/>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204" name="Google Shape;204;p13"/>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205" name="Google Shape;205;p13"/>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206" name="Google Shape;206;p13"/>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207" name="Google Shape;207;p13"/>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208" name="Google Shape;208;p13"/>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209" name="Google Shape;209;p13"/>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210" name="Google Shape;210;p13"/>
          <p:cNvSpPr txBox="1">
            <a:spLocks noGrp="1"/>
          </p:cNvSpPr>
          <p:nvPr>
            <p:ph type="title" idx="9"/>
          </p:nvPr>
        </p:nvSpPr>
        <p:spPr>
          <a:xfrm>
            <a:off x="1143250" y="582700"/>
            <a:ext cx="7290600" cy="541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Quote">
  <p:cSld name="CUSTOM_2">
    <p:spTree>
      <p:nvGrpSpPr>
        <p:cNvPr id="1" name="Shape 211"/>
        <p:cNvGrpSpPr/>
        <p:nvPr/>
      </p:nvGrpSpPr>
      <p:grpSpPr>
        <a:xfrm>
          <a:off x="0" y="0"/>
          <a:ext cx="0" cy="0"/>
          <a:chOff x="0" y="0"/>
          <a:chExt cx="0" cy="0"/>
        </a:xfrm>
      </p:grpSpPr>
      <p:sp>
        <p:nvSpPr>
          <p:cNvPr id="212" name="Google Shape;212;p14"/>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14"/>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14;p14"/>
          <p:cNvSpPr txBox="1">
            <a:spLocks noGrp="1"/>
          </p:cNvSpPr>
          <p:nvPr>
            <p:ph type="title"/>
          </p:nvPr>
        </p:nvSpPr>
        <p:spPr>
          <a:xfrm>
            <a:off x="1752950" y="3005100"/>
            <a:ext cx="6109200" cy="3735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2"/>
              </a:buClr>
              <a:buSzPts val="4200"/>
              <a:buNone/>
              <a:defRPr sz="1800">
                <a:solidFill>
                  <a:schemeClr val="dk2"/>
                </a:solidFill>
              </a:defRPr>
            </a:lvl1pPr>
            <a:lvl2pPr lvl="1" algn="ctr" rtl="0">
              <a:spcBef>
                <a:spcPts val="0"/>
              </a:spcBef>
              <a:spcAft>
                <a:spcPts val="0"/>
              </a:spcAft>
              <a:buSzPts val="4200"/>
              <a:buNone/>
              <a:defRPr sz="4200"/>
            </a:lvl2pPr>
            <a:lvl3pPr lvl="2" algn="ctr" rtl="0">
              <a:spcBef>
                <a:spcPts val="0"/>
              </a:spcBef>
              <a:spcAft>
                <a:spcPts val="0"/>
              </a:spcAft>
              <a:buSzPts val="4200"/>
              <a:buNone/>
              <a:defRPr sz="4200"/>
            </a:lvl3pPr>
            <a:lvl4pPr lvl="3" algn="ctr" rtl="0">
              <a:spcBef>
                <a:spcPts val="0"/>
              </a:spcBef>
              <a:spcAft>
                <a:spcPts val="0"/>
              </a:spcAft>
              <a:buSzPts val="4200"/>
              <a:buNone/>
              <a:defRPr sz="4200"/>
            </a:lvl4pPr>
            <a:lvl5pPr lvl="4" algn="ctr" rtl="0">
              <a:spcBef>
                <a:spcPts val="0"/>
              </a:spcBef>
              <a:spcAft>
                <a:spcPts val="0"/>
              </a:spcAft>
              <a:buSzPts val="4200"/>
              <a:buNone/>
              <a:defRPr sz="4200"/>
            </a:lvl5pPr>
            <a:lvl6pPr lvl="5" algn="ctr" rtl="0">
              <a:spcBef>
                <a:spcPts val="0"/>
              </a:spcBef>
              <a:spcAft>
                <a:spcPts val="0"/>
              </a:spcAft>
              <a:buSzPts val="4200"/>
              <a:buNone/>
              <a:defRPr sz="4200"/>
            </a:lvl6pPr>
            <a:lvl7pPr lvl="6" algn="ctr" rtl="0">
              <a:spcBef>
                <a:spcPts val="0"/>
              </a:spcBef>
              <a:spcAft>
                <a:spcPts val="0"/>
              </a:spcAft>
              <a:buSzPts val="4200"/>
              <a:buNone/>
              <a:defRPr sz="4200"/>
            </a:lvl7pPr>
            <a:lvl8pPr lvl="7" algn="ctr" rtl="0">
              <a:spcBef>
                <a:spcPts val="0"/>
              </a:spcBef>
              <a:spcAft>
                <a:spcPts val="0"/>
              </a:spcAft>
              <a:buSzPts val="4200"/>
              <a:buNone/>
              <a:defRPr sz="4200"/>
            </a:lvl8pPr>
            <a:lvl9pPr lvl="8" algn="ctr" rtl="0">
              <a:spcBef>
                <a:spcPts val="0"/>
              </a:spcBef>
              <a:spcAft>
                <a:spcPts val="0"/>
              </a:spcAft>
              <a:buSzPts val="4200"/>
              <a:buNone/>
              <a:defRPr sz="4200"/>
            </a:lvl9pPr>
          </a:lstStyle>
          <a:p>
            <a:endParaRPr/>
          </a:p>
        </p:txBody>
      </p:sp>
      <p:sp>
        <p:nvSpPr>
          <p:cNvPr id="215" name="Google Shape;215;p14"/>
          <p:cNvSpPr txBox="1">
            <a:spLocks noGrp="1"/>
          </p:cNvSpPr>
          <p:nvPr>
            <p:ph type="subTitle" idx="1"/>
          </p:nvPr>
        </p:nvSpPr>
        <p:spPr>
          <a:xfrm>
            <a:off x="1752950" y="1764900"/>
            <a:ext cx="6109200" cy="1240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100"/>
              <a:buNone/>
              <a:defRPr sz="2000">
                <a:solidFill>
                  <a:schemeClr val="accent3"/>
                </a:solidFill>
              </a:defRPr>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sp>
        <p:nvSpPr>
          <p:cNvPr id="216" name="Google Shape;216;p14"/>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217" name="Google Shape;217;p14"/>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218" name="Google Shape;218;p14"/>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219" name="Google Shape;219;p14"/>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220" name="Google Shape;220;p14"/>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221" name="Google Shape;221;p14"/>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222" name="Google Shape;222;p14"/>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223" name="Google Shape;223;p14"/>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224" name="Google Shape;224;p14"/>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225" name="Google Shape;225;p14"/>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226" name="Google Shape;226;p14"/>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227" name="Google Shape;227;p14"/>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228" name="Google Shape;228;p14"/>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229" name="Google Shape;229;p14"/>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three columns">
  <p:cSld name="CUSTOM_4">
    <p:spTree>
      <p:nvGrpSpPr>
        <p:cNvPr id="1" name="Shape 230"/>
        <p:cNvGrpSpPr/>
        <p:nvPr/>
      </p:nvGrpSpPr>
      <p:grpSpPr>
        <a:xfrm>
          <a:off x="0" y="0"/>
          <a:ext cx="0" cy="0"/>
          <a:chOff x="0" y="0"/>
          <a:chExt cx="0" cy="0"/>
        </a:xfrm>
      </p:grpSpPr>
      <p:sp>
        <p:nvSpPr>
          <p:cNvPr id="231" name="Google Shape;231;p15"/>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15"/>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15"/>
          <p:cNvSpPr txBox="1">
            <a:spLocks noGrp="1"/>
          </p:cNvSpPr>
          <p:nvPr>
            <p:ph type="subTitle" idx="1"/>
          </p:nvPr>
        </p:nvSpPr>
        <p:spPr>
          <a:xfrm>
            <a:off x="3443750" y="3621269"/>
            <a:ext cx="5010300" cy="57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34" name="Google Shape;234;p15"/>
          <p:cNvSpPr txBox="1">
            <a:spLocks noGrp="1"/>
          </p:cNvSpPr>
          <p:nvPr>
            <p:ph type="subTitle" idx="2"/>
          </p:nvPr>
        </p:nvSpPr>
        <p:spPr>
          <a:xfrm>
            <a:off x="3051250" y="2638350"/>
            <a:ext cx="5010300" cy="57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35" name="Google Shape;235;p15"/>
          <p:cNvSpPr txBox="1">
            <a:spLocks noGrp="1"/>
          </p:cNvSpPr>
          <p:nvPr>
            <p:ph type="subTitle" idx="3"/>
          </p:nvPr>
        </p:nvSpPr>
        <p:spPr>
          <a:xfrm>
            <a:off x="3051250" y="2330425"/>
            <a:ext cx="50103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lt2"/>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36" name="Google Shape;236;p15"/>
          <p:cNvSpPr txBox="1">
            <a:spLocks noGrp="1"/>
          </p:cNvSpPr>
          <p:nvPr>
            <p:ph type="subTitle" idx="4"/>
          </p:nvPr>
        </p:nvSpPr>
        <p:spPr>
          <a:xfrm>
            <a:off x="2624725" y="1655450"/>
            <a:ext cx="5010300" cy="57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37" name="Google Shape;237;p15"/>
          <p:cNvSpPr txBox="1">
            <a:spLocks noGrp="1"/>
          </p:cNvSpPr>
          <p:nvPr>
            <p:ph type="subTitle" idx="5"/>
          </p:nvPr>
        </p:nvSpPr>
        <p:spPr>
          <a:xfrm>
            <a:off x="2624725" y="1347525"/>
            <a:ext cx="50103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38" name="Google Shape;238;p15"/>
          <p:cNvSpPr txBox="1">
            <a:spLocks noGrp="1"/>
          </p:cNvSpPr>
          <p:nvPr>
            <p:ph type="subTitle" idx="6"/>
          </p:nvPr>
        </p:nvSpPr>
        <p:spPr>
          <a:xfrm>
            <a:off x="3443750" y="3313350"/>
            <a:ext cx="50103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39" name="Google Shape;239;p15"/>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240" name="Google Shape;240;p15"/>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241" name="Google Shape;241;p15"/>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242" name="Google Shape;242;p15"/>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243" name="Google Shape;243;p15"/>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244" name="Google Shape;244;p15"/>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245" name="Google Shape;245;p15"/>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246" name="Google Shape;246;p15"/>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247" name="Google Shape;247;p15"/>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248" name="Google Shape;248;p15"/>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249" name="Google Shape;249;p15"/>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250" name="Google Shape;250;p15"/>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251" name="Google Shape;251;p15"/>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252" name="Google Shape;252;p15"/>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253" name="Google Shape;253;p15"/>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254"/>
        <p:cNvGrpSpPr/>
        <p:nvPr/>
      </p:nvGrpSpPr>
      <p:grpSpPr>
        <a:xfrm>
          <a:off x="0" y="0"/>
          <a:ext cx="0" cy="0"/>
          <a:chOff x="0" y="0"/>
          <a:chExt cx="0" cy="0"/>
        </a:xfrm>
      </p:grpSpPr>
      <p:sp>
        <p:nvSpPr>
          <p:cNvPr id="255" name="Google Shape;255;p16"/>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16"/>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16"/>
          <p:cNvSpPr txBox="1">
            <a:spLocks noGrp="1"/>
          </p:cNvSpPr>
          <p:nvPr>
            <p:ph type="subTitle" idx="1"/>
          </p:nvPr>
        </p:nvSpPr>
        <p:spPr>
          <a:xfrm>
            <a:off x="5596231" y="1767554"/>
            <a:ext cx="2330700" cy="646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58" name="Google Shape;258;p16"/>
          <p:cNvSpPr txBox="1">
            <a:spLocks noGrp="1"/>
          </p:cNvSpPr>
          <p:nvPr>
            <p:ph type="subTitle" idx="2"/>
          </p:nvPr>
        </p:nvSpPr>
        <p:spPr>
          <a:xfrm>
            <a:off x="2494725" y="1767558"/>
            <a:ext cx="2330700" cy="646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59" name="Google Shape;259;p16"/>
          <p:cNvSpPr txBox="1">
            <a:spLocks noGrp="1"/>
          </p:cNvSpPr>
          <p:nvPr>
            <p:ph type="subTitle" idx="3"/>
          </p:nvPr>
        </p:nvSpPr>
        <p:spPr>
          <a:xfrm>
            <a:off x="2494725" y="1389663"/>
            <a:ext cx="23307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60" name="Google Shape;260;p16"/>
          <p:cNvSpPr txBox="1">
            <a:spLocks noGrp="1"/>
          </p:cNvSpPr>
          <p:nvPr>
            <p:ph type="subTitle" idx="4"/>
          </p:nvPr>
        </p:nvSpPr>
        <p:spPr>
          <a:xfrm>
            <a:off x="5596225" y="1389663"/>
            <a:ext cx="23307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61" name="Google Shape;261;p16"/>
          <p:cNvSpPr txBox="1">
            <a:spLocks noGrp="1"/>
          </p:cNvSpPr>
          <p:nvPr>
            <p:ph type="subTitle" idx="5"/>
          </p:nvPr>
        </p:nvSpPr>
        <p:spPr>
          <a:xfrm>
            <a:off x="6030031" y="3371329"/>
            <a:ext cx="2330700" cy="646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62" name="Google Shape;262;p16"/>
          <p:cNvSpPr txBox="1">
            <a:spLocks noGrp="1"/>
          </p:cNvSpPr>
          <p:nvPr>
            <p:ph type="subTitle" idx="6"/>
          </p:nvPr>
        </p:nvSpPr>
        <p:spPr>
          <a:xfrm>
            <a:off x="2928525" y="3371333"/>
            <a:ext cx="2330700" cy="646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63" name="Google Shape;263;p16"/>
          <p:cNvSpPr txBox="1">
            <a:spLocks noGrp="1"/>
          </p:cNvSpPr>
          <p:nvPr>
            <p:ph type="subTitle" idx="7"/>
          </p:nvPr>
        </p:nvSpPr>
        <p:spPr>
          <a:xfrm>
            <a:off x="2928525" y="2993438"/>
            <a:ext cx="23307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lt2"/>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64" name="Google Shape;264;p16"/>
          <p:cNvSpPr txBox="1">
            <a:spLocks noGrp="1"/>
          </p:cNvSpPr>
          <p:nvPr>
            <p:ph type="subTitle" idx="8"/>
          </p:nvPr>
        </p:nvSpPr>
        <p:spPr>
          <a:xfrm>
            <a:off x="6030025" y="2993438"/>
            <a:ext cx="23307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2"/>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65" name="Google Shape;265;p16"/>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266" name="Google Shape;266;p16"/>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267" name="Google Shape;267;p16"/>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268" name="Google Shape;268;p16"/>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269" name="Google Shape;269;p16"/>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270" name="Google Shape;270;p16"/>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271" name="Google Shape;271;p16"/>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272" name="Google Shape;272;p16"/>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273" name="Google Shape;273;p16"/>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274" name="Google Shape;274;p16"/>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275" name="Google Shape;275;p16"/>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276" name="Google Shape;276;p16"/>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277" name="Google Shape;277;p16"/>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278" name="Google Shape;278;p16"/>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279" name="Google Shape;279;p16"/>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six columns">
  <p:cSld name="CUSTOM_6">
    <p:spTree>
      <p:nvGrpSpPr>
        <p:cNvPr id="1" name="Shape 280"/>
        <p:cNvGrpSpPr/>
        <p:nvPr/>
      </p:nvGrpSpPr>
      <p:grpSpPr>
        <a:xfrm>
          <a:off x="0" y="0"/>
          <a:ext cx="0" cy="0"/>
          <a:chOff x="0" y="0"/>
          <a:chExt cx="0" cy="0"/>
        </a:xfrm>
      </p:grpSpPr>
      <p:sp>
        <p:nvSpPr>
          <p:cNvPr id="281" name="Google Shape;281;p17"/>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17"/>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17"/>
          <p:cNvSpPr txBox="1">
            <a:spLocks noGrp="1"/>
          </p:cNvSpPr>
          <p:nvPr>
            <p:ph type="subTitle" idx="1"/>
          </p:nvPr>
        </p:nvSpPr>
        <p:spPr>
          <a:xfrm>
            <a:off x="1679425" y="1587644"/>
            <a:ext cx="2508900" cy="531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84" name="Google Shape;284;p17"/>
          <p:cNvSpPr txBox="1">
            <a:spLocks noGrp="1"/>
          </p:cNvSpPr>
          <p:nvPr>
            <p:ph type="subTitle" idx="2"/>
          </p:nvPr>
        </p:nvSpPr>
        <p:spPr>
          <a:xfrm>
            <a:off x="1679425" y="1269900"/>
            <a:ext cx="25089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85" name="Google Shape;285;p17"/>
          <p:cNvSpPr txBox="1">
            <a:spLocks noGrp="1"/>
          </p:cNvSpPr>
          <p:nvPr>
            <p:ph type="subTitle" idx="3"/>
          </p:nvPr>
        </p:nvSpPr>
        <p:spPr>
          <a:xfrm>
            <a:off x="2536285" y="3541351"/>
            <a:ext cx="2508900" cy="531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86" name="Google Shape;286;p17"/>
          <p:cNvSpPr txBox="1">
            <a:spLocks noGrp="1"/>
          </p:cNvSpPr>
          <p:nvPr>
            <p:ph type="subTitle" idx="4"/>
          </p:nvPr>
        </p:nvSpPr>
        <p:spPr>
          <a:xfrm>
            <a:off x="2536286" y="3221450"/>
            <a:ext cx="25089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87" name="Google Shape;287;p17"/>
          <p:cNvSpPr txBox="1">
            <a:spLocks noGrp="1"/>
          </p:cNvSpPr>
          <p:nvPr>
            <p:ph type="subTitle" idx="5"/>
          </p:nvPr>
        </p:nvSpPr>
        <p:spPr>
          <a:xfrm>
            <a:off x="4994100" y="1577676"/>
            <a:ext cx="2508900" cy="531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88" name="Google Shape;288;p17"/>
          <p:cNvSpPr txBox="1">
            <a:spLocks noGrp="1"/>
          </p:cNvSpPr>
          <p:nvPr>
            <p:ph type="subTitle" idx="6"/>
          </p:nvPr>
        </p:nvSpPr>
        <p:spPr>
          <a:xfrm>
            <a:off x="4994100" y="1257775"/>
            <a:ext cx="25089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89" name="Google Shape;289;p17"/>
          <p:cNvSpPr txBox="1">
            <a:spLocks noGrp="1"/>
          </p:cNvSpPr>
          <p:nvPr>
            <p:ph type="subTitle" idx="7"/>
          </p:nvPr>
        </p:nvSpPr>
        <p:spPr>
          <a:xfrm>
            <a:off x="2099975" y="2564499"/>
            <a:ext cx="2508900" cy="531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90" name="Google Shape;290;p17"/>
          <p:cNvSpPr txBox="1">
            <a:spLocks noGrp="1"/>
          </p:cNvSpPr>
          <p:nvPr>
            <p:ph type="subTitle" idx="8"/>
          </p:nvPr>
        </p:nvSpPr>
        <p:spPr>
          <a:xfrm>
            <a:off x="2099975" y="2244588"/>
            <a:ext cx="25089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91" name="Google Shape;291;p17"/>
          <p:cNvSpPr txBox="1">
            <a:spLocks noGrp="1"/>
          </p:cNvSpPr>
          <p:nvPr>
            <p:ph type="subTitle" idx="9"/>
          </p:nvPr>
        </p:nvSpPr>
        <p:spPr>
          <a:xfrm>
            <a:off x="5414650" y="2564499"/>
            <a:ext cx="2508900" cy="531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92" name="Google Shape;292;p17"/>
          <p:cNvSpPr txBox="1">
            <a:spLocks noGrp="1"/>
          </p:cNvSpPr>
          <p:nvPr>
            <p:ph type="subTitle" idx="13"/>
          </p:nvPr>
        </p:nvSpPr>
        <p:spPr>
          <a:xfrm>
            <a:off x="5414650" y="2244588"/>
            <a:ext cx="25089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93" name="Google Shape;293;p17"/>
          <p:cNvSpPr txBox="1">
            <a:spLocks noGrp="1"/>
          </p:cNvSpPr>
          <p:nvPr>
            <p:ph type="subTitle" idx="14"/>
          </p:nvPr>
        </p:nvSpPr>
        <p:spPr>
          <a:xfrm>
            <a:off x="5846735" y="3551319"/>
            <a:ext cx="2508900" cy="531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94" name="Google Shape;294;p17"/>
          <p:cNvSpPr txBox="1">
            <a:spLocks noGrp="1"/>
          </p:cNvSpPr>
          <p:nvPr>
            <p:ph type="subTitle" idx="15"/>
          </p:nvPr>
        </p:nvSpPr>
        <p:spPr>
          <a:xfrm>
            <a:off x="5846736" y="3233575"/>
            <a:ext cx="25089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95" name="Google Shape;295;p17"/>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296" name="Google Shape;296;p17"/>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297" name="Google Shape;297;p17"/>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298" name="Google Shape;298;p17"/>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299" name="Google Shape;299;p17"/>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300" name="Google Shape;300;p17"/>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301" name="Google Shape;301;p17"/>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302" name="Google Shape;302;p17"/>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303" name="Google Shape;303;p17"/>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304" name="Google Shape;304;p17"/>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305" name="Google Shape;305;p17"/>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306" name="Google Shape;306;p17"/>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307" name="Google Shape;307;p17"/>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308" name="Google Shape;308;p17"/>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309" name="Google Shape;309;p17"/>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Numbers and text">
  <p:cSld name="CUSTOM_7">
    <p:spTree>
      <p:nvGrpSpPr>
        <p:cNvPr id="1" name="Shape 310"/>
        <p:cNvGrpSpPr/>
        <p:nvPr/>
      </p:nvGrpSpPr>
      <p:grpSpPr>
        <a:xfrm>
          <a:off x="0" y="0"/>
          <a:ext cx="0" cy="0"/>
          <a:chOff x="0" y="0"/>
          <a:chExt cx="0" cy="0"/>
        </a:xfrm>
      </p:grpSpPr>
      <p:sp>
        <p:nvSpPr>
          <p:cNvPr id="311" name="Google Shape;311;p18"/>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18"/>
          <p:cNvSpPr/>
          <p:nvPr/>
        </p:nvSpPr>
        <p:spPr>
          <a:xfrm>
            <a:off x="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18"/>
          <p:cNvSpPr txBox="1">
            <a:spLocks noGrp="1"/>
          </p:cNvSpPr>
          <p:nvPr>
            <p:ph type="title" hasCustomPrompt="1"/>
          </p:nvPr>
        </p:nvSpPr>
        <p:spPr>
          <a:xfrm>
            <a:off x="1134200" y="686250"/>
            <a:ext cx="5341200" cy="6375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5000">
                <a:solidFill>
                  <a:schemeClr val="dk2"/>
                </a:solidFill>
              </a:defRPr>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314" name="Google Shape;314;p18"/>
          <p:cNvSpPr txBox="1">
            <a:spLocks noGrp="1"/>
          </p:cNvSpPr>
          <p:nvPr>
            <p:ph type="subTitle" idx="1"/>
          </p:nvPr>
        </p:nvSpPr>
        <p:spPr>
          <a:xfrm>
            <a:off x="1664475" y="1323750"/>
            <a:ext cx="4810800" cy="3987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1400"/>
              <a:buNone/>
              <a:defRPr sz="1800">
                <a:solidFill>
                  <a:schemeClr val="accent3"/>
                </a:solidFill>
              </a:defRPr>
            </a:lvl1pPr>
            <a:lvl2pPr lvl="1" rtl="0">
              <a:spcBef>
                <a:spcPts val="0"/>
              </a:spcBef>
              <a:spcAft>
                <a:spcPts val="0"/>
              </a:spcAft>
              <a:buClr>
                <a:schemeClr val="dk1"/>
              </a:buClr>
              <a:buSzPts val="1400"/>
              <a:buNone/>
              <a:defRPr>
                <a:solidFill>
                  <a:schemeClr val="dk1"/>
                </a:solidFill>
              </a:defRPr>
            </a:lvl2pPr>
            <a:lvl3pPr lvl="2" rtl="0">
              <a:spcBef>
                <a:spcPts val="0"/>
              </a:spcBef>
              <a:spcAft>
                <a:spcPts val="0"/>
              </a:spcAft>
              <a:buClr>
                <a:schemeClr val="dk1"/>
              </a:buClr>
              <a:buSzPts val="1400"/>
              <a:buNone/>
              <a:defRPr>
                <a:solidFill>
                  <a:schemeClr val="dk1"/>
                </a:solidFill>
              </a:defRPr>
            </a:lvl3pPr>
            <a:lvl4pPr lvl="3" rtl="0">
              <a:spcBef>
                <a:spcPts val="0"/>
              </a:spcBef>
              <a:spcAft>
                <a:spcPts val="0"/>
              </a:spcAft>
              <a:buClr>
                <a:schemeClr val="dk1"/>
              </a:buClr>
              <a:buSzPts val="1400"/>
              <a:buNone/>
              <a:defRPr>
                <a:solidFill>
                  <a:schemeClr val="dk1"/>
                </a:solidFill>
              </a:defRPr>
            </a:lvl4pPr>
            <a:lvl5pPr lvl="4" rtl="0">
              <a:spcBef>
                <a:spcPts val="0"/>
              </a:spcBef>
              <a:spcAft>
                <a:spcPts val="0"/>
              </a:spcAft>
              <a:buClr>
                <a:schemeClr val="dk1"/>
              </a:buClr>
              <a:buSzPts val="1400"/>
              <a:buNone/>
              <a:defRPr>
                <a:solidFill>
                  <a:schemeClr val="dk1"/>
                </a:solidFill>
              </a:defRPr>
            </a:lvl5pPr>
            <a:lvl6pPr lvl="5" rtl="0">
              <a:spcBef>
                <a:spcPts val="0"/>
              </a:spcBef>
              <a:spcAft>
                <a:spcPts val="0"/>
              </a:spcAft>
              <a:buClr>
                <a:schemeClr val="dk1"/>
              </a:buClr>
              <a:buSzPts val="1400"/>
              <a:buNone/>
              <a:defRPr>
                <a:solidFill>
                  <a:schemeClr val="dk1"/>
                </a:solidFill>
              </a:defRPr>
            </a:lvl6pPr>
            <a:lvl7pPr lvl="6" rtl="0">
              <a:spcBef>
                <a:spcPts val="0"/>
              </a:spcBef>
              <a:spcAft>
                <a:spcPts val="0"/>
              </a:spcAft>
              <a:buClr>
                <a:schemeClr val="dk1"/>
              </a:buClr>
              <a:buSzPts val="1400"/>
              <a:buNone/>
              <a:defRPr>
                <a:solidFill>
                  <a:schemeClr val="dk1"/>
                </a:solidFill>
              </a:defRPr>
            </a:lvl7pPr>
            <a:lvl8pPr lvl="7" rtl="0">
              <a:spcBef>
                <a:spcPts val="0"/>
              </a:spcBef>
              <a:spcAft>
                <a:spcPts val="0"/>
              </a:spcAft>
              <a:buClr>
                <a:schemeClr val="dk1"/>
              </a:buClr>
              <a:buSzPts val="1400"/>
              <a:buNone/>
              <a:defRPr>
                <a:solidFill>
                  <a:schemeClr val="dk1"/>
                </a:solidFill>
              </a:defRPr>
            </a:lvl8pPr>
            <a:lvl9pPr lvl="8" rtl="0">
              <a:spcBef>
                <a:spcPts val="0"/>
              </a:spcBef>
              <a:spcAft>
                <a:spcPts val="0"/>
              </a:spcAft>
              <a:buClr>
                <a:schemeClr val="dk1"/>
              </a:buClr>
              <a:buSzPts val="1400"/>
              <a:buNone/>
              <a:defRPr>
                <a:solidFill>
                  <a:schemeClr val="dk1"/>
                </a:solidFill>
              </a:defRPr>
            </a:lvl9pPr>
          </a:lstStyle>
          <a:p>
            <a:endParaRPr/>
          </a:p>
        </p:txBody>
      </p:sp>
      <p:sp>
        <p:nvSpPr>
          <p:cNvPr id="315" name="Google Shape;315;p18"/>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316" name="Google Shape;316;p18"/>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317" name="Google Shape;317;p18"/>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318" name="Google Shape;318;p18"/>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319" name="Google Shape;319;p18"/>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320" name="Google Shape;320;p18"/>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321" name="Google Shape;321;p18"/>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322" name="Google Shape;322;p18"/>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323" name="Google Shape;323;p18"/>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324" name="Google Shape;324;p18"/>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325" name="Google Shape;325;p18"/>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326" name="Google Shape;326;p18"/>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327" name="Google Shape;327;p18"/>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328" name="Google Shape;328;p18"/>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329" name="Google Shape;329;p18"/>
          <p:cNvSpPr txBox="1">
            <a:spLocks noGrp="1"/>
          </p:cNvSpPr>
          <p:nvPr>
            <p:ph type="title" idx="2" hasCustomPrompt="1"/>
          </p:nvPr>
        </p:nvSpPr>
        <p:spPr>
          <a:xfrm>
            <a:off x="2100875" y="2016175"/>
            <a:ext cx="5106000" cy="4902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accent2"/>
                </a:solidFill>
              </a:defRPr>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330" name="Google Shape;330;p18"/>
          <p:cNvSpPr txBox="1">
            <a:spLocks noGrp="1"/>
          </p:cNvSpPr>
          <p:nvPr>
            <p:ph type="subTitle" idx="3"/>
          </p:nvPr>
        </p:nvSpPr>
        <p:spPr>
          <a:xfrm>
            <a:off x="2100875" y="2506366"/>
            <a:ext cx="5106000" cy="3987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1400"/>
              <a:buNone/>
              <a:defRPr sz="1600">
                <a:solidFill>
                  <a:schemeClr val="accent3"/>
                </a:solidFill>
              </a:defRPr>
            </a:lvl1pPr>
            <a:lvl2pPr lvl="1" rtl="0">
              <a:spcBef>
                <a:spcPts val="0"/>
              </a:spcBef>
              <a:spcAft>
                <a:spcPts val="0"/>
              </a:spcAft>
              <a:buClr>
                <a:schemeClr val="dk1"/>
              </a:buClr>
              <a:buSzPts val="1400"/>
              <a:buNone/>
              <a:defRPr>
                <a:solidFill>
                  <a:schemeClr val="dk1"/>
                </a:solidFill>
              </a:defRPr>
            </a:lvl2pPr>
            <a:lvl3pPr lvl="2" rtl="0">
              <a:spcBef>
                <a:spcPts val="0"/>
              </a:spcBef>
              <a:spcAft>
                <a:spcPts val="0"/>
              </a:spcAft>
              <a:buClr>
                <a:schemeClr val="dk1"/>
              </a:buClr>
              <a:buSzPts val="1400"/>
              <a:buNone/>
              <a:defRPr>
                <a:solidFill>
                  <a:schemeClr val="dk1"/>
                </a:solidFill>
              </a:defRPr>
            </a:lvl3pPr>
            <a:lvl4pPr lvl="3" rtl="0">
              <a:spcBef>
                <a:spcPts val="0"/>
              </a:spcBef>
              <a:spcAft>
                <a:spcPts val="0"/>
              </a:spcAft>
              <a:buClr>
                <a:schemeClr val="dk1"/>
              </a:buClr>
              <a:buSzPts val="1400"/>
              <a:buNone/>
              <a:defRPr>
                <a:solidFill>
                  <a:schemeClr val="dk1"/>
                </a:solidFill>
              </a:defRPr>
            </a:lvl4pPr>
            <a:lvl5pPr lvl="4" rtl="0">
              <a:spcBef>
                <a:spcPts val="0"/>
              </a:spcBef>
              <a:spcAft>
                <a:spcPts val="0"/>
              </a:spcAft>
              <a:buClr>
                <a:schemeClr val="dk1"/>
              </a:buClr>
              <a:buSzPts val="1400"/>
              <a:buNone/>
              <a:defRPr>
                <a:solidFill>
                  <a:schemeClr val="dk1"/>
                </a:solidFill>
              </a:defRPr>
            </a:lvl5pPr>
            <a:lvl6pPr lvl="5" rtl="0">
              <a:spcBef>
                <a:spcPts val="0"/>
              </a:spcBef>
              <a:spcAft>
                <a:spcPts val="0"/>
              </a:spcAft>
              <a:buClr>
                <a:schemeClr val="dk1"/>
              </a:buClr>
              <a:buSzPts val="1400"/>
              <a:buNone/>
              <a:defRPr>
                <a:solidFill>
                  <a:schemeClr val="dk1"/>
                </a:solidFill>
              </a:defRPr>
            </a:lvl6pPr>
            <a:lvl7pPr lvl="6" rtl="0">
              <a:spcBef>
                <a:spcPts val="0"/>
              </a:spcBef>
              <a:spcAft>
                <a:spcPts val="0"/>
              </a:spcAft>
              <a:buClr>
                <a:schemeClr val="dk1"/>
              </a:buClr>
              <a:buSzPts val="1400"/>
              <a:buNone/>
              <a:defRPr>
                <a:solidFill>
                  <a:schemeClr val="dk1"/>
                </a:solidFill>
              </a:defRPr>
            </a:lvl7pPr>
            <a:lvl8pPr lvl="7" rtl="0">
              <a:spcBef>
                <a:spcPts val="0"/>
              </a:spcBef>
              <a:spcAft>
                <a:spcPts val="0"/>
              </a:spcAft>
              <a:buClr>
                <a:schemeClr val="dk1"/>
              </a:buClr>
              <a:buSzPts val="1400"/>
              <a:buNone/>
              <a:defRPr>
                <a:solidFill>
                  <a:schemeClr val="dk1"/>
                </a:solidFill>
              </a:defRPr>
            </a:lvl8pPr>
            <a:lvl9pPr lvl="8" rtl="0">
              <a:spcBef>
                <a:spcPts val="0"/>
              </a:spcBef>
              <a:spcAft>
                <a:spcPts val="0"/>
              </a:spcAft>
              <a:buClr>
                <a:schemeClr val="dk1"/>
              </a:buClr>
              <a:buSzPts val="1400"/>
              <a:buNone/>
              <a:defRPr>
                <a:solidFill>
                  <a:schemeClr val="dk1"/>
                </a:solidFill>
              </a:defRPr>
            </a:lvl9pPr>
          </a:lstStyle>
          <a:p>
            <a:endParaRPr/>
          </a:p>
        </p:txBody>
      </p:sp>
      <p:sp>
        <p:nvSpPr>
          <p:cNvPr id="331" name="Google Shape;331;p18"/>
          <p:cNvSpPr txBox="1">
            <a:spLocks noGrp="1"/>
          </p:cNvSpPr>
          <p:nvPr>
            <p:ph type="title" idx="4" hasCustomPrompt="1"/>
          </p:nvPr>
        </p:nvSpPr>
        <p:spPr>
          <a:xfrm>
            <a:off x="2100875" y="3013959"/>
            <a:ext cx="5106000" cy="4902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accent1"/>
                </a:solidFill>
              </a:defRPr>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332" name="Google Shape;332;p18"/>
          <p:cNvSpPr txBox="1">
            <a:spLocks noGrp="1"/>
          </p:cNvSpPr>
          <p:nvPr>
            <p:ph type="subTitle" idx="5"/>
          </p:nvPr>
        </p:nvSpPr>
        <p:spPr>
          <a:xfrm>
            <a:off x="2100875" y="3504150"/>
            <a:ext cx="5106000" cy="3987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1400"/>
              <a:buNone/>
              <a:defRPr sz="1600">
                <a:solidFill>
                  <a:schemeClr val="accent3"/>
                </a:solidFill>
              </a:defRPr>
            </a:lvl1pPr>
            <a:lvl2pPr lvl="1" rtl="0">
              <a:spcBef>
                <a:spcPts val="0"/>
              </a:spcBef>
              <a:spcAft>
                <a:spcPts val="0"/>
              </a:spcAft>
              <a:buClr>
                <a:schemeClr val="dk1"/>
              </a:buClr>
              <a:buSzPts val="1400"/>
              <a:buNone/>
              <a:defRPr>
                <a:solidFill>
                  <a:schemeClr val="dk1"/>
                </a:solidFill>
              </a:defRPr>
            </a:lvl2pPr>
            <a:lvl3pPr lvl="2" rtl="0">
              <a:spcBef>
                <a:spcPts val="0"/>
              </a:spcBef>
              <a:spcAft>
                <a:spcPts val="0"/>
              </a:spcAft>
              <a:buClr>
                <a:schemeClr val="dk1"/>
              </a:buClr>
              <a:buSzPts val="1400"/>
              <a:buNone/>
              <a:defRPr>
                <a:solidFill>
                  <a:schemeClr val="dk1"/>
                </a:solidFill>
              </a:defRPr>
            </a:lvl3pPr>
            <a:lvl4pPr lvl="3" rtl="0">
              <a:spcBef>
                <a:spcPts val="0"/>
              </a:spcBef>
              <a:spcAft>
                <a:spcPts val="0"/>
              </a:spcAft>
              <a:buClr>
                <a:schemeClr val="dk1"/>
              </a:buClr>
              <a:buSzPts val="1400"/>
              <a:buNone/>
              <a:defRPr>
                <a:solidFill>
                  <a:schemeClr val="dk1"/>
                </a:solidFill>
              </a:defRPr>
            </a:lvl4pPr>
            <a:lvl5pPr lvl="4" rtl="0">
              <a:spcBef>
                <a:spcPts val="0"/>
              </a:spcBef>
              <a:spcAft>
                <a:spcPts val="0"/>
              </a:spcAft>
              <a:buClr>
                <a:schemeClr val="dk1"/>
              </a:buClr>
              <a:buSzPts val="1400"/>
              <a:buNone/>
              <a:defRPr>
                <a:solidFill>
                  <a:schemeClr val="dk1"/>
                </a:solidFill>
              </a:defRPr>
            </a:lvl5pPr>
            <a:lvl6pPr lvl="5" rtl="0">
              <a:spcBef>
                <a:spcPts val="0"/>
              </a:spcBef>
              <a:spcAft>
                <a:spcPts val="0"/>
              </a:spcAft>
              <a:buClr>
                <a:schemeClr val="dk1"/>
              </a:buClr>
              <a:buSzPts val="1400"/>
              <a:buNone/>
              <a:defRPr>
                <a:solidFill>
                  <a:schemeClr val="dk1"/>
                </a:solidFill>
              </a:defRPr>
            </a:lvl6pPr>
            <a:lvl7pPr lvl="6" rtl="0">
              <a:spcBef>
                <a:spcPts val="0"/>
              </a:spcBef>
              <a:spcAft>
                <a:spcPts val="0"/>
              </a:spcAft>
              <a:buClr>
                <a:schemeClr val="dk1"/>
              </a:buClr>
              <a:buSzPts val="1400"/>
              <a:buNone/>
              <a:defRPr>
                <a:solidFill>
                  <a:schemeClr val="dk1"/>
                </a:solidFill>
              </a:defRPr>
            </a:lvl7pPr>
            <a:lvl8pPr lvl="7" rtl="0">
              <a:spcBef>
                <a:spcPts val="0"/>
              </a:spcBef>
              <a:spcAft>
                <a:spcPts val="0"/>
              </a:spcAft>
              <a:buClr>
                <a:schemeClr val="dk1"/>
              </a:buClr>
              <a:buSzPts val="1400"/>
              <a:buNone/>
              <a:defRPr>
                <a:solidFill>
                  <a:schemeClr val="dk1"/>
                </a:solidFill>
              </a:defRPr>
            </a:lvl8pPr>
            <a:lvl9pPr lvl="8" rtl="0">
              <a:spcBef>
                <a:spcPts val="0"/>
              </a:spcBef>
              <a:spcAft>
                <a:spcPts val="0"/>
              </a:spcAft>
              <a:buClr>
                <a:schemeClr val="dk1"/>
              </a:buClr>
              <a:buSzPts val="1400"/>
              <a:buNone/>
              <a:defRPr>
                <a:solidFill>
                  <a:schemeClr val="dk1"/>
                </a:solidFill>
              </a:defRPr>
            </a:lvl9pPr>
          </a:lstStyle>
          <a:p>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ext">
  <p:cSld name="CUSTOM_8">
    <p:spTree>
      <p:nvGrpSpPr>
        <p:cNvPr id="1" name="Shape 333"/>
        <p:cNvGrpSpPr/>
        <p:nvPr/>
      </p:nvGrpSpPr>
      <p:grpSpPr>
        <a:xfrm>
          <a:off x="0" y="0"/>
          <a:ext cx="0" cy="0"/>
          <a:chOff x="0" y="0"/>
          <a:chExt cx="0" cy="0"/>
        </a:xfrm>
      </p:grpSpPr>
      <p:sp>
        <p:nvSpPr>
          <p:cNvPr id="334" name="Google Shape;334;p19"/>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19"/>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19"/>
          <p:cNvSpPr txBox="1">
            <a:spLocks noGrp="1"/>
          </p:cNvSpPr>
          <p:nvPr>
            <p:ph type="body" idx="1"/>
          </p:nvPr>
        </p:nvSpPr>
        <p:spPr>
          <a:xfrm>
            <a:off x="3306200" y="2227588"/>
            <a:ext cx="4694400" cy="751800"/>
          </a:xfrm>
          <a:prstGeom prst="rect">
            <a:avLst/>
          </a:prstGeom>
        </p:spPr>
        <p:txBody>
          <a:bodyPr spcFirstLastPara="1" wrap="square" lIns="91425" tIns="91425" rIns="91425" bIns="91425" anchor="ctr" anchorCtr="0">
            <a:noAutofit/>
          </a:bodyPr>
          <a:lstStyle>
            <a:lvl1pPr marL="457200" lvl="0" indent="-304800" rtl="0">
              <a:lnSpc>
                <a:spcPct val="100000"/>
              </a:lnSpc>
              <a:spcBef>
                <a:spcPts val="0"/>
              </a:spcBef>
              <a:spcAft>
                <a:spcPts val="0"/>
              </a:spcAft>
              <a:buClr>
                <a:schemeClr val="accent1"/>
              </a:buClr>
              <a:buSzPts val="1200"/>
              <a:buChar char="∗"/>
              <a:defRPr/>
            </a:lvl1pPr>
            <a:lvl2pPr marL="914400" lvl="1" indent="-317500" rtl="0">
              <a:lnSpc>
                <a:spcPct val="100000"/>
              </a:lnSpc>
              <a:spcBef>
                <a:spcPts val="0"/>
              </a:spcBef>
              <a:spcAft>
                <a:spcPts val="0"/>
              </a:spcAft>
              <a:buClr>
                <a:schemeClr val="lt2"/>
              </a:buClr>
              <a:buSzPts val="1400"/>
              <a:buFont typeface="Montserrat"/>
              <a:buChar char="○"/>
              <a:defRPr/>
            </a:lvl2pPr>
            <a:lvl3pPr marL="1371600" lvl="2" indent="-317500" rtl="0">
              <a:spcBef>
                <a:spcPts val="0"/>
              </a:spcBef>
              <a:spcAft>
                <a:spcPts val="0"/>
              </a:spcAft>
              <a:buClr>
                <a:schemeClr val="lt2"/>
              </a:buClr>
              <a:buSzPts val="1400"/>
              <a:buFont typeface="Montserrat"/>
              <a:buChar char="■"/>
              <a:defRPr/>
            </a:lvl3pPr>
            <a:lvl4pPr marL="1828800" lvl="3" indent="-317500" rtl="0">
              <a:spcBef>
                <a:spcPts val="0"/>
              </a:spcBef>
              <a:spcAft>
                <a:spcPts val="0"/>
              </a:spcAft>
              <a:buClr>
                <a:schemeClr val="lt2"/>
              </a:buClr>
              <a:buSzPts val="1400"/>
              <a:buFont typeface="Montserrat"/>
              <a:buChar char="●"/>
              <a:defRPr/>
            </a:lvl4pPr>
            <a:lvl5pPr marL="2286000" lvl="4" indent="-317500" rtl="0">
              <a:spcBef>
                <a:spcPts val="0"/>
              </a:spcBef>
              <a:spcAft>
                <a:spcPts val="0"/>
              </a:spcAft>
              <a:buClr>
                <a:schemeClr val="lt2"/>
              </a:buClr>
              <a:buSzPts val="1400"/>
              <a:buFont typeface="Montserrat"/>
              <a:buChar char="○"/>
              <a:defRPr/>
            </a:lvl5pPr>
            <a:lvl6pPr marL="2743200" lvl="5" indent="-317500" rtl="0">
              <a:spcBef>
                <a:spcPts val="0"/>
              </a:spcBef>
              <a:spcAft>
                <a:spcPts val="0"/>
              </a:spcAft>
              <a:buClr>
                <a:schemeClr val="lt2"/>
              </a:buClr>
              <a:buSzPts val="1400"/>
              <a:buFont typeface="Montserrat"/>
              <a:buChar char="■"/>
              <a:defRPr/>
            </a:lvl6pPr>
            <a:lvl7pPr marL="3200400" lvl="6" indent="-317500" rtl="0">
              <a:spcBef>
                <a:spcPts val="0"/>
              </a:spcBef>
              <a:spcAft>
                <a:spcPts val="0"/>
              </a:spcAft>
              <a:buClr>
                <a:schemeClr val="lt2"/>
              </a:buClr>
              <a:buSzPts val="1400"/>
              <a:buFont typeface="Montserrat"/>
              <a:buChar char="●"/>
              <a:defRPr/>
            </a:lvl7pPr>
            <a:lvl8pPr marL="3657600" lvl="7" indent="-317500" rtl="0">
              <a:spcBef>
                <a:spcPts val="0"/>
              </a:spcBef>
              <a:spcAft>
                <a:spcPts val="0"/>
              </a:spcAft>
              <a:buClr>
                <a:schemeClr val="lt2"/>
              </a:buClr>
              <a:buSzPts val="1400"/>
              <a:buFont typeface="Montserrat"/>
              <a:buChar char="○"/>
              <a:defRPr/>
            </a:lvl8pPr>
            <a:lvl9pPr marL="4114800" lvl="8" indent="-317500" rtl="0">
              <a:spcBef>
                <a:spcPts val="0"/>
              </a:spcBef>
              <a:spcAft>
                <a:spcPts val="0"/>
              </a:spcAft>
              <a:buClr>
                <a:schemeClr val="lt2"/>
              </a:buClr>
              <a:buSzPts val="1400"/>
              <a:buFont typeface="Montserrat"/>
              <a:buChar char="■"/>
              <a:defRPr/>
            </a:lvl9pPr>
          </a:lstStyle>
          <a:p>
            <a:endParaRPr/>
          </a:p>
        </p:txBody>
      </p:sp>
      <p:sp>
        <p:nvSpPr>
          <p:cNvPr id="337" name="Google Shape;337;p19"/>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338" name="Google Shape;338;p19"/>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339" name="Google Shape;339;p19"/>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340" name="Google Shape;340;p19"/>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341" name="Google Shape;341;p19"/>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342" name="Google Shape;342;p19"/>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343" name="Google Shape;343;p19"/>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344" name="Google Shape;344;p19"/>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345" name="Google Shape;345;p19"/>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346" name="Google Shape;346;p19"/>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347" name="Google Shape;347;p19"/>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348" name="Google Shape;348;p19"/>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349" name="Google Shape;349;p19"/>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350" name="Google Shape;350;p19"/>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351" name="Google Shape;351;p19"/>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52" name="Google Shape;352;p19"/>
          <p:cNvSpPr txBox="1">
            <a:spLocks noGrp="1"/>
          </p:cNvSpPr>
          <p:nvPr>
            <p:ph type="title" idx="2" hasCustomPrompt="1"/>
          </p:nvPr>
        </p:nvSpPr>
        <p:spPr>
          <a:xfrm flipH="1">
            <a:off x="2091200" y="2372263"/>
            <a:ext cx="1215000" cy="4623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2000">
                <a:solidFill>
                  <a:schemeClr val="accent2"/>
                </a:solidFill>
              </a:defRPr>
            </a:lvl1pPr>
            <a:lvl2pPr lvl="1" algn="r" rtl="0">
              <a:spcBef>
                <a:spcPts val="0"/>
              </a:spcBef>
              <a:spcAft>
                <a:spcPts val="0"/>
              </a:spcAft>
              <a:buSzPts val="2500"/>
              <a:buNone/>
              <a:defRPr sz="2500"/>
            </a:lvl2pPr>
            <a:lvl3pPr lvl="2" algn="r" rtl="0">
              <a:spcBef>
                <a:spcPts val="0"/>
              </a:spcBef>
              <a:spcAft>
                <a:spcPts val="0"/>
              </a:spcAft>
              <a:buSzPts val="2500"/>
              <a:buNone/>
              <a:defRPr sz="2500"/>
            </a:lvl3pPr>
            <a:lvl4pPr lvl="3" algn="r" rtl="0">
              <a:spcBef>
                <a:spcPts val="0"/>
              </a:spcBef>
              <a:spcAft>
                <a:spcPts val="0"/>
              </a:spcAft>
              <a:buSzPts val="2500"/>
              <a:buNone/>
              <a:defRPr sz="2500"/>
            </a:lvl4pPr>
            <a:lvl5pPr lvl="4" algn="r" rtl="0">
              <a:spcBef>
                <a:spcPts val="0"/>
              </a:spcBef>
              <a:spcAft>
                <a:spcPts val="0"/>
              </a:spcAft>
              <a:buSzPts val="2500"/>
              <a:buNone/>
              <a:defRPr sz="2500"/>
            </a:lvl5pPr>
            <a:lvl6pPr lvl="5" algn="r" rtl="0">
              <a:spcBef>
                <a:spcPts val="0"/>
              </a:spcBef>
              <a:spcAft>
                <a:spcPts val="0"/>
              </a:spcAft>
              <a:buSzPts val="2500"/>
              <a:buNone/>
              <a:defRPr sz="2500"/>
            </a:lvl6pPr>
            <a:lvl7pPr lvl="6" algn="r" rtl="0">
              <a:spcBef>
                <a:spcPts val="0"/>
              </a:spcBef>
              <a:spcAft>
                <a:spcPts val="0"/>
              </a:spcAft>
              <a:buSzPts val="2500"/>
              <a:buNone/>
              <a:defRPr sz="2500"/>
            </a:lvl7pPr>
            <a:lvl8pPr lvl="7" algn="r" rtl="0">
              <a:spcBef>
                <a:spcPts val="0"/>
              </a:spcBef>
              <a:spcAft>
                <a:spcPts val="0"/>
              </a:spcAft>
              <a:buSzPts val="2500"/>
              <a:buNone/>
              <a:defRPr sz="2500"/>
            </a:lvl8pPr>
            <a:lvl9pPr lvl="8" algn="r" rtl="0">
              <a:spcBef>
                <a:spcPts val="0"/>
              </a:spcBef>
              <a:spcAft>
                <a:spcPts val="0"/>
              </a:spcAft>
              <a:buSzPts val="2500"/>
              <a:buNone/>
              <a:defRPr sz="2500"/>
            </a:lvl9pPr>
          </a:lstStyle>
          <a:p>
            <a:r>
              <a:t>xx%</a:t>
            </a:r>
          </a:p>
        </p:txBody>
      </p:sp>
      <p:sp>
        <p:nvSpPr>
          <p:cNvPr id="353" name="Google Shape;353;p19"/>
          <p:cNvSpPr txBox="1">
            <a:spLocks noGrp="1"/>
          </p:cNvSpPr>
          <p:nvPr>
            <p:ph type="body" idx="3"/>
          </p:nvPr>
        </p:nvSpPr>
        <p:spPr>
          <a:xfrm>
            <a:off x="3739600" y="3164425"/>
            <a:ext cx="4694400" cy="751800"/>
          </a:xfrm>
          <a:prstGeom prst="rect">
            <a:avLst/>
          </a:prstGeom>
        </p:spPr>
        <p:txBody>
          <a:bodyPr spcFirstLastPara="1" wrap="square" lIns="91425" tIns="91425" rIns="91425" bIns="91425" anchor="ctr" anchorCtr="0">
            <a:noAutofit/>
          </a:bodyPr>
          <a:lstStyle>
            <a:lvl1pPr marL="457200" lvl="0" indent="-304800" rtl="0">
              <a:lnSpc>
                <a:spcPct val="100000"/>
              </a:lnSpc>
              <a:spcBef>
                <a:spcPts val="0"/>
              </a:spcBef>
              <a:spcAft>
                <a:spcPts val="0"/>
              </a:spcAft>
              <a:buClr>
                <a:schemeClr val="accent1"/>
              </a:buClr>
              <a:buSzPts val="1200"/>
              <a:buChar char="∗"/>
              <a:defRPr/>
            </a:lvl1pPr>
            <a:lvl2pPr marL="914400" lvl="1" indent="-317500" rtl="0">
              <a:lnSpc>
                <a:spcPct val="100000"/>
              </a:lnSpc>
              <a:spcBef>
                <a:spcPts val="0"/>
              </a:spcBef>
              <a:spcAft>
                <a:spcPts val="0"/>
              </a:spcAft>
              <a:buClr>
                <a:schemeClr val="lt2"/>
              </a:buClr>
              <a:buSzPts val="1400"/>
              <a:buFont typeface="Montserrat"/>
              <a:buChar char="○"/>
              <a:defRPr/>
            </a:lvl2pPr>
            <a:lvl3pPr marL="1371600" lvl="2" indent="-317500" rtl="0">
              <a:spcBef>
                <a:spcPts val="0"/>
              </a:spcBef>
              <a:spcAft>
                <a:spcPts val="0"/>
              </a:spcAft>
              <a:buClr>
                <a:schemeClr val="lt2"/>
              </a:buClr>
              <a:buSzPts val="1400"/>
              <a:buFont typeface="Montserrat"/>
              <a:buChar char="■"/>
              <a:defRPr/>
            </a:lvl3pPr>
            <a:lvl4pPr marL="1828800" lvl="3" indent="-317500" rtl="0">
              <a:spcBef>
                <a:spcPts val="0"/>
              </a:spcBef>
              <a:spcAft>
                <a:spcPts val="0"/>
              </a:spcAft>
              <a:buClr>
                <a:schemeClr val="lt2"/>
              </a:buClr>
              <a:buSzPts val="1400"/>
              <a:buFont typeface="Montserrat"/>
              <a:buChar char="●"/>
              <a:defRPr/>
            </a:lvl4pPr>
            <a:lvl5pPr marL="2286000" lvl="4" indent="-317500" rtl="0">
              <a:spcBef>
                <a:spcPts val="0"/>
              </a:spcBef>
              <a:spcAft>
                <a:spcPts val="0"/>
              </a:spcAft>
              <a:buClr>
                <a:schemeClr val="lt2"/>
              </a:buClr>
              <a:buSzPts val="1400"/>
              <a:buFont typeface="Montserrat"/>
              <a:buChar char="○"/>
              <a:defRPr/>
            </a:lvl5pPr>
            <a:lvl6pPr marL="2743200" lvl="5" indent="-317500" rtl="0">
              <a:spcBef>
                <a:spcPts val="0"/>
              </a:spcBef>
              <a:spcAft>
                <a:spcPts val="0"/>
              </a:spcAft>
              <a:buClr>
                <a:schemeClr val="lt2"/>
              </a:buClr>
              <a:buSzPts val="1400"/>
              <a:buFont typeface="Montserrat"/>
              <a:buChar char="■"/>
              <a:defRPr/>
            </a:lvl6pPr>
            <a:lvl7pPr marL="3200400" lvl="6" indent="-317500" rtl="0">
              <a:spcBef>
                <a:spcPts val="0"/>
              </a:spcBef>
              <a:spcAft>
                <a:spcPts val="0"/>
              </a:spcAft>
              <a:buClr>
                <a:schemeClr val="lt2"/>
              </a:buClr>
              <a:buSzPts val="1400"/>
              <a:buFont typeface="Montserrat"/>
              <a:buChar char="●"/>
              <a:defRPr/>
            </a:lvl7pPr>
            <a:lvl8pPr marL="3657600" lvl="7" indent="-317500" rtl="0">
              <a:spcBef>
                <a:spcPts val="0"/>
              </a:spcBef>
              <a:spcAft>
                <a:spcPts val="0"/>
              </a:spcAft>
              <a:buClr>
                <a:schemeClr val="lt2"/>
              </a:buClr>
              <a:buSzPts val="1400"/>
              <a:buFont typeface="Montserrat"/>
              <a:buChar char="○"/>
              <a:defRPr/>
            </a:lvl8pPr>
            <a:lvl9pPr marL="4114800" lvl="8" indent="-317500" rtl="0">
              <a:spcBef>
                <a:spcPts val="0"/>
              </a:spcBef>
              <a:spcAft>
                <a:spcPts val="0"/>
              </a:spcAft>
              <a:buClr>
                <a:schemeClr val="lt2"/>
              </a:buClr>
              <a:buSzPts val="1400"/>
              <a:buFont typeface="Montserrat"/>
              <a:buChar char="■"/>
              <a:defRPr/>
            </a:lvl9pPr>
          </a:lstStyle>
          <a:p>
            <a:endParaRPr/>
          </a:p>
        </p:txBody>
      </p:sp>
      <p:sp>
        <p:nvSpPr>
          <p:cNvPr id="354" name="Google Shape;354;p19"/>
          <p:cNvSpPr txBox="1">
            <a:spLocks noGrp="1"/>
          </p:cNvSpPr>
          <p:nvPr>
            <p:ph type="title" idx="4" hasCustomPrompt="1"/>
          </p:nvPr>
        </p:nvSpPr>
        <p:spPr>
          <a:xfrm flipH="1">
            <a:off x="2524600" y="3309175"/>
            <a:ext cx="1215000" cy="4623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2000">
                <a:solidFill>
                  <a:schemeClr val="accent2"/>
                </a:solidFill>
              </a:defRPr>
            </a:lvl1pPr>
            <a:lvl2pPr lvl="1" algn="r" rtl="0">
              <a:spcBef>
                <a:spcPts val="0"/>
              </a:spcBef>
              <a:spcAft>
                <a:spcPts val="0"/>
              </a:spcAft>
              <a:buSzPts val="2500"/>
              <a:buNone/>
              <a:defRPr sz="2500"/>
            </a:lvl2pPr>
            <a:lvl3pPr lvl="2" algn="r" rtl="0">
              <a:spcBef>
                <a:spcPts val="0"/>
              </a:spcBef>
              <a:spcAft>
                <a:spcPts val="0"/>
              </a:spcAft>
              <a:buSzPts val="2500"/>
              <a:buNone/>
              <a:defRPr sz="2500"/>
            </a:lvl3pPr>
            <a:lvl4pPr lvl="3" algn="r" rtl="0">
              <a:spcBef>
                <a:spcPts val="0"/>
              </a:spcBef>
              <a:spcAft>
                <a:spcPts val="0"/>
              </a:spcAft>
              <a:buSzPts val="2500"/>
              <a:buNone/>
              <a:defRPr sz="2500"/>
            </a:lvl4pPr>
            <a:lvl5pPr lvl="4" algn="r" rtl="0">
              <a:spcBef>
                <a:spcPts val="0"/>
              </a:spcBef>
              <a:spcAft>
                <a:spcPts val="0"/>
              </a:spcAft>
              <a:buSzPts val="2500"/>
              <a:buNone/>
              <a:defRPr sz="2500"/>
            </a:lvl5pPr>
            <a:lvl6pPr lvl="5" algn="r" rtl="0">
              <a:spcBef>
                <a:spcPts val="0"/>
              </a:spcBef>
              <a:spcAft>
                <a:spcPts val="0"/>
              </a:spcAft>
              <a:buSzPts val="2500"/>
              <a:buNone/>
              <a:defRPr sz="2500"/>
            </a:lvl6pPr>
            <a:lvl7pPr lvl="6" algn="r" rtl="0">
              <a:spcBef>
                <a:spcPts val="0"/>
              </a:spcBef>
              <a:spcAft>
                <a:spcPts val="0"/>
              </a:spcAft>
              <a:buSzPts val="2500"/>
              <a:buNone/>
              <a:defRPr sz="2500"/>
            </a:lvl7pPr>
            <a:lvl8pPr lvl="7" algn="r" rtl="0">
              <a:spcBef>
                <a:spcPts val="0"/>
              </a:spcBef>
              <a:spcAft>
                <a:spcPts val="0"/>
              </a:spcAft>
              <a:buSzPts val="2500"/>
              <a:buNone/>
              <a:defRPr sz="2500"/>
            </a:lvl8pPr>
            <a:lvl9pPr lvl="8" algn="r" rtl="0">
              <a:spcBef>
                <a:spcPts val="0"/>
              </a:spcBef>
              <a:spcAft>
                <a:spcPts val="0"/>
              </a:spcAft>
              <a:buSzPts val="2500"/>
              <a:buNone/>
              <a:defRPr sz="2500"/>
            </a:lvl9pPr>
          </a:lstStyle>
          <a:p>
            <a:r>
              <a:t>xx%</a:t>
            </a:r>
          </a:p>
        </p:txBody>
      </p:sp>
      <p:sp>
        <p:nvSpPr>
          <p:cNvPr id="355" name="Google Shape;355;p19"/>
          <p:cNvSpPr txBox="1">
            <a:spLocks noGrp="1"/>
          </p:cNvSpPr>
          <p:nvPr>
            <p:ph type="subTitle" idx="5"/>
          </p:nvPr>
        </p:nvSpPr>
        <p:spPr>
          <a:xfrm>
            <a:off x="1672200" y="1245150"/>
            <a:ext cx="5922000" cy="541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text 1">
  <p:cSld name="CUSTOM_9_1">
    <p:spTree>
      <p:nvGrpSpPr>
        <p:cNvPr id="1" name="Shape 356"/>
        <p:cNvGrpSpPr/>
        <p:nvPr/>
      </p:nvGrpSpPr>
      <p:grpSpPr>
        <a:xfrm>
          <a:off x="0" y="0"/>
          <a:ext cx="0" cy="0"/>
          <a:chOff x="0" y="0"/>
          <a:chExt cx="0" cy="0"/>
        </a:xfrm>
      </p:grpSpPr>
      <p:sp>
        <p:nvSpPr>
          <p:cNvPr id="357" name="Google Shape;357;p20"/>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20"/>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20"/>
          <p:cNvSpPr txBox="1">
            <a:spLocks noGrp="1"/>
          </p:cNvSpPr>
          <p:nvPr>
            <p:ph type="subTitle" idx="1"/>
          </p:nvPr>
        </p:nvSpPr>
        <p:spPr>
          <a:xfrm>
            <a:off x="1667256" y="2355825"/>
            <a:ext cx="2891100" cy="15663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1600"/>
              <a:buNone/>
              <a:defRPr sz="1600">
                <a:solidFill>
                  <a:schemeClr val="accent3"/>
                </a:solidFill>
              </a:defRPr>
            </a:lvl1pPr>
            <a:lvl2pPr lvl="1" rtl="0">
              <a:spcBef>
                <a:spcPts val="0"/>
              </a:spcBef>
              <a:spcAft>
                <a:spcPts val="0"/>
              </a:spcAft>
              <a:buClr>
                <a:schemeClr val="dk1"/>
              </a:buClr>
              <a:buSzPts val="1600"/>
              <a:buNone/>
              <a:defRPr sz="1600">
                <a:solidFill>
                  <a:schemeClr val="dk1"/>
                </a:solidFill>
              </a:defRPr>
            </a:lvl2pPr>
            <a:lvl3pPr lvl="2" rtl="0">
              <a:spcBef>
                <a:spcPts val="0"/>
              </a:spcBef>
              <a:spcAft>
                <a:spcPts val="0"/>
              </a:spcAft>
              <a:buClr>
                <a:schemeClr val="dk1"/>
              </a:buClr>
              <a:buSzPts val="1600"/>
              <a:buNone/>
              <a:defRPr sz="1600">
                <a:solidFill>
                  <a:schemeClr val="dk1"/>
                </a:solidFill>
              </a:defRPr>
            </a:lvl3pPr>
            <a:lvl4pPr lvl="3" rtl="0">
              <a:spcBef>
                <a:spcPts val="0"/>
              </a:spcBef>
              <a:spcAft>
                <a:spcPts val="0"/>
              </a:spcAft>
              <a:buClr>
                <a:schemeClr val="dk1"/>
              </a:buClr>
              <a:buSzPts val="1600"/>
              <a:buNone/>
              <a:defRPr sz="1600">
                <a:solidFill>
                  <a:schemeClr val="dk1"/>
                </a:solidFill>
              </a:defRPr>
            </a:lvl4pPr>
            <a:lvl5pPr lvl="4" rtl="0">
              <a:spcBef>
                <a:spcPts val="0"/>
              </a:spcBef>
              <a:spcAft>
                <a:spcPts val="0"/>
              </a:spcAft>
              <a:buClr>
                <a:schemeClr val="dk1"/>
              </a:buClr>
              <a:buSzPts val="1600"/>
              <a:buNone/>
              <a:defRPr sz="1600">
                <a:solidFill>
                  <a:schemeClr val="dk1"/>
                </a:solidFill>
              </a:defRPr>
            </a:lvl5pPr>
            <a:lvl6pPr lvl="5" rtl="0">
              <a:spcBef>
                <a:spcPts val="0"/>
              </a:spcBef>
              <a:spcAft>
                <a:spcPts val="0"/>
              </a:spcAft>
              <a:buClr>
                <a:schemeClr val="dk1"/>
              </a:buClr>
              <a:buSzPts val="1600"/>
              <a:buNone/>
              <a:defRPr sz="1600">
                <a:solidFill>
                  <a:schemeClr val="dk1"/>
                </a:solidFill>
              </a:defRPr>
            </a:lvl6pPr>
            <a:lvl7pPr lvl="6" rtl="0">
              <a:spcBef>
                <a:spcPts val="0"/>
              </a:spcBef>
              <a:spcAft>
                <a:spcPts val="0"/>
              </a:spcAft>
              <a:buClr>
                <a:schemeClr val="dk1"/>
              </a:buClr>
              <a:buSzPts val="1600"/>
              <a:buNone/>
              <a:defRPr sz="1600">
                <a:solidFill>
                  <a:schemeClr val="dk1"/>
                </a:solidFill>
              </a:defRPr>
            </a:lvl7pPr>
            <a:lvl8pPr lvl="7" rtl="0">
              <a:spcBef>
                <a:spcPts val="0"/>
              </a:spcBef>
              <a:spcAft>
                <a:spcPts val="0"/>
              </a:spcAft>
              <a:buClr>
                <a:schemeClr val="dk1"/>
              </a:buClr>
              <a:buSzPts val="1600"/>
              <a:buNone/>
              <a:defRPr sz="1600">
                <a:solidFill>
                  <a:schemeClr val="dk1"/>
                </a:solidFill>
              </a:defRPr>
            </a:lvl8pPr>
            <a:lvl9pPr lvl="8" rtl="0">
              <a:spcBef>
                <a:spcPts val="0"/>
              </a:spcBef>
              <a:spcAft>
                <a:spcPts val="0"/>
              </a:spcAft>
              <a:buClr>
                <a:schemeClr val="dk1"/>
              </a:buClr>
              <a:buSzPts val="1600"/>
              <a:buNone/>
              <a:defRPr sz="1600">
                <a:solidFill>
                  <a:schemeClr val="dk1"/>
                </a:solidFill>
              </a:defRPr>
            </a:lvl9pPr>
          </a:lstStyle>
          <a:p>
            <a:endParaRPr/>
          </a:p>
        </p:txBody>
      </p:sp>
      <p:sp>
        <p:nvSpPr>
          <p:cNvPr id="360" name="Google Shape;360;p20"/>
          <p:cNvSpPr txBox="1">
            <a:spLocks noGrp="1"/>
          </p:cNvSpPr>
          <p:nvPr>
            <p:ph type="title"/>
          </p:nvPr>
        </p:nvSpPr>
        <p:spPr>
          <a:xfrm>
            <a:off x="1121875" y="1183920"/>
            <a:ext cx="2891100" cy="11223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2"/>
              </a:buClr>
              <a:buSzPts val="2800"/>
              <a:buNone/>
              <a:defRPr>
                <a:solidFill>
                  <a:schemeClr val="dk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61" name="Google Shape;361;p20"/>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362" name="Google Shape;362;p20"/>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363" name="Google Shape;363;p20"/>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364" name="Google Shape;364;p20"/>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365" name="Google Shape;365;p20"/>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366" name="Google Shape;366;p20"/>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367" name="Google Shape;367;p20"/>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368" name="Google Shape;368;p20"/>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369" name="Google Shape;369;p20"/>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370" name="Google Shape;370;p20"/>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371" name="Google Shape;371;p20"/>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372" name="Google Shape;372;p20"/>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373" name="Google Shape;373;p20"/>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374" name="Google Shape;374;p20"/>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text 2">
  <p:cSld name="CUSTOM_9_1_1">
    <p:spTree>
      <p:nvGrpSpPr>
        <p:cNvPr id="1" name="Shape 375"/>
        <p:cNvGrpSpPr/>
        <p:nvPr/>
      </p:nvGrpSpPr>
      <p:grpSpPr>
        <a:xfrm>
          <a:off x="0" y="0"/>
          <a:ext cx="0" cy="0"/>
          <a:chOff x="0" y="0"/>
          <a:chExt cx="0" cy="0"/>
        </a:xfrm>
      </p:grpSpPr>
      <p:sp>
        <p:nvSpPr>
          <p:cNvPr id="376" name="Google Shape;376;p21"/>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21"/>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21"/>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379" name="Google Shape;379;p21"/>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380" name="Google Shape;380;p21"/>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381" name="Google Shape;381;p21"/>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382" name="Google Shape;382;p21"/>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383" name="Google Shape;383;p21"/>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384" name="Google Shape;384;p21"/>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385" name="Google Shape;385;p21"/>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386" name="Google Shape;386;p21"/>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387" name="Google Shape;387;p21"/>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388" name="Google Shape;388;p21"/>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389" name="Google Shape;389;p21"/>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390" name="Google Shape;390;p21"/>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391" name="Google Shape;391;p21"/>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392" name="Google Shape;392;p21"/>
          <p:cNvSpPr txBox="1">
            <a:spLocks noGrp="1"/>
          </p:cNvSpPr>
          <p:nvPr>
            <p:ph type="body" idx="1"/>
          </p:nvPr>
        </p:nvSpPr>
        <p:spPr>
          <a:xfrm>
            <a:off x="2090500" y="1956600"/>
            <a:ext cx="5111400" cy="21096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Clr>
                <a:schemeClr val="accent3"/>
              </a:buClr>
              <a:buSzPts val="1400"/>
              <a:buChar char="∗"/>
              <a:defRPr sz="2000">
                <a:solidFill>
                  <a:schemeClr val="accent3"/>
                </a:solidFill>
              </a:defRPr>
            </a:lvl1pPr>
            <a:lvl2pPr marL="914400" lvl="1" indent="-330200" rtl="0">
              <a:lnSpc>
                <a:spcPct val="100000"/>
              </a:lnSpc>
              <a:spcBef>
                <a:spcPts val="0"/>
              </a:spcBef>
              <a:spcAft>
                <a:spcPts val="0"/>
              </a:spcAft>
              <a:buClr>
                <a:schemeClr val="accent3"/>
              </a:buClr>
              <a:buSzPts val="1600"/>
              <a:buFont typeface="Montserrat"/>
              <a:buChar char="○"/>
              <a:defRPr sz="1200">
                <a:solidFill>
                  <a:schemeClr val="accent3"/>
                </a:solidFill>
              </a:defRPr>
            </a:lvl2pPr>
            <a:lvl3pPr marL="1371600" lvl="2" indent="-330200" rtl="0">
              <a:spcBef>
                <a:spcPts val="0"/>
              </a:spcBef>
              <a:spcAft>
                <a:spcPts val="0"/>
              </a:spcAft>
              <a:buClr>
                <a:schemeClr val="accent3"/>
              </a:buClr>
              <a:buSzPts val="1600"/>
              <a:buFont typeface="Montserrat"/>
              <a:buChar char="■"/>
              <a:defRPr>
                <a:solidFill>
                  <a:schemeClr val="accent3"/>
                </a:solidFill>
              </a:defRPr>
            </a:lvl3pPr>
            <a:lvl4pPr marL="1828800" lvl="3" indent="-330200" rtl="0">
              <a:spcBef>
                <a:spcPts val="0"/>
              </a:spcBef>
              <a:spcAft>
                <a:spcPts val="0"/>
              </a:spcAft>
              <a:buClr>
                <a:schemeClr val="accent3"/>
              </a:buClr>
              <a:buSzPts val="1600"/>
              <a:buFont typeface="Montserrat"/>
              <a:buChar char="●"/>
              <a:defRPr>
                <a:solidFill>
                  <a:schemeClr val="accent3"/>
                </a:solidFill>
              </a:defRPr>
            </a:lvl4pPr>
            <a:lvl5pPr marL="2286000" lvl="4" indent="-330200" rtl="0">
              <a:spcBef>
                <a:spcPts val="0"/>
              </a:spcBef>
              <a:spcAft>
                <a:spcPts val="0"/>
              </a:spcAft>
              <a:buClr>
                <a:schemeClr val="accent3"/>
              </a:buClr>
              <a:buSzPts val="1600"/>
              <a:buFont typeface="Montserrat"/>
              <a:buChar char="○"/>
              <a:defRPr>
                <a:solidFill>
                  <a:schemeClr val="accent3"/>
                </a:solidFill>
              </a:defRPr>
            </a:lvl5pPr>
            <a:lvl6pPr marL="2743200" lvl="5" indent="-330200" rtl="0">
              <a:spcBef>
                <a:spcPts val="0"/>
              </a:spcBef>
              <a:spcAft>
                <a:spcPts val="0"/>
              </a:spcAft>
              <a:buClr>
                <a:schemeClr val="accent3"/>
              </a:buClr>
              <a:buSzPts val="1600"/>
              <a:buFont typeface="Montserrat"/>
              <a:buChar char="■"/>
              <a:defRPr>
                <a:solidFill>
                  <a:schemeClr val="accent3"/>
                </a:solidFill>
              </a:defRPr>
            </a:lvl6pPr>
            <a:lvl7pPr marL="3200400" lvl="6" indent="-330200" rtl="0">
              <a:spcBef>
                <a:spcPts val="0"/>
              </a:spcBef>
              <a:spcAft>
                <a:spcPts val="0"/>
              </a:spcAft>
              <a:buClr>
                <a:schemeClr val="accent3"/>
              </a:buClr>
              <a:buSzPts val="1600"/>
              <a:buFont typeface="Montserrat"/>
              <a:buChar char="●"/>
              <a:defRPr>
                <a:solidFill>
                  <a:schemeClr val="accent3"/>
                </a:solidFill>
              </a:defRPr>
            </a:lvl7pPr>
            <a:lvl8pPr marL="3657600" lvl="7" indent="-330200" rtl="0">
              <a:spcBef>
                <a:spcPts val="0"/>
              </a:spcBef>
              <a:spcAft>
                <a:spcPts val="0"/>
              </a:spcAft>
              <a:buClr>
                <a:schemeClr val="accent3"/>
              </a:buClr>
              <a:buSzPts val="1600"/>
              <a:buFont typeface="Montserrat"/>
              <a:buChar char="○"/>
              <a:defRPr>
                <a:solidFill>
                  <a:schemeClr val="accent3"/>
                </a:solidFill>
              </a:defRPr>
            </a:lvl8pPr>
            <a:lvl9pPr marL="4114800" lvl="8" indent="-330200" rtl="0">
              <a:spcBef>
                <a:spcPts val="0"/>
              </a:spcBef>
              <a:spcAft>
                <a:spcPts val="0"/>
              </a:spcAft>
              <a:buClr>
                <a:schemeClr val="accent3"/>
              </a:buClr>
              <a:buSzPts val="1600"/>
              <a:buFont typeface="Montserrat"/>
              <a:buChar char="■"/>
              <a:defRPr>
                <a:solidFill>
                  <a:schemeClr val="accent3"/>
                </a:solidFill>
              </a:defRPr>
            </a:lvl9pPr>
          </a:lstStyle>
          <a:p>
            <a:endParaRPr/>
          </a:p>
        </p:txBody>
      </p:sp>
      <p:sp>
        <p:nvSpPr>
          <p:cNvPr id="393" name="Google Shape;393;p21"/>
          <p:cNvSpPr txBox="1">
            <a:spLocks noGrp="1"/>
          </p:cNvSpPr>
          <p:nvPr>
            <p:ph type="subTitle" idx="2"/>
          </p:nvPr>
        </p:nvSpPr>
        <p:spPr>
          <a:xfrm>
            <a:off x="1676975" y="1309850"/>
            <a:ext cx="5450700" cy="460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2000"/>
              <a:buNone/>
              <a:defRPr>
                <a:solidFill>
                  <a:schemeClr val="accent3"/>
                </a:solidFill>
              </a:defRPr>
            </a:lvl1pPr>
            <a:lvl2pPr lvl="1" algn="ctr" rtl="0">
              <a:lnSpc>
                <a:spcPct val="100000"/>
              </a:lnSpc>
              <a:spcBef>
                <a:spcPts val="0"/>
              </a:spcBef>
              <a:spcAft>
                <a:spcPts val="0"/>
              </a:spcAft>
              <a:buClr>
                <a:schemeClr val="accent3"/>
              </a:buClr>
              <a:buSzPts val="2000"/>
              <a:buNone/>
              <a:defRPr sz="2000" b="1">
                <a:solidFill>
                  <a:schemeClr val="accent3"/>
                </a:solidFill>
              </a:defRPr>
            </a:lvl2pPr>
            <a:lvl3pPr lvl="2" algn="ctr" rtl="0">
              <a:lnSpc>
                <a:spcPct val="100000"/>
              </a:lnSpc>
              <a:spcBef>
                <a:spcPts val="0"/>
              </a:spcBef>
              <a:spcAft>
                <a:spcPts val="0"/>
              </a:spcAft>
              <a:buClr>
                <a:schemeClr val="accent3"/>
              </a:buClr>
              <a:buSzPts val="2000"/>
              <a:buNone/>
              <a:defRPr sz="2000" b="1">
                <a:solidFill>
                  <a:schemeClr val="accent3"/>
                </a:solidFill>
              </a:defRPr>
            </a:lvl3pPr>
            <a:lvl4pPr lvl="3" algn="ctr" rtl="0">
              <a:lnSpc>
                <a:spcPct val="100000"/>
              </a:lnSpc>
              <a:spcBef>
                <a:spcPts val="0"/>
              </a:spcBef>
              <a:spcAft>
                <a:spcPts val="0"/>
              </a:spcAft>
              <a:buClr>
                <a:schemeClr val="accent3"/>
              </a:buClr>
              <a:buSzPts val="2000"/>
              <a:buNone/>
              <a:defRPr sz="2000" b="1">
                <a:solidFill>
                  <a:schemeClr val="accent3"/>
                </a:solidFill>
              </a:defRPr>
            </a:lvl4pPr>
            <a:lvl5pPr lvl="4" algn="ctr" rtl="0">
              <a:lnSpc>
                <a:spcPct val="100000"/>
              </a:lnSpc>
              <a:spcBef>
                <a:spcPts val="0"/>
              </a:spcBef>
              <a:spcAft>
                <a:spcPts val="0"/>
              </a:spcAft>
              <a:buClr>
                <a:schemeClr val="accent3"/>
              </a:buClr>
              <a:buSzPts val="2000"/>
              <a:buNone/>
              <a:defRPr sz="2000" b="1">
                <a:solidFill>
                  <a:schemeClr val="accent3"/>
                </a:solidFill>
              </a:defRPr>
            </a:lvl5pPr>
            <a:lvl6pPr lvl="5" algn="ctr" rtl="0">
              <a:lnSpc>
                <a:spcPct val="100000"/>
              </a:lnSpc>
              <a:spcBef>
                <a:spcPts val="0"/>
              </a:spcBef>
              <a:spcAft>
                <a:spcPts val="0"/>
              </a:spcAft>
              <a:buClr>
                <a:schemeClr val="accent3"/>
              </a:buClr>
              <a:buSzPts val="2000"/>
              <a:buNone/>
              <a:defRPr sz="2000" b="1">
                <a:solidFill>
                  <a:schemeClr val="accent3"/>
                </a:solidFill>
              </a:defRPr>
            </a:lvl6pPr>
            <a:lvl7pPr lvl="6" algn="ctr" rtl="0">
              <a:lnSpc>
                <a:spcPct val="100000"/>
              </a:lnSpc>
              <a:spcBef>
                <a:spcPts val="0"/>
              </a:spcBef>
              <a:spcAft>
                <a:spcPts val="0"/>
              </a:spcAft>
              <a:buClr>
                <a:schemeClr val="accent3"/>
              </a:buClr>
              <a:buSzPts val="2000"/>
              <a:buNone/>
              <a:defRPr sz="2000" b="1">
                <a:solidFill>
                  <a:schemeClr val="accent3"/>
                </a:solidFill>
              </a:defRPr>
            </a:lvl7pPr>
            <a:lvl8pPr lvl="7" algn="ctr" rtl="0">
              <a:lnSpc>
                <a:spcPct val="100000"/>
              </a:lnSpc>
              <a:spcBef>
                <a:spcPts val="0"/>
              </a:spcBef>
              <a:spcAft>
                <a:spcPts val="0"/>
              </a:spcAft>
              <a:buClr>
                <a:schemeClr val="accent3"/>
              </a:buClr>
              <a:buSzPts val="2000"/>
              <a:buNone/>
              <a:defRPr sz="2000" b="1">
                <a:solidFill>
                  <a:schemeClr val="accent3"/>
                </a:solidFill>
              </a:defRPr>
            </a:lvl8pPr>
            <a:lvl9pPr lvl="8" algn="ctr" rtl="0">
              <a:lnSpc>
                <a:spcPct val="100000"/>
              </a:lnSpc>
              <a:spcBef>
                <a:spcPts val="0"/>
              </a:spcBef>
              <a:spcAft>
                <a:spcPts val="0"/>
              </a:spcAft>
              <a:buClr>
                <a:schemeClr val="accent3"/>
              </a:buClr>
              <a:buSzPts val="2000"/>
              <a:buNone/>
              <a:defRPr sz="2000" b="1">
                <a:solidFill>
                  <a:schemeClr val="accent3"/>
                </a:solidFill>
              </a:defRPr>
            </a:lvl9pPr>
          </a:lstStyle>
          <a:p>
            <a:endParaRPr/>
          </a:p>
        </p:txBody>
      </p:sp>
      <p:sp>
        <p:nvSpPr>
          <p:cNvPr id="394" name="Google Shape;394;p21"/>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hanks">
  <p:cSld name="CUSTOM_1">
    <p:spTree>
      <p:nvGrpSpPr>
        <p:cNvPr id="1" name="Shape 395"/>
        <p:cNvGrpSpPr/>
        <p:nvPr/>
      </p:nvGrpSpPr>
      <p:grpSpPr>
        <a:xfrm>
          <a:off x="0" y="0"/>
          <a:ext cx="0" cy="0"/>
          <a:chOff x="0" y="0"/>
          <a:chExt cx="0" cy="0"/>
        </a:xfrm>
      </p:grpSpPr>
      <p:sp>
        <p:nvSpPr>
          <p:cNvPr id="396" name="Google Shape;396;p22"/>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22"/>
          <p:cNvSpPr/>
          <p:nvPr/>
        </p:nvSpPr>
        <p:spPr>
          <a:xfrm>
            <a:off x="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22"/>
          <p:cNvSpPr txBox="1">
            <a:spLocks noGrp="1"/>
          </p:cNvSpPr>
          <p:nvPr>
            <p:ph type="ctrTitle"/>
          </p:nvPr>
        </p:nvSpPr>
        <p:spPr>
          <a:xfrm>
            <a:off x="1139125" y="582056"/>
            <a:ext cx="3064500" cy="5394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2"/>
              </a:buClr>
              <a:buSzPts val="5200"/>
              <a:buNone/>
              <a:defRPr/>
            </a:lvl1pPr>
            <a:lvl2pPr lvl="1" algn="ctr" rtl="0">
              <a:spcBef>
                <a:spcPts val="0"/>
              </a:spcBef>
              <a:spcAft>
                <a:spcPts val="0"/>
              </a:spcAft>
              <a:buSzPts val="5200"/>
              <a:buNone/>
              <a:defRPr sz="5200"/>
            </a:lvl2pPr>
            <a:lvl3pPr lvl="2" algn="ctr" rtl="0">
              <a:spcBef>
                <a:spcPts val="0"/>
              </a:spcBef>
              <a:spcAft>
                <a:spcPts val="0"/>
              </a:spcAft>
              <a:buSzPts val="5200"/>
              <a:buNone/>
              <a:defRPr sz="5200"/>
            </a:lvl3pPr>
            <a:lvl4pPr lvl="3" algn="ctr" rtl="0">
              <a:spcBef>
                <a:spcPts val="0"/>
              </a:spcBef>
              <a:spcAft>
                <a:spcPts val="0"/>
              </a:spcAft>
              <a:buSzPts val="5200"/>
              <a:buNone/>
              <a:defRPr sz="5200"/>
            </a:lvl4pPr>
            <a:lvl5pPr lvl="4" algn="ctr" rtl="0">
              <a:spcBef>
                <a:spcPts val="0"/>
              </a:spcBef>
              <a:spcAft>
                <a:spcPts val="0"/>
              </a:spcAft>
              <a:buSzPts val="5200"/>
              <a:buNone/>
              <a:defRPr sz="5200"/>
            </a:lvl5pPr>
            <a:lvl6pPr lvl="5" algn="ctr" rtl="0">
              <a:spcBef>
                <a:spcPts val="0"/>
              </a:spcBef>
              <a:spcAft>
                <a:spcPts val="0"/>
              </a:spcAft>
              <a:buSzPts val="5200"/>
              <a:buNone/>
              <a:defRPr sz="5200"/>
            </a:lvl6pPr>
            <a:lvl7pPr lvl="6" algn="ctr" rtl="0">
              <a:spcBef>
                <a:spcPts val="0"/>
              </a:spcBef>
              <a:spcAft>
                <a:spcPts val="0"/>
              </a:spcAft>
              <a:buSzPts val="5200"/>
              <a:buNone/>
              <a:defRPr sz="5200"/>
            </a:lvl7pPr>
            <a:lvl8pPr lvl="7" algn="ctr" rtl="0">
              <a:spcBef>
                <a:spcPts val="0"/>
              </a:spcBef>
              <a:spcAft>
                <a:spcPts val="0"/>
              </a:spcAft>
              <a:buSzPts val="5200"/>
              <a:buNone/>
              <a:defRPr sz="5200"/>
            </a:lvl8pPr>
            <a:lvl9pPr lvl="8" algn="ctr" rtl="0">
              <a:spcBef>
                <a:spcPts val="0"/>
              </a:spcBef>
              <a:spcAft>
                <a:spcPts val="0"/>
              </a:spcAft>
              <a:buSzPts val="5200"/>
              <a:buNone/>
              <a:defRPr sz="5200"/>
            </a:lvl9pPr>
          </a:lstStyle>
          <a:p>
            <a:endParaRPr/>
          </a:p>
        </p:txBody>
      </p:sp>
      <p:sp>
        <p:nvSpPr>
          <p:cNvPr id="399" name="Google Shape;399;p22"/>
          <p:cNvSpPr txBox="1">
            <a:spLocks noGrp="1"/>
          </p:cNvSpPr>
          <p:nvPr>
            <p:ph type="subTitle" idx="1"/>
          </p:nvPr>
        </p:nvSpPr>
        <p:spPr>
          <a:xfrm>
            <a:off x="2064825" y="1695725"/>
            <a:ext cx="3720600" cy="7020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800"/>
              <a:buNone/>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400" name="Google Shape;400;p22"/>
          <p:cNvSpPr txBox="1">
            <a:spLocks noGrp="1"/>
          </p:cNvSpPr>
          <p:nvPr>
            <p:ph type="subTitle" idx="2"/>
          </p:nvPr>
        </p:nvSpPr>
        <p:spPr>
          <a:xfrm>
            <a:off x="1570575" y="1261025"/>
            <a:ext cx="4572000" cy="4347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800"/>
              <a:buNone/>
              <a:defRPr sz="2000">
                <a:solidFill>
                  <a:schemeClr val="accent2"/>
                </a:solidFill>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401" name="Google Shape;401;p22"/>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402" name="Google Shape;402;p22"/>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403" name="Google Shape;403;p22"/>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404" name="Google Shape;404;p22"/>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405" name="Google Shape;405;p22"/>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406" name="Google Shape;406;p22"/>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407" name="Google Shape;407;p22"/>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408" name="Google Shape;408;p22"/>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409" name="Google Shape;409;p22"/>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410" name="Google Shape;410;p22"/>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411" name="Google Shape;411;p22"/>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412" name="Google Shape;412;p22"/>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413" name="Google Shape;413;p22"/>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414" name="Google Shape;414;p22"/>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415" name="Google Shape;415;p22"/>
          <p:cNvSpPr txBox="1"/>
          <p:nvPr/>
        </p:nvSpPr>
        <p:spPr>
          <a:xfrm>
            <a:off x="2912425" y="3087263"/>
            <a:ext cx="4418100" cy="638400"/>
          </a:xfrm>
          <a:prstGeom prst="rect">
            <a:avLst/>
          </a:prstGeom>
          <a:no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r>
              <a:rPr lang="en" sz="1200">
                <a:solidFill>
                  <a:schemeClr val="accent3"/>
                </a:solidFill>
                <a:latin typeface="Fira Code"/>
                <a:ea typeface="Fira Code"/>
                <a:cs typeface="Fira Code"/>
                <a:sym typeface="Fira Code"/>
              </a:rPr>
              <a:t>CREDITS: This presentation template was created by </a:t>
            </a:r>
            <a:r>
              <a:rPr lang="en" sz="1200" b="1">
                <a:solidFill>
                  <a:schemeClr val="accent3"/>
                </a:solidFill>
                <a:uFill>
                  <a:noFill/>
                </a:uFill>
                <a:latin typeface="Fira Code"/>
                <a:ea typeface="Fira Code"/>
                <a:cs typeface="Fira Code"/>
                <a:sym typeface="Fira Code"/>
                <a:hlinkClick r:id="rId2">
                  <a:extLst>
                    <a:ext uri="{A12FA001-AC4F-418D-AE19-62706E023703}">
                      <ahyp:hlinkClr xmlns:ahyp="http://schemas.microsoft.com/office/drawing/2018/hyperlinkcolor" val="tx"/>
                    </a:ext>
                  </a:extLst>
                </a:hlinkClick>
              </a:rPr>
              <a:t>Slidesgo</a:t>
            </a:r>
            <a:r>
              <a:rPr lang="en" sz="1200">
                <a:solidFill>
                  <a:schemeClr val="accent3"/>
                </a:solidFill>
                <a:latin typeface="Fira Code"/>
                <a:ea typeface="Fira Code"/>
                <a:cs typeface="Fira Code"/>
                <a:sym typeface="Fira Code"/>
              </a:rPr>
              <a:t>, including icons by </a:t>
            </a:r>
            <a:r>
              <a:rPr lang="en" sz="1200" b="1">
                <a:solidFill>
                  <a:schemeClr val="accent3"/>
                </a:solidFill>
                <a:uFill>
                  <a:noFill/>
                </a:uFill>
                <a:latin typeface="Fira Code"/>
                <a:ea typeface="Fira Code"/>
                <a:cs typeface="Fira Code"/>
                <a:sym typeface="Fira Code"/>
                <a:hlinkClick r:id="rId3">
                  <a:extLst>
                    <a:ext uri="{A12FA001-AC4F-418D-AE19-62706E023703}">
                      <ahyp:hlinkClr xmlns:ahyp="http://schemas.microsoft.com/office/drawing/2018/hyperlinkcolor" val="tx"/>
                    </a:ext>
                  </a:extLst>
                </a:hlinkClick>
              </a:rPr>
              <a:t>Flaticon</a:t>
            </a:r>
            <a:r>
              <a:rPr lang="en" sz="1200">
                <a:solidFill>
                  <a:schemeClr val="accent3"/>
                </a:solidFill>
                <a:latin typeface="Fira Code"/>
                <a:ea typeface="Fira Code"/>
                <a:cs typeface="Fira Code"/>
                <a:sym typeface="Fira Code"/>
              </a:rPr>
              <a:t>, and infographics &amp; images by </a:t>
            </a:r>
            <a:r>
              <a:rPr lang="en" sz="1200" b="1">
                <a:solidFill>
                  <a:schemeClr val="accent3"/>
                </a:solidFill>
                <a:uFill>
                  <a:noFill/>
                </a:uFill>
                <a:latin typeface="Fira Code"/>
                <a:ea typeface="Fira Code"/>
                <a:cs typeface="Fira Code"/>
                <a:sym typeface="Fira Code"/>
                <a:hlinkClick r:id="rId4">
                  <a:extLst>
                    <a:ext uri="{A12FA001-AC4F-418D-AE19-62706E023703}">
                      <ahyp:hlinkClr xmlns:ahyp="http://schemas.microsoft.com/office/drawing/2018/hyperlinkcolor" val="tx"/>
                    </a:ext>
                  </a:extLst>
                </a:hlinkClick>
              </a:rPr>
              <a:t>Freepik</a:t>
            </a:r>
            <a:endParaRPr sz="1200" b="1" u="sng">
              <a:solidFill>
                <a:schemeClr val="accent3"/>
              </a:solidFill>
              <a:latin typeface="Fira Code"/>
              <a:ea typeface="Fira Code"/>
              <a:cs typeface="Fira Code"/>
              <a:sym typeface="Fira Code"/>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Background ">
  <p:cSld name="CUSTOM_9">
    <p:spTree>
      <p:nvGrpSpPr>
        <p:cNvPr id="1" name="Shape 416"/>
        <p:cNvGrpSpPr/>
        <p:nvPr/>
      </p:nvGrpSpPr>
      <p:grpSpPr>
        <a:xfrm>
          <a:off x="0" y="0"/>
          <a:ext cx="0" cy="0"/>
          <a:chOff x="0" y="0"/>
          <a:chExt cx="0" cy="0"/>
        </a:xfrm>
      </p:grpSpPr>
      <p:sp>
        <p:nvSpPr>
          <p:cNvPr id="417" name="Google Shape;417;p23"/>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23"/>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23"/>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420" name="Google Shape;420;p23"/>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421" name="Google Shape;421;p23"/>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422" name="Google Shape;422;p23"/>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423" name="Google Shape;423;p23"/>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424" name="Google Shape;424;p23"/>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425" name="Google Shape;425;p23"/>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426" name="Google Shape;426;p23"/>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427" name="Google Shape;427;p23"/>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428" name="Google Shape;428;p23"/>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429" name="Google Shape;429;p23"/>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430" name="Google Shape;430;p23"/>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431" name="Google Shape;431;p23"/>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432" name="Google Shape;432;p23"/>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Background  1">
  <p:cSld name="CUSTOM_9_2">
    <p:spTree>
      <p:nvGrpSpPr>
        <p:cNvPr id="1" name="Shape 433"/>
        <p:cNvGrpSpPr/>
        <p:nvPr/>
      </p:nvGrpSpPr>
      <p:grpSpPr>
        <a:xfrm>
          <a:off x="0" y="0"/>
          <a:ext cx="0" cy="0"/>
          <a:chOff x="0" y="0"/>
          <a:chExt cx="0" cy="0"/>
        </a:xfrm>
      </p:grpSpPr>
      <p:sp>
        <p:nvSpPr>
          <p:cNvPr id="434" name="Google Shape;434;p24"/>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24"/>
          <p:cNvSpPr/>
          <p:nvPr/>
        </p:nvSpPr>
        <p:spPr>
          <a:xfrm>
            <a:off x="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24"/>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437" name="Google Shape;437;p24"/>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438" name="Google Shape;438;p24"/>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439" name="Google Shape;439;p24"/>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440" name="Google Shape;440;p24"/>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441" name="Google Shape;441;p24"/>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442" name="Google Shape;442;p24"/>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443" name="Google Shape;443;p24"/>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444" name="Google Shape;444;p24"/>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445" name="Google Shape;445;p24"/>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446" name="Google Shape;446;p24"/>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447" name="Google Shape;447;p24"/>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448" name="Google Shape;448;p24"/>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449" name="Google Shape;449;p24"/>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453"/>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theme" Target="../theme/theme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2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accent5"/>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311700" y="445025"/>
            <a:ext cx="8520600" cy="5727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lt1"/>
              </a:buClr>
              <a:buSzPts val="2800"/>
              <a:buFont typeface="Fira Code"/>
              <a:buNone/>
              <a:defRPr sz="2800">
                <a:solidFill>
                  <a:schemeClr val="lt1"/>
                </a:solidFill>
                <a:latin typeface="Fira Code"/>
                <a:ea typeface="Fira Code"/>
                <a:cs typeface="Fira Code"/>
                <a:sym typeface="Fira Code"/>
              </a:defRPr>
            </a:lvl1pPr>
            <a:lvl2pPr lvl="1">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2pPr>
            <a:lvl3pPr lvl="2">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3pPr>
            <a:lvl4pPr lvl="3">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4pPr>
            <a:lvl5pPr lvl="4">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5pPr>
            <a:lvl6pPr lvl="5">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6pPr>
            <a:lvl7pPr lvl="6">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7pPr>
            <a:lvl8pPr lvl="7">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8pPr>
            <a:lvl9pPr lvl="8">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9pPr>
          </a:lstStyle>
          <a:p>
            <a:endParaRPr/>
          </a:p>
        </p:txBody>
      </p:sp>
      <p:sp>
        <p:nvSpPr>
          <p:cNvPr id="7" name="Google Shape;7;p1"/>
          <p:cNvSpPr txBox="1">
            <a:spLocks noGrp="1"/>
          </p:cNvSpPr>
          <p:nvPr>
            <p:ph type="body" idx="1"/>
          </p:nvPr>
        </p:nvSpPr>
        <p:spPr>
          <a:xfrm>
            <a:off x="311700" y="1152475"/>
            <a:ext cx="8520600" cy="3416400"/>
          </a:xfrm>
          <a:prstGeom prst="rect">
            <a:avLst/>
          </a:prstGeom>
          <a:noFill/>
          <a:ln>
            <a:noFill/>
          </a:ln>
        </p:spPr>
        <p:txBody>
          <a:bodyPr spcFirstLastPara="1" wrap="square" lIns="91425" tIns="91425" rIns="91425" bIns="91425" anchor="ctr" anchorCtr="0">
            <a:noAutofit/>
          </a:bodyPr>
          <a:lstStyle>
            <a:lvl1pPr marL="457200" lvl="0"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1pPr>
            <a:lvl2pPr marL="914400" lvl="1"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2pPr>
            <a:lvl3pPr marL="1371600" lvl="2"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3pPr>
            <a:lvl4pPr marL="1828800" lvl="3"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4pPr>
            <a:lvl5pPr marL="2286000" lvl="4"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5pPr>
            <a:lvl6pPr marL="2743200" lvl="5"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6pPr>
            <a:lvl7pPr marL="3200400" lvl="6"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7pPr>
            <a:lvl8pPr marL="3657600" lvl="7"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8pPr>
            <a:lvl9pPr marL="4114800" lvl="8"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450"/>
        <p:cNvGrpSpPr/>
        <p:nvPr/>
      </p:nvGrpSpPr>
      <p:grpSpPr>
        <a:xfrm>
          <a:off x="0" y="0"/>
          <a:ext cx="0" cy="0"/>
          <a:chOff x="0" y="0"/>
          <a:chExt cx="0" cy="0"/>
        </a:xfrm>
      </p:grpSpPr>
      <p:sp>
        <p:nvSpPr>
          <p:cNvPr id="451" name="Google Shape;451;p25"/>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452" name="Google Shape;452;p25"/>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1" r:id="rId1"/>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2.xml"/><Relationship Id="rId1" Type="http://schemas.openxmlformats.org/officeDocument/2006/relationships/slideLayout" Target="../slideLayouts/slideLayout9.xml"/></Relationships>
</file>

<file path=ppt/slides/_rels/slide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4.xml"/><Relationship Id="rId1" Type="http://schemas.openxmlformats.org/officeDocument/2006/relationships/slideLayout" Target="../slideLayouts/slideLayout3.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7.xml"/><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8.xml"/><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3.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3.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3.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2.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4.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8.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5.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14.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5.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18.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7.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3" Type="http://schemas.openxmlformats.org/officeDocument/2006/relationships/hyperlink" Target="https://docs.google.com/spreadsheets/d/1TLE99EgLRE6WyC091HlDA5Bb_giY0U68E4eKuiK0Gz4/copy#gid=1654711040" TargetMode="External"/><Relationship Id="rId2" Type="http://schemas.openxmlformats.org/officeDocument/2006/relationships/notesSlide" Target="../notesSlides/notesSlide26.xml"/><Relationship Id="rId1" Type="http://schemas.openxmlformats.org/officeDocument/2006/relationships/slideLayout" Target="../slideLayouts/slideLayout5.xml"/><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image" Target="../media/image7.png"/></Relationships>
</file>

<file path=ppt/slides/_rels/slide27.xml.rels><?xml version="1.0" encoding="UTF-8" standalone="yes"?>
<Relationships xmlns="http://schemas.openxmlformats.org/package/2006/relationships"><Relationship Id="rId3" Type="http://schemas.openxmlformats.org/officeDocument/2006/relationships/image" Target="../media/image8.jpg"/><Relationship Id="rId2" Type="http://schemas.openxmlformats.org/officeDocument/2006/relationships/notesSlide" Target="../notesSlides/notesSlide27.xml"/><Relationship Id="rId1" Type="http://schemas.openxmlformats.org/officeDocument/2006/relationships/slideLayout" Target="../slideLayouts/slideLayout6.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10.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13.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16.xml"/></Relationships>
</file>

<file path=ppt/slides/_rels/slide33.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33.xml"/><Relationship Id="rId1" Type="http://schemas.openxmlformats.org/officeDocument/2006/relationships/slideLayout" Target="../slideLayouts/slideLayout19.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1.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5.xml"/></Relationships>
</file>

<file path=ppt/slides/_rels/slide36.xml.rels><?xml version="1.0" encoding="UTF-8" standalone="yes"?>
<Relationships xmlns="http://schemas.openxmlformats.org/package/2006/relationships"><Relationship Id="rId3" Type="http://schemas.openxmlformats.org/officeDocument/2006/relationships/hyperlink" Target="https://www.freepik.com/free-photo/portrait-hacker_4474742.htm#page=1&amp;query=FREEPIK%20hacker&amp;position=42/?utm_source=slidesgo_template&amp;utm_medium=referral-link&amp;utm_campaign=sg_resources&amp;utm_content=freepik" TargetMode="External"/><Relationship Id="rId2" Type="http://schemas.openxmlformats.org/officeDocument/2006/relationships/notesSlide" Target="../notesSlides/notesSlide36.xml"/><Relationship Id="rId1" Type="http://schemas.openxmlformats.org/officeDocument/2006/relationships/slideLayout" Target="../slideLayouts/slideLayout20.xml"/><Relationship Id="rId4" Type="http://schemas.openxmlformats.org/officeDocument/2006/relationships/hyperlink" Target="https://www.freepik.com/free-photo/portrait-hacker_4474758.htm#page=1&amp;query=FREEPIK%20hacker&amp;position=33/?utm_source=slidesgo_template&amp;utm_medium=referral-link&amp;utm_campaign=sg_resources&amp;utm_content=freepik" TargetMode="External"/></Relationships>
</file>

<file path=ppt/slides/_rels/slide37.xml.rels><?xml version="1.0" encoding="UTF-8" standalone="yes"?>
<Relationships xmlns="http://schemas.openxmlformats.org/package/2006/relationships"><Relationship Id="rId3" Type="http://schemas.openxmlformats.org/officeDocument/2006/relationships/hyperlink" Target="https://www.freepik.com/free-photo/close-up-hacker_4474746.htm/?utm_source=slidesgo_template&amp;utm_medium=referral-link&amp;utm_campaign=sg_resources&amp;utm_content=freepik" TargetMode="External"/><Relationship Id="rId2" Type="http://schemas.openxmlformats.org/officeDocument/2006/relationships/notesSlide" Target="../notesSlides/notesSlide37.xml"/><Relationship Id="rId1" Type="http://schemas.openxmlformats.org/officeDocument/2006/relationships/slideLayout" Target="../slideLayouts/slideLayout20.xml"/><Relationship Id="rId5" Type="http://schemas.openxmlformats.org/officeDocument/2006/relationships/hyperlink" Target="https://www.flaticon.es/packs/web-design-62?word=web%20design&amp;k=1628502920865/?utm_source=slidesgo_template&amp;utm_medium=referral-link&amp;utm_campaign=sg_resources&amp;utm_content=flaticon" TargetMode="External"/><Relationship Id="rId4" Type="http://schemas.openxmlformats.org/officeDocument/2006/relationships/hyperlink" Target="https://www.freepik.com/free-photo/medium-shot-woman-working-computer_15479647.htm#page=1&amp;query=FREEPIK%20computer&amp;position=2/?utm_source=slidesgo_template&amp;utm_medium=referral-link&amp;utm_campaign=sg_resources&amp;utm_content=freepik" TargetMode="External"/></Relationships>
</file>

<file path=ppt/slides/_rels/slide38.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38.xml"/><Relationship Id="rId1" Type="http://schemas.openxmlformats.org/officeDocument/2006/relationships/slideLayout" Target="../slideLayouts/slideLayout24.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34.xml"/></Relationships>
</file>

<file path=ppt/slides/_rels/slide39.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39.xml"/><Relationship Id="rId1" Type="http://schemas.openxmlformats.org/officeDocument/2006/relationships/slideLayout" Target="../slideLayouts/slideLayout24.xml"/><Relationship Id="rId5" Type="http://schemas.openxmlformats.org/officeDocument/2006/relationships/hyperlink" Target="http://bit.ly/30B07Gq" TargetMode="External"/><Relationship Id="rId4" Type="http://schemas.openxmlformats.org/officeDocument/2006/relationships/hyperlink" Target="http://bit.ly/33VAFh3" TargetMode="External"/></Relationships>
</file>

<file path=ppt/slides/_rels/slide40.xml.rels><?xml version="1.0" encoding="UTF-8" standalone="yes"?>
<Relationships xmlns="http://schemas.openxmlformats.org/package/2006/relationships"><Relationship Id="rId3" Type="http://schemas.openxmlformats.org/officeDocument/2006/relationships/hyperlink" Target="https://fonts.google.com/specimen/Fira+Code" TargetMode="External"/><Relationship Id="rId2" Type="http://schemas.openxmlformats.org/officeDocument/2006/relationships/notesSlide" Target="../notesSlides/notesSlide40.xml"/><Relationship Id="rId1" Type="http://schemas.openxmlformats.org/officeDocument/2006/relationships/slideLayout" Target="../slideLayouts/slideLayout24.xml"/></Relationships>
</file>

<file path=ppt/slides/_rels/slide41.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14.gif"/><Relationship Id="rId2" Type="http://schemas.openxmlformats.org/officeDocument/2006/relationships/notesSlide" Target="../notesSlides/notesSlide41.xml"/><Relationship Id="rId1" Type="http://schemas.openxmlformats.org/officeDocument/2006/relationships/slideLayout" Target="../slideLayouts/slideLayout24.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13.gif"/><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12.gif"/><Relationship Id="rId4" Type="http://schemas.openxmlformats.org/officeDocument/2006/relationships/image" Target="../media/image10.gif"/><Relationship Id="rId9" Type="http://schemas.openxmlformats.org/officeDocument/2006/relationships/image" Target="../media/image11.gif"/></Relationships>
</file>

<file path=ppt/slides/_rels/slide42.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42.xml"/><Relationship Id="rId1" Type="http://schemas.openxmlformats.org/officeDocument/2006/relationships/slideLayout" Target="../slideLayouts/slideLayout24.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4.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4.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4.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24.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24.xml"/></Relationships>
</file>

<file path=ppt/slides/_rels/slide48.xml.rels><?xml version="1.0" encoding="UTF-8" standalone="yes"?>
<Relationships xmlns="http://schemas.openxmlformats.org/package/2006/relationships"><Relationship Id="rId3" Type="http://schemas.openxmlformats.org/officeDocument/2006/relationships/hyperlink" Target="https://chrome.google.com/webstore/detail/flaticon-for-gsuit-gslide/haekgjfnhhdkgfgmldhfokhmfkgmciba" TargetMode="External"/><Relationship Id="rId2" Type="http://schemas.openxmlformats.org/officeDocument/2006/relationships/notesSlide" Target="../notesSlides/notesSlide48.xml"/><Relationship Id="rId1" Type="http://schemas.openxmlformats.org/officeDocument/2006/relationships/slideLayout" Target="../slideLayouts/slideLayout24.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24.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4.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4.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24.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24.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24.xml"/></Relationships>
</file>

<file path=ppt/slides/_rels/slide55.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55.xml"/><Relationship Id="rId1" Type="http://schemas.openxmlformats.org/officeDocument/2006/relationships/slideLayout" Target="../slideLayouts/slideLayout24.xml"/><Relationship Id="rId4" Type="http://schemas.openxmlformats.org/officeDocument/2006/relationships/image" Target="../media/image15.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457"/>
        <p:cNvGrpSpPr/>
        <p:nvPr/>
      </p:nvGrpSpPr>
      <p:grpSpPr>
        <a:xfrm>
          <a:off x="0" y="0"/>
          <a:ext cx="0" cy="0"/>
          <a:chOff x="0" y="0"/>
          <a:chExt cx="0" cy="0"/>
        </a:xfrm>
      </p:grpSpPr>
      <p:sp>
        <p:nvSpPr>
          <p:cNvPr id="460" name="Google Shape;460;p27"/>
          <p:cNvSpPr txBox="1">
            <a:spLocks noGrp="1"/>
          </p:cNvSpPr>
          <p:nvPr>
            <p:ph type="subTitle" idx="1"/>
          </p:nvPr>
        </p:nvSpPr>
        <p:spPr>
          <a:xfrm>
            <a:off x="754333" y="4669206"/>
            <a:ext cx="4865100" cy="357300"/>
          </a:xfrm>
          <a:prstGeom prst="rect">
            <a:avLst/>
          </a:prstGeom>
        </p:spPr>
        <p:txBody>
          <a:bodyPr spcFirstLastPara="1" wrap="square" lIns="91425" tIns="91425" rIns="91425" bIns="91425" anchor="ctr" anchorCtr="0">
            <a:noAutofit/>
          </a:bodyPr>
          <a:lstStyle/>
          <a:p>
            <a:pPr marL="0" indent="0"/>
            <a:r>
              <a:rPr lang="en-US" sz="1100" dirty="0"/>
              <a:t>#1</a:t>
            </a:r>
            <a:endParaRPr sz="1100" dirty="0"/>
          </a:p>
        </p:txBody>
      </p:sp>
      <p:sp>
        <p:nvSpPr>
          <p:cNvPr id="465" name="Google Shape;465;p27"/>
          <p:cNvSpPr txBox="1">
            <a:spLocks noGrp="1"/>
          </p:cNvSpPr>
          <p:nvPr>
            <p:ph type="subTitle" idx="1"/>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US" sz="1000" dirty="0" err="1"/>
              <a:t>Intro.c</a:t>
            </a:r>
            <a:endParaRPr sz="1000" dirty="0"/>
          </a:p>
        </p:txBody>
      </p:sp>
      <p:pic>
        <p:nvPicPr>
          <p:cNvPr id="8" name="Picture 7">
            <a:extLst>
              <a:ext uri="{FF2B5EF4-FFF2-40B4-BE49-F238E27FC236}">
                <a16:creationId xmlns:a16="http://schemas.microsoft.com/office/drawing/2014/main" id="{567936E9-7FC1-30C1-7397-1B2AB8776D29}"/>
              </a:ext>
            </a:extLst>
          </p:cNvPr>
          <p:cNvPicPr>
            <a:picLocks noChangeAspect="1"/>
          </p:cNvPicPr>
          <p:nvPr/>
        </p:nvPicPr>
        <p:blipFill>
          <a:blip r:embed="rId3">
            <a:biLevel thresh="50000"/>
            <a:extLst>
              <a:ext uri="{28A0092B-C50C-407E-A947-70E740481C1C}">
                <a14:useLocalDpi xmlns:a14="http://schemas.microsoft.com/office/drawing/2010/main" val="0"/>
              </a:ext>
            </a:extLst>
          </a:blip>
          <a:stretch>
            <a:fillRect/>
          </a:stretch>
        </p:blipFill>
        <p:spPr>
          <a:xfrm>
            <a:off x="3512613" y="759349"/>
            <a:ext cx="2106820" cy="1900123"/>
          </a:xfrm>
          <a:prstGeom prst="rect">
            <a:avLst/>
          </a:prstGeom>
          <a:effectLst>
            <a:outerShdw blurRad="50800" dist="38100" dir="10800000" algn="r" rotWithShape="0">
              <a:prstClr val="black">
                <a:alpha val="40000"/>
              </a:prstClr>
            </a:outerShdw>
          </a:effectLst>
        </p:spPr>
      </p:pic>
      <p:sp>
        <p:nvSpPr>
          <p:cNvPr id="10" name="TextBox 9">
            <a:extLst>
              <a:ext uri="{FF2B5EF4-FFF2-40B4-BE49-F238E27FC236}">
                <a16:creationId xmlns:a16="http://schemas.microsoft.com/office/drawing/2014/main" id="{27453E56-EC32-C5A9-7C2B-A7AEA24CFF8C}"/>
              </a:ext>
            </a:extLst>
          </p:cNvPr>
          <p:cNvSpPr txBox="1"/>
          <p:nvPr/>
        </p:nvSpPr>
        <p:spPr>
          <a:xfrm>
            <a:off x="3119787" y="2815859"/>
            <a:ext cx="2892474" cy="369332"/>
          </a:xfrm>
          <a:prstGeom prst="rect">
            <a:avLst/>
          </a:prstGeom>
          <a:noFill/>
          <a:effectLst>
            <a:outerShdw blurRad="50800" dist="38100" dir="10800000" algn="r" rotWithShape="0">
              <a:prstClr val="black">
                <a:alpha val="40000"/>
              </a:prstClr>
            </a:outerShdw>
          </a:effectLst>
        </p:spPr>
        <p:txBody>
          <a:bodyPr wrap="square">
            <a:spAutoFit/>
          </a:bodyPr>
          <a:lstStyle/>
          <a:p>
            <a:pPr algn="ctr"/>
            <a:r>
              <a:rPr lang="fa-IR" sz="1800" b="1" dirty="0">
                <a:latin typeface="Lalezar" panose="00000500000000000000" pitchFamily="2" charset="-78"/>
                <a:cs typeface="B Nazanin" panose="00000400000000000000" pitchFamily="2" charset="-78"/>
                <a:sym typeface="Roboto Black"/>
              </a:rPr>
              <a:t>کارگاه مبانی برنامه‌نویسی </a:t>
            </a:r>
            <a:endParaRPr lang="en-US" sz="1800" b="1" dirty="0">
              <a:cs typeface="B Nazanin" panose="00000400000000000000" pitchFamily="2" charset="-78"/>
            </a:endParaRPr>
          </a:p>
        </p:txBody>
      </p:sp>
      <p:sp>
        <p:nvSpPr>
          <p:cNvPr id="12" name="AutoShape 4">
            <a:extLst>
              <a:ext uri="{FF2B5EF4-FFF2-40B4-BE49-F238E27FC236}">
                <a16:creationId xmlns:a16="http://schemas.microsoft.com/office/drawing/2014/main" id="{73A6F7C9-409A-797F-AF51-72A58DC2B3E5}"/>
              </a:ext>
            </a:extLst>
          </p:cNvPr>
          <p:cNvSpPr>
            <a:spLocks noChangeAspect="1" noChangeArrowheads="1"/>
          </p:cNvSpPr>
          <p:nvPr/>
        </p:nvSpPr>
        <p:spPr bwMode="auto">
          <a:xfrm>
            <a:off x="4419600" y="24193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813"/>
        <p:cNvGrpSpPr/>
        <p:nvPr/>
      </p:nvGrpSpPr>
      <p:grpSpPr>
        <a:xfrm>
          <a:off x="0" y="0"/>
          <a:ext cx="0" cy="0"/>
          <a:chOff x="0" y="0"/>
          <a:chExt cx="0" cy="0"/>
        </a:xfrm>
      </p:grpSpPr>
      <p:sp>
        <p:nvSpPr>
          <p:cNvPr id="814" name="Google Shape;814;p39"/>
          <p:cNvSpPr txBox="1">
            <a:spLocks noGrp="1"/>
          </p:cNvSpPr>
          <p:nvPr>
            <p:ph type="title"/>
          </p:nvPr>
        </p:nvSpPr>
        <p:spPr>
          <a:xfrm>
            <a:off x="710125" y="542575"/>
            <a:ext cx="3861900" cy="1425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Decision Making In Programming </a:t>
            </a:r>
            <a:endParaRPr dirty="0">
              <a:solidFill>
                <a:schemeClr val="accent1"/>
              </a:solidFill>
            </a:endParaRPr>
          </a:p>
        </p:txBody>
      </p:sp>
      <p:sp>
        <p:nvSpPr>
          <p:cNvPr id="815" name="Google Shape;815;p39"/>
          <p:cNvSpPr txBox="1"/>
          <p:nvPr/>
        </p:nvSpPr>
        <p:spPr>
          <a:xfrm>
            <a:off x="710125" y="2395800"/>
            <a:ext cx="506100" cy="6465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3000">
                <a:solidFill>
                  <a:schemeClr val="accent6"/>
                </a:solidFill>
                <a:latin typeface="Fira Code"/>
                <a:ea typeface="Fira Code"/>
                <a:cs typeface="Fira Code"/>
                <a:sym typeface="Fira Code"/>
              </a:rPr>
              <a:t>}</a:t>
            </a:r>
            <a:endParaRPr sz="3000">
              <a:solidFill>
                <a:schemeClr val="accent6"/>
              </a:solidFill>
              <a:latin typeface="Fira Code"/>
              <a:ea typeface="Fira Code"/>
              <a:cs typeface="Fira Code"/>
              <a:sym typeface="Fira Code"/>
            </a:endParaRPr>
          </a:p>
        </p:txBody>
      </p:sp>
      <p:cxnSp>
        <p:nvCxnSpPr>
          <p:cNvPr id="816" name="Google Shape;816;p39"/>
          <p:cNvCxnSpPr>
            <a:endCxn id="815" idx="0"/>
          </p:cNvCxnSpPr>
          <p:nvPr/>
        </p:nvCxnSpPr>
        <p:spPr>
          <a:xfrm>
            <a:off x="963175" y="1954200"/>
            <a:ext cx="0" cy="441600"/>
          </a:xfrm>
          <a:prstGeom prst="straightConnector1">
            <a:avLst/>
          </a:prstGeom>
          <a:noFill/>
          <a:ln w="9525" cap="flat" cmpd="sng">
            <a:solidFill>
              <a:schemeClr val="accent4"/>
            </a:solidFill>
            <a:prstDash val="solid"/>
            <a:round/>
            <a:headEnd type="none" w="med" len="med"/>
            <a:tailEnd type="none" w="med" len="med"/>
          </a:ln>
        </p:spPr>
      </p:cxn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470"/>
        <p:cNvGrpSpPr/>
        <p:nvPr/>
      </p:nvGrpSpPr>
      <p:grpSpPr>
        <a:xfrm>
          <a:off x="0" y="0"/>
          <a:ext cx="0" cy="0"/>
          <a:chOff x="0" y="0"/>
          <a:chExt cx="0" cy="0"/>
        </a:xfrm>
      </p:grpSpPr>
      <p:sp>
        <p:nvSpPr>
          <p:cNvPr id="471" name="Google Shape;471;p28"/>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solidFill>
                  <a:schemeClr val="accent2"/>
                </a:solidFill>
              </a:rPr>
              <a:t>Decision making</a:t>
            </a:r>
            <a:r>
              <a:rPr lang="en" dirty="0">
                <a:solidFill>
                  <a:schemeClr val="accent2"/>
                </a:solidFill>
              </a:rPr>
              <a:t>;</a:t>
            </a:r>
            <a:endParaRPr dirty="0">
              <a:solidFill>
                <a:schemeClr val="accent2"/>
              </a:solidFill>
            </a:endParaRPr>
          </a:p>
        </p:txBody>
      </p:sp>
      <p:sp>
        <p:nvSpPr>
          <p:cNvPr id="473" name="Google Shape;473;p28"/>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dirty="0">
                <a:solidFill>
                  <a:schemeClr val="accent3"/>
                </a:solidFill>
              </a:rPr>
              <a:t>Programming Language Lab</a:t>
            </a:r>
            <a:endParaRPr sz="1400" dirty="0">
              <a:solidFill>
                <a:schemeClr val="accent3"/>
              </a:solidFill>
            </a:endParaRPr>
          </a:p>
        </p:txBody>
      </p:sp>
      <p:sp>
        <p:nvSpPr>
          <p:cNvPr id="474" name="Google Shape;474;p28"/>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dirty="0">
                <a:solidFill>
                  <a:schemeClr val="accent3"/>
                </a:solidFill>
              </a:rPr>
              <a:t>decision.c</a:t>
            </a:r>
            <a:endParaRPr sz="1400" dirty="0">
              <a:solidFill>
                <a:schemeClr val="accent3"/>
              </a:solidFill>
            </a:endParaRPr>
          </a:p>
        </p:txBody>
      </p:sp>
      <p:sp>
        <p:nvSpPr>
          <p:cNvPr id="475" name="Google Shape;475;p28"/>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endParaRPr sz="1400" dirty="0">
              <a:solidFill>
                <a:schemeClr val="accent3"/>
              </a:solidFill>
            </a:endParaRPr>
          </a:p>
        </p:txBody>
      </p:sp>
      <p:pic>
        <p:nvPicPr>
          <p:cNvPr id="1028" name="Picture 4" descr="C Programming – Decision Making – Branching – IT Training and Consulting –  Exforsys">
            <a:extLst>
              <a:ext uri="{FF2B5EF4-FFF2-40B4-BE49-F238E27FC236}">
                <a16:creationId xmlns:a16="http://schemas.microsoft.com/office/drawing/2014/main" id="{F10BB955-A55C-5BEB-8836-8DA380D83E7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32375" y="1413887"/>
            <a:ext cx="5067300" cy="2990850"/>
          </a:xfrm>
          <a:prstGeom prst="rect">
            <a:avLst/>
          </a:prstGeom>
          <a:noFill/>
          <a:extLst>
            <a:ext uri="{909E8E84-426E-40DD-AFC4-6F175D3DCCD1}">
              <a14:hiddenFill xmlns:a14="http://schemas.microsoft.com/office/drawing/2010/main">
                <a:solidFill>
                  <a:srgbClr val="FFFFFF"/>
                </a:solidFill>
              </a14:hiddenFill>
            </a:ext>
          </a:extLst>
        </p:spPr>
      </p:pic>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470">
          <a:extLst>
            <a:ext uri="{FF2B5EF4-FFF2-40B4-BE49-F238E27FC236}">
              <a16:creationId xmlns:a16="http://schemas.microsoft.com/office/drawing/2014/main" id="{D50187AF-FDC6-B754-FBD2-F9B7FA0FAFDC}"/>
            </a:ext>
          </a:extLst>
        </p:cNvPr>
        <p:cNvGrpSpPr/>
        <p:nvPr/>
      </p:nvGrpSpPr>
      <p:grpSpPr>
        <a:xfrm>
          <a:off x="0" y="0"/>
          <a:ext cx="0" cy="0"/>
          <a:chOff x="0" y="0"/>
          <a:chExt cx="0" cy="0"/>
        </a:xfrm>
      </p:grpSpPr>
      <p:sp>
        <p:nvSpPr>
          <p:cNvPr id="471" name="Google Shape;471;p28">
            <a:extLst>
              <a:ext uri="{FF2B5EF4-FFF2-40B4-BE49-F238E27FC236}">
                <a16:creationId xmlns:a16="http://schemas.microsoft.com/office/drawing/2014/main" id="{3F68C7D2-A40A-F50A-C12F-1A89B0F88047}"/>
              </a:ext>
            </a:extLst>
          </p:cNvPr>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solidFill>
                  <a:schemeClr val="accent2"/>
                </a:solidFill>
              </a:rPr>
              <a:t>Angles and Positions</a:t>
            </a:r>
            <a:r>
              <a:rPr lang="en" dirty="0">
                <a:solidFill>
                  <a:schemeClr val="accent2"/>
                </a:solidFill>
              </a:rPr>
              <a:t>;</a:t>
            </a:r>
            <a:endParaRPr dirty="0">
              <a:solidFill>
                <a:schemeClr val="accent2"/>
              </a:solidFill>
            </a:endParaRPr>
          </a:p>
        </p:txBody>
      </p:sp>
      <p:sp>
        <p:nvSpPr>
          <p:cNvPr id="473" name="Google Shape;473;p28">
            <a:extLst>
              <a:ext uri="{FF2B5EF4-FFF2-40B4-BE49-F238E27FC236}">
                <a16:creationId xmlns:a16="http://schemas.microsoft.com/office/drawing/2014/main" id="{5EE34798-7EC2-E706-B9F9-64F7C8D7E732}"/>
              </a:ext>
            </a:extLst>
          </p:cNvPr>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dirty="0">
                <a:solidFill>
                  <a:schemeClr val="accent3"/>
                </a:solidFill>
              </a:rPr>
              <a:t>Programming Language Lab</a:t>
            </a:r>
            <a:endParaRPr sz="1400" dirty="0">
              <a:solidFill>
                <a:schemeClr val="accent3"/>
              </a:solidFill>
            </a:endParaRPr>
          </a:p>
        </p:txBody>
      </p:sp>
      <p:sp>
        <p:nvSpPr>
          <p:cNvPr id="474" name="Google Shape;474;p28">
            <a:extLst>
              <a:ext uri="{FF2B5EF4-FFF2-40B4-BE49-F238E27FC236}">
                <a16:creationId xmlns:a16="http://schemas.microsoft.com/office/drawing/2014/main" id="{179358BF-3536-51AE-5DCE-A421268F17DC}"/>
              </a:ext>
            </a:extLst>
          </p:cNvPr>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dirty="0">
                <a:solidFill>
                  <a:schemeClr val="accent3"/>
                </a:solidFill>
              </a:rPr>
              <a:t>decision.c</a:t>
            </a:r>
            <a:endParaRPr sz="1400" dirty="0">
              <a:solidFill>
                <a:schemeClr val="accent3"/>
              </a:solidFill>
            </a:endParaRPr>
          </a:p>
        </p:txBody>
      </p:sp>
      <p:sp>
        <p:nvSpPr>
          <p:cNvPr id="475" name="Google Shape;475;p28">
            <a:extLst>
              <a:ext uri="{FF2B5EF4-FFF2-40B4-BE49-F238E27FC236}">
                <a16:creationId xmlns:a16="http://schemas.microsoft.com/office/drawing/2014/main" id="{2D7E3969-DC90-73CA-05C2-2D33B2E7624E}"/>
              </a:ext>
            </a:extLst>
          </p:cNvPr>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endParaRPr sz="1400" dirty="0">
              <a:solidFill>
                <a:schemeClr val="accent3"/>
              </a:solidFill>
            </a:endParaRPr>
          </a:p>
        </p:txBody>
      </p:sp>
      <p:pic>
        <p:nvPicPr>
          <p:cNvPr id="3074" name="Picture 2" descr="دایره مثلثاتی چیست و چگونه می توان از آن استفاده کرد - درس ...">
            <a:extLst>
              <a:ext uri="{FF2B5EF4-FFF2-40B4-BE49-F238E27FC236}">
                <a16:creationId xmlns:a16="http://schemas.microsoft.com/office/drawing/2014/main" id="{250E9589-6C92-A375-C681-745090A8D4E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692631" y="2422023"/>
            <a:ext cx="2076795" cy="1875367"/>
          </a:xfrm>
          <a:prstGeom prst="rect">
            <a:avLst/>
          </a:prstGeom>
          <a:noFill/>
          <a:extLst>
            <a:ext uri="{909E8E84-426E-40DD-AFC4-6F175D3DCCD1}">
              <a14:hiddenFill xmlns:a14="http://schemas.microsoft.com/office/drawing/2010/main">
                <a:solidFill>
                  <a:srgbClr val="FFFFFF"/>
                </a:solidFill>
              </a14:hiddenFill>
            </a:ext>
          </a:extLst>
        </p:spPr>
      </p:pic>
      <p:sp>
        <p:nvSpPr>
          <p:cNvPr id="2" name="Google Shape;583;p33">
            <a:extLst>
              <a:ext uri="{FF2B5EF4-FFF2-40B4-BE49-F238E27FC236}">
                <a16:creationId xmlns:a16="http://schemas.microsoft.com/office/drawing/2014/main" id="{1B1C0F5F-D95E-6534-9008-4271AC0CDC58}"/>
              </a:ext>
            </a:extLst>
          </p:cNvPr>
          <p:cNvSpPr txBox="1"/>
          <p:nvPr/>
        </p:nvSpPr>
        <p:spPr>
          <a:xfrm>
            <a:off x="1060931" y="1002893"/>
            <a:ext cx="7708495" cy="1714611"/>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US" sz="2000" dirty="0">
                <a:solidFill>
                  <a:schemeClr val="accent1"/>
                </a:solidFill>
                <a:latin typeface="Fira Code"/>
                <a:ea typeface="Fira Code"/>
                <a:cs typeface="Fira Code"/>
                <a:sym typeface="Fira Code"/>
              </a:rPr>
              <a:t>Write a program that takes an angle value as input (in degrees) and determines the position of that angle on the unit circle.</a:t>
            </a:r>
          </a:p>
        </p:txBody>
      </p:sp>
      <p:sp>
        <p:nvSpPr>
          <p:cNvPr id="11" name="Google Shape;472;p28">
            <a:extLst>
              <a:ext uri="{FF2B5EF4-FFF2-40B4-BE49-F238E27FC236}">
                <a16:creationId xmlns:a16="http://schemas.microsoft.com/office/drawing/2014/main" id="{89CCD7D4-B3ED-0715-D28A-908C49C95914}"/>
              </a:ext>
            </a:extLst>
          </p:cNvPr>
          <p:cNvSpPr txBox="1">
            <a:spLocks noGrp="1"/>
          </p:cNvSpPr>
          <p:nvPr>
            <p:ph type="body" idx="1"/>
          </p:nvPr>
        </p:nvSpPr>
        <p:spPr>
          <a:xfrm>
            <a:off x="1221833" y="2999875"/>
            <a:ext cx="5309897" cy="719661"/>
          </a:xfrm>
          <a:prstGeom prst="rect">
            <a:avLst/>
          </a:prstGeom>
        </p:spPr>
        <p:txBody>
          <a:bodyPr spcFirstLastPara="1" wrap="square" lIns="91425" tIns="91425" rIns="91425" bIns="91425" anchor="ctr" anchorCtr="0">
            <a:noAutofit/>
          </a:bodyPr>
          <a:lstStyle/>
          <a:p>
            <a:pPr marL="171450" indent="-171450">
              <a:lnSpc>
                <a:spcPct val="150000"/>
              </a:lnSpc>
            </a:pPr>
            <a:endParaRPr lang="en-US" sz="1400" dirty="0">
              <a:solidFill>
                <a:schemeClr val="accent3"/>
              </a:solidFill>
            </a:endParaRPr>
          </a:p>
          <a:p>
            <a:pPr marL="171450" indent="-171450">
              <a:lnSpc>
                <a:spcPct val="150000"/>
              </a:lnSpc>
            </a:pPr>
            <a:r>
              <a:rPr lang="en-US" sz="1400" dirty="0">
                <a:solidFill>
                  <a:srgbClr val="92D050"/>
                </a:solidFill>
              </a:rPr>
              <a:t>You need to use if and else if syntax.</a:t>
            </a:r>
          </a:p>
          <a:p>
            <a:pPr marL="171450" indent="-171450"/>
            <a:endParaRPr lang="en-US" sz="800" dirty="0">
              <a:solidFill>
                <a:schemeClr val="accent3"/>
              </a:solidFill>
            </a:endParaRPr>
          </a:p>
          <a:p>
            <a:pPr marL="0" indent="0">
              <a:buNone/>
            </a:pPr>
            <a:endParaRPr lang="en-US" sz="800" dirty="0">
              <a:solidFill>
                <a:schemeClr val="accent3"/>
              </a:solidFill>
            </a:endParaRPr>
          </a:p>
          <a:p>
            <a:pPr marL="171450" indent="-171450"/>
            <a:endParaRPr dirty="0">
              <a:solidFill>
                <a:schemeClr val="accent3"/>
              </a:solidFill>
            </a:endParaRPr>
          </a:p>
        </p:txBody>
      </p:sp>
    </p:spTree>
    <p:extLst>
      <p:ext uri="{BB962C8B-B14F-4D97-AF65-F5344CB8AC3E}">
        <p14:creationId xmlns:p14="http://schemas.microsoft.com/office/powerpoint/2010/main" val="2468197720"/>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470">
          <a:extLst>
            <a:ext uri="{FF2B5EF4-FFF2-40B4-BE49-F238E27FC236}">
              <a16:creationId xmlns:a16="http://schemas.microsoft.com/office/drawing/2014/main" id="{75560732-9D9B-8264-DD98-E36C9D864560}"/>
            </a:ext>
          </a:extLst>
        </p:cNvPr>
        <p:cNvGrpSpPr/>
        <p:nvPr/>
      </p:nvGrpSpPr>
      <p:grpSpPr>
        <a:xfrm>
          <a:off x="0" y="0"/>
          <a:ext cx="0" cy="0"/>
          <a:chOff x="0" y="0"/>
          <a:chExt cx="0" cy="0"/>
        </a:xfrm>
      </p:grpSpPr>
      <p:sp>
        <p:nvSpPr>
          <p:cNvPr id="471" name="Google Shape;471;p28">
            <a:extLst>
              <a:ext uri="{FF2B5EF4-FFF2-40B4-BE49-F238E27FC236}">
                <a16:creationId xmlns:a16="http://schemas.microsoft.com/office/drawing/2014/main" id="{534ED924-8B92-9634-7D64-E2B868C9A0AF}"/>
              </a:ext>
            </a:extLst>
          </p:cNvPr>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solidFill>
                  <a:schemeClr val="accent2"/>
                </a:solidFill>
              </a:rPr>
              <a:t>Banking Operations</a:t>
            </a:r>
            <a:r>
              <a:rPr lang="en" dirty="0">
                <a:solidFill>
                  <a:schemeClr val="accent2"/>
                </a:solidFill>
              </a:rPr>
              <a:t>;</a:t>
            </a:r>
            <a:endParaRPr dirty="0">
              <a:solidFill>
                <a:schemeClr val="accent2"/>
              </a:solidFill>
            </a:endParaRPr>
          </a:p>
        </p:txBody>
      </p:sp>
      <p:sp>
        <p:nvSpPr>
          <p:cNvPr id="473" name="Google Shape;473;p28">
            <a:extLst>
              <a:ext uri="{FF2B5EF4-FFF2-40B4-BE49-F238E27FC236}">
                <a16:creationId xmlns:a16="http://schemas.microsoft.com/office/drawing/2014/main" id="{28DD3817-800E-A4F3-90A5-355C46182532}"/>
              </a:ext>
            </a:extLst>
          </p:cNvPr>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dirty="0">
                <a:solidFill>
                  <a:schemeClr val="accent3"/>
                </a:solidFill>
              </a:rPr>
              <a:t>Programming Language Lab</a:t>
            </a:r>
            <a:endParaRPr sz="1400" dirty="0">
              <a:solidFill>
                <a:schemeClr val="accent3"/>
              </a:solidFill>
            </a:endParaRPr>
          </a:p>
        </p:txBody>
      </p:sp>
      <p:sp>
        <p:nvSpPr>
          <p:cNvPr id="474" name="Google Shape;474;p28">
            <a:extLst>
              <a:ext uri="{FF2B5EF4-FFF2-40B4-BE49-F238E27FC236}">
                <a16:creationId xmlns:a16="http://schemas.microsoft.com/office/drawing/2014/main" id="{1E5BB27D-3DA3-86CE-D408-0AA17F276291}"/>
              </a:ext>
            </a:extLst>
          </p:cNvPr>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dirty="0">
                <a:solidFill>
                  <a:schemeClr val="accent3"/>
                </a:solidFill>
              </a:rPr>
              <a:t>decision.c</a:t>
            </a:r>
            <a:endParaRPr sz="1400" dirty="0">
              <a:solidFill>
                <a:schemeClr val="accent3"/>
              </a:solidFill>
            </a:endParaRPr>
          </a:p>
        </p:txBody>
      </p:sp>
      <p:sp>
        <p:nvSpPr>
          <p:cNvPr id="475" name="Google Shape;475;p28">
            <a:extLst>
              <a:ext uri="{FF2B5EF4-FFF2-40B4-BE49-F238E27FC236}">
                <a16:creationId xmlns:a16="http://schemas.microsoft.com/office/drawing/2014/main" id="{B056DB4F-849A-5272-DA79-04FBEE2D5DBF}"/>
              </a:ext>
            </a:extLst>
          </p:cNvPr>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endParaRPr sz="1400" dirty="0">
              <a:solidFill>
                <a:schemeClr val="accent3"/>
              </a:solidFill>
            </a:endParaRPr>
          </a:p>
        </p:txBody>
      </p:sp>
      <p:sp>
        <p:nvSpPr>
          <p:cNvPr id="2" name="Google Shape;583;p33">
            <a:extLst>
              <a:ext uri="{FF2B5EF4-FFF2-40B4-BE49-F238E27FC236}">
                <a16:creationId xmlns:a16="http://schemas.microsoft.com/office/drawing/2014/main" id="{7509BE81-2412-6A1F-3FC4-7312972378FB}"/>
              </a:ext>
            </a:extLst>
          </p:cNvPr>
          <p:cNvSpPr txBox="1"/>
          <p:nvPr/>
        </p:nvSpPr>
        <p:spPr>
          <a:xfrm>
            <a:off x="1220368" y="1213684"/>
            <a:ext cx="7482957" cy="1020553"/>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US" sz="2000" dirty="0">
                <a:solidFill>
                  <a:schemeClr val="accent1"/>
                </a:solidFill>
                <a:latin typeface="Fira Code"/>
                <a:ea typeface="Fira Code"/>
                <a:cs typeface="Fira Code"/>
                <a:sym typeface="Fira Code"/>
              </a:rPr>
              <a:t>Do you know how banking operations are done in practice? </a:t>
            </a:r>
          </a:p>
        </p:txBody>
      </p:sp>
    </p:spTree>
    <p:extLst>
      <p:ext uri="{BB962C8B-B14F-4D97-AF65-F5344CB8AC3E}">
        <p14:creationId xmlns:p14="http://schemas.microsoft.com/office/powerpoint/2010/main" val="2218697921"/>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470">
          <a:extLst>
            <a:ext uri="{FF2B5EF4-FFF2-40B4-BE49-F238E27FC236}">
              <a16:creationId xmlns:a16="http://schemas.microsoft.com/office/drawing/2014/main" id="{F72D481D-598E-945B-E935-B3E9AEEADB56}"/>
            </a:ext>
          </a:extLst>
        </p:cNvPr>
        <p:cNvGrpSpPr/>
        <p:nvPr/>
      </p:nvGrpSpPr>
      <p:grpSpPr>
        <a:xfrm>
          <a:off x="0" y="0"/>
          <a:ext cx="0" cy="0"/>
          <a:chOff x="0" y="0"/>
          <a:chExt cx="0" cy="0"/>
        </a:xfrm>
      </p:grpSpPr>
      <p:sp>
        <p:nvSpPr>
          <p:cNvPr id="471" name="Google Shape;471;p28">
            <a:extLst>
              <a:ext uri="{FF2B5EF4-FFF2-40B4-BE49-F238E27FC236}">
                <a16:creationId xmlns:a16="http://schemas.microsoft.com/office/drawing/2014/main" id="{C15733BB-ACC5-8C1C-0FC3-D1F291152542}"/>
              </a:ext>
            </a:extLst>
          </p:cNvPr>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solidFill>
                  <a:schemeClr val="accent2"/>
                </a:solidFill>
              </a:rPr>
              <a:t>Banking Operations</a:t>
            </a:r>
            <a:r>
              <a:rPr lang="en" dirty="0">
                <a:solidFill>
                  <a:schemeClr val="accent2"/>
                </a:solidFill>
              </a:rPr>
              <a:t>;</a:t>
            </a:r>
            <a:endParaRPr dirty="0">
              <a:solidFill>
                <a:schemeClr val="accent2"/>
              </a:solidFill>
            </a:endParaRPr>
          </a:p>
        </p:txBody>
      </p:sp>
      <p:sp>
        <p:nvSpPr>
          <p:cNvPr id="473" name="Google Shape;473;p28">
            <a:extLst>
              <a:ext uri="{FF2B5EF4-FFF2-40B4-BE49-F238E27FC236}">
                <a16:creationId xmlns:a16="http://schemas.microsoft.com/office/drawing/2014/main" id="{62F1A9BF-4923-BA31-09D1-C46F42DCFF36}"/>
              </a:ext>
            </a:extLst>
          </p:cNvPr>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dirty="0">
                <a:solidFill>
                  <a:schemeClr val="accent3"/>
                </a:solidFill>
              </a:rPr>
              <a:t>Programming Language Lab</a:t>
            </a:r>
            <a:endParaRPr sz="1400" dirty="0">
              <a:solidFill>
                <a:schemeClr val="accent3"/>
              </a:solidFill>
            </a:endParaRPr>
          </a:p>
        </p:txBody>
      </p:sp>
      <p:sp>
        <p:nvSpPr>
          <p:cNvPr id="474" name="Google Shape;474;p28">
            <a:extLst>
              <a:ext uri="{FF2B5EF4-FFF2-40B4-BE49-F238E27FC236}">
                <a16:creationId xmlns:a16="http://schemas.microsoft.com/office/drawing/2014/main" id="{766D1DF6-F885-3CB2-7230-36C3D7CCBA74}"/>
              </a:ext>
            </a:extLst>
          </p:cNvPr>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dirty="0">
                <a:solidFill>
                  <a:schemeClr val="accent3"/>
                </a:solidFill>
              </a:rPr>
              <a:t>decision.c</a:t>
            </a:r>
            <a:endParaRPr sz="1400" dirty="0">
              <a:solidFill>
                <a:schemeClr val="accent3"/>
              </a:solidFill>
            </a:endParaRPr>
          </a:p>
        </p:txBody>
      </p:sp>
      <p:sp>
        <p:nvSpPr>
          <p:cNvPr id="475" name="Google Shape;475;p28">
            <a:extLst>
              <a:ext uri="{FF2B5EF4-FFF2-40B4-BE49-F238E27FC236}">
                <a16:creationId xmlns:a16="http://schemas.microsoft.com/office/drawing/2014/main" id="{9DFEC7C0-C728-53BD-E567-D95710CE15DF}"/>
              </a:ext>
            </a:extLst>
          </p:cNvPr>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endParaRPr sz="1400" dirty="0">
              <a:solidFill>
                <a:schemeClr val="accent3"/>
              </a:solidFill>
            </a:endParaRPr>
          </a:p>
        </p:txBody>
      </p:sp>
      <p:sp>
        <p:nvSpPr>
          <p:cNvPr id="2" name="Google Shape;583;p33">
            <a:extLst>
              <a:ext uri="{FF2B5EF4-FFF2-40B4-BE49-F238E27FC236}">
                <a16:creationId xmlns:a16="http://schemas.microsoft.com/office/drawing/2014/main" id="{DCCE11AC-EA54-56E5-FF2A-81A43E55B023}"/>
              </a:ext>
            </a:extLst>
          </p:cNvPr>
          <p:cNvSpPr txBox="1"/>
          <p:nvPr/>
        </p:nvSpPr>
        <p:spPr>
          <a:xfrm>
            <a:off x="1143250" y="1432196"/>
            <a:ext cx="7708495" cy="1714611"/>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US" sz="2000" dirty="0">
                <a:solidFill>
                  <a:schemeClr val="accent1"/>
                </a:solidFill>
                <a:latin typeface="Fira Code"/>
                <a:ea typeface="Fira Code"/>
                <a:cs typeface="Fira Code"/>
                <a:sym typeface="Fira Code"/>
              </a:rPr>
              <a:t>Banking operations are full of conditions!</a:t>
            </a:r>
          </a:p>
          <a:p>
            <a:pPr marL="0" lvl="0" indent="0" algn="l" rtl="0">
              <a:spcBef>
                <a:spcPts val="0"/>
              </a:spcBef>
              <a:spcAft>
                <a:spcPts val="0"/>
              </a:spcAft>
              <a:buNone/>
            </a:pPr>
            <a:r>
              <a:rPr lang="en-US" sz="2000" dirty="0">
                <a:solidFill>
                  <a:schemeClr val="accent1"/>
                </a:solidFill>
                <a:latin typeface="Fira Code"/>
                <a:ea typeface="Fira Code"/>
                <a:cs typeface="Fira Code"/>
                <a:sym typeface="Fira Code"/>
              </a:rPr>
              <a:t>Where banking systems (programs) need to decide what to do in case of every possible condition. </a:t>
            </a:r>
          </a:p>
          <a:p>
            <a:pPr marL="0" lvl="0" indent="0" algn="l" rtl="0">
              <a:spcBef>
                <a:spcPts val="0"/>
              </a:spcBef>
              <a:spcAft>
                <a:spcPts val="0"/>
              </a:spcAft>
              <a:buNone/>
            </a:pPr>
            <a:endParaRPr lang="en-US" sz="2000" dirty="0">
              <a:solidFill>
                <a:schemeClr val="accent1"/>
              </a:solidFill>
              <a:latin typeface="Fira Code"/>
              <a:ea typeface="Fira Code"/>
              <a:cs typeface="Fira Code"/>
              <a:sym typeface="Fira Code"/>
            </a:endParaRPr>
          </a:p>
          <a:p>
            <a:pPr marL="0" lvl="0" indent="0" algn="l" rtl="0">
              <a:spcBef>
                <a:spcPts val="0"/>
              </a:spcBef>
              <a:spcAft>
                <a:spcPts val="0"/>
              </a:spcAft>
              <a:buNone/>
            </a:pPr>
            <a:r>
              <a:rPr lang="en-US" sz="2000" dirty="0">
                <a:solidFill>
                  <a:srgbClr val="92D050"/>
                </a:solidFill>
                <a:latin typeface="Fira Code"/>
                <a:ea typeface="Fira Code"/>
                <a:cs typeface="Fira Code"/>
                <a:sym typeface="Fira Code"/>
              </a:rPr>
              <a:t>That’s where ‘if’ and ‘else if’ come in handy.  </a:t>
            </a:r>
          </a:p>
        </p:txBody>
      </p:sp>
    </p:spTree>
    <p:extLst>
      <p:ext uri="{BB962C8B-B14F-4D97-AF65-F5344CB8AC3E}">
        <p14:creationId xmlns:p14="http://schemas.microsoft.com/office/powerpoint/2010/main" val="2412967171"/>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470">
          <a:extLst>
            <a:ext uri="{FF2B5EF4-FFF2-40B4-BE49-F238E27FC236}">
              <a16:creationId xmlns:a16="http://schemas.microsoft.com/office/drawing/2014/main" id="{70E85D9A-D508-B3E2-C450-3286B5A48174}"/>
            </a:ext>
          </a:extLst>
        </p:cNvPr>
        <p:cNvGrpSpPr/>
        <p:nvPr/>
      </p:nvGrpSpPr>
      <p:grpSpPr>
        <a:xfrm>
          <a:off x="0" y="0"/>
          <a:ext cx="0" cy="0"/>
          <a:chOff x="0" y="0"/>
          <a:chExt cx="0" cy="0"/>
        </a:xfrm>
      </p:grpSpPr>
      <p:sp>
        <p:nvSpPr>
          <p:cNvPr id="471" name="Google Shape;471;p28">
            <a:extLst>
              <a:ext uri="{FF2B5EF4-FFF2-40B4-BE49-F238E27FC236}">
                <a16:creationId xmlns:a16="http://schemas.microsoft.com/office/drawing/2014/main" id="{BF920BB3-E70A-9BF6-8EF2-0CFF10BF48F8}"/>
              </a:ext>
            </a:extLst>
          </p:cNvPr>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solidFill>
                  <a:schemeClr val="accent2"/>
                </a:solidFill>
              </a:rPr>
              <a:t>Banking Operations</a:t>
            </a:r>
            <a:r>
              <a:rPr lang="en" dirty="0">
                <a:solidFill>
                  <a:schemeClr val="accent2"/>
                </a:solidFill>
              </a:rPr>
              <a:t>;</a:t>
            </a:r>
            <a:endParaRPr dirty="0">
              <a:solidFill>
                <a:schemeClr val="accent2"/>
              </a:solidFill>
            </a:endParaRPr>
          </a:p>
        </p:txBody>
      </p:sp>
      <p:sp>
        <p:nvSpPr>
          <p:cNvPr id="473" name="Google Shape;473;p28">
            <a:extLst>
              <a:ext uri="{FF2B5EF4-FFF2-40B4-BE49-F238E27FC236}">
                <a16:creationId xmlns:a16="http://schemas.microsoft.com/office/drawing/2014/main" id="{8A51E955-F1AC-2599-C7A4-47DC4A6FC3DC}"/>
              </a:ext>
            </a:extLst>
          </p:cNvPr>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dirty="0">
                <a:solidFill>
                  <a:schemeClr val="accent3"/>
                </a:solidFill>
              </a:rPr>
              <a:t>Programming Language Lab</a:t>
            </a:r>
            <a:endParaRPr sz="1400" dirty="0">
              <a:solidFill>
                <a:schemeClr val="accent3"/>
              </a:solidFill>
            </a:endParaRPr>
          </a:p>
        </p:txBody>
      </p:sp>
      <p:sp>
        <p:nvSpPr>
          <p:cNvPr id="474" name="Google Shape;474;p28">
            <a:extLst>
              <a:ext uri="{FF2B5EF4-FFF2-40B4-BE49-F238E27FC236}">
                <a16:creationId xmlns:a16="http://schemas.microsoft.com/office/drawing/2014/main" id="{E8750547-4751-7995-A5D9-020F8825EDFB}"/>
              </a:ext>
            </a:extLst>
          </p:cNvPr>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dirty="0">
                <a:solidFill>
                  <a:schemeClr val="accent3"/>
                </a:solidFill>
              </a:rPr>
              <a:t>decision.c</a:t>
            </a:r>
            <a:endParaRPr sz="1400" dirty="0">
              <a:solidFill>
                <a:schemeClr val="accent3"/>
              </a:solidFill>
            </a:endParaRPr>
          </a:p>
        </p:txBody>
      </p:sp>
      <p:sp>
        <p:nvSpPr>
          <p:cNvPr id="475" name="Google Shape;475;p28">
            <a:extLst>
              <a:ext uri="{FF2B5EF4-FFF2-40B4-BE49-F238E27FC236}">
                <a16:creationId xmlns:a16="http://schemas.microsoft.com/office/drawing/2014/main" id="{85F35F21-1618-25F2-AA74-75E023DF6D8D}"/>
              </a:ext>
            </a:extLst>
          </p:cNvPr>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endParaRPr sz="1400" dirty="0">
              <a:solidFill>
                <a:schemeClr val="accent3"/>
              </a:solidFill>
            </a:endParaRPr>
          </a:p>
        </p:txBody>
      </p:sp>
      <p:sp>
        <p:nvSpPr>
          <p:cNvPr id="2" name="Google Shape;583;p33">
            <a:extLst>
              <a:ext uri="{FF2B5EF4-FFF2-40B4-BE49-F238E27FC236}">
                <a16:creationId xmlns:a16="http://schemas.microsoft.com/office/drawing/2014/main" id="{22D42296-5F99-5A77-1144-D736E9B69E3D}"/>
              </a:ext>
            </a:extLst>
          </p:cNvPr>
          <p:cNvSpPr txBox="1"/>
          <p:nvPr/>
        </p:nvSpPr>
        <p:spPr>
          <a:xfrm>
            <a:off x="1330537" y="1257775"/>
            <a:ext cx="7482957" cy="1020553"/>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US" sz="2000" dirty="0">
                <a:solidFill>
                  <a:schemeClr val="accent1"/>
                </a:solidFill>
                <a:latin typeface="Fira Code"/>
                <a:ea typeface="Fira Code"/>
                <a:cs typeface="Fira Code"/>
                <a:sym typeface="Fira Code"/>
              </a:rPr>
              <a:t>Write a C program to simulate a simple ATM machine interface</a:t>
            </a:r>
          </a:p>
        </p:txBody>
      </p:sp>
      <p:pic>
        <p:nvPicPr>
          <p:cNvPr id="3" name="Picture 13" descr="‪48 ATM facts to know | ATM Marketplace‬‏">
            <a:extLst>
              <a:ext uri="{FF2B5EF4-FFF2-40B4-BE49-F238E27FC236}">
                <a16:creationId xmlns:a16="http://schemas.microsoft.com/office/drawing/2014/main" id="{55E05DDC-7517-CF58-6DF1-8AA9053FE17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735655" y="2412203"/>
            <a:ext cx="2857500" cy="16002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505483099"/>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470">
          <a:extLst>
            <a:ext uri="{FF2B5EF4-FFF2-40B4-BE49-F238E27FC236}">
              <a16:creationId xmlns:a16="http://schemas.microsoft.com/office/drawing/2014/main" id="{9320756E-7583-EC87-938E-AC13F17D3D8A}"/>
            </a:ext>
          </a:extLst>
        </p:cNvPr>
        <p:cNvGrpSpPr/>
        <p:nvPr/>
      </p:nvGrpSpPr>
      <p:grpSpPr>
        <a:xfrm>
          <a:off x="0" y="0"/>
          <a:ext cx="0" cy="0"/>
          <a:chOff x="0" y="0"/>
          <a:chExt cx="0" cy="0"/>
        </a:xfrm>
      </p:grpSpPr>
      <p:sp>
        <p:nvSpPr>
          <p:cNvPr id="471" name="Google Shape;471;p28">
            <a:extLst>
              <a:ext uri="{FF2B5EF4-FFF2-40B4-BE49-F238E27FC236}">
                <a16:creationId xmlns:a16="http://schemas.microsoft.com/office/drawing/2014/main" id="{2EF60AD5-24C1-26B6-45CF-843580D4D540}"/>
              </a:ext>
            </a:extLst>
          </p:cNvPr>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solidFill>
                  <a:schemeClr val="accent2"/>
                </a:solidFill>
              </a:rPr>
              <a:t>Banking Operations</a:t>
            </a:r>
            <a:r>
              <a:rPr lang="en" dirty="0">
                <a:solidFill>
                  <a:schemeClr val="accent2"/>
                </a:solidFill>
              </a:rPr>
              <a:t>;</a:t>
            </a:r>
            <a:endParaRPr dirty="0">
              <a:solidFill>
                <a:schemeClr val="accent2"/>
              </a:solidFill>
            </a:endParaRPr>
          </a:p>
        </p:txBody>
      </p:sp>
      <p:sp>
        <p:nvSpPr>
          <p:cNvPr id="473" name="Google Shape;473;p28">
            <a:extLst>
              <a:ext uri="{FF2B5EF4-FFF2-40B4-BE49-F238E27FC236}">
                <a16:creationId xmlns:a16="http://schemas.microsoft.com/office/drawing/2014/main" id="{DE382026-4314-60F7-48B7-A465F318BDD1}"/>
              </a:ext>
            </a:extLst>
          </p:cNvPr>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dirty="0">
                <a:solidFill>
                  <a:schemeClr val="accent3"/>
                </a:solidFill>
              </a:rPr>
              <a:t>Programming Language Lab</a:t>
            </a:r>
            <a:endParaRPr sz="1400" dirty="0">
              <a:solidFill>
                <a:schemeClr val="accent3"/>
              </a:solidFill>
            </a:endParaRPr>
          </a:p>
        </p:txBody>
      </p:sp>
      <p:sp>
        <p:nvSpPr>
          <p:cNvPr id="474" name="Google Shape;474;p28">
            <a:extLst>
              <a:ext uri="{FF2B5EF4-FFF2-40B4-BE49-F238E27FC236}">
                <a16:creationId xmlns:a16="http://schemas.microsoft.com/office/drawing/2014/main" id="{A0DDC9C0-E8EF-8047-695F-69870221D324}"/>
              </a:ext>
            </a:extLst>
          </p:cNvPr>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dirty="0">
                <a:solidFill>
                  <a:schemeClr val="accent3"/>
                </a:solidFill>
              </a:rPr>
              <a:t>decision.c</a:t>
            </a:r>
            <a:endParaRPr sz="1400" dirty="0">
              <a:solidFill>
                <a:schemeClr val="accent3"/>
              </a:solidFill>
            </a:endParaRPr>
          </a:p>
        </p:txBody>
      </p:sp>
      <p:sp>
        <p:nvSpPr>
          <p:cNvPr id="475" name="Google Shape;475;p28">
            <a:extLst>
              <a:ext uri="{FF2B5EF4-FFF2-40B4-BE49-F238E27FC236}">
                <a16:creationId xmlns:a16="http://schemas.microsoft.com/office/drawing/2014/main" id="{F04F849B-41E4-D461-4304-5C6912B7D8FE}"/>
              </a:ext>
            </a:extLst>
          </p:cNvPr>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endParaRPr sz="1400" dirty="0">
              <a:solidFill>
                <a:schemeClr val="accent3"/>
              </a:solidFill>
            </a:endParaRPr>
          </a:p>
        </p:txBody>
      </p:sp>
      <p:sp>
        <p:nvSpPr>
          <p:cNvPr id="2" name="Google Shape;583;p33">
            <a:extLst>
              <a:ext uri="{FF2B5EF4-FFF2-40B4-BE49-F238E27FC236}">
                <a16:creationId xmlns:a16="http://schemas.microsoft.com/office/drawing/2014/main" id="{E98BA527-200E-E071-4C87-704930363ABA}"/>
              </a:ext>
            </a:extLst>
          </p:cNvPr>
          <p:cNvSpPr txBox="1"/>
          <p:nvPr/>
        </p:nvSpPr>
        <p:spPr>
          <a:xfrm>
            <a:off x="1330537" y="1257775"/>
            <a:ext cx="7482957" cy="1020553"/>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US" sz="2000" dirty="0">
                <a:solidFill>
                  <a:schemeClr val="accent1"/>
                </a:solidFill>
                <a:latin typeface="Fira Code"/>
                <a:ea typeface="Fira Code"/>
                <a:cs typeface="Fira Code"/>
                <a:sym typeface="Fira Code"/>
              </a:rPr>
              <a:t>Write a C program to simulate a simple ATM machine interface</a:t>
            </a:r>
          </a:p>
        </p:txBody>
      </p:sp>
      <p:sp>
        <p:nvSpPr>
          <p:cNvPr id="3" name="Google Shape;583;p33">
            <a:extLst>
              <a:ext uri="{FF2B5EF4-FFF2-40B4-BE49-F238E27FC236}">
                <a16:creationId xmlns:a16="http://schemas.microsoft.com/office/drawing/2014/main" id="{F2B10735-0CB4-4B17-66B1-33EDEE5996B3}"/>
              </a:ext>
            </a:extLst>
          </p:cNvPr>
          <p:cNvSpPr txBox="1"/>
          <p:nvPr/>
        </p:nvSpPr>
        <p:spPr>
          <a:xfrm>
            <a:off x="2154964" y="3601815"/>
            <a:ext cx="7482957" cy="1020553"/>
          </a:xfrm>
          <a:prstGeom prst="rect">
            <a:avLst/>
          </a:prstGeom>
          <a:noFill/>
          <a:ln>
            <a:noFill/>
          </a:ln>
        </p:spPr>
        <p:txBody>
          <a:bodyPr spcFirstLastPara="1" wrap="square" lIns="91425" tIns="91425" rIns="91425" bIns="91425" anchor="ctr" anchorCtr="0">
            <a:noAutofit/>
          </a:bodyPr>
          <a:lstStyle/>
          <a:p>
            <a:pPr marL="285750" lvl="0" indent="-285750" algn="l" rtl="0">
              <a:spcBef>
                <a:spcPts val="0"/>
              </a:spcBef>
              <a:spcAft>
                <a:spcPts val="0"/>
              </a:spcAft>
              <a:buFont typeface="Arial" panose="020B0604020202020204" pitchFamily="34" charset="0"/>
              <a:buChar char="•"/>
            </a:pPr>
            <a:r>
              <a:rPr lang="en-US" sz="1800" dirty="0">
                <a:solidFill>
                  <a:srgbClr val="92D050"/>
                </a:solidFill>
                <a:latin typeface="Fira Code"/>
                <a:ea typeface="Fira Code"/>
                <a:cs typeface="Fira Code"/>
                <a:sym typeface="Fira Code"/>
              </a:rPr>
              <a:t>Just like the given picture </a:t>
            </a:r>
          </a:p>
        </p:txBody>
      </p:sp>
      <p:pic>
        <p:nvPicPr>
          <p:cNvPr id="5" name="Picture 4">
            <a:extLst>
              <a:ext uri="{FF2B5EF4-FFF2-40B4-BE49-F238E27FC236}">
                <a16:creationId xmlns:a16="http://schemas.microsoft.com/office/drawing/2014/main" id="{57D302DB-0D5C-7B73-6CFF-F9F06A3E947A}"/>
              </a:ext>
            </a:extLst>
          </p:cNvPr>
          <p:cNvPicPr>
            <a:picLocks noChangeAspect="1"/>
          </p:cNvPicPr>
          <p:nvPr/>
        </p:nvPicPr>
        <p:blipFill>
          <a:blip r:embed="rId3"/>
          <a:stretch>
            <a:fillRect/>
          </a:stretch>
        </p:blipFill>
        <p:spPr>
          <a:xfrm>
            <a:off x="6621012" y="2989405"/>
            <a:ext cx="2384904" cy="1530610"/>
          </a:xfrm>
          <a:prstGeom prst="rect">
            <a:avLst/>
          </a:prstGeom>
        </p:spPr>
      </p:pic>
      <p:sp>
        <p:nvSpPr>
          <p:cNvPr id="6" name="Google Shape;583;p33">
            <a:extLst>
              <a:ext uri="{FF2B5EF4-FFF2-40B4-BE49-F238E27FC236}">
                <a16:creationId xmlns:a16="http://schemas.microsoft.com/office/drawing/2014/main" id="{A59E5EBA-56C6-0E1F-3D60-209DA48FB3C5}"/>
              </a:ext>
            </a:extLst>
          </p:cNvPr>
          <p:cNvSpPr txBox="1"/>
          <p:nvPr/>
        </p:nvSpPr>
        <p:spPr>
          <a:xfrm>
            <a:off x="1482936" y="2213873"/>
            <a:ext cx="7482957" cy="1020553"/>
          </a:xfrm>
          <a:prstGeom prst="rect">
            <a:avLst/>
          </a:prstGeom>
          <a:noFill/>
          <a:ln>
            <a:noFill/>
          </a:ln>
        </p:spPr>
        <p:txBody>
          <a:bodyPr spcFirstLastPara="1" wrap="square" lIns="91425" tIns="91425" rIns="91425" bIns="91425" anchor="ctr" anchorCtr="0">
            <a:noAutofit/>
          </a:bodyPr>
          <a:lstStyle/>
          <a:p>
            <a:pPr marL="285750" lvl="0" indent="-285750" algn="l" rtl="0">
              <a:spcBef>
                <a:spcPts val="0"/>
              </a:spcBef>
              <a:spcAft>
                <a:spcPts val="0"/>
              </a:spcAft>
              <a:buFont typeface="Arial" panose="020B0604020202020204" pitchFamily="34" charset="0"/>
              <a:buChar char="•"/>
            </a:pPr>
            <a:r>
              <a:rPr lang="en-US" sz="1800" dirty="0">
                <a:solidFill>
                  <a:srgbClr val="92D050"/>
                </a:solidFill>
                <a:latin typeface="Fira Code"/>
                <a:ea typeface="Fira Code"/>
                <a:cs typeface="Fira Code"/>
                <a:sym typeface="Fira Code"/>
              </a:rPr>
              <a:t>First develop a menu for choice of the user!</a:t>
            </a:r>
          </a:p>
        </p:txBody>
      </p:sp>
    </p:spTree>
    <p:extLst>
      <p:ext uri="{BB962C8B-B14F-4D97-AF65-F5344CB8AC3E}">
        <p14:creationId xmlns:p14="http://schemas.microsoft.com/office/powerpoint/2010/main" val="630654084"/>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470">
          <a:extLst>
            <a:ext uri="{FF2B5EF4-FFF2-40B4-BE49-F238E27FC236}">
              <a16:creationId xmlns:a16="http://schemas.microsoft.com/office/drawing/2014/main" id="{9579649D-2404-F504-77EB-00A9A0AB0F4A}"/>
            </a:ext>
          </a:extLst>
        </p:cNvPr>
        <p:cNvGrpSpPr/>
        <p:nvPr/>
      </p:nvGrpSpPr>
      <p:grpSpPr>
        <a:xfrm>
          <a:off x="0" y="0"/>
          <a:ext cx="0" cy="0"/>
          <a:chOff x="0" y="0"/>
          <a:chExt cx="0" cy="0"/>
        </a:xfrm>
      </p:grpSpPr>
      <p:sp>
        <p:nvSpPr>
          <p:cNvPr id="471" name="Google Shape;471;p28">
            <a:extLst>
              <a:ext uri="{FF2B5EF4-FFF2-40B4-BE49-F238E27FC236}">
                <a16:creationId xmlns:a16="http://schemas.microsoft.com/office/drawing/2014/main" id="{7A2E5FA8-E168-F0F2-6145-08DF452F5336}"/>
              </a:ext>
            </a:extLst>
          </p:cNvPr>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solidFill>
                  <a:schemeClr val="accent2"/>
                </a:solidFill>
              </a:rPr>
              <a:t>Banking Operations</a:t>
            </a:r>
            <a:r>
              <a:rPr lang="en" dirty="0">
                <a:solidFill>
                  <a:schemeClr val="accent2"/>
                </a:solidFill>
              </a:rPr>
              <a:t>;</a:t>
            </a:r>
            <a:endParaRPr dirty="0">
              <a:solidFill>
                <a:schemeClr val="accent2"/>
              </a:solidFill>
            </a:endParaRPr>
          </a:p>
        </p:txBody>
      </p:sp>
      <p:sp>
        <p:nvSpPr>
          <p:cNvPr id="473" name="Google Shape;473;p28">
            <a:extLst>
              <a:ext uri="{FF2B5EF4-FFF2-40B4-BE49-F238E27FC236}">
                <a16:creationId xmlns:a16="http://schemas.microsoft.com/office/drawing/2014/main" id="{33AF9F55-50B3-9DA2-0D70-9F216BB46C5F}"/>
              </a:ext>
            </a:extLst>
          </p:cNvPr>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dirty="0">
                <a:solidFill>
                  <a:schemeClr val="accent3"/>
                </a:solidFill>
              </a:rPr>
              <a:t>Programming Language Lab</a:t>
            </a:r>
            <a:endParaRPr sz="1400" dirty="0">
              <a:solidFill>
                <a:schemeClr val="accent3"/>
              </a:solidFill>
            </a:endParaRPr>
          </a:p>
        </p:txBody>
      </p:sp>
      <p:sp>
        <p:nvSpPr>
          <p:cNvPr id="474" name="Google Shape;474;p28">
            <a:extLst>
              <a:ext uri="{FF2B5EF4-FFF2-40B4-BE49-F238E27FC236}">
                <a16:creationId xmlns:a16="http://schemas.microsoft.com/office/drawing/2014/main" id="{AC6ADAF1-A1B0-656F-4C45-64AE1D5D9E2F}"/>
              </a:ext>
            </a:extLst>
          </p:cNvPr>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dirty="0">
                <a:solidFill>
                  <a:schemeClr val="accent3"/>
                </a:solidFill>
              </a:rPr>
              <a:t>decision.c</a:t>
            </a:r>
            <a:endParaRPr sz="1400" dirty="0">
              <a:solidFill>
                <a:schemeClr val="accent3"/>
              </a:solidFill>
            </a:endParaRPr>
          </a:p>
        </p:txBody>
      </p:sp>
      <p:sp>
        <p:nvSpPr>
          <p:cNvPr id="475" name="Google Shape;475;p28">
            <a:extLst>
              <a:ext uri="{FF2B5EF4-FFF2-40B4-BE49-F238E27FC236}">
                <a16:creationId xmlns:a16="http://schemas.microsoft.com/office/drawing/2014/main" id="{9553B013-4EC6-2BAE-BA7E-91CC3C8047D5}"/>
              </a:ext>
            </a:extLst>
          </p:cNvPr>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endParaRPr sz="1400" dirty="0">
              <a:solidFill>
                <a:schemeClr val="accent3"/>
              </a:solidFill>
            </a:endParaRPr>
          </a:p>
        </p:txBody>
      </p:sp>
      <p:sp>
        <p:nvSpPr>
          <p:cNvPr id="2" name="Google Shape;583;p33">
            <a:extLst>
              <a:ext uri="{FF2B5EF4-FFF2-40B4-BE49-F238E27FC236}">
                <a16:creationId xmlns:a16="http://schemas.microsoft.com/office/drawing/2014/main" id="{E9D0E10C-7F5F-5E4D-3449-C63A4D5E1361}"/>
              </a:ext>
            </a:extLst>
          </p:cNvPr>
          <p:cNvSpPr txBox="1"/>
          <p:nvPr/>
        </p:nvSpPr>
        <p:spPr>
          <a:xfrm>
            <a:off x="1220368" y="1213684"/>
            <a:ext cx="7482957" cy="1020553"/>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US" sz="2000" dirty="0">
                <a:solidFill>
                  <a:schemeClr val="accent1"/>
                </a:solidFill>
                <a:latin typeface="Fira Code"/>
                <a:ea typeface="Fira Code"/>
                <a:cs typeface="Fira Code"/>
                <a:sym typeface="Fira Code"/>
              </a:rPr>
              <a:t>Write a C program to simulate a simple ATM machine interface with the following features:</a:t>
            </a:r>
          </a:p>
        </p:txBody>
      </p:sp>
      <p:sp>
        <p:nvSpPr>
          <p:cNvPr id="9" name="Google Shape;583;p33">
            <a:extLst>
              <a:ext uri="{FF2B5EF4-FFF2-40B4-BE49-F238E27FC236}">
                <a16:creationId xmlns:a16="http://schemas.microsoft.com/office/drawing/2014/main" id="{8EC7DDFE-9D49-9E47-78DA-9FFB4F9BA636}"/>
              </a:ext>
            </a:extLst>
          </p:cNvPr>
          <p:cNvSpPr txBox="1"/>
          <p:nvPr/>
        </p:nvSpPr>
        <p:spPr>
          <a:xfrm>
            <a:off x="1220368" y="2061498"/>
            <a:ext cx="7482957" cy="1020553"/>
          </a:xfrm>
          <a:prstGeom prst="rect">
            <a:avLst/>
          </a:prstGeom>
          <a:noFill/>
          <a:ln>
            <a:noFill/>
          </a:ln>
        </p:spPr>
        <p:txBody>
          <a:bodyPr spcFirstLastPara="1" wrap="square" lIns="91425" tIns="91425" rIns="91425" bIns="91425" anchor="ctr" anchorCtr="0">
            <a:noAutofit/>
          </a:bodyPr>
          <a:lstStyle/>
          <a:p>
            <a:pPr marL="342900" lvl="0" indent="-342900" algn="l" rtl="0">
              <a:spcBef>
                <a:spcPts val="0"/>
              </a:spcBef>
              <a:spcAft>
                <a:spcPts val="0"/>
              </a:spcAft>
              <a:buFont typeface="Arial" panose="020B0604020202020204" pitchFamily="34" charset="0"/>
              <a:buChar char="•"/>
            </a:pPr>
            <a:r>
              <a:rPr lang="en-US" sz="1600" dirty="0">
                <a:solidFill>
                  <a:srgbClr val="92D050"/>
                </a:solidFill>
                <a:latin typeface="Fira Code"/>
                <a:ea typeface="Fira Code"/>
                <a:cs typeface="Fira Code"/>
                <a:sym typeface="Fira Code"/>
              </a:rPr>
              <a:t>For each choice of user, you should make a decision!</a:t>
            </a:r>
          </a:p>
        </p:txBody>
      </p:sp>
      <p:sp>
        <p:nvSpPr>
          <p:cNvPr id="3" name="Google Shape;583;p33">
            <a:extLst>
              <a:ext uri="{FF2B5EF4-FFF2-40B4-BE49-F238E27FC236}">
                <a16:creationId xmlns:a16="http://schemas.microsoft.com/office/drawing/2014/main" id="{A2AF51F9-3A25-6F1C-F491-D6AD8270B2E4}"/>
              </a:ext>
            </a:extLst>
          </p:cNvPr>
          <p:cNvSpPr txBox="1"/>
          <p:nvPr/>
        </p:nvSpPr>
        <p:spPr>
          <a:xfrm>
            <a:off x="1220368" y="3082051"/>
            <a:ext cx="7482957" cy="1020553"/>
          </a:xfrm>
          <a:prstGeom prst="rect">
            <a:avLst/>
          </a:prstGeom>
          <a:noFill/>
          <a:ln>
            <a:noFill/>
          </a:ln>
        </p:spPr>
        <p:txBody>
          <a:bodyPr spcFirstLastPara="1" wrap="square" lIns="91425" tIns="91425" rIns="91425" bIns="91425" anchor="ctr" anchorCtr="0">
            <a:noAutofit/>
          </a:bodyPr>
          <a:lstStyle/>
          <a:p>
            <a:pPr marL="342900" lvl="0" indent="-342900" algn="l" rtl="0">
              <a:spcBef>
                <a:spcPts val="0"/>
              </a:spcBef>
              <a:spcAft>
                <a:spcPts val="0"/>
              </a:spcAft>
              <a:buFont typeface="Arial" panose="020B0604020202020204" pitchFamily="34" charset="0"/>
              <a:buChar char="•"/>
            </a:pPr>
            <a:r>
              <a:rPr lang="en-US" sz="1600" dirty="0">
                <a:solidFill>
                  <a:srgbClr val="92D050"/>
                </a:solidFill>
                <a:latin typeface="Fira Code"/>
                <a:ea typeface="Fira Code"/>
                <a:cs typeface="Fira Code"/>
                <a:sym typeface="Fira Code"/>
              </a:rPr>
              <a:t>You can use ‘</a:t>
            </a:r>
            <a:r>
              <a:rPr lang="en-US" sz="1600" dirty="0">
                <a:solidFill>
                  <a:srgbClr val="00B0F0"/>
                </a:solidFill>
                <a:latin typeface="Fira Code"/>
                <a:ea typeface="Fira Code"/>
                <a:cs typeface="Fira Code"/>
                <a:sym typeface="Fira Code"/>
              </a:rPr>
              <a:t>switch-case</a:t>
            </a:r>
            <a:r>
              <a:rPr lang="en-US" sz="1600" dirty="0">
                <a:solidFill>
                  <a:srgbClr val="92D050"/>
                </a:solidFill>
                <a:latin typeface="Fira Code"/>
                <a:ea typeface="Fira Code"/>
                <a:cs typeface="Fira Code"/>
                <a:sym typeface="Fira Code"/>
              </a:rPr>
              <a:t>’ syntax as well.</a:t>
            </a:r>
          </a:p>
        </p:txBody>
      </p:sp>
    </p:spTree>
    <p:extLst>
      <p:ext uri="{BB962C8B-B14F-4D97-AF65-F5344CB8AC3E}">
        <p14:creationId xmlns:p14="http://schemas.microsoft.com/office/powerpoint/2010/main" val="496835941"/>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470">
          <a:extLst>
            <a:ext uri="{FF2B5EF4-FFF2-40B4-BE49-F238E27FC236}">
              <a16:creationId xmlns:a16="http://schemas.microsoft.com/office/drawing/2014/main" id="{09A8315F-2926-4B2A-4EA8-82913EC10343}"/>
            </a:ext>
          </a:extLst>
        </p:cNvPr>
        <p:cNvGrpSpPr/>
        <p:nvPr/>
      </p:nvGrpSpPr>
      <p:grpSpPr>
        <a:xfrm>
          <a:off x="0" y="0"/>
          <a:ext cx="0" cy="0"/>
          <a:chOff x="0" y="0"/>
          <a:chExt cx="0" cy="0"/>
        </a:xfrm>
      </p:grpSpPr>
      <p:sp>
        <p:nvSpPr>
          <p:cNvPr id="471" name="Google Shape;471;p28">
            <a:extLst>
              <a:ext uri="{FF2B5EF4-FFF2-40B4-BE49-F238E27FC236}">
                <a16:creationId xmlns:a16="http://schemas.microsoft.com/office/drawing/2014/main" id="{9FD34EC4-6D2C-8BF3-FDC1-CB7F56EA3BC2}"/>
              </a:ext>
            </a:extLst>
          </p:cNvPr>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solidFill>
                  <a:schemeClr val="accent2"/>
                </a:solidFill>
              </a:rPr>
              <a:t>Banking Operations</a:t>
            </a:r>
            <a:r>
              <a:rPr lang="en" dirty="0">
                <a:solidFill>
                  <a:schemeClr val="accent2"/>
                </a:solidFill>
              </a:rPr>
              <a:t>;</a:t>
            </a:r>
            <a:endParaRPr dirty="0">
              <a:solidFill>
                <a:schemeClr val="accent2"/>
              </a:solidFill>
            </a:endParaRPr>
          </a:p>
        </p:txBody>
      </p:sp>
      <p:sp>
        <p:nvSpPr>
          <p:cNvPr id="473" name="Google Shape;473;p28">
            <a:extLst>
              <a:ext uri="{FF2B5EF4-FFF2-40B4-BE49-F238E27FC236}">
                <a16:creationId xmlns:a16="http://schemas.microsoft.com/office/drawing/2014/main" id="{1618BFC0-6089-1D6B-B938-79146E8B3D87}"/>
              </a:ext>
            </a:extLst>
          </p:cNvPr>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dirty="0">
                <a:solidFill>
                  <a:schemeClr val="accent3"/>
                </a:solidFill>
              </a:rPr>
              <a:t>Programming Language Lab</a:t>
            </a:r>
            <a:endParaRPr sz="1400" dirty="0">
              <a:solidFill>
                <a:schemeClr val="accent3"/>
              </a:solidFill>
            </a:endParaRPr>
          </a:p>
        </p:txBody>
      </p:sp>
      <p:sp>
        <p:nvSpPr>
          <p:cNvPr id="474" name="Google Shape;474;p28">
            <a:extLst>
              <a:ext uri="{FF2B5EF4-FFF2-40B4-BE49-F238E27FC236}">
                <a16:creationId xmlns:a16="http://schemas.microsoft.com/office/drawing/2014/main" id="{4BD3E066-3B8A-261B-A8AF-0D606F4A1A1C}"/>
              </a:ext>
            </a:extLst>
          </p:cNvPr>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dirty="0">
                <a:solidFill>
                  <a:schemeClr val="accent3"/>
                </a:solidFill>
              </a:rPr>
              <a:t>decision.c</a:t>
            </a:r>
            <a:endParaRPr sz="1400" dirty="0">
              <a:solidFill>
                <a:schemeClr val="accent3"/>
              </a:solidFill>
            </a:endParaRPr>
          </a:p>
        </p:txBody>
      </p:sp>
      <p:sp>
        <p:nvSpPr>
          <p:cNvPr id="475" name="Google Shape;475;p28">
            <a:extLst>
              <a:ext uri="{FF2B5EF4-FFF2-40B4-BE49-F238E27FC236}">
                <a16:creationId xmlns:a16="http://schemas.microsoft.com/office/drawing/2014/main" id="{972F5F4B-456A-0804-34BE-647C1FA83A76}"/>
              </a:ext>
            </a:extLst>
          </p:cNvPr>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endParaRPr sz="1400" dirty="0">
              <a:solidFill>
                <a:schemeClr val="accent3"/>
              </a:solidFill>
            </a:endParaRPr>
          </a:p>
        </p:txBody>
      </p:sp>
      <p:sp>
        <p:nvSpPr>
          <p:cNvPr id="2" name="Google Shape;583;p33">
            <a:extLst>
              <a:ext uri="{FF2B5EF4-FFF2-40B4-BE49-F238E27FC236}">
                <a16:creationId xmlns:a16="http://schemas.microsoft.com/office/drawing/2014/main" id="{74A11C7A-AFAD-4C63-EEE1-01D9E927F6D3}"/>
              </a:ext>
            </a:extLst>
          </p:cNvPr>
          <p:cNvSpPr txBox="1"/>
          <p:nvPr/>
        </p:nvSpPr>
        <p:spPr>
          <a:xfrm>
            <a:off x="1143250" y="1459556"/>
            <a:ext cx="7482957" cy="1020553"/>
          </a:xfrm>
          <a:prstGeom prst="rect">
            <a:avLst/>
          </a:prstGeom>
          <a:noFill/>
          <a:ln>
            <a:noFill/>
          </a:ln>
        </p:spPr>
        <p:txBody>
          <a:bodyPr spcFirstLastPara="1" wrap="square" lIns="91425" tIns="91425" rIns="91425" bIns="91425" anchor="ctr" anchorCtr="0">
            <a:noAutofit/>
          </a:bodyPr>
          <a:lstStyle/>
          <a:p>
            <a:pPr lvl="0" algn="l" rtl="0">
              <a:spcBef>
                <a:spcPts val="0"/>
              </a:spcBef>
              <a:spcAft>
                <a:spcPts val="0"/>
              </a:spcAft>
            </a:pPr>
            <a:r>
              <a:rPr lang="en-US" sz="1600" dirty="0">
                <a:solidFill>
                  <a:schemeClr val="bg2"/>
                </a:solidFill>
                <a:latin typeface="Fira Code"/>
                <a:ea typeface="Fira Code"/>
                <a:cs typeface="Fira Code"/>
                <a:sym typeface="Fira Code"/>
              </a:rPr>
              <a:t>In the menu: </a:t>
            </a:r>
          </a:p>
          <a:p>
            <a:pPr lvl="0" algn="l" rtl="0">
              <a:spcBef>
                <a:spcPts val="0"/>
              </a:spcBef>
              <a:spcAft>
                <a:spcPts val="0"/>
              </a:spcAft>
            </a:pPr>
            <a:endParaRPr lang="en-US" sz="1600" dirty="0">
              <a:solidFill>
                <a:schemeClr val="bg2"/>
              </a:solidFill>
              <a:latin typeface="Fira Code"/>
              <a:ea typeface="Fira Code"/>
              <a:cs typeface="Fira Code"/>
              <a:sym typeface="Fira Code"/>
            </a:endParaRPr>
          </a:p>
          <a:p>
            <a:pPr marL="285750" lvl="0" indent="-285750" algn="l" rtl="0">
              <a:spcBef>
                <a:spcPts val="0"/>
              </a:spcBef>
              <a:spcAft>
                <a:spcPts val="0"/>
              </a:spcAft>
              <a:buFont typeface="Arial" panose="020B0604020202020204" pitchFamily="34" charset="0"/>
              <a:buChar char="•"/>
            </a:pPr>
            <a:r>
              <a:rPr lang="en-US" sz="1600" dirty="0">
                <a:solidFill>
                  <a:schemeClr val="bg2"/>
                </a:solidFill>
                <a:latin typeface="Fira Code"/>
                <a:ea typeface="Fira Code"/>
                <a:cs typeface="Fira Code"/>
                <a:sym typeface="Fira Code"/>
              </a:rPr>
              <a:t>Option 1: Should display the current balance </a:t>
            </a:r>
          </a:p>
          <a:p>
            <a:pPr marL="285750" lvl="0" indent="-285750" algn="l" rtl="0">
              <a:spcBef>
                <a:spcPts val="0"/>
              </a:spcBef>
              <a:spcAft>
                <a:spcPts val="0"/>
              </a:spcAft>
              <a:buFont typeface="Arial" panose="020B0604020202020204" pitchFamily="34" charset="0"/>
              <a:buChar char="•"/>
            </a:pPr>
            <a:endParaRPr lang="en-US" sz="1600" dirty="0">
              <a:solidFill>
                <a:schemeClr val="bg2"/>
              </a:solidFill>
              <a:latin typeface="Fira Code"/>
              <a:ea typeface="Fira Code"/>
              <a:cs typeface="Fira Code"/>
              <a:sym typeface="Fira Code"/>
            </a:endParaRPr>
          </a:p>
        </p:txBody>
      </p:sp>
    </p:spTree>
    <p:extLst>
      <p:ext uri="{BB962C8B-B14F-4D97-AF65-F5344CB8AC3E}">
        <p14:creationId xmlns:p14="http://schemas.microsoft.com/office/powerpoint/2010/main" val="2872825551"/>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470">
          <a:extLst>
            <a:ext uri="{FF2B5EF4-FFF2-40B4-BE49-F238E27FC236}">
              <a16:creationId xmlns:a16="http://schemas.microsoft.com/office/drawing/2014/main" id="{51BBA4BE-4133-13A9-E429-3DBE4327F5EF}"/>
            </a:ext>
          </a:extLst>
        </p:cNvPr>
        <p:cNvGrpSpPr/>
        <p:nvPr/>
      </p:nvGrpSpPr>
      <p:grpSpPr>
        <a:xfrm>
          <a:off x="0" y="0"/>
          <a:ext cx="0" cy="0"/>
          <a:chOff x="0" y="0"/>
          <a:chExt cx="0" cy="0"/>
        </a:xfrm>
      </p:grpSpPr>
      <p:sp>
        <p:nvSpPr>
          <p:cNvPr id="471" name="Google Shape;471;p28">
            <a:extLst>
              <a:ext uri="{FF2B5EF4-FFF2-40B4-BE49-F238E27FC236}">
                <a16:creationId xmlns:a16="http://schemas.microsoft.com/office/drawing/2014/main" id="{8B6E9310-51E5-09F4-461D-346FA98C4F02}"/>
              </a:ext>
            </a:extLst>
          </p:cNvPr>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solidFill>
                  <a:schemeClr val="accent2"/>
                </a:solidFill>
              </a:rPr>
              <a:t>Banking Operations</a:t>
            </a:r>
            <a:r>
              <a:rPr lang="en" dirty="0">
                <a:solidFill>
                  <a:schemeClr val="accent2"/>
                </a:solidFill>
              </a:rPr>
              <a:t>;</a:t>
            </a:r>
            <a:endParaRPr dirty="0">
              <a:solidFill>
                <a:schemeClr val="accent2"/>
              </a:solidFill>
            </a:endParaRPr>
          </a:p>
        </p:txBody>
      </p:sp>
      <p:sp>
        <p:nvSpPr>
          <p:cNvPr id="473" name="Google Shape;473;p28">
            <a:extLst>
              <a:ext uri="{FF2B5EF4-FFF2-40B4-BE49-F238E27FC236}">
                <a16:creationId xmlns:a16="http://schemas.microsoft.com/office/drawing/2014/main" id="{7741E0FB-2313-497E-081B-4F11CC004617}"/>
              </a:ext>
            </a:extLst>
          </p:cNvPr>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dirty="0">
                <a:solidFill>
                  <a:schemeClr val="accent3"/>
                </a:solidFill>
              </a:rPr>
              <a:t>Programming Language Lab</a:t>
            </a:r>
            <a:endParaRPr sz="1400" dirty="0">
              <a:solidFill>
                <a:schemeClr val="accent3"/>
              </a:solidFill>
            </a:endParaRPr>
          </a:p>
        </p:txBody>
      </p:sp>
      <p:sp>
        <p:nvSpPr>
          <p:cNvPr id="474" name="Google Shape;474;p28">
            <a:extLst>
              <a:ext uri="{FF2B5EF4-FFF2-40B4-BE49-F238E27FC236}">
                <a16:creationId xmlns:a16="http://schemas.microsoft.com/office/drawing/2014/main" id="{7DAFCDBE-778F-C926-1E98-9830D747DDD4}"/>
              </a:ext>
            </a:extLst>
          </p:cNvPr>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dirty="0">
                <a:solidFill>
                  <a:schemeClr val="accent3"/>
                </a:solidFill>
              </a:rPr>
              <a:t>decision.c</a:t>
            </a:r>
            <a:endParaRPr sz="1400" dirty="0">
              <a:solidFill>
                <a:schemeClr val="accent3"/>
              </a:solidFill>
            </a:endParaRPr>
          </a:p>
        </p:txBody>
      </p:sp>
      <p:sp>
        <p:nvSpPr>
          <p:cNvPr id="475" name="Google Shape;475;p28">
            <a:extLst>
              <a:ext uri="{FF2B5EF4-FFF2-40B4-BE49-F238E27FC236}">
                <a16:creationId xmlns:a16="http://schemas.microsoft.com/office/drawing/2014/main" id="{205BF33B-8F17-F8D2-BB4F-5EAF309F2E52}"/>
              </a:ext>
            </a:extLst>
          </p:cNvPr>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endParaRPr sz="1400" dirty="0">
              <a:solidFill>
                <a:schemeClr val="accent3"/>
              </a:solidFill>
            </a:endParaRPr>
          </a:p>
        </p:txBody>
      </p:sp>
      <p:sp>
        <p:nvSpPr>
          <p:cNvPr id="2" name="Google Shape;583;p33">
            <a:extLst>
              <a:ext uri="{FF2B5EF4-FFF2-40B4-BE49-F238E27FC236}">
                <a16:creationId xmlns:a16="http://schemas.microsoft.com/office/drawing/2014/main" id="{7FB1F042-BD7D-9954-14A9-C627E18CFD95}"/>
              </a:ext>
            </a:extLst>
          </p:cNvPr>
          <p:cNvSpPr txBox="1"/>
          <p:nvPr/>
        </p:nvSpPr>
        <p:spPr>
          <a:xfrm>
            <a:off x="824546" y="2061498"/>
            <a:ext cx="7482957" cy="1020553"/>
          </a:xfrm>
          <a:prstGeom prst="rect">
            <a:avLst/>
          </a:prstGeom>
          <a:noFill/>
          <a:ln>
            <a:noFill/>
          </a:ln>
        </p:spPr>
        <p:txBody>
          <a:bodyPr spcFirstLastPara="1" wrap="square" lIns="91425" tIns="91425" rIns="91425" bIns="91425" anchor="ctr" anchorCtr="0">
            <a:noAutofit/>
          </a:bodyPr>
          <a:lstStyle/>
          <a:p>
            <a:pPr marL="285750" lvl="0" indent="-285750" algn="l" rtl="0">
              <a:spcBef>
                <a:spcPts val="0"/>
              </a:spcBef>
              <a:spcAft>
                <a:spcPts val="0"/>
              </a:spcAft>
              <a:buFont typeface="Arial" panose="020B0604020202020204" pitchFamily="34" charset="0"/>
              <a:buChar char="•"/>
            </a:pPr>
            <a:endParaRPr lang="en-US" sz="1600" dirty="0">
              <a:solidFill>
                <a:schemeClr val="bg2"/>
              </a:solidFill>
              <a:latin typeface="Fira Code"/>
              <a:ea typeface="Fira Code"/>
              <a:cs typeface="Fira Code"/>
              <a:sym typeface="Fira Code"/>
            </a:endParaRPr>
          </a:p>
          <a:p>
            <a:pPr marL="285750" lvl="0" indent="-285750" algn="l" rtl="0">
              <a:spcBef>
                <a:spcPts val="0"/>
              </a:spcBef>
              <a:spcAft>
                <a:spcPts val="0"/>
              </a:spcAft>
              <a:buFont typeface="Arial" panose="020B0604020202020204" pitchFamily="34" charset="0"/>
              <a:buChar char="•"/>
            </a:pPr>
            <a:r>
              <a:rPr lang="en-US" sz="1600" dirty="0">
                <a:solidFill>
                  <a:schemeClr val="bg2"/>
                </a:solidFill>
                <a:latin typeface="Fira Code"/>
                <a:ea typeface="Fira Code"/>
                <a:cs typeface="Fira Code"/>
                <a:sym typeface="Fira Code"/>
              </a:rPr>
              <a:t>Options 2: should ask the user to enter a withdrawal amount.</a:t>
            </a:r>
          </a:p>
          <a:p>
            <a:pPr marL="285750" lvl="0" indent="-285750" algn="l" rtl="0">
              <a:spcBef>
                <a:spcPts val="0"/>
              </a:spcBef>
              <a:spcAft>
                <a:spcPts val="0"/>
              </a:spcAft>
              <a:buFont typeface="Arial" panose="020B0604020202020204" pitchFamily="34" charset="0"/>
              <a:buChar char="•"/>
            </a:pPr>
            <a:endParaRPr lang="en-US" sz="1600" dirty="0">
              <a:solidFill>
                <a:schemeClr val="bg2"/>
              </a:solidFill>
              <a:latin typeface="Fira Code"/>
              <a:ea typeface="Fira Code"/>
              <a:cs typeface="Fira Code"/>
              <a:sym typeface="Fira Code"/>
            </a:endParaRPr>
          </a:p>
          <a:p>
            <a:pPr marL="285750" lvl="0" indent="-285750" algn="l" rtl="0">
              <a:spcBef>
                <a:spcPts val="0"/>
              </a:spcBef>
              <a:spcAft>
                <a:spcPts val="0"/>
              </a:spcAft>
              <a:buFont typeface="Arial" panose="020B0604020202020204" pitchFamily="34" charset="0"/>
              <a:buChar char="•"/>
            </a:pPr>
            <a:r>
              <a:rPr lang="en-US" sz="1600" dirty="0">
                <a:solidFill>
                  <a:schemeClr val="bg1"/>
                </a:solidFill>
                <a:latin typeface="Fira Code"/>
                <a:ea typeface="Fira Code"/>
                <a:cs typeface="Fira Code"/>
                <a:sym typeface="Fira Code"/>
              </a:rPr>
              <a:t>Only allow the withdrawal of 100, 200, or 500 units</a:t>
            </a:r>
            <a:r>
              <a:rPr lang="en-US" sz="1600" dirty="0">
                <a:solidFill>
                  <a:schemeClr val="bg2"/>
                </a:solidFill>
                <a:latin typeface="Fira Code"/>
                <a:ea typeface="Fira Code"/>
                <a:cs typeface="Fira Code"/>
                <a:sym typeface="Fira Code"/>
              </a:rPr>
              <a:t>.</a:t>
            </a:r>
          </a:p>
          <a:p>
            <a:pPr marL="285750" lvl="0" indent="-285750" algn="l" rtl="0">
              <a:spcBef>
                <a:spcPts val="0"/>
              </a:spcBef>
              <a:spcAft>
                <a:spcPts val="0"/>
              </a:spcAft>
              <a:buFont typeface="Arial" panose="020B0604020202020204" pitchFamily="34" charset="0"/>
              <a:buChar char="•"/>
            </a:pPr>
            <a:endParaRPr lang="en-US" sz="1600" dirty="0">
              <a:solidFill>
                <a:schemeClr val="bg2"/>
              </a:solidFill>
              <a:latin typeface="Fira Code"/>
              <a:ea typeface="Fira Code"/>
              <a:cs typeface="Fira Code"/>
              <a:sym typeface="Fira Code"/>
            </a:endParaRPr>
          </a:p>
          <a:p>
            <a:pPr marL="285750" lvl="0" indent="-285750" algn="l" rtl="0">
              <a:spcBef>
                <a:spcPts val="0"/>
              </a:spcBef>
              <a:spcAft>
                <a:spcPts val="0"/>
              </a:spcAft>
              <a:buFont typeface="Arial" panose="020B0604020202020204" pitchFamily="34" charset="0"/>
              <a:buChar char="•"/>
            </a:pPr>
            <a:r>
              <a:rPr lang="en-US" sz="1600" dirty="0">
                <a:solidFill>
                  <a:schemeClr val="bg2"/>
                </a:solidFill>
                <a:latin typeface="Fira Code"/>
                <a:ea typeface="Fira Code"/>
                <a:cs typeface="Fira Code"/>
                <a:sym typeface="Fira Code"/>
              </a:rPr>
              <a:t>Check if the balance is </a:t>
            </a:r>
            <a:r>
              <a:rPr lang="en-US" sz="1600" dirty="0">
                <a:solidFill>
                  <a:srgbClr val="92D050"/>
                </a:solidFill>
                <a:latin typeface="Fira Code"/>
                <a:ea typeface="Fira Code"/>
                <a:cs typeface="Fira Code"/>
                <a:sym typeface="Fira Code"/>
              </a:rPr>
              <a:t>sufficient</a:t>
            </a:r>
            <a:r>
              <a:rPr lang="en-US" sz="1600" dirty="0">
                <a:solidFill>
                  <a:schemeClr val="bg2"/>
                </a:solidFill>
                <a:latin typeface="Fira Code"/>
                <a:ea typeface="Fira Code"/>
                <a:cs typeface="Fira Code"/>
                <a:sym typeface="Fira Code"/>
              </a:rPr>
              <a:t>.</a:t>
            </a:r>
          </a:p>
          <a:p>
            <a:pPr marL="285750" lvl="0" indent="-285750" algn="l" rtl="0">
              <a:spcBef>
                <a:spcPts val="0"/>
              </a:spcBef>
              <a:spcAft>
                <a:spcPts val="0"/>
              </a:spcAft>
              <a:buFont typeface="Arial" panose="020B0604020202020204" pitchFamily="34" charset="0"/>
              <a:buChar char="•"/>
            </a:pPr>
            <a:r>
              <a:rPr lang="en-US" sz="1600" dirty="0">
                <a:solidFill>
                  <a:schemeClr val="bg2"/>
                </a:solidFill>
                <a:latin typeface="Fira Code"/>
                <a:ea typeface="Fira Code"/>
                <a:cs typeface="Fira Code"/>
                <a:sym typeface="Fira Code"/>
              </a:rPr>
              <a:t>If valid, </a:t>
            </a:r>
            <a:r>
              <a:rPr lang="en-US" sz="1600" dirty="0">
                <a:solidFill>
                  <a:srgbClr val="92D050"/>
                </a:solidFill>
                <a:latin typeface="Fira Code"/>
                <a:ea typeface="Fira Code"/>
                <a:cs typeface="Fira Code"/>
                <a:sym typeface="Fira Code"/>
              </a:rPr>
              <a:t>deduct the amount and display the new </a:t>
            </a:r>
            <a:r>
              <a:rPr lang="en-US" sz="1600" dirty="0">
                <a:solidFill>
                  <a:schemeClr val="bg2"/>
                </a:solidFill>
                <a:latin typeface="Fira Code"/>
                <a:ea typeface="Fira Code"/>
                <a:cs typeface="Fira Code"/>
                <a:sym typeface="Fira Code"/>
              </a:rPr>
              <a:t>balance.</a:t>
            </a:r>
          </a:p>
          <a:p>
            <a:pPr marL="285750" lvl="0" indent="-285750" algn="l" rtl="0">
              <a:spcBef>
                <a:spcPts val="0"/>
              </a:spcBef>
              <a:spcAft>
                <a:spcPts val="0"/>
              </a:spcAft>
              <a:buFont typeface="Arial" panose="020B0604020202020204" pitchFamily="34" charset="0"/>
              <a:buChar char="•"/>
            </a:pPr>
            <a:endParaRPr lang="en-US" sz="1600" dirty="0">
              <a:solidFill>
                <a:schemeClr val="bg2"/>
              </a:solidFill>
              <a:latin typeface="Fira Code"/>
              <a:ea typeface="Fira Code"/>
              <a:cs typeface="Fira Code"/>
              <a:sym typeface="Fira Code"/>
            </a:endParaRPr>
          </a:p>
          <a:p>
            <a:pPr marL="285750" lvl="0" indent="-285750" algn="l" rtl="0">
              <a:spcBef>
                <a:spcPts val="0"/>
              </a:spcBef>
              <a:spcAft>
                <a:spcPts val="0"/>
              </a:spcAft>
              <a:buFont typeface="Arial" panose="020B0604020202020204" pitchFamily="34" charset="0"/>
              <a:buChar char="•"/>
            </a:pPr>
            <a:r>
              <a:rPr lang="en-US" sz="1600" dirty="0">
                <a:solidFill>
                  <a:schemeClr val="bg2"/>
                </a:solidFill>
                <a:latin typeface="Fira Code"/>
                <a:ea typeface="Fira Code"/>
                <a:cs typeface="Fira Code"/>
                <a:sym typeface="Fira Code"/>
              </a:rPr>
              <a:t>If not, show an "</a:t>
            </a:r>
            <a:r>
              <a:rPr lang="en-US" sz="1600" dirty="0">
                <a:solidFill>
                  <a:srgbClr val="92D050"/>
                </a:solidFill>
                <a:latin typeface="Fira Code"/>
                <a:ea typeface="Fira Code"/>
                <a:cs typeface="Fira Code"/>
                <a:sym typeface="Fira Code"/>
              </a:rPr>
              <a:t>Insufficient funds</a:t>
            </a:r>
            <a:r>
              <a:rPr lang="en-US" sz="1600" dirty="0">
                <a:solidFill>
                  <a:schemeClr val="bg2"/>
                </a:solidFill>
                <a:latin typeface="Fira Code"/>
                <a:ea typeface="Fira Code"/>
                <a:cs typeface="Fira Code"/>
                <a:sym typeface="Fira Code"/>
              </a:rPr>
              <a:t>" message.</a:t>
            </a:r>
          </a:p>
          <a:p>
            <a:pPr marL="285750" lvl="0" indent="-285750" algn="l" rtl="0">
              <a:spcBef>
                <a:spcPts val="0"/>
              </a:spcBef>
              <a:spcAft>
                <a:spcPts val="0"/>
              </a:spcAft>
              <a:buFont typeface="Arial" panose="020B0604020202020204" pitchFamily="34" charset="0"/>
              <a:buChar char="•"/>
            </a:pPr>
            <a:endParaRPr lang="en-US" sz="1600" dirty="0">
              <a:solidFill>
                <a:schemeClr val="bg2"/>
              </a:solidFill>
              <a:latin typeface="Fira Code"/>
              <a:ea typeface="Fira Code"/>
              <a:cs typeface="Fira Code"/>
              <a:sym typeface="Fira Code"/>
            </a:endParaRPr>
          </a:p>
          <a:p>
            <a:pPr marL="285750" lvl="0" indent="-285750" algn="l" rtl="0">
              <a:spcBef>
                <a:spcPts val="0"/>
              </a:spcBef>
              <a:spcAft>
                <a:spcPts val="0"/>
              </a:spcAft>
              <a:buFont typeface="Arial" panose="020B0604020202020204" pitchFamily="34" charset="0"/>
              <a:buChar char="•"/>
            </a:pPr>
            <a:r>
              <a:rPr lang="en-US" sz="1600" dirty="0">
                <a:solidFill>
                  <a:schemeClr val="bg2"/>
                </a:solidFill>
                <a:latin typeface="Fira Code"/>
                <a:ea typeface="Fira Code"/>
                <a:cs typeface="Fira Code"/>
                <a:sym typeface="Fira Code"/>
              </a:rPr>
              <a:t>If an invalid amount is entered, show an </a:t>
            </a:r>
            <a:r>
              <a:rPr lang="en-US" sz="1600" dirty="0">
                <a:solidFill>
                  <a:srgbClr val="92D050"/>
                </a:solidFill>
                <a:latin typeface="Fira Code"/>
                <a:ea typeface="Fira Code"/>
                <a:cs typeface="Fira Code"/>
                <a:sym typeface="Fira Code"/>
              </a:rPr>
              <a:t>"Invalid amount" message.</a:t>
            </a:r>
          </a:p>
        </p:txBody>
      </p:sp>
    </p:spTree>
    <p:extLst>
      <p:ext uri="{BB962C8B-B14F-4D97-AF65-F5344CB8AC3E}">
        <p14:creationId xmlns:p14="http://schemas.microsoft.com/office/powerpoint/2010/main" val="3818977690"/>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470">
          <a:extLst>
            <a:ext uri="{FF2B5EF4-FFF2-40B4-BE49-F238E27FC236}">
              <a16:creationId xmlns:a16="http://schemas.microsoft.com/office/drawing/2014/main" id="{0D8D3EC1-F515-6F0A-DE39-01DAD0B3069C}"/>
            </a:ext>
          </a:extLst>
        </p:cNvPr>
        <p:cNvGrpSpPr/>
        <p:nvPr/>
      </p:nvGrpSpPr>
      <p:grpSpPr>
        <a:xfrm>
          <a:off x="0" y="0"/>
          <a:ext cx="0" cy="0"/>
          <a:chOff x="0" y="0"/>
          <a:chExt cx="0" cy="0"/>
        </a:xfrm>
      </p:grpSpPr>
      <p:sp>
        <p:nvSpPr>
          <p:cNvPr id="471" name="Google Shape;471;p28">
            <a:extLst>
              <a:ext uri="{FF2B5EF4-FFF2-40B4-BE49-F238E27FC236}">
                <a16:creationId xmlns:a16="http://schemas.microsoft.com/office/drawing/2014/main" id="{1E243595-5D83-8068-8CC3-E92830E55817}"/>
              </a:ext>
            </a:extLst>
          </p:cNvPr>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solidFill>
                  <a:schemeClr val="accent2"/>
                </a:solidFill>
              </a:rPr>
              <a:t>Banking Operations</a:t>
            </a:r>
            <a:r>
              <a:rPr lang="en" dirty="0">
                <a:solidFill>
                  <a:schemeClr val="accent2"/>
                </a:solidFill>
              </a:rPr>
              <a:t>;</a:t>
            </a:r>
            <a:endParaRPr dirty="0">
              <a:solidFill>
                <a:schemeClr val="accent2"/>
              </a:solidFill>
            </a:endParaRPr>
          </a:p>
        </p:txBody>
      </p:sp>
      <p:sp>
        <p:nvSpPr>
          <p:cNvPr id="473" name="Google Shape;473;p28">
            <a:extLst>
              <a:ext uri="{FF2B5EF4-FFF2-40B4-BE49-F238E27FC236}">
                <a16:creationId xmlns:a16="http://schemas.microsoft.com/office/drawing/2014/main" id="{515FF174-9B0D-709A-5C01-1B246FC43832}"/>
              </a:ext>
            </a:extLst>
          </p:cNvPr>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dirty="0">
                <a:solidFill>
                  <a:schemeClr val="accent3"/>
                </a:solidFill>
              </a:rPr>
              <a:t>Programming Language Lab</a:t>
            </a:r>
            <a:endParaRPr sz="1400" dirty="0">
              <a:solidFill>
                <a:schemeClr val="accent3"/>
              </a:solidFill>
            </a:endParaRPr>
          </a:p>
        </p:txBody>
      </p:sp>
      <p:sp>
        <p:nvSpPr>
          <p:cNvPr id="474" name="Google Shape;474;p28">
            <a:extLst>
              <a:ext uri="{FF2B5EF4-FFF2-40B4-BE49-F238E27FC236}">
                <a16:creationId xmlns:a16="http://schemas.microsoft.com/office/drawing/2014/main" id="{D704666E-0F65-1BAC-CDE1-492E7BE245F7}"/>
              </a:ext>
            </a:extLst>
          </p:cNvPr>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dirty="0">
                <a:solidFill>
                  <a:schemeClr val="accent3"/>
                </a:solidFill>
              </a:rPr>
              <a:t>decision.c</a:t>
            </a:r>
            <a:endParaRPr sz="1400" dirty="0">
              <a:solidFill>
                <a:schemeClr val="accent3"/>
              </a:solidFill>
            </a:endParaRPr>
          </a:p>
        </p:txBody>
      </p:sp>
      <p:sp>
        <p:nvSpPr>
          <p:cNvPr id="475" name="Google Shape;475;p28">
            <a:extLst>
              <a:ext uri="{FF2B5EF4-FFF2-40B4-BE49-F238E27FC236}">
                <a16:creationId xmlns:a16="http://schemas.microsoft.com/office/drawing/2014/main" id="{20DD6F47-55D1-03A3-479E-B71ED8B93731}"/>
              </a:ext>
            </a:extLst>
          </p:cNvPr>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endParaRPr sz="1400" dirty="0">
              <a:solidFill>
                <a:schemeClr val="accent3"/>
              </a:solidFill>
            </a:endParaRPr>
          </a:p>
        </p:txBody>
      </p:sp>
      <p:sp>
        <p:nvSpPr>
          <p:cNvPr id="2" name="Google Shape;583;p33">
            <a:extLst>
              <a:ext uri="{FF2B5EF4-FFF2-40B4-BE49-F238E27FC236}">
                <a16:creationId xmlns:a16="http://schemas.microsoft.com/office/drawing/2014/main" id="{08E24231-66E8-95AA-5DD3-B8FFF55C9570}"/>
              </a:ext>
            </a:extLst>
          </p:cNvPr>
          <p:cNvSpPr txBox="1"/>
          <p:nvPr/>
        </p:nvSpPr>
        <p:spPr>
          <a:xfrm>
            <a:off x="1143250" y="1459556"/>
            <a:ext cx="7482957" cy="1020553"/>
          </a:xfrm>
          <a:prstGeom prst="rect">
            <a:avLst/>
          </a:prstGeom>
          <a:noFill/>
          <a:ln>
            <a:noFill/>
          </a:ln>
        </p:spPr>
        <p:txBody>
          <a:bodyPr spcFirstLastPara="1" wrap="square" lIns="91425" tIns="91425" rIns="91425" bIns="91425" anchor="ctr" anchorCtr="0">
            <a:noAutofit/>
          </a:bodyPr>
          <a:lstStyle/>
          <a:p>
            <a:pPr lvl="0" algn="l" rtl="0">
              <a:spcBef>
                <a:spcPts val="0"/>
              </a:spcBef>
              <a:spcAft>
                <a:spcPts val="0"/>
              </a:spcAft>
            </a:pPr>
            <a:r>
              <a:rPr lang="en-US" sz="1600" dirty="0">
                <a:solidFill>
                  <a:schemeClr val="bg2"/>
                </a:solidFill>
                <a:latin typeface="Fira Code"/>
                <a:ea typeface="Fira Code"/>
                <a:cs typeface="Fira Code"/>
                <a:sym typeface="Fira Code"/>
              </a:rPr>
              <a:t>In the menu: </a:t>
            </a:r>
          </a:p>
          <a:p>
            <a:pPr lvl="0" algn="l" rtl="0">
              <a:spcBef>
                <a:spcPts val="0"/>
              </a:spcBef>
              <a:spcAft>
                <a:spcPts val="0"/>
              </a:spcAft>
            </a:pPr>
            <a:endParaRPr lang="en-US" sz="1600" dirty="0">
              <a:solidFill>
                <a:schemeClr val="bg2"/>
              </a:solidFill>
              <a:latin typeface="Fira Code"/>
              <a:ea typeface="Fira Code"/>
              <a:cs typeface="Fira Code"/>
              <a:sym typeface="Fira Code"/>
            </a:endParaRPr>
          </a:p>
          <a:p>
            <a:pPr marL="285750" lvl="0" indent="-285750" algn="l" rtl="0">
              <a:spcBef>
                <a:spcPts val="0"/>
              </a:spcBef>
              <a:spcAft>
                <a:spcPts val="0"/>
              </a:spcAft>
              <a:buFont typeface="Arial" panose="020B0604020202020204" pitchFamily="34" charset="0"/>
              <a:buChar char="•"/>
            </a:pPr>
            <a:r>
              <a:rPr lang="en-US" sz="1600" dirty="0">
                <a:solidFill>
                  <a:schemeClr val="bg2"/>
                </a:solidFill>
                <a:latin typeface="Fira Code"/>
                <a:ea typeface="Fira Code"/>
                <a:cs typeface="Fira Code"/>
                <a:sym typeface="Fira Code"/>
              </a:rPr>
              <a:t>Option 3: Exit the program with a goodbye message.</a:t>
            </a:r>
          </a:p>
          <a:p>
            <a:pPr marL="285750" lvl="0" indent="-285750" algn="l" rtl="0">
              <a:spcBef>
                <a:spcPts val="0"/>
              </a:spcBef>
              <a:spcAft>
                <a:spcPts val="0"/>
              </a:spcAft>
              <a:buFont typeface="Arial" panose="020B0604020202020204" pitchFamily="34" charset="0"/>
              <a:buChar char="•"/>
            </a:pPr>
            <a:endParaRPr lang="en-US" sz="1600" dirty="0">
              <a:solidFill>
                <a:schemeClr val="bg2"/>
              </a:solidFill>
              <a:latin typeface="Fira Code"/>
              <a:ea typeface="Fira Code"/>
              <a:cs typeface="Fira Code"/>
              <a:sym typeface="Fira Code"/>
            </a:endParaRPr>
          </a:p>
        </p:txBody>
      </p:sp>
    </p:spTree>
    <p:extLst>
      <p:ext uri="{BB962C8B-B14F-4D97-AF65-F5344CB8AC3E}">
        <p14:creationId xmlns:p14="http://schemas.microsoft.com/office/powerpoint/2010/main" val="1533457278"/>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470">
          <a:extLst>
            <a:ext uri="{FF2B5EF4-FFF2-40B4-BE49-F238E27FC236}">
              <a16:creationId xmlns:a16="http://schemas.microsoft.com/office/drawing/2014/main" id="{D23743A5-B6C7-678D-8D67-F8B725527C82}"/>
            </a:ext>
          </a:extLst>
        </p:cNvPr>
        <p:cNvGrpSpPr/>
        <p:nvPr/>
      </p:nvGrpSpPr>
      <p:grpSpPr>
        <a:xfrm>
          <a:off x="0" y="0"/>
          <a:ext cx="0" cy="0"/>
          <a:chOff x="0" y="0"/>
          <a:chExt cx="0" cy="0"/>
        </a:xfrm>
      </p:grpSpPr>
      <p:sp>
        <p:nvSpPr>
          <p:cNvPr id="471" name="Google Shape;471;p28">
            <a:extLst>
              <a:ext uri="{FF2B5EF4-FFF2-40B4-BE49-F238E27FC236}">
                <a16:creationId xmlns:a16="http://schemas.microsoft.com/office/drawing/2014/main" id="{98809420-07FB-248E-DE1E-A32C280613A9}"/>
              </a:ext>
            </a:extLst>
          </p:cNvPr>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solidFill>
                  <a:schemeClr val="accent2"/>
                </a:solidFill>
              </a:rPr>
              <a:t>Banking Operations</a:t>
            </a:r>
            <a:r>
              <a:rPr lang="en" dirty="0">
                <a:solidFill>
                  <a:schemeClr val="accent2"/>
                </a:solidFill>
              </a:rPr>
              <a:t>;</a:t>
            </a:r>
            <a:endParaRPr dirty="0">
              <a:solidFill>
                <a:schemeClr val="accent2"/>
              </a:solidFill>
            </a:endParaRPr>
          </a:p>
        </p:txBody>
      </p:sp>
      <p:sp>
        <p:nvSpPr>
          <p:cNvPr id="473" name="Google Shape;473;p28">
            <a:extLst>
              <a:ext uri="{FF2B5EF4-FFF2-40B4-BE49-F238E27FC236}">
                <a16:creationId xmlns:a16="http://schemas.microsoft.com/office/drawing/2014/main" id="{AD24EC84-9FB1-C9ED-0456-F19DE320468D}"/>
              </a:ext>
            </a:extLst>
          </p:cNvPr>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dirty="0">
                <a:solidFill>
                  <a:schemeClr val="accent3"/>
                </a:solidFill>
              </a:rPr>
              <a:t>Programming Language Lab</a:t>
            </a:r>
            <a:endParaRPr sz="1400" dirty="0">
              <a:solidFill>
                <a:schemeClr val="accent3"/>
              </a:solidFill>
            </a:endParaRPr>
          </a:p>
        </p:txBody>
      </p:sp>
      <p:sp>
        <p:nvSpPr>
          <p:cNvPr id="474" name="Google Shape;474;p28">
            <a:extLst>
              <a:ext uri="{FF2B5EF4-FFF2-40B4-BE49-F238E27FC236}">
                <a16:creationId xmlns:a16="http://schemas.microsoft.com/office/drawing/2014/main" id="{A4B4D7CB-AE3F-4177-B690-BD05B13405C5}"/>
              </a:ext>
            </a:extLst>
          </p:cNvPr>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dirty="0">
                <a:solidFill>
                  <a:schemeClr val="accent3"/>
                </a:solidFill>
              </a:rPr>
              <a:t>decision.c</a:t>
            </a:r>
            <a:endParaRPr sz="1400" dirty="0">
              <a:solidFill>
                <a:schemeClr val="accent3"/>
              </a:solidFill>
            </a:endParaRPr>
          </a:p>
        </p:txBody>
      </p:sp>
      <p:sp>
        <p:nvSpPr>
          <p:cNvPr id="475" name="Google Shape;475;p28">
            <a:extLst>
              <a:ext uri="{FF2B5EF4-FFF2-40B4-BE49-F238E27FC236}">
                <a16:creationId xmlns:a16="http://schemas.microsoft.com/office/drawing/2014/main" id="{EFC0B7A2-87FC-C67D-6D67-B69B16D764E8}"/>
              </a:ext>
            </a:extLst>
          </p:cNvPr>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endParaRPr sz="1400" dirty="0">
              <a:solidFill>
                <a:schemeClr val="accent3"/>
              </a:solidFill>
            </a:endParaRPr>
          </a:p>
        </p:txBody>
      </p:sp>
      <p:sp>
        <p:nvSpPr>
          <p:cNvPr id="2" name="Google Shape;583;p33">
            <a:extLst>
              <a:ext uri="{FF2B5EF4-FFF2-40B4-BE49-F238E27FC236}">
                <a16:creationId xmlns:a16="http://schemas.microsoft.com/office/drawing/2014/main" id="{2EF2F78A-2EBB-EC21-28D6-76B06B045933}"/>
              </a:ext>
            </a:extLst>
          </p:cNvPr>
          <p:cNvSpPr txBox="1"/>
          <p:nvPr/>
        </p:nvSpPr>
        <p:spPr>
          <a:xfrm>
            <a:off x="1220368" y="1213684"/>
            <a:ext cx="7482957" cy="1020553"/>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US" sz="2000" dirty="0">
                <a:solidFill>
                  <a:schemeClr val="accent1"/>
                </a:solidFill>
                <a:latin typeface="Fira Code"/>
                <a:ea typeface="Fira Code"/>
                <a:cs typeface="Fira Code"/>
                <a:sym typeface="Fira Code"/>
              </a:rPr>
              <a:t>Write a C program to simulate a simple ATM machine interface with the following features:</a:t>
            </a:r>
          </a:p>
        </p:txBody>
      </p:sp>
      <p:sp>
        <p:nvSpPr>
          <p:cNvPr id="10" name="Google Shape;583;p33">
            <a:extLst>
              <a:ext uri="{FF2B5EF4-FFF2-40B4-BE49-F238E27FC236}">
                <a16:creationId xmlns:a16="http://schemas.microsoft.com/office/drawing/2014/main" id="{2314C76E-49F5-6C09-5BA9-295E4AF2663D}"/>
              </a:ext>
            </a:extLst>
          </p:cNvPr>
          <p:cNvSpPr txBox="1"/>
          <p:nvPr/>
        </p:nvSpPr>
        <p:spPr>
          <a:xfrm>
            <a:off x="1397329" y="1978543"/>
            <a:ext cx="7482957" cy="1020553"/>
          </a:xfrm>
          <a:prstGeom prst="rect">
            <a:avLst/>
          </a:prstGeom>
          <a:noFill/>
          <a:ln>
            <a:noFill/>
          </a:ln>
        </p:spPr>
        <p:txBody>
          <a:bodyPr spcFirstLastPara="1" wrap="square" lIns="91425" tIns="91425" rIns="91425" bIns="91425" anchor="ctr" anchorCtr="0">
            <a:noAutofit/>
          </a:bodyPr>
          <a:lstStyle/>
          <a:p>
            <a:pPr marL="342900" lvl="0" indent="-342900" algn="l" rtl="0">
              <a:spcBef>
                <a:spcPts val="0"/>
              </a:spcBef>
              <a:spcAft>
                <a:spcPts val="0"/>
              </a:spcAft>
              <a:buFont typeface="Arial" panose="020B0604020202020204" pitchFamily="34" charset="0"/>
              <a:buChar char="•"/>
            </a:pPr>
            <a:endParaRPr lang="en-US" sz="1600" dirty="0">
              <a:solidFill>
                <a:srgbClr val="92D050"/>
              </a:solidFill>
              <a:latin typeface="Fira Code"/>
              <a:ea typeface="Fira Code"/>
              <a:cs typeface="Fira Code"/>
              <a:sym typeface="Fira Code"/>
            </a:endParaRPr>
          </a:p>
        </p:txBody>
      </p:sp>
    </p:spTree>
    <p:extLst>
      <p:ext uri="{BB962C8B-B14F-4D97-AF65-F5344CB8AC3E}">
        <p14:creationId xmlns:p14="http://schemas.microsoft.com/office/powerpoint/2010/main" val="1521308286"/>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470">
          <a:extLst>
            <a:ext uri="{FF2B5EF4-FFF2-40B4-BE49-F238E27FC236}">
              <a16:creationId xmlns:a16="http://schemas.microsoft.com/office/drawing/2014/main" id="{BEECF7CC-F778-BB7A-6DF1-4E86E337567B}"/>
            </a:ext>
          </a:extLst>
        </p:cNvPr>
        <p:cNvGrpSpPr/>
        <p:nvPr/>
      </p:nvGrpSpPr>
      <p:grpSpPr>
        <a:xfrm>
          <a:off x="0" y="0"/>
          <a:ext cx="0" cy="0"/>
          <a:chOff x="0" y="0"/>
          <a:chExt cx="0" cy="0"/>
        </a:xfrm>
      </p:grpSpPr>
      <p:sp>
        <p:nvSpPr>
          <p:cNvPr id="471" name="Google Shape;471;p28">
            <a:extLst>
              <a:ext uri="{FF2B5EF4-FFF2-40B4-BE49-F238E27FC236}">
                <a16:creationId xmlns:a16="http://schemas.microsoft.com/office/drawing/2014/main" id="{54B11B82-2A69-5A4D-1ECE-E0B4691827B2}"/>
              </a:ext>
            </a:extLst>
          </p:cNvPr>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solidFill>
                  <a:schemeClr val="accent2"/>
                </a:solidFill>
              </a:rPr>
              <a:t>Homework</a:t>
            </a:r>
            <a:r>
              <a:rPr lang="en" dirty="0">
                <a:solidFill>
                  <a:schemeClr val="accent2"/>
                </a:solidFill>
              </a:rPr>
              <a:t>;</a:t>
            </a:r>
            <a:endParaRPr dirty="0">
              <a:solidFill>
                <a:schemeClr val="accent2"/>
              </a:solidFill>
            </a:endParaRPr>
          </a:p>
        </p:txBody>
      </p:sp>
      <p:sp>
        <p:nvSpPr>
          <p:cNvPr id="473" name="Google Shape;473;p28">
            <a:extLst>
              <a:ext uri="{FF2B5EF4-FFF2-40B4-BE49-F238E27FC236}">
                <a16:creationId xmlns:a16="http://schemas.microsoft.com/office/drawing/2014/main" id="{99B45003-7F8F-A49E-C3BE-6B94B1AE66D8}"/>
              </a:ext>
            </a:extLst>
          </p:cNvPr>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dirty="0">
                <a:solidFill>
                  <a:schemeClr val="accent3"/>
                </a:solidFill>
              </a:rPr>
              <a:t>Programming Language Lab</a:t>
            </a:r>
            <a:endParaRPr sz="1400" dirty="0">
              <a:solidFill>
                <a:schemeClr val="accent3"/>
              </a:solidFill>
            </a:endParaRPr>
          </a:p>
        </p:txBody>
      </p:sp>
      <p:sp>
        <p:nvSpPr>
          <p:cNvPr id="474" name="Google Shape;474;p28">
            <a:extLst>
              <a:ext uri="{FF2B5EF4-FFF2-40B4-BE49-F238E27FC236}">
                <a16:creationId xmlns:a16="http://schemas.microsoft.com/office/drawing/2014/main" id="{AC02D1A4-DC2D-CD9A-A5C4-184AA964FDEF}"/>
              </a:ext>
            </a:extLst>
          </p:cNvPr>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dirty="0">
                <a:solidFill>
                  <a:schemeClr val="accent3"/>
                </a:solidFill>
              </a:rPr>
              <a:t>howework.c</a:t>
            </a:r>
            <a:endParaRPr sz="1400" dirty="0">
              <a:solidFill>
                <a:schemeClr val="accent3"/>
              </a:solidFill>
            </a:endParaRPr>
          </a:p>
        </p:txBody>
      </p:sp>
      <p:sp>
        <p:nvSpPr>
          <p:cNvPr id="475" name="Google Shape;475;p28">
            <a:extLst>
              <a:ext uri="{FF2B5EF4-FFF2-40B4-BE49-F238E27FC236}">
                <a16:creationId xmlns:a16="http://schemas.microsoft.com/office/drawing/2014/main" id="{3C4F7CA3-6799-D8E4-954B-D9C709857353}"/>
              </a:ext>
            </a:extLst>
          </p:cNvPr>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endParaRPr sz="1400" dirty="0">
              <a:solidFill>
                <a:schemeClr val="accent3"/>
              </a:solidFill>
            </a:endParaRPr>
          </a:p>
        </p:txBody>
      </p:sp>
      <p:sp>
        <p:nvSpPr>
          <p:cNvPr id="2" name="Google Shape;583;p33">
            <a:extLst>
              <a:ext uri="{FF2B5EF4-FFF2-40B4-BE49-F238E27FC236}">
                <a16:creationId xmlns:a16="http://schemas.microsoft.com/office/drawing/2014/main" id="{A02E4525-E046-86E3-E2F2-C1FA626AE4A7}"/>
              </a:ext>
            </a:extLst>
          </p:cNvPr>
          <p:cNvSpPr txBox="1"/>
          <p:nvPr/>
        </p:nvSpPr>
        <p:spPr>
          <a:xfrm>
            <a:off x="1220368" y="1213684"/>
            <a:ext cx="7482957" cy="1020553"/>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2000" dirty="0">
              <a:solidFill>
                <a:schemeClr val="accent1"/>
              </a:solidFill>
              <a:latin typeface="Fira Code"/>
              <a:ea typeface="Fira Code"/>
              <a:cs typeface="Fira Code"/>
              <a:sym typeface="Fira Code"/>
            </a:endParaRPr>
          </a:p>
        </p:txBody>
      </p:sp>
      <p:sp>
        <p:nvSpPr>
          <p:cNvPr id="10" name="Google Shape;583;p33">
            <a:extLst>
              <a:ext uri="{FF2B5EF4-FFF2-40B4-BE49-F238E27FC236}">
                <a16:creationId xmlns:a16="http://schemas.microsoft.com/office/drawing/2014/main" id="{1D667CA0-43D4-1DAB-4BE6-34B145BDB1F6}"/>
              </a:ext>
            </a:extLst>
          </p:cNvPr>
          <p:cNvSpPr txBox="1"/>
          <p:nvPr/>
        </p:nvSpPr>
        <p:spPr>
          <a:xfrm>
            <a:off x="1397329" y="1978543"/>
            <a:ext cx="7482957" cy="1020553"/>
          </a:xfrm>
          <a:prstGeom prst="rect">
            <a:avLst/>
          </a:prstGeom>
          <a:noFill/>
          <a:ln>
            <a:noFill/>
          </a:ln>
        </p:spPr>
        <p:txBody>
          <a:bodyPr spcFirstLastPara="1" wrap="square" lIns="91425" tIns="91425" rIns="91425" bIns="91425" anchor="ctr" anchorCtr="0">
            <a:noAutofit/>
          </a:bodyPr>
          <a:lstStyle/>
          <a:p>
            <a:pPr marL="342900" lvl="0" indent="-342900" algn="l" rtl="0">
              <a:spcBef>
                <a:spcPts val="0"/>
              </a:spcBef>
              <a:spcAft>
                <a:spcPts val="0"/>
              </a:spcAft>
              <a:buFont typeface="Arial" panose="020B0604020202020204" pitchFamily="34" charset="0"/>
              <a:buChar char="•"/>
            </a:pPr>
            <a:endParaRPr lang="en-US" sz="1600" dirty="0">
              <a:solidFill>
                <a:srgbClr val="92D050"/>
              </a:solidFill>
              <a:latin typeface="Fira Code"/>
              <a:ea typeface="Fira Code"/>
              <a:cs typeface="Fira Code"/>
              <a:sym typeface="Fira Code"/>
            </a:endParaRPr>
          </a:p>
        </p:txBody>
      </p:sp>
    </p:spTree>
    <p:extLst>
      <p:ext uri="{BB962C8B-B14F-4D97-AF65-F5344CB8AC3E}">
        <p14:creationId xmlns:p14="http://schemas.microsoft.com/office/powerpoint/2010/main" val="4145385005"/>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479"/>
        <p:cNvGrpSpPr/>
        <p:nvPr/>
      </p:nvGrpSpPr>
      <p:grpSpPr>
        <a:xfrm>
          <a:off x="0" y="0"/>
          <a:ext cx="0" cy="0"/>
          <a:chOff x="0" y="0"/>
          <a:chExt cx="0" cy="0"/>
        </a:xfrm>
      </p:grpSpPr>
      <p:sp>
        <p:nvSpPr>
          <p:cNvPr id="480" name="Google Shape;480;p29"/>
          <p:cNvSpPr txBox="1">
            <a:spLocks noGrp="1"/>
          </p:cNvSpPr>
          <p:nvPr>
            <p:ph type="title"/>
          </p:nvPr>
        </p:nvSpPr>
        <p:spPr>
          <a:xfrm flipH="1">
            <a:off x="1460450" y="1436713"/>
            <a:ext cx="872100" cy="338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01</a:t>
            </a:r>
            <a:endParaRPr dirty="0"/>
          </a:p>
        </p:txBody>
      </p:sp>
      <p:sp>
        <p:nvSpPr>
          <p:cNvPr id="482" name="Google Shape;482;p29"/>
          <p:cNvSpPr txBox="1">
            <a:spLocks noGrp="1"/>
          </p:cNvSpPr>
          <p:nvPr>
            <p:ph type="subTitle" idx="2"/>
          </p:nvPr>
        </p:nvSpPr>
        <p:spPr>
          <a:xfrm>
            <a:off x="2332550" y="1436725"/>
            <a:ext cx="31290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wirte </a:t>
            </a:r>
            <a:endParaRPr dirty="0"/>
          </a:p>
        </p:txBody>
      </p:sp>
      <p:sp>
        <p:nvSpPr>
          <p:cNvPr id="489" name="Google Shape;489;p29"/>
          <p:cNvSpPr txBox="1">
            <a:spLocks noGrp="1"/>
          </p:cNvSpPr>
          <p:nvPr>
            <p:ph type="title" idx="9"/>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solidFill>
                  <a:schemeClr val="accent2"/>
                </a:solidFill>
              </a:rPr>
              <a:t>A simple problem!</a:t>
            </a:r>
            <a:r>
              <a:rPr lang="en" dirty="0"/>
              <a:t> </a:t>
            </a:r>
            <a:r>
              <a:rPr lang="en" dirty="0">
                <a:solidFill>
                  <a:schemeClr val="accent6"/>
                </a:solidFill>
              </a:rPr>
              <a:t>{</a:t>
            </a:r>
            <a:endParaRPr dirty="0">
              <a:solidFill>
                <a:schemeClr val="accent6"/>
              </a:solidFill>
            </a:endParaRPr>
          </a:p>
        </p:txBody>
      </p:sp>
      <p:grpSp>
        <p:nvGrpSpPr>
          <p:cNvPr id="490" name="Google Shape;490;p29"/>
          <p:cNvGrpSpPr/>
          <p:nvPr/>
        </p:nvGrpSpPr>
        <p:grpSpPr>
          <a:xfrm>
            <a:off x="1084825" y="1168950"/>
            <a:ext cx="506100" cy="3401075"/>
            <a:chOff x="1084825" y="1168950"/>
            <a:chExt cx="506100" cy="3401075"/>
          </a:xfrm>
        </p:grpSpPr>
        <p:sp>
          <p:nvSpPr>
            <p:cNvPr id="491" name="Google Shape;491;p29"/>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dirty="0">
                  <a:solidFill>
                    <a:schemeClr val="accent6"/>
                  </a:solidFill>
                  <a:latin typeface="Fira Code"/>
                  <a:ea typeface="Fira Code"/>
                  <a:cs typeface="Fira Code"/>
                  <a:sym typeface="Fira Code"/>
                </a:rPr>
                <a:t>}</a:t>
              </a:r>
              <a:endParaRPr sz="2800" dirty="0">
                <a:solidFill>
                  <a:schemeClr val="accent6"/>
                </a:solidFill>
                <a:latin typeface="Fira Code"/>
                <a:ea typeface="Fira Code"/>
                <a:cs typeface="Fira Code"/>
                <a:sym typeface="Fira Code"/>
              </a:endParaRPr>
            </a:p>
          </p:txBody>
        </p:sp>
        <p:cxnSp>
          <p:nvCxnSpPr>
            <p:cNvPr id="492" name="Google Shape;492;p29"/>
            <p:cNvCxnSpPr/>
            <p:nvPr/>
          </p:nvCxnSpPr>
          <p:spPr>
            <a:xfrm>
              <a:off x="1337875" y="1168950"/>
              <a:ext cx="0" cy="2764500"/>
            </a:xfrm>
            <a:prstGeom prst="straightConnector1">
              <a:avLst/>
            </a:prstGeom>
            <a:noFill/>
            <a:ln w="9525" cap="flat" cmpd="sng">
              <a:solidFill>
                <a:schemeClr val="accent4"/>
              </a:solidFill>
              <a:prstDash val="solid"/>
              <a:round/>
              <a:headEnd type="none" w="med" len="med"/>
              <a:tailEnd type="none" w="med" len="med"/>
            </a:ln>
          </p:spPr>
        </p:cxnSp>
      </p:grpSp>
      <p:sp>
        <p:nvSpPr>
          <p:cNvPr id="493" name="Google Shape;493;p29"/>
          <p:cNvSpPr txBox="1">
            <a:spLocks noGrp="1"/>
          </p:cNvSpPr>
          <p:nvPr>
            <p:ph type="subTitle" idx="1"/>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494" name="Google Shape;494;p29"/>
          <p:cNvSpPr txBox="1">
            <a:spLocks noGrp="1"/>
          </p:cNvSpPr>
          <p:nvPr>
            <p:ph type="subTitle" idx="1"/>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495" name="Google Shape;495;p29"/>
          <p:cNvSpPr txBox="1">
            <a:spLocks noGrp="1"/>
          </p:cNvSpPr>
          <p:nvPr>
            <p:ph type="subTitle" idx="1"/>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
        <p:nvSpPr>
          <p:cNvPr id="3" name="Subtitle 2">
            <a:extLst>
              <a:ext uri="{FF2B5EF4-FFF2-40B4-BE49-F238E27FC236}">
                <a16:creationId xmlns:a16="http://schemas.microsoft.com/office/drawing/2014/main" id="{EEF6C3E5-6FD1-79E1-C9AC-91D044F44E9B}"/>
              </a:ext>
            </a:extLst>
          </p:cNvPr>
          <p:cNvSpPr>
            <a:spLocks noGrp="1"/>
          </p:cNvSpPr>
          <p:nvPr>
            <p:ph type="subTitle" idx="7"/>
          </p:nvPr>
        </p:nvSpPr>
        <p:spPr/>
        <p:txBody>
          <a:bodyPr/>
          <a:lstStyle/>
          <a:p>
            <a:endParaRPr lang="en-US" dirty="0"/>
          </a:p>
        </p:txBody>
      </p:sp>
      <p:sp>
        <p:nvSpPr>
          <p:cNvPr id="5" name="Subtitle 4">
            <a:extLst>
              <a:ext uri="{FF2B5EF4-FFF2-40B4-BE49-F238E27FC236}">
                <a16:creationId xmlns:a16="http://schemas.microsoft.com/office/drawing/2014/main" id="{A908F4AA-704C-429F-E6C7-18053A5E8FD5}"/>
              </a:ext>
            </a:extLst>
          </p:cNvPr>
          <p:cNvSpPr>
            <a:spLocks noGrp="1"/>
          </p:cNvSpPr>
          <p:nvPr>
            <p:ph type="subTitle" idx="8"/>
          </p:nvPr>
        </p:nvSpPr>
        <p:spPr/>
        <p:txBody>
          <a:bodyPr/>
          <a:lstStyle/>
          <a:p>
            <a:endParaRPr lang="en-US"/>
          </a:p>
        </p:txBody>
      </p:sp>
      <p:sp>
        <p:nvSpPr>
          <p:cNvPr id="7" name="Title 6">
            <a:extLst>
              <a:ext uri="{FF2B5EF4-FFF2-40B4-BE49-F238E27FC236}">
                <a16:creationId xmlns:a16="http://schemas.microsoft.com/office/drawing/2014/main" id="{DC341F9F-38AF-70EF-84C5-7A6949721786}"/>
              </a:ext>
            </a:extLst>
          </p:cNvPr>
          <p:cNvSpPr>
            <a:spLocks noGrp="1"/>
          </p:cNvSpPr>
          <p:nvPr>
            <p:ph type="title" idx="6"/>
          </p:nvPr>
        </p:nvSpPr>
        <p:spPr/>
        <p:txBody>
          <a:bodyPr/>
          <a:lstStyle/>
          <a:p>
            <a:endParaRPr lang="en-US"/>
          </a:p>
        </p:txBody>
      </p:sp>
      <p:sp>
        <p:nvSpPr>
          <p:cNvPr id="9" name="Subtitle 8">
            <a:extLst>
              <a:ext uri="{FF2B5EF4-FFF2-40B4-BE49-F238E27FC236}">
                <a16:creationId xmlns:a16="http://schemas.microsoft.com/office/drawing/2014/main" id="{B15BBDBC-C27A-DCB1-AEB4-42852208B33F}"/>
              </a:ext>
            </a:extLst>
          </p:cNvPr>
          <p:cNvSpPr>
            <a:spLocks noGrp="1"/>
          </p:cNvSpPr>
          <p:nvPr>
            <p:ph type="subTitle" idx="4"/>
          </p:nvPr>
        </p:nvSpPr>
        <p:spPr/>
        <p:txBody>
          <a:bodyPr/>
          <a:lstStyle/>
          <a:p>
            <a:endParaRPr lang="en-US"/>
          </a:p>
        </p:txBody>
      </p:sp>
      <p:sp>
        <p:nvSpPr>
          <p:cNvPr id="11" name="Subtitle 10">
            <a:extLst>
              <a:ext uri="{FF2B5EF4-FFF2-40B4-BE49-F238E27FC236}">
                <a16:creationId xmlns:a16="http://schemas.microsoft.com/office/drawing/2014/main" id="{938DE03D-93F0-DB88-89B8-14A1F03E097D}"/>
              </a:ext>
            </a:extLst>
          </p:cNvPr>
          <p:cNvSpPr>
            <a:spLocks noGrp="1"/>
          </p:cNvSpPr>
          <p:nvPr>
            <p:ph type="subTitle" idx="5"/>
          </p:nvPr>
        </p:nvSpPr>
        <p:spPr/>
        <p:txBody>
          <a:bodyPr/>
          <a:lstStyle/>
          <a:p>
            <a:endParaRPr lang="en-US" dirty="0"/>
          </a:p>
        </p:txBody>
      </p:sp>
      <p:sp>
        <p:nvSpPr>
          <p:cNvPr id="13" name="Title 12">
            <a:extLst>
              <a:ext uri="{FF2B5EF4-FFF2-40B4-BE49-F238E27FC236}">
                <a16:creationId xmlns:a16="http://schemas.microsoft.com/office/drawing/2014/main" id="{EDD63489-4E3E-8A8C-22B5-CCD8BD1A3D14}"/>
              </a:ext>
            </a:extLst>
          </p:cNvPr>
          <p:cNvSpPr>
            <a:spLocks noGrp="1"/>
          </p:cNvSpPr>
          <p:nvPr>
            <p:ph type="title" idx="3"/>
          </p:nvPr>
        </p:nvSpPr>
        <p:spPr/>
        <p:txBody>
          <a:bodyPr/>
          <a:lstStyle/>
          <a:p>
            <a:endParaRPr lang="en-US" dirty="0"/>
          </a:p>
        </p:txBody>
      </p:sp>
      <p:sp>
        <p:nvSpPr>
          <p:cNvPr id="15" name="Subtitle 14">
            <a:extLst>
              <a:ext uri="{FF2B5EF4-FFF2-40B4-BE49-F238E27FC236}">
                <a16:creationId xmlns:a16="http://schemas.microsoft.com/office/drawing/2014/main" id="{A314DBB8-FEC3-FDB1-D5A8-A4E4DDDE913C}"/>
              </a:ext>
            </a:extLst>
          </p:cNvPr>
          <p:cNvSpPr>
            <a:spLocks noGrp="1"/>
          </p:cNvSpPr>
          <p:nvPr>
            <p:ph type="subTitle" idx="1"/>
          </p:nvPr>
        </p:nvSpPr>
        <p:spPr/>
        <p:txBody>
          <a:bodyPr/>
          <a:lstStyle/>
          <a:p>
            <a:endParaRPr lang="en-US"/>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499"/>
        <p:cNvGrpSpPr/>
        <p:nvPr/>
      </p:nvGrpSpPr>
      <p:grpSpPr>
        <a:xfrm>
          <a:off x="0" y="0"/>
          <a:ext cx="0" cy="0"/>
          <a:chOff x="0" y="0"/>
          <a:chExt cx="0" cy="0"/>
        </a:xfrm>
      </p:grpSpPr>
      <p:sp>
        <p:nvSpPr>
          <p:cNvPr id="500" name="Google Shape;500;p30"/>
          <p:cNvSpPr txBox="1">
            <a:spLocks noGrp="1"/>
          </p:cNvSpPr>
          <p:nvPr>
            <p:ph type="title"/>
          </p:nvPr>
        </p:nvSpPr>
        <p:spPr>
          <a:xfrm flipH="1">
            <a:off x="2054663" y="586975"/>
            <a:ext cx="1842300" cy="1104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5000"/>
              <a:t>01 </a:t>
            </a:r>
            <a:r>
              <a:rPr lang="en" sz="5000">
                <a:solidFill>
                  <a:schemeClr val="accent6"/>
                </a:solidFill>
              </a:rPr>
              <a:t>{</a:t>
            </a:r>
            <a:endParaRPr sz="5000">
              <a:solidFill>
                <a:schemeClr val="accent6"/>
              </a:solidFill>
            </a:endParaRPr>
          </a:p>
        </p:txBody>
      </p:sp>
      <p:sp>
        <p:nvSpPr>
          <p:cNvPr id="501" name="Google Shape;501;p30"/>
          <p:cNvSpPr txBox="1">
            <a:spLocks noGrp="1"/>
          </p:cNvSpPr>
          <p:nvPr>
            <p:ph type="title" idx="2"/>
          </p:nvPr>
        </p:nvSpPr>
        <p:spPr>
          <a:xfrm>
            <a:off x="2605788" y="1846623"/>
            <a:ext cx="5377200" cy="535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solidFill>
                  <a:schemeClr val="accent6"/>
                </a:solidFill>
              </a:rPr>
              <a:t>[</a:t>
            </a:r>
            <a:r>
              <a:rPr lang="en" dirty="0">
                <a:solidFill>
                  <a:schemeClr val="accent1"/>
                </a:solidFill>
              </a:rPr>
              <a:t>Theory Lesson</a:t>
            </a:r>
            <a:r>
              <a:rPr lang="en" dirty="0">
                <a:solidFill>
                  <a:schemeClr val="accent6"/>
                </a:solidFill>
              </a:rPr>
              <a:t>]</a:t>
            </a:r>
            <a:r>
              <a:rPr lang="en" dirty="0">
                <a:solidFill>
                  <a:schemeClr val="accent1"/>
                </a:solidFill>
              </a:rPr>
              <a:t> </a:t>
            </a:r>
            <a:endParaRPr dirty="0">
              <a:solidFill>
                <a:schemeClr val="accent3"/>
              </a:solidFill>
            </a:endParaRPr>
          </a:p>
        </p:txBody>
      </p:sp>
      <p:sp>
        <p:nvSpPr>
          <p:cNvPr id="502" name="Google Shape;502;p30"/>
          <p:cNvSpPr txBox="1">
            <a:spLocks noGrp="1"/>
          </p:cNvSpPr>
          <p:nvPr>
            <p:ph type="subTitle" idx="1"/>
          </p:nvPr>
        </p:nvSpPr>
        <p:spPr>
          <a:xfrm>
            <a:off x="3038363" y="2448125"/>
            <a:ext cx="3960900" cy="783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You can enter a subtitle here if you need it &gt;</a:t>
            </a:r>
            <a:endParaRPr/>
          </a:p>
        </p:txBody>
      </p:sp>
      <p:sp>
        <p:nvSpPr>
          <p:cNvPr id="503" name="Google Shape;503;p30"/>
          <p:cNvSpPr txBox="1"/>
          <p:nvPr/>
        </p:nvSpPr>
        <p:spPr>
          <a:xfrm>
            <a:off x="2127375" y="3586575"/>
            <a:ext cx="506100" cy="783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5000">
                <a:solidFill>
                  <a:schemeClr val="accent6"/>
                </a:solidFill>
                <a:latin typeface="Fira Code"/>
                <a:ea typeface="Fira Code"/>
                <a:cs typeface="Fira Code"/>
                <a:sym typeface="Fira Code"/>
              </a:rPr>
              <a:t>}</a:t>
            </a:r>
            <a:endParaRPr sz="5000">
              <a:solidFill>
                <a:schemeClr val="accent6"/>
              </a:solidFill>
              <a:latin typeface="Fira Code"/>
              <a:ea typeface="Fira Code"/>
              <a:cs typeface="Fira Code"/>
              <a:sym typeface="Fira Code"/>
            </a:endParaRPr>
          </a:p>
        </p:txBody>
      </p:sp>
      <p:cxnSp>
        <p:nvCxnSpPr>
          <p:cNvPr id="504" name="Google Shape;504;p30"/>
          <p:cNvCxnSpPr>
            <a:endCxn id="503" idx="0"/>
          </p:cNvCxnSpPr>
          <p:nvPr/>
        </p:nvCxnSpPr>
        <p:spPr>
          <a:xfrm>
            <a:off x="2380425" y="1478475"/>
            <a:ext cx="0" cy="2108100"/>
          </a:xfrm>
          <a:prstGeom prst="straightConnector1">
            <a:avLst/>
          </a:prstGeom>
          <a:noFill/>
          <a:ln w="9525" cap="flat" cmpd="sng">
            <a:solidFill>
              <a:schemeClr val="accent4"/>
            </a:solidFill>
            <a:prstDash val="solid"/>
            <a:round/>
            <a:headEnd type="none" w="med" len="med"/>
            <a:tailEnd type="none" w="med" len="med"/>
          </a:ln>
        </p:spPr>
      </p:cxnSp>
      <p:sp>
        <p:nvSpPr>
          <p:cNvPr id="505" name="Google Shape;505;p30"/>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506" name="Google Shape;506;p30"/>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507" name="Google Shape;507;p30"/>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511"/>
        <p:cNvGrpSpPr/>
        <p:nvPr/>
      </p:nvGrpSpPr>
      <p:grpSpPr>
        <a:xfrm>
          <a:off x="0" y="0"/>
          <a:ext cx="0" cy="0"/>
          <a:chOff x="0" y="0"/>
          <a:chExt cx="0" cy="0"/>
        </a:xfrm>
      </p:grpSpPr>
      <p:sp>
        <p:nvSpPr>
          <p:cNvPr id="512" name="Google Shape;512;p31"/>
          <p:cNvSpPr txBox="1">
            <a:spLocks noGrp="1"/>
          </p:cNvSpPr>
          <p:nvPr>
            <p:ph type="subTitle" idx="2"/>
          </p:nvPr>
        </p:nvSpPr>
        <p:spPr>
          <a:xfrm>
            <a:off x="2240150" y="1151940"/>
            <a:ext cx="5137500" cy="784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Mercury is the closest planet to the Sun and the smallest one in the Solar System—it’s only a bit larger than the Moon &gt;</a:t>
            </a:r>
            <a:endParaRPr/>
          </a:p>
        </p:txBody>
      </p:sp>
      <p:sp>
        <p:nvSpPr>
          <p:cNvPr id="513" name="Google Shape;513;p31"/>
          <p:cNvSpPr txBox="1">
            <a:spLocks noGrp="1"/>
          </p:cNvSpPr>
          <p:nvPr>
            <p:ph type="subTitle" idx="1"/>
          </p:nvPr>
        </p:nvSpPr>
        <p:spPr>
          <a:xfrm>
            <a:off x="2240150" y="3143327"/>
            <a:ext cx="5137500" cy="784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Venus has a beautiful name and is the second planet from the Sun. It’s hot and has a poisonous atmosphere &gt;</a:t>
            </a:r>
            <a:endParaRPr/>
          </a:p>
        </p:txBody>
      </p:sp>
      <p:sp>
        <p:nvSpPr>
          <p:cNvPr id="514" name="Google Shape;514;p31"/>
          <p:cNvSpPr txBox="1">
            <a:spLocks noGrp="1"/>
          </p:cNvSpPr>
          <p:nvPr>
            <p:ph type="subTitle" idx="3"/>
          </p:nvPr>
        </p:nvSpPr>
        <p:spPr>
          <a:xfrm>
            <a:off x="1143250" y="2612625"/>
            <a:ext cx="4057200" cy="530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2"/>
                </a:solidFill>
              </a:rPr>
              <a:t>Concepts &lt; /2 &gt;</a:t>
            </a:r>
            <a:r>
              <a:rPr lang="en">
                <a:solidFill>
                  <a:schemeClr val="lt1"/>
                </a:solidFill>
              </a:rPr>
              <a:t> </a:t>
            </a:r>
            <a:r>
              <a:rPr lang="en">
                <a:solidFill>
                  <a:schemeClr val="accent6"/>
                </a:solidFill>
              </a:rPr>
              <a:t>{</a:t>
            </a:r>
            <a:endParaRPr>
              <a:solidFill>
                <a:schemeClr val="accent6"/>
              </a:solidFill>
            </a:endParaRPr>
          </a:p>
        </p:txBody>
      </p:sp>
      <p:sp>
        <p:nvSpPr>
          <p:cNvPr id="515" name="Google Shape;515;p31"/>
          <p:cNvSpPr txBox="1">
            <a:spLocks noGrp="1"/>
          </p:cNvSpPr>
          <p:nvPr>
            <p:ph type="title"/>
          </p:nvPr>
        </p:nvSpPr>
        <p:spPr>
          <a:xfrm>
            <a:off x="1143250" y="621240"/>
            <a:ext cx="4057200" cy="530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Concepts &lt; /1 &gt; </a:t>
            </a:r>
            <a:r>
              <a:rPr lang="en">
                <a:solidFill>
                  <a:schemeClr val="accent6"/>
                </a:solidFill>
              </a:rPr>
              <a:t>{</a:t>
            </a:r>
            <a:r>
              <a:rPr lang="en"/>
              <a:t> </a:t>
            </a:r>
            <a:endParaRPr/>
          </a:p>
        </p:txBody>
      </p:sp>
      <p:grpSp>
        <p:nvGrpSpPr>
          <p:cNvPr id="516" name="Google Shape;516;p31"/>
          <p:cNvGrpSpPr/>
          <p:nvPr/>
        </p:nvGrpSpPr>
        <p:grpSpPr>
          <a:xfrm>
            <a:off x="1707884" y="1417701"/>
            <a:ext cx="320076" cy="320076"/>
            <a:chOff x="1562938" y="4248450"/>
            <a:chExt cx="475950" cy="475950"/>
          </a:xfrm>
        </p:grpSpPr>
        <p:sp>
          <p:nvSpPr>
            <p:cNvPr id="517" name="Google Shape;517;p31"/>
            <p:cNvSpPr/>
            <p:nvPr/>
          </p:nvSpPr>
          <p:spPr>
            <a:xfrm>
              <a:off x="1571938" y="4257450"/>
              <a:ext cx="457475" cy="290150"/>
            </a:xfrm>
            <a:custGeom>
              <a:avLst/>
              <a:gdLst/>
              <a:ahLst/>
              <a:cxnLst/>
              <a:rect l="l" t="t" r="r" b="b"/>
              <a:pathLst>
                <a:path w="18299" h="11606" extrusionOk="0">
                  <a:moveTo>
                    <a:pt x="740" y="1"/>
                  </a:moveTo>
                  <a:cubicBezTo>
                    <a:pt x="342" y="1"/>
                    <a:pt x="1" y="342"/>
                    <a:pt x="1" y="740"/>
                  </a:cubicBezTo>
                  <a:lnTo>
                    <a:pt x="1" y="11605"/>
                  </a:lnTo>
                  <a:lnTo>
                    <a:pt x="18299" y="11605"/>
                  </a:lnTo>
                  <a:lnTo>
                    <a:pt x="18299" y="740"/>
                  </a:lnTo>
                  <a:cubicBezTo>
                    <a:pt x="18299" y="342"/>
                    <a:pt x="17976" y="1"/>
                    <a:pt x="1755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31"/>
            <p:cNvSpPr/>
            <p:nvPr/>
          </p:nvSpPr>
          <p:spPr>
            <a:xfrm>
              <a:off x="1611763" y="4294900"/>
              <a:ext cx="377825" cy="252700"/>
            </a:xfrm>
            <a:custGeom>
              <a:avLst/>
              <a:gdLst/>
              <a:ahLst/>
              <a:cxnLst/>
              <a:rect l="l" t="t" r="r" b="b"/>
              <a:pathLst>
                <a:path w="15113" h="10108" extrusionOk="0">
                  <a:moveTo>
                    <a:pt x="1" y="1"/>
                  </a:moveTo>
                  <a:lnTo>
                    <a:pt x="1" y="10107"/>
                  </a:lnTo>
                  <a:lnTo>
                    <a:pt x="15113" y="10107"/>
                  </a:lnTo>
                  <a:lnTo>
                    <a:pt x="1511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519;p31"/>
            <p:cNvSpPr/>
            <p:nvPr/>
          </p:nvSpPr>
          <p:spPr>
            <a:xfrm>
              <a:off x="1875338" y="4356050"/>
              <a:ext cx="73975" cy="92950"/>
            </a:xfrm>
            <a:custGeom>
              <a:avLst/>
              <a:gdLst/>
              <a:ahLst/>
              <a:cxnLst/>
              <a:rect l="l" t="t" r="r" b="b"/>
              <a:pathLst>
                <a:path w="2959" h="3718" extrusionOk="0">
                  <a:moveTo>
                    <a:pt x="0" y="1"/>
                  </a:moveTo>
                  <a:lnTo>
                    <a:pt x="0" y="3717"/>
                  </a:lnTo>
                  <a:lnTo>
                    <a:pt x="2958" y="3717"/>
                  </a:lnTo>
                  <a:lnTo>
                    <a:pt x="295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520;p31"/>
            <p:cNvSpPr/>
            <p:nvPr/>
          </p:nvSpPr>
          <p:spPr>
            <a:xfrm>
              <a:off x="1571938" y="4547575"/>
              <a:ext cx="457475" cy="167350"/>
            </a:xfrm>
            <a:custGeom>
              <a:avLst/>
              <a:gdLst/>
              <a:ahLst/>
              <a:cxnLst/>
              <a:rect l="l" t="t" r="r" b="b"/>
              <a:pathLst>
                <a:path w="18299" h="6694" extrusionOk="0">
                  <a:moveTo>
                    <a:pt x="1" y="0"/>
                  </a:moveTo>
                  <a:lnTo>
                    <a:pt x="1" y="2238"/>
                  </a:lnTo>
                  <a:cubicBezTo>
                    <a:pt x="1" y="2636"/>
                    <a:pt x="342" y="2977"/>
                    <a:pt x="740" y="2977"/>
                  </a:cubicBezTo>
                  <a:lnTo>
                    <a:pt x="7661" y="2977"/>
                  </a:lnTo>
                  <a:lnTo>
                    <a:pt x="7661" y="3717"/>
                  </a:lnTo>
                  <a:cubicBezTo>
                    <a:pt x="7661" y="4551"/>
                    <a:pt x="6998" y="5215"/>
                    <a:pt x="6182" y="5215"/>
                  </a:cubicBezTo>
                  <a:cubicBezTo>
                    <a:pt x="5348" y="5215"/>
                    <a:pt x="4684" y="5878"/>
                    <a:pt x="4684" y="6694"/>
                  </a:cubicBezTo>
                  <a:lnTo>
                    <a:pt x="13615" y="6694"/>
                  </a:lnTo>
                  <a:cubicBezTo>
                    <a:pt x="13615" y="5878"/>
                    <a:pt x="12952" y="5215"/>
                    <a:pt x="12136" y="5215"/>
                  </a:cubicBezTo>
                  <a:cubicBezTo>
                    <a:pt x="11302" y="5215"/>
                    <a:pt x="10638" y="4551"/>
                    <a:pt x="10638" y="3717"/>
                  </a:cubicBezTo>
                  <a:lnTo>
                    <a:pt x="10638" y="2977"/>
                  </a:lnTo>
                  <a:lnTo>
                    <a:pt x="17559" y="2977"/>
                  </a:lnTo>
                  <a:cubicBezTo>
                    <a:pt x="17976" y="2977"/>
                    <a:pt x="18299" y="2636"/>
                    <a:pt x="18299" y="2238"/>
                  </a:cubicBezTo>
                  <a:lnTo>
                    <a:pt x="1829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31"/>
            <p:cNvSpPr/>
            <p:nvPr/>
          </p:nvSpPr>
          <p:spPr>
            <a:xfrm>
              <a:off x="1763463" y="4356050"/>
              <a:ext cx="74450" cy="92950"/>
            </a:xfrm>
            <a:custGeom>
              <a:avLst/>
              <a:gdLst/>
              <a:ahLst/>
              <a:cxnLst/>
              <a:rect l="l" t="t" r="r" b="b"/>
              <a:pathLst>
                <a:path w="2978" h="3718" extrusionOk="0">
                  <a:moveTo>
                    <a:pt x="0" y="1"/>
                  </a:moveTo>
                  <a:lnTo>
                    <a:pt x="0" y="3717"/>
                  </a:lnTo>
                  <a:lnTo>
                    <a:pt x="2977" y="3717"/>
                  </a:lnTo>
                  <a:lnTo>
                    <a:pt x="297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31"/>
            <p:cNvSpPr/>
            <p:nvPr/>
          </p:nvSpPr>
          <p:spPr>
            <a:xfrm>
              <a:off x="1652063" y="4356050"/>
              <a:ext cx="74450" cy="92950"/>
            </a:xfrm>
            <a:custGeom>
              <a:avLst/>
              <a:gdLst/>
              <a:ahLst/>
              <a:cxnLst/>
              <a:rect l="l" t="t" r="r" b="b"/>
              <a:pathLst>
                <a:path w="2978" h="3718" extrusionOk="0">
                  <a:moveTo>
                    <a:pt x="0" y="1"/>
                  </a:moveTo>
                  <a:lnTo>
                    <a:pt x="0" y="3717"/>
                  </a:lnTo>
                  <a:lnTo>
                    <a:pt x="2977" y="3717"/>
                  </a:lnTo>
                  <a:lnTo>
                    <a:pt x="2977" y="1"/>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31"/>
            <p:cNvSpPr/>
            <p:nvPr/>
          </p:nvSpPr>
          <p:spPr>
            <a:xfrm>
              <a:off x="1828413" y="4575450"/>
              <a:ext cx="21825" cy="18600"/>
            </a:xfrm>
            <a:custGeom>
              <a:avLst/>
              <a:gdLst/>
              <a:ahLst/>
              <a:cxnLst/>
              <a:rect l="l" t="t" r="r" b="b"/>
              <a:pathLst>
                <a:path w="873" h="744" extrusionOk="0">
                  <a:moveTo>
                    <a:pt x="384" y="0"/>
                  </a:moveTo>
                  <a:cubicBezTo>
                    <a:pt x="198" y="0"/>
                    <a:pt x="19" y="148"/>
                    <a:pt x="19" y="364"/>
                  </a:cubicBezTo>
                  <a:cubicBezTo>
                    <a:pt x="0" y="573"/>
                    <a:pt x="171" y="743"/>
                    <a:pt x="379" y="743"/>
                  </a:cubicBezTo>
                  <a:cubicBezTo>
                    <a:pt x="721" y="743"/>
                    <a:pt x="872" y="345"/>
                    <a:pt x="645" y="118"/>
                  </a:cubicBezTo>
                  <a:cubicBezTo>
                    <a:pt x="570" y="36"/>
                    <a:pt x="476" y="0"/>
                    <a:pt x="3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524;p31"/>
            <p:cNvSpPr/>
            <p:nvPr/>
          </p:nvSpPr>
          <p:spPr>
            <a:xfrm>
              <a:off x="1562938" y="4248450"/>
              <a:ext cx="475950" cy="475950"/>
            </a:xfrm>
            <a:custGeom>
              <a:avLst/>
              <a:gdLst/>
              <a:ahLst/>
              <a:cxnLst/>
              <a:rect l="l" t="t" r="r" b="b"/>
              <a:pathLst>
                <a:path w="19038" h="19038" extrusionOk="0">
                  <a:moveTo>
                    <a:pt x="16687" y="2219"/>
                  </a:moveTo>
                  <a:lnTo>
                    <a:pt x="16687" y="11605"/>
                  </a:lnTo>
                  <a:lnTo>
                    <a:pt x="2333" y="11605"/>
                  </a:lnTo>
                  <a:lnTo>
                    <a:pt x="2333" y="2219"/>
                  </a:lnTo>
                  <a:close/>
                  <a:moveTo>
                    <a:pt x="17919" y="740"/>
                  </a:moveTo>
                  <a:cubicBezTo>
                    <a:pt x="18128" y="740"/>
                    <a:pt x="18279" y="911"/>
                    <a:pt x="18279" y="1100"/>
                  </a:cubicBezTo>
                  <a:lnTo>
                    <a:pt x="18279" y="11605"/>
                  </a:lnTo>
                  <a:lnTo>
                    <a:pt x="17426" y="11605"/>
                  </a:lnTo>
                  <a:lnTo>
                    <a:pt x="17426" y="1859"/>
                  </a:lnTo>
                  <a:cubicBezTo>
                    <a:pt x="17426" y="1650"/>
                    <a:pt x="17274" y="1480"/>
                    <a:pt x="17066" y="1480"/>
                  </a:cubicBezTo>
                  <a:lnTo>
                    <a:pt x="1954" y="1480"/>
                  </a:lnTo>
                  <a:cubicBezTo>
                    <a:pt x="1764" y="1480"/>
                    <a:pt x="1593" y="1650"/>
                    <a:pt x="1593" y="1859"/>
                  </a:cubicBezTo>
                  <a:lnTo>
                    <a:pt x="1593" y="11605"/>
                  </a:lnTo>
                  <a:lnTo>
                    <a:pt x="740" y="11605"/>
                  </a:lnTo>
                  <a:lnTo>
                    <a:pt x="740" y="1100"/>
                  </a:lnTo>
                  <a:cubicBezTo>
                    <a:pt x="740" y="911"/>
                    <a:pt x="911" y="740"/>
                    <a:pt x="1100" y="740"/>
                  </a:cubicBezTo>
                  <a:close/>
                  <a:moveTo>
                    <a:pt x="18279" y="12344"/>
                  </a:moveTo>
                  <a:lnTo>
                    <a:pt x="18279" y="14184"/>
                  </a:lnTo>
                  <a:cubicBezTo>
                    <a:pt x="18279" y="14392"/>
                    <a:pt x="18128" y="14563"/>
                    <a:pt x="17919" y="14563"/>
                  </a:cubicBezTo>
                  <a:lnTo>
                    <a:pt x="1100" y="14563"/>
                  </a:lnTo>
                  <a:cubicBezTo>
                    <a:pt x="911" y="14563"/>
                    <a:pt x="740" y="14392"/>
                    <a:pt x="740" y="14184"/>
                  </a:cubicBezTo>
                  <a:lnTo>
                    <a:pt x="740" y="12344"/>
                  </a:lnTo>
                  <a:close/>
                  <a:moveTo>
                    <a:pt x="10638" y="15321"/>
                  </a:moveTo>
                  <a:lnTo>
                    <a:pt x="10638" y="15682"/>
                  </a:lnTo>
                  <a:cubicBezTo>
                    <a:pt x="10619" y="16080"/>
                    <a:pt x="10752" y="16478"/>
                    <a:pt x="10998" y="16800"/>
                  </a:cubicBezTo>
                  <a:lnTo>
                    <a:pt x="8021" y="16800"/>
                  </a:lnTo>
                  <a:cubicBezTo>
                    <a:pt x="8268" y="16478"/>
                    <a:pt x="8401" y="16080"/>
                    <a:pt x="8401" y="15682"/>
                  </a:cubicBezTo>
                  <a:lnTo>
                    <a:pt x="8401" y="15321"/>
                  </a:lnTo>
                  <a:close/>
                  <a:moveTo>
                    <a:pt x="12496" y="17540"/>
                  </a:moveTo>
                  <a:cubicBezTo>
                    <a:pt x="12951" y="17540"/>
                    <a:pt x="13387" y="17843"/>
                    <a:pt x="13539" y="18279"/>
                  </a:cubicBezTo>
                  <a:lnTo>
                    <a:pt x="5480" y="18279"/>
                  </a:lnTo>
                  <a:cubicBezTo>
                    <a:pt x="5632" y="17843"/>
                    <a:pt x="6068" y="17540"/>
                    <a:pt x="6542" y="17540"/>
                  </a:cubicBezTo>
                  <a:close/>
                  <a:moveTo>
                    <a:pt x="1100" y="1"/>
                  </a:moveTo>
                  <a:cubicBezTo>
                    <a:pt x="494" y="1"/>
                    <a:pt x="1" y="494"/>
                    <a:pt x="1" y="1100"/>
                  </a:cubicBezTo>
                  <a:lnTo>
                    <a:pt x="1" y="14203"/>
                  </a:lnTo>
                  <a:cubicBezTo>
                    <a:pt x="1" y="14809"/>
                    <a:pt x="494" y="15321"/>
                    <a:pt x="1100" y="15321"/>
                  </a:cubicBezTo>
                  <a:lnTo>
                    <a:pt x="7661" y="15321"/>
                  </a:lnTo>
                  <a:lnTo>
                    <a:pt x="7661" y="15682"/>
                  </a:lnTo>
                  <a:cubicBezTo>
                    <a:pt x="7642" y="16307"/>
                    <a:pt x="7149" y="16800"/>
                    <a:pt x="6542" y="16800"/>
                  </a:cubicBezTo>
                  <a:cubicBezTo>
                    <a:pt x="5518" y="16800"/>
                    <a:pt x="4684" y="17635"/>
                    <a:pt x="4684" y="18659"/>
                  </a:cubicBezTo>
                  <a:cubicBezTo>
                    <a:pt x="4684" y="18867"/>
                    <a:pt x="4836" y="19038"/>
                    <a:pt x="5044" y="19038"/>
                  </a:cubicBezTo>
                  <a:lnTo>
                    <a:pt x="13975" y="19038"/>
                  </a:lnTo>
                  <a:cubicBezTo>
                    <a:pt x="14184" y="19038"/>
                    <a:pt x="14354" y="18867"/>
                    <a:pt x="14354" y="18659"/>
                  </a:cubicBezTo>
                  <a:cubicBezTo>
                    <a:pt x="14354" y="17635"/>
                    <a:pt x="13520" y="16800"/>
                    <a:pt x="12496" y="16800"/>
                  </a:cubicBezTo>
                  <a:cubicBezTo>
                    <a:pt x="11870" y="16800"/>
                    <a:pt x="11377" y="16307"/>
                    <a:pt x="11377" y="15682"/>
                  </a:cubicBezTo>
                  <a:lnTo>
                    <a:pt x="11377" y="15321"/>
                  </a:lnTo>
                  <a:lnTo>
                    <a:pt x="17919" y="15321"/>
                  </a:lnTo>
                  <a:cubicBezTo>
                    <a:pt x="18526" y="15321"/>
                    <a:pt x="19038" y="14809"/>
                    <a:pt x="19038" y="14203"/>
                  </a:cubicBezTo>
                  <a:lnTo>
                    <a:pt x="19038" y="1100"/>
                  </a:lnTo>
                  <a:cubicBezTo>
                    <a:pt x="19038" y="494"/>
                    <a:pt x="18526" y="1"/>
                    <a:pt x="1791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31"/>
            <p:cNvSpPr/>
            <p:nvPr/>
          </p:nvSpPr>
          <p:spPr>
            <a:xfrm>
              <a:off x="1642588" y="4346575"/>
              <a:ext cx="92925" cy="111900"/>
            </a:xfrm>
            <a:custGeom>
              <a:avLst/>
              <a:gdLst/>
              <a:ahLst/>
              <a:cxnLst/>
              <a:rect l="l" t="t" r="r" b="b"/>
              <a:pathLst>
                <a:path w="3717" h="4476" extrusionOk="0">
                  <a:moveTo>
                    <a:pt x="2977" y="759"/>
                  </a:moveTo>
                  <a:lnTo>
                    <a:pt x="2977" y="3736"/>
                  </a:lnTo>
                  <a:lnTo>
                    <a:pt x="740" y="3736"/>
                  </a:lnTo>
                  <a:lnTo>
                    <a:pt x="740" y="759"/>
                  </a:lnTo>
                  <a:close/>
                  <a:moveTo>
                    <a:pt x="379" y="1"/>
                  </a:moveTo>
                  <a:cubicBezTo>
                    <a:pt x="171" y="1"/>
                    <a:pt x="0" y="171"/>
                    <a:pt x="0" y="380"/>
                  </a:cubicBezTo>
                  <a:lnTo>
                    <a:pt x="0" y="4096"/>
                  </a:lnTo>
                  <a:cubicBezTo>
                    <a:pt x="0" y="4305"/>
                    <a:pt x="171" y="4476"/>
                    <a:pt x="379" y="4476"/>
                  </a:cubicBezTo>
                  <a:lnTo>
                    <a:pt x="3356" y="4476"/>
                  </a:lnTo>
                  <a:cubicBezTo>
                    <a:pt x="3565" y="4476"/>
                    <a:pt x="3717" y="4305"/>
                    <a:pt x="3717" y="4096"/>
                  </a:cubicBezTo>
                  <a:lnTo>
                    <a:pt x="3717" y="380"/>
                  </a:lnTo>
                  <a:cubicBezTo>
                    <a:pt x="3717" y="171"/>
                    <a:pt x="3565" y="1"/>
                    <a:pt x="335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31"/>
            <p:cNvSpPr/>
            <p:nvPr/>
          </p:nvSpPr>
          <p:spPr>
            <a:xfrm>
              <a:off x="1753988" y="4346575"/>
              <a:ext cx="93400" cy="111900"/>
            </a:xfrm>
            <a:custGeom>
              <a:avLst/>
              <a:gdLst/>
              <a:ahLst/>
              <a:cxnLst/>
              <a:rect l="l" t="t" r="r" b="b"/>
              <a:pathLst>
                <a:path w="3736" h="4476" extrusionOk="0">
                  <a:moveTo>
                    <a:pt x="2996" y="759"/>
                  </a:moveTo>
                  <a:lnTo>
                    <a:pt x="2996" y="3736"/>
                  </a:lnTo>
                  <a:lnTo>
                    <a:pt x="759" y="3736"/>
                  </a:lnTo>
                  <a:lnTo>
                    <a:pt x="759" y="759"/>
                  </a:lnTo>
                  <a:close/>
                  <a:moveTo>
                    <a:pt x="379" y="1"/>
                  </a:moveTo>
                  <a:cubicBezTo>
                    <a:pt x="171" y="1"/>
                    <a:pt x="19" y="171"/>
                    <a:pt x="19" y="380"/>
                  </a:cubicBezTo>
                  <a:lnTo>
                    <a:pt x="19" y="4096"/>
                  </a:lnTo>
                  <a:cubicBezTo>
                    <a:pt x="0" y="4305"/>
                    <a:pt x="171" y="4476"/>
                    <a:pt x="379" y="4476"/>
                  </a:cubicBezTo>
                  <a:lnTo>
                    <a:pt x="3356" y="4476"/>
                  </a:lnTo>
                  <a:cubicBezTo>
                    <a:pt x="3565" y="4476"/>
                    <a:pt x="3735" y="4305"/>
                    <a:pt x="3735" y="4096"/>
                  </a:cubicBezTo>
                  <a:lnTo>
                    <a:pt x="3735" y="380"/>
                  </a:lnTo>
                  <a:cubicBezTo>
                    <a:pt x="3735" y="171"/>
                    <a:pt x="3565" y="1"/>
                    <a:pt x="335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31"/>
            <p:cNvSpPr/>
            <p:nvPr/>
          </p:nvSpPr>
          <p:spPr>
            <a:xfrm>
              <a:off x="1865838" y="4346575"/>
              <a:ext cx="92950" cy="111900"/>
            </a:xfrm>
            <a:custGeom>
              <a:avLst/>
              <a:gdLst/>
              <a:ahLst/>
              <a:cxnLst/>
              <a:rect l="l" t="t" r="r" b="b"/>
              <a:pathLst>
                <a:path w="3718" h="4476" extrusionOk="0">
                  <a:moveTo>
                    <a:pt x="2978" y="759"/>
                  </a:moveTo>
                  <a:lnTo>
                    <a:pt x="2978" y="3736"/>
                  </a:lnTo>
                  <a:lnTo>
                    <a:pt x="740" y="3736"/>
                  </a:lnTo>
                  <a:lnTo>
                    <a:pt x="740" y="759"/>
                  </a:lnTo>
                  <a:close/>
                  <a:moveTo>
                    <a:pt x="380" y="1"/>
                  </a:moveTo>
                  <a:cubicBezTo>
                    <a:pt x="172" y="1"/>
                    <a:pt x="1" y="171"/>
                    <a:pt x="1" y="380"/>
                  </a:cubicBezTo>
                  <a:lnTo>
                    <a:pt x="1" y="4096"/>
                  </a:lnTo>
                  <a:cubicBezTo>
                    <a:pt x="1" y="4305"/>
                    <a:pt x="172" y="4476"/>
                    <a:pt x="380" y="4476"/>
                  </a:cubicBezTo>
                  <a:lnTo>
                    <a:pt x="3357" y="4476"/>
                  </a:lnTo>
                  <a:cubicBezTo>
                    <a:pt x="3547" y="4476"/>
                    <a:pt x="3717" y="4305"/>
                    <a:pt x="3717" y="4096"/>
                  </a:cubicBezTo>
                  <a:lnTo>
                    <a:pt x="3717" y="380"/>
                  </a:lnTo>
                  <a:cubicBezTo>
                    <a:pt x="3717" y="171"/>
                    <a:pt x="3547" y="1"/>
                    <a:pt x="335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528;p31"/>
            <p:cNvSpPr/>
            <p:nvPr/>
          </p:nvSpPr>
          <p:spPr>
            <a:xfrm>
              <a:off x="1639738" y="4476950"/>
              <a:ext cx="99100" cy="18500"/>
            </a:xfrm>
            <a:custGeom>
              <a:avLst/>
              <a:gdLst/>
              <a:ahLst/>
              <a:cxnLst/>
              <a:rect l="l" t="t" r="r" b="b"/>
              <a:pathLst>
                <a:path w="3964" h="740" extrusionOk="0">
                  <a:moveTo>
                    <a:pt x="493" y="0"/>
                  </a:moveTo>
                  <a:cubicBezTo>
                    <a:pt x="0" y="0"/>
                    <a:pt x="0" y="740"/>
                    <a:pt x="493" y="740"/>
                  </a:cubicBezTo>
                  <a:lnTo>
                    <a:pt x="3470" y="740"/>
                  </a:lnTo>
                  <a:cubicBezTo>
                    <a:pt x="3963" y="740"/>
                    <a:pt x="3963" y="0"/>
                    <a:pt x="34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31"/>
            <p:cNvSpPr/>
            <p:nvPr/>
          </p:nvSpPr>
          <p:spPr>
            <a:xfrm>
              <a:off x="1751138" y="4476950"/>
              <a:ext cx="99100" cy="18500"/>
            </a:xfrm>
            <a:custGeom>
              <a:avLst/>
              <a:gdLst/>
              <a:ahLst/>
              <a:cxnLst/>
              <a:rect l="l" t="t" r="r" b="b"/>
              <a:pathLst>
                <a:path w="3964" h="740" extrusionOk="0">
                  <a:moveTo>
                    <a:pt x="493" y="0"/>
                  </a:moveTo>
                  <a:cubicBezTo>
                    <a:pt x="0" y="0"/>
                    <a:pt x="0" y="740"/>
                    <a:pt x="493" y="740"/>
                  </a:cubicBezTo>
                  <a:lnTo>
                    <a:pt x="3470" y="740"/>
                  </a:lnTo>
                  <a:cubicBezTo>
                    <a:pt x="3963" y="740"/>
                    <a:pt x="3963" y="0"/>
                    <a:pt x="34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31"/>
            <p:cNvSpPr/>
            <p:nvPr/>
          </p:nvSpPr>
          <p:spPr>
            <a:xfrm>
              <a:off x="1862538" y="4476950"/>
              <a:ext cx="99575" cy="18500"/>
            </a:xfrm>
            <a:custGeom>
              <a:avLst/>
              <a:gdLst/>
              <a:ahLst/>
              <a:cxnLst/>
              <a:rect l="l" t="t" r="r" b="b"/>
              <a:pathLst>
                <a:path w="3983" h="740" extrusionOk="0">
                  <a:moveTo>
                    <a:pt x="512" y="0"/>
                  </a:moveTo>
                  <a:cubicBezTo>
                    <a:pt x="0" y="0"/>
                    <a:pt x="0" y="740"/>
                    <a:pt x="512" y="740"/>
                  </a:cubicBezTo>
                  <a:lnTo>
                    <a:pt x="3489" y="740"/>
                  </a:lnTo>
                  <a:cubicBezTo>
                    <a:pt x="3982" y="740"/>
                    <a:pt x="3982" y="0"/>
                    <a:pt x="348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31"/>
            <p:cNvSpPr/>
            <p:nvPr/>
          </p:nvSpPr>
          <p:spPr>
            <a:xfrm>
              <a:off x="1751138" y="4575525"/>
              <a:ext cx="62125" cy="18525"/>
            </a:xfrm>
            <a:custGeom>
              <a:avLst/>
              <a:gdLst/>
              <a:ahLst/>
              <a:cxnLst/>
              <a:rect l="l" t="t" r="r" b="b"/>
              <a:pathLst>
                <a:path w="2485" h="741" extrusionOk="0">
                  <a:moveTo>
                    <a:pt x="493" y="1"/>
                  </a:moveTo>
                  <a:cubicBezTo>
                    <a:pt x="0" y="1"/>
                    <a:pt x="0" y="740"/>
                    <a:pt x="493" y="740"/>
                  </a:cubicBezTo>
                  <a:lnTo>
                    <a:pt x="1991" y="740"/>
                  </a:lnTo>
                  <a:cubicBezTo>
                    <a:pt x="2484" y="740"/>
                    <a:pt x="2484" y="1"/>
                    <a:pt x="199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2" name="Google Shape;532;p31"/>
          <p:cNvGrpSpPr/>
          <p:nvPr/>
        </p:nvGrpSpPr>
        <p:grpSpPr>
          <a:xfrm>
            <a:off x="1707878" y="3444511"/>
            <a:ext cx="320088" cy="260682"/>
            <a:chOff x="5899913" y="4248925"/>
            <a:chExt cx="639025" cy="524300"/>
          </a:xfrm>
        </p:grpSpPr>
        <p:sp>
          <p:nvSpPr>
            <p:cNvPr id="533" name="Google Shape;533;p31"/>
            <p:cNvSpPr/>
            <p:nvPr/>
          </p:nvSpPr>
          <p:spPr>
            <a:xfrm>
              <a:off x="5937363" y="4261725"/>
              <a:ext cx="564600" cy="399175"/>
            </a:xfrm>
            <a:custGeom>
              <a:avLst/>
              <a:gdLst/>
              <a:ahLst/>
              <a:cxnLst/>
              <a:rect l="l" t="t" r="r" b="b"/>
              <a:pathLst>
                <a:path w="22584" h="15967" extrusionOk="0">
                  <a:moveTo>
                    <a:pt x="1005" y="1"/>
                  </a:moveTo>
                  <a:cubicBezTo>
                    <a:pt x="455" y="1"/>
                    <a:pt x="0" y="437"/>
                    <a:pt x="19" y="986"/>
                  </a:cubicBezTo>
                  <a:lnTo>
                    <a:pt x="19" y="15966"/>
                  </a:lnTo>
                  <a:lnTo>
                    <a:pt x="22584" y="15966"/>
                  </a:lnTo>
                  <a:lnTo>
                    <a:pt x="22584" y="986"/>
                  </a:lnTo>
                  <a:cubicBezTo>
                    <a:pt x="22584" y="437"/>
                    <a:pt x="22128" y="1"/>
                    <a:pt x="2157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 name="Google Shape;534;p31"/>
            <p:cNvSpPr/>
            <p:nvPr/>
          </p:nvSpPr>
          <p:spPr>
            <a:xfrm>
              <a:off x="6070088" y="4498750"/>
              <a:ext cx="299150" cy="112375"/>
            </a:xfrm>
            <a:custGeom>
              <a:avLst/>
              <a:gdLst/>
              <a:ahLst/>
              <a:cxnLst/>
              <a:rect l="l" t="t" r="r" b="b"/>
              <a:pathLst>
                <a:path w="11966" h="4495" extrusionOk="0">
                  <a:moveTo>
                    <a:pt x="2997" y="0"/>
                  </a:moveTo>
                  <a:lnTo>
                    <a:pt x="1" y="1498"/>
                  </a:lnTo>
                  <a:lnTo>
                    <a:pt x="5992" y="4494"/>
                  </a:lnTo>
                  <a:lnTo>
                    <a:pt x="11965" y="1498"/>
                  </a:lnTo>
                  <a:lnTo>
                    <a:pt x="898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31"/>
            <p:cNvSpPr/>
            <p:nvPr/>
          </p:nvSpPr>
          <p:spPr>
            <a:xfrm>
              <a:off x="6070088" y="4423850"/>
              <a:ext cx="299150" cy="112375"/>
            </a:xfrm>
            <a:custGeom>
              <a:avLst/>
              <a:gdLst/>
              <a:ahLst/>
              <a:cxnLst/>
              <a:rect l="l" t="t" r="r" b="b"/>
              <a:pathLst>
                <a:path w="11966" h="4495" extrusionOk="0">
                  <a:moveTo>
                    <a:pt x="2997" y="0"/>
                  </a:moveTo>
                  <a:lnTo>
                    <a:pt x="1" y="1517"/>
                  </a:lnTo>
                  <a:lnTo>
                    <a:pt x="5992" y="4494"/>
                  </a:lnTo>
                  <a:lnTo>
                    <a:pt x="11965" y="1517"/>
                  </a:lnTo>
                  <a:lnTo>
                    <a:pt x="8988" y="0"/>
                  </a:lnTo>
                  <a:close/>
                </a:path>
              </a:pathLst>
            </a:custGeom>
            <a:solidFill>
              <a:srgbClr val="DBA0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31"/>
            <p:cNvSpPr/>
            <p:nvPr/>
          </p:nvSpPr>
          <p:spPr>
            <a:xfrm>
              <a:off x="6070088" y="4311975"/>
              <a:ext cx="299150" cy="149825"/>
            </a:xfrm>
            <a:custGeom>
              <a:avLst/>
              <a:gdLst/>
              <a:ahLst/>
              <a:cxnLst/>
              <a:rect l="l" t="t" r="r" b="b"/>
              <a:pathLst>
                <a:path w="11966" h="5993" extrusionOk="0">
                  <a:moveTo>
                    <a:pt x="5992" y="0"/>
                  </a:moveTo>
                  <a:lnTo>
                    <a:pt x="1" y="2996"/>
                  </a:lnTo>
                  <a:lnTo>
                    <a:pt x="5992" y="5992"/>
                  </a:lnTo>
                  <a:lnTo>
                    <a:pt x="11965" y="2977"/>
                  </a:lnTo>
                  <a:lnTo>
                    <a:pt x="599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31"/>
            <p:cNvSpPr/>
            <p:nvPr/>
          </p:nvSpPr>
          <p:spPr>
            <a:xfrm>
              <a:off x="5912713" y="4660875"/>
              <a:ext cx="613900" cy="100025"/>
            </a:xfrm>
            <a:custGeom>
              <a:avLst/>
              <a:gdLst/>
              <a:ahLst/>
              <a:cxnLst/>
              <a:rect l="l" t="t" r="r" b="b"/>
              <a:pathLst>
                <a:path w="24556" h="4001" extrusionOk="0">
                  <a:moveTo>
                    <a:pt x="0" y="0"/>
                  </a:moveTo>
                  <a:lnTo>
                    <a:pt x="0" y="1005"/>
                  </a:lnTo>
                  <a:cubicBezTo>
                    <a:pt x="0" y="2655"/>
                    <a:pt x="1347" y="4001"/>
                    <a:pt x="2996" y="4001"/>
                  </a:cubicBezTo>
                  <a:lnTo>
                    <a:pt x="21560" y="4001"/>
                  </a:lnTo>
                  <a:cubicBezTo>
                    <a:pt x="23209" y="4001"/>
                    <a:pt x="24556" y="2655"/>
                    <a:pt x="24556" y="1005"/>
                  </a:cubicBezTo>
                  <a:lnTo>
                    <a:pt x="2455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31"/>
            <p:cNvSpPr/>
            <p:nvPr/>
          </p:nvSpPr>
          <p:spPr>
            <a:xfrm>
              <a:off x="6157313" y="4698300"/>
              <a:ext cx="29425" cy="25150"/>
            </a:xfrm>
            <a:custGeom>
              <a:avLst/>
              <a:gdLst/>
              <a:ahLst/>
              <a:cxnLst/>
              <a:rect l="l" t="t" r="r" b="b"/>
              <a:pathLst>
                <a:path w="1177" h="1006" extrusionOk="0">
                  <a:moveTo>
                    <a:pt x="498" y="1"/>
                  </a:moveTo>
                  <a:cubicBezTo>
                    <a:pt x="242" y="1"/>
                    <a:pt x="1" y="200"/>
                    <a:pt x="1" y="494"/>
                  </a:cubicBezTo>
                  <a:cubicBezTo>
                    <a:pt x="1" y="778"/>
                    <a:pt x="228" y="1006"/>
                    <a:pt x="494" y="1006"/>
                  </a:cubicBezTo>
                  <a:cubicBezTo>
                    <a:pt x="949" y="1006"/>
                    <a:pt x="1176" y="456"/>
                    <a:pt x="854" y="153"/>
                  </a:cubicBezTo>
                  <a:cubicBezTo>
                    <a:pt x="749" y="48"/>
                    <a:pt x="621" y="1"/>
                    <a:pt x="4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31"/>
            <p:cNvSpPr/>
            <p:nvPr/>
          </p:nvSpPr>
          <p:spPr>
            <a:xfrm>
              <a:off x="5899913" y="4248925"/>
              <a:ext cx="639025" cy="524300"/>
            </a:xfrm>
            <a:custGeom>
              <a:avLst/>
              <a:gdLst/>
              <a:ahLst/>
              <a:cxnLst/>
              <a:rect l="l" t="t" r="r" b="b"/>
              <a:pathLst>
                <a:path w="25561" h="20972" extrusionOk="0">
                  <a:moveTo>
                    <a:pt x="23077" y="1006"/>
                  </a:moveTo>
                  <a:cubicBezTo>
                    <a:pt x="23342" y="1006"/>
                    <a:pt x="23570" y="1233"/>
                    <a:pt x="23570" y="1498"/>
                  </a:cubicBezTo>
                  <a:lnTo>
                    <a:pt x="23570" y="15985"/>
                  </a:lnTo>
                  <a:lnTo>
                    <a:pt x="2010" y="15985"/>
                  </a:lnTo>
                  <a:lnTo>
                    <a:pt x="2010" y="1498"/>
                  </a:lnTo>
                  <a:cubicBezTo>
                    <a:pt x="2010" y="1233"/>
                    <a:pt x="2238" y="1006"/>
                    <a:pt x="2503" y="1006"/>
                  </a:cubicBezTo>
                  <a:close/>
                  <a:moveTo>
                    <a:pt x="24575" y="16971"/>
                  </a:moveTo>
                  <a:lnTo>
                    <a:pt x="24575" y="17483"/>
                  </a:lnTo>
                  <a:cubicBezTo>
                    <a:pt x="24575" y="18848"/>
                    <a:pt x="23456" y="19967"/>
                    <a:pt x="22072" y="19967"/>
                  </a:cubicBezTo>
                  <a:lnTo>
                    <a:pt x="3508" y="19967"/>
                  </a:lnTo>
                  <a:cubicBezTo>
                    <a:pt x="2124" y="19967"/>
                    <a:pt x="1005" y="18848"/>
                    <a:pt x="1005" y="17483"/>
                  </a:cubicBezTo>
                  <a:lnTo>
                    <a:pt x="1005" y="16971"/>
                  </a:lnTo>
                  <a:close/>
                  <a:moveTo>
                    <a:pt x="2503" y="1"/>
                  </a:moveTo>
                  <a:cubicBezTo>
                    <a:pt x="1688" y="1"/>
                    <a:pt x="1005" y="683"/>
                    <a:pt x="1005" y="1498"/>
                  </a:cubicBezTo>
                  <a:lnTo>
                    <a:pt x="1005" y="15985"/>
                  </a:lnTo>
                  <a:lnTo>
                    <a:pt x="512" y="15985"/>
                  </a:lnTo>
                  <a:cubicBezTo>
                    <a:pt x="228" y="15985"/>
                    <a:pt x="0" y="16194"/>
                    <a:pt x="0" y="16478"/>
                  </a:cubicBezTo>
                  <a:lnTo>
                    <a:pt x="0" y="17483"/>
                  </a:lnTo>
                  <a:cubicBezTo>
                    <a:pt x="19" y="19398"/>
                    <a:pt x="1574" y="20972"/>
                    <a:pt x="3508" y="20972"/>
                  </a:cubicBezTo>
                  <a:lnTo>
                    <a:pt x="22072" y="20972"/>
                  </a:lnTo>
                  <a:cubicBezTo>
                    <a:pt x="24006" y="20972"/>
                    <a:pt x="25561" y="19417"/>
                    <a:pt x="25561" y="17483"/>
                  </a:cubicBezTo>
                  <a:lnTo>
                    <a:pt x="25561" y="16478"/>
                  </a:lnTo>
                  <a:cubicBezTo>
                    <a:pt x="25561" y="16194"/>
                    <a:pt x="25352" y="15985"/>
                    <a:pt x="25068" y="15985"/>
                  </a:cubicBezTo>
                  <a:lnTo>
                    <a:pt x="24575" y="15985"/>
                  </a:lnTo>
                  <a:lnTo>
                    <a:pt x="24575" y="1498"/>
                  </a:lnTo>
                  <a:cubicBezTo>
                    <a:pt x="24575" y="683"/>
                    <a:pt x="23892" y="1"/>
                    <a:pt x="2307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31"/>
            <p:cNvSpPr/>
            <p:nvPr/>
          </p:nvSpPr>
          <p:spPr>
            <a:xfrm>
              <a:off x="6202813" y="4698325"/>
              <a:ext cx="83475" cy="25125"/>
            </a:xfrm>
            <a:custGeom>
              <a:avLst/>
              <a:gdLst/>
              <a:ahLst/>
              <a:cxnLst/>
              <a:rect l="l" t="t" r="r" b="b"/>
              <a:pathLst>
                <a:path w="3339" h="1005" extrusionOk="0">
                  <a:moveTo>
                    <a:pt x="683" y="0"/>
                  </a:moveTo>
                  <a:cubicBezTo>
                    <a:pt x="1" y="0"/>
                    <a:pt x="1" y="1005"/>
                    <a:pt x="683" y="1005"/>
                  </a:cubicBezTo>
                  <a:lnTo>
                    <a:pt x="2674" y="1005"/>
                  </a:lnTo>
                  <a:cubicBezTo>
                    <a:pt x="3338" y="1005"/>
                    <a:pt x="3338" y="0"/>
                    <a:pt x="267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31"/>
            <p:cNvSpPr/>
            <p:nvPr/>
          </p:nvSpPr>
          <p:spPr>
            <a:xfrm>
              <a:off x="6054913" y="4299050"/>
              <a:ext cx="329500" cy="324400"/>
            </a:xfrm>
            <a:custGeom>
              <a:avLst/>
              <a:gdLst/>
              <a:ahLst/>
              <a:cxnLst/>
              <a:rect l="l" t="t" r="r" b="b"/>
              <a:pathLst>
                <a:path w="13180" h="12976" extrusionOk="0">
                  <a:moveTo>
                    <a:pt x="6599" y="1048"/>
                  </a:moveTo>
                  <a:lnTo>
                    <a:pt x="11454" y="3494"/>
                  </a:lnTo>
                  <a:lnTo>
                    <a:pt x="6599" y="5921"/>
                  </a:lnTo>
                  <a:lnTo>
                    <a:pt x="1707" y="3494"/>
                  </a:lnTo>
                  <a:lnTo>
                    <a:pt x="6599" y="1048"/>
                  </a:lnTo>
                  <a:close/>
                  <a:moveTo>
                    <a:pt x="9595" y="5561"/>
                  </a:moveTo>
                  <a:lnTo>
                    <a:pt x="11454" y="6490"/>
                  </a:lnTo>
                  <a:lnTo>
                    <a:pt x="6599" y="8917"/>
                  </a:lnTo>
                  <a:lnTo>
                    <a:pt x="1707" y="6509"/>
                  </a:lnTo>
                  <a:lnTo>
                    <a:pt x="3604" y="5561"/>
                  </a:lnTo>
                  <a:lnTo>
                    <a:pt x="6372" y="6945"/>
                  </a:lnTo>
                  <a:cubicBezTo>
                    <a:pt x="6429" y="6964"/>
                    <a:pt x="6505" y="6983"/>
                    <a:pt x="6599" y="6983"/>
                  </a:cubicBezTo>
                  <a:cubicBezTo>
                    <a:pt x="6675" y="6983"/>
                    <a:pt x="6751" y="6964"/>
                    <a:pt x="6808" y="6945"/>
                  </a:cubicBezTo>
                  <a:lnTo>
                    <a:pt x="9595" y="5561"/>
                  </a:lnTo>
                  <a:close/>
                  <a:moveTo>
                    <a:pt x="9595" y="8538"/>
                  </a:moveTo>
                  <a:lnTo>
                    <a:pt x="11454" y="9486"/>
                  </a:lnTo>
                  <a:lnTo>
                    <a:pt x="6599" y="11913"/>
                  </a:lnTo>
                  <a:lnTo>
                    <a:pt x="1707" y="9486"/>
                  </a:lnTo>
                  <a:lnTo>
                    <a:pt x="3585" y="8538"/>
                  </a:lnTo>
                  <a:lnTo>
                    <a:pt x="6372" y="9922"/>
                  </a:lnTo>
                  <a:cubicBezTo>
                    <a:pt x="6429" y="9960"/>
                    <a:pt x="6505" y="9979"/>
                    <a:pt x="6599" y="9979"/>
                  </a:cubicBezTo>
                  <a:cubicBezTo>
                    <a:pt x="6675" y="9979"/>
                    <a:pt x="6751" y="9960"/>
                    <a:pt x="6808" y="9922"/>
                  </a:cubicBezTo>
                  <a:lnTo>
                    <a:pt x="9595" y="8538"/>
                  </a:lnTo>
                  <a:close/>
                  <a:moveTo>
                    <a:pt x="6590" y="1"/>
                  </a:moveTo>
                  <a:cubicBezTo>
                    <a:pt x="6514" y="1"/>
                    <a:pt x="6438" y="15"/>
                    <a:pt x="6372" y="43"/>
                  </a:cubicBezTo>
                  <a:lnTo>
                    <a:pt x="380" y="3039"/>
                  </a:lnTo>
                  <a:cubicBezTo>
                    <a:pt x="209" y="3134"/>
                    <a:pt x="96" y="3305"/>
                    <a:pt x="96" y="3494"/>
                  </a:cubicBezTo>
                  <a:cubicBezTo>
                    <a:pt x="96" y="3684"/>
                    <a:pt x="209" y="3855"/>
                    <a:pt x="380" y="3930"/>
                  </a:cubicBezTo>
                  <a:lnTo>
                    <a:pt x="2485" y="4992"/>
                  </a:lnTo>
                  <a:lnTo>
                    <a:pt x="380" y="6035"/>
                  </a:lnTo>
                  <a:cubicBezTo>
                    <a:pt x="1" y="6225"/>
                    <a:pt x="1" y="6756"/>
                    <a:pt x="380" y="6926"/>
                  </a:cubicBezTo>
                  <a:lnTo>
                    <a:pt x="2485" y="7988"/>
                  </a:lnTo>
                  <a:lnTo>
                    <a:pt x="380" y="9031"/>
                  </a:lnTo>
                  <a:cubicBezTo>
                    <a:pt x="1" y="9221"/>
                    <a:pt x="1" y="9752"/>
                    <a:pt x="380" y="9922"/>
                  </a:cubicBezTo>
                  <a:lnTo>
                    <a:pt x="6372" y="12918"/>
                  </a:lnTo>
                  <a:cubicBezTo>
                    <a:pt x="6448" y="12956"/>
                    <a:pt x="6524" y="12975"/>
                    <a:pt x="6599" y="12975"/>
                  </a:cubicBezTo>
                  <a:cubicBezTo>
                    <a:pt x="6675" y="12975"/>
                    <a:pt x="6751" y="12956"/>
                    <a:pt x="6827" y="12918"/>
                  </a:cubicBezTo>
                  <a:lnTo>
                    <a:pt x="12800" y="9922"/>
                  </a:lnTo>
                  <a:cubicBezTo>
                    <a:pt x="13179" y="9752"/>
                    <a:pt x="13179" y="9221"/>
                    <a:pt x="12800" y="9031"/>
                  </a:cubicBezTo>
                  <a:lnTo>
                    <a:pt x="10714" y="7988"/>
                  </a:lnTo>
                  <a:lnTo>
                    <a:pt x="12800" y="6926"/>
                  </a:lnTo>
                  <a:cubicBezTo>
                    <a:pt x="13179" y="6756"/>
                    <a:pt x="13179" y="6225"/>
                    <a:pt x="12800" y="6035"/>
                  </a:cubicBezTo>
                  <a:lnTo>
                    <a:pt x="10714" y="4992"/>
                  </a:lnTo>
                  <a:lnTo>
                    <a:pt x="12800" y="3930"/>
                  </a:lnTo>
                  <a:cubicBezTo>
                    <a:pt x="12971" y="3855"/>
                    <a:pt x="13084" y="3684"/>
                    <a:pt x="13084" y="3494"/>
                  </a:cubicBezTo>
                  <a:cubicBezTo>
                    <a:pt x="13084" y="3305"/>
                    <a:pt x="12971" y="3134"/>
                    <a:pt x="12800" y="3039"/>
                  </a:cubicBezTo>
                  <a:lnTo>
                    <a:pt x="6808" y="43"/>
                  </a:lnTo>
                  <a:cubicBezTo>
                    <a:pt x="6742" y="15"/>
                    <a:pt x="6666" y="1"/>
                    <a:pt x="659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42" name="Google Shape;542;p31"/>
          <p:cNvSpPr txBox="1">
            <a:spLocks noGrp="1"/>
          </p:cNvSpPr>
          <p:nvPr>
            <p:ph type="subTitle" idx="2"/>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543" name="Google Shape;543;p31"/>
          <p:cNvSpPr txBox="1">
            <a:spLocks noGrp="1"/>
          </p:cNvSpPr>
          <p:nvPr>
            <p:ph type="subTitle" idx="2"/>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544" name="Google Shape;544;p31"/>
          <p:cNvSpPr txBox="1">
            <a:spLocks noGrp="1"/>
          </p:cNvSpPr>
          <p:nvPr>
            <p:ph type="subTitle" idx="2"/>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545" name="Google Shape;545;p31"/>
          <p:cNvGrpSpPr/>
          <p:nvPr/>
        </p:nvGrpSpPr>
        <p:grpSpPr>
          <a:xfrm>
            <a:off x="1614876" y="1364434"/>
            <a:ext cx="506092" cy="426611"/>
            <a:chOff x="1665363" y="1706700"/>
            <a:chExt cx="578325" cy="487500"/>
          </a:xfrm>
        </p:grpSpPr>
        <p:sp>
          <p:nvSpPr>
            <p:cNvPr id="546" name="Google Shape;546;p31"/>
            <p:cNvSpPr/>
            <p:nvPr/>
          </p:nvSpPr>
          <p:spPr>
            <a:xfrm flipH="1">
              <a:off x="2174988" y="1706700"/>
              <a:ext cx="68700" cy="487500"/>
            </a:xfrm>
            <a:prstGeom prst="leftBracket">
              <a:avLst>
                <a:gd name="adj" fmla="val 0"/>
              </a:avLst>
            </a:prstGeom>
            <a:no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31"/>
            <p:cNvSpPr/>
            <p:nvPr/>
          </p:nvSpPr>
          <p:spPr>
            <a:xfrm>
              <a:off x="1665363" y="1706700"/>
              <a:ext cx="68700" cy="487500"/>
            </a:xfrm>
            <a:prstGeom prst="leftBracket">
              <a:avLst>
                <a:gd name="adj" fmla="val 0"/>
              </a:avLst>
            </a:prstGeom>
            <a:no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8" name="Google Shape;548;p31"/>
          <p:cNvGrpSpPr/>
          <p:nvPr/>
        </p:nvGrpSpPr>
        <p:grpSpPr>
          <a:xfrm>
            <a:off x="1614876" y="3361546"/>
            <a:ext cx="506092" cy="426611"/>
            <a:chOff x="1665363" y="1706700"/>
            <a:chExt cx="578325" cy="487500"/>
          </a:xfrm>
        </p:grpSpPr>
        <p:sp>
          <p:nvSpPr>
            <p:cNvPr id="549" name="Google Shape;549;p31"/>
            <p:cNvSpPr/>
            <p:nvPr/>
          </p:nvSpPr>
          <p:spPr>
            <a:xfrm flipH="1">
              <a:off x="2174988" y="1706700"/>
              <a:ext cx="68700" cy="487500"/>
            </a:xfrm>
            <a:prstGeom prst="leftBracket">
              <a:avLst>
                <a:gd name="adj" fmla="val 0"/>
              </a:avLst>
            </a:prstGeom>
            <a:no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31"/>
            <p:cNvSpPr/>
            <p:nvPr/>
          </p:nvSpPr>
          <p:spPr>
            <a:xfrm>
              <a:off x="1665363" y="1706700"/>
              <a:ext cx="68700" cy="487500"/>
            </a:xfrm>
            <a:prstGeom prst="leftBracket">
              <a:avLst>
                <a:gd name="adj" fmla="val 0"/>
              </a:avLst>
            </a:prstGeom>
            <a:no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1" name="Google Shape;551;p31"/>
          <p:cNvGrpSpPr/>
          <p:nvPr/>
        </p:nvGrpSpPr>
        <p:grpSpPr>
          <a:xfrm>
            <a:off x="1084825" y="3203163"/>
            <a:ext cx="506100" cy="1366863"/>
            <a:chOff x="1084825" y="3203163"/>
            <a:chExt cx="506100" cy="1366863"/>
          </a:xfrm>
        </p:grpSpPr>
        <p:cxnSp>
          <p:nvCxnSpPr>
            <p:cNvPr id="552" name="Google Shape;552;p31"/>
            <p:cNvCxnSpPr/>
            <p:nvPr/>
          </p:nvCxnSpPr>
          <p:spPr>
            <a:xfrm>
              <a:off x="1337875" y="3203163"/>
              <a:ext cx="0" cy="731700"/>
            </a:xfrm>
            <a:prstGeom prst="straightConnector1">
              <a:avLst/>
            </a:prstGeom>
            <a:noFill/>
            <a:ln w="9525" cap="flat" cmpd="sng">
              <a:solidFill>
                <a:schemeClr val="accent4"/>
              </a:solidFill>
              <a:prstDash val="solid"/>
              <a:round/>
              <a:headEnd type="none" w="med" len="med"/>
              <a:tailEnd type="none" w="med" len="med"/>
            </a:ln>
          </p:spPr>
        </p:cxnSp>
        <p:sp>
          <p:nvSpPr>
            <p:cNvPr id="553" name="Google Shape;553;p31"/>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grpSp>
      <p:grpSp>
        <p:nvGrpSpPr>
          <p:cNvPr id="554" name="Google Shape;554;p31"/>
          <p:cNvGrpSpPr/>
          <p:nvPr/>
        </p:nvGrpSpPr>
        <p:grpSpPr>
          <a:xfrm>
            <a:off x="1084825" y="1208049"/>
            <a:ext cx="506100" cy="1366863"/>
            <a:chOff x="1084825" y="3203163"/>
            <a:chExt cx="506100" cy="1366863"/>
          </a:xfrm>
        </p:grpSpPr>
        <p:cxnSp>
          <p:nvCxnSpPr>
            <p:cNvPr id="555" name="Google Shape;555;p31"/>
            <p:cNvCxnSpPr/>
            <p:nvPr/>
          </p:nvCxnSpPr>
          <p:spPr>
            <a:xfrm>
              <a:off x="1337875" y="3203163"/>
              <a:ext cx="0" cy="731700"/>
            </a:xfrm>
            <a:prstGeom prst="straightConnector1">
              <a:avLst/>
            </a:prstGeom>
            <a:noFill/>
            <a:ln w="9525" cap="flat" cmpd="sng">
              <a:solidFill>
                <a:schemeClr val="accent4"/>
              </a:solidFill>
              <a:prstDash val="solid"/>
              <a:round/>
              <a:headEnd type="none" w="med" len="med"/>
              <a:tailEnd type="none" w="med" len="med"/>
            </a:ln>
          </p:spPr>
        </p:cxnSp>
        <p:sp>
          <p:nvSpPr>
            <p:cNvPr id="556" name="Google Shape;556;p31"/>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560"/>
        <p:cNvGrpSpPr/>
        <p:nvPr/>
      </p:nvGrpSpPr>
      <p:grpSpPr>
        <a:xfrm>
          <a:off x="0" y="0"/>
          <a:ext cx="0" cy="0"/>
          <a:chOff x="0" y="0"/>
          <a:chExt cx="0" cy="0"/>
        </a:xfrm>
      </p:grpSpPr>
      <p:sp>
        <p:nvSpPr>
          <p:cNvPr id="561" name="Google Shape;561;p32"/>
          <p:cNvSpPr txBox="1">
            <a:spLocks noGrp="1"/>
          </p:cNvSpPr>
          <p:nvPr>
            <p:ph type="title"/>
          </p:nvPr>
        </p:nvSpPr>
        <p:spPr>
          <a:xfrm>
            <a:off x="1131500" y="621250"/>
            <a:ext cx="4045200" cy="530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Introduction; </a:t>
            </a:r>
            <a:r>
              <a:rPr lang="en">
                <a:solidFill>
                  <a:schemeClr val="accent6"/>
                </a:solidFill>
              </a:rPr>
              <a:t>{</a:t>
            </a:r>
            <a:endParaRPr>
              <a:solidFill>
                <a:schemeClr val="accent6"/>
              </a:solidFill>
            </a:endParaRPr>
          </a:p>
        </p:txBody>
      </p:sp>
      <p:sp>
        <p:nvSpPr>
          <p:cNvPr id="562" name="Google Shape;562;p32"/>
          <p:cNvSpPr txBox="1">
            <a:spLocks noGrp="1"/>
          </p:cNvSpPr>
          <p:nvPr>
            <p:ph type="subTitle" idx="1"/>
          </p:nvPr>
        </p:nvSpPr>
        <p:spPr>
          <a:xfrm>
            <a:off x="1593350" y="1574450"/>
            <a:ext cx="5539200" cy="1404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2"/>
                </a:solidFill>
              </a:rPr>
              <a:t>‘Here you can give a brief description of the topic you want to talk about’</a:t>
            </a:r>
            <a:endParaRPr>
              <a:solidFill>
                <a:schemeClr val="accent2"/>
              </a:solidFill>
            </a:endParaRPr>
          </a:p>
          <a:p>
            <a:pPr marL="449116" lvl="0" indent="0" algn="l" rtl="0">
              <a:spcBef>
                <a:spcPts val="1000"/>
              </a:spcBef>
              <a:spcAft>
                <a:spcPts val="0"/>
              </a:spcAft>
              <a:buNone/>
            </a:pPr>
            <a:r>
              <a:rPr lang="en">
                <a:solidFill>
                  <a:schemeClr val="accent6"/>
                </a:solidFill>
              </a:rPr>
              <a:t>&lt;</a:t>
            </a:r>
            <a:r>
              <a:rPr lang="en">
                <a:solidFill>
                  <a:schemeClr val="accent1"/>
                </a:solidFill>
              </a:rPr>
              <a:t>p</a:t>
            </a:r>
            <a:r>
              <a:rPr lang="en">
                <a:solidFill>
                  <a:schemeClr val="accent3"/>
                </a:solidFill>
              </a:rPr>
              <a:t> For example, if you want to talk about Mercury, you can say that it’s the smallest planet in the entire Solar System &gt;</a:t>
            </a:r>
            <a:endParaRPr>
              <a:solidFill>
                <a:schemeClr val="accent3"/>
              </a:solidFill>
            </a:endParaRPr>
          </a:p>
        </p:txBody>
      </p:sp>
      <p:grpSp>
        <p:nvGrpSpPr>
          <p:cNvPr id="563" name="Google Shape;563;p32"/>
          <p:cNvGrpSpPr/>
          <p:nvPr/>
        </p:nvGrpSpPr>
        <p:grpSpPr>
          <a:xfrm>
            <a:off x="1084825" y="1168950"/>
            <a:ext cx="506100" cy="3431975"/>
            <a:chOff x="1084825" y="1168950"/>
            <a:chExt cx="506100" cy="3431975"/>
          </a:xfrm>
        </p:grpSpPr>
        <p:sp>
          <p:nvSpPr>
            <p:cNvPr id="564" name="Google Shape;564;p32"/>
            <p:cNvSpPr txBox="1"/>
            <p:nvPr/>
          </p:nvSpPr>
          <p:spPr>
            <a:xfrm>
              <a:off x="1084825" y="3954425"/>
              <a:ext cx="506100" cy="6465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3000">
                  <a:solidFill>
                    <a:schemeClr val="accent6"/>
                  </a:solidFill>
                  <a:latin typeface="Fira Code"/>
                  <a:ea typeface="Fira Code"/>
                  <a:cs typeface="Fira Code"/>
                  <a:sym typeface="Fira Code"/>
                </a:rPr>
                <a:t>}</a:t>
              </a:r>
              <a:endParaRPr sz="3000">
                <a:solidFill>
                  <a:schemeClr val="accent6"/>
                </a:solidFill>
                <a:latin typeface="Fira Code"/>
                <a:ea typeface="Fira Code"/>
                <a:cs typeface="Fira Code"/>
                <a:sym typeface="Fira Code"/>
              </a:endParaRPr>
            </a:p>
          </p:txBody>
        </p:sp>
        <p:cxnSp>
          <p:nvCxnSpPr>
            <p:cNvPr id="565" name="Google Shape;565;p32"/>
            <p:cNvCxnSpPr/>
            <p:nvPr/>
          </p:nvCxnSpPr>
          <p:spPr>
            <a:xfrm>
              <a:off x="1337875" y="1168950"/>
              <a:ext cx="0" cy="2767200"/>
            </a:xfrm>
            <a:prstGeom prst="straightConnector1">
              <a:avLst/>
            </a:prstGeom>
            <a:noFill/>
            <a:ln w="9525" cap="flat" cmpd="sng">
              <a:solidFill>
                <a:schemeClr val="accent4"/>
              </a:solidFill>
              <a:prstDash val="solid"/>
              <a:round/>
              <a:headEnd type="none" w="med" len="med"/>
              <a:tailEnd type="none" w="med" len="med"/>
            </a:ln>
          </p:spPr>
        </p:cxnSp>
      </p:grpSp>
      <p:grpSp>
        <p:nvGrpSpPr>
          <p:cNvPr id="566" name="Google Shape;566;p32"/>
          <p:cNvGrpSpPr/>
          <p:nvPr/>
        </p:nvGrpSpPr>
        <p:grpSpPr>
          <a:xfrm>
            <a:off x="2008321" y="2971150"/>
            <a:ext cx="667800" cy="902750"/>
            <a:chOff x="2008321" y="2971150"/>
            <a:chExt cx="667800" cy="902750"/>
          </a:xfrm>
        </p:grpSpPr>
        <p:cxnSp>
          <p:nvCxnSpPr>
            <p:cNvPr id="567" name="Google Shape;567;p32"/>
            <p:cNvCxnSpPr/>
            <p:nvPr/>
          </p:nvCxnSpPr>
          <p:spPr>
            <a:xfrm>
              <a:off x="2280025" y="2971150"/>
              <a:ext cx="0" cy="521700"/>
            </a:xfrm>
            <a:prstGeom prst="straightConnector1">
              <a:avLst/>
            </a:prstGeom>
            <a:noFill/>
            <a:ln w="9525" cap="flat" cmpd="sng">
              <a:solidFill>
                <a:schemeClr val="accent4"/>
              </a:solidFill>
              <a:prstDash val="solid"/>
              <a:round/>
              <a:headEnd type="none" w="med" len="med"/>
              <a:tailEnd type="none" w="med" len="med"/>
            </a:ln>
          </p:spPr>
        </p:cxnSp>
        <p:sp>
          <p:nvSpPr>
            <p:cNvPr id="568" name="Google Shape;568;p32"/>
            <p:cNvSpPr txBox="1"/>
            <p:nvPr/>
          </p:nvSpPr>
          <p:spPr>
            <a:xfrm>
              <a:off x="2008321" y="3473700"/>
              <a:ext cx="667800" cy="4002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a:solidFill>
                    <a:schemeClr val="accent6"/>
                  </a:solidFill>
                  <a:latin typeface="Fira Code"/>
                  <a:ea typeface="Fira Code"/>
                  <a:cs typeface="Fira Code"/>
                  <a:sym typeface="Fira Code"/>
                </a:rPr>
                <a:t>&lt;</a:t>
              </a:r>
              <a:r>
                <a:rPr lang="en">
                  <a:solidFill>
                    <a:schemeClr val="accent1"/>
                  </a:solidFill>
                  <a:latin typeface="Fira Code"/>
                  <a:ea typeface="Fira Code"/>
                  <a:cs typeface="Fira Code"/>
                  <a:sym typeface="Fira Code"/>
                </a:rPr>
                <a:t>/p</a:t>
              </a:r>
              <a:r>
                <a:rPr lang="en">
                  <a:solidFill>
                    <a:schemeClr val="accent6"/>
                  </a:solidFill>
                  <a:latin typeface="Fira Code"/>
                  <a:ea typeface="Fira Code"/>
                  <a:cs typeface="Fira Code"/>
                  <a:sym typeface="Fira Code"/>
                </a:rPr>
                <a:t>&gt;</a:t>
              </a:r>
              <a:endParaRPr>
                <a:solidFill>
                  <a:schemeClr val="accent6"/>
                </a:solidFill>
                <a:latin typeface="Fira Code"/>
                <a:ea typeface="Fira Code"/>
                <a:cs typeface="Fira Code"/>
                <a:sym typeface="Fira Code"/>
              </a:endParaRPr>
            </a:p>
          </p:txBody>
        </p:sp>
      </p:grpSp>
      <p:sp>
        <p:nvSpPr>
          <p:cNvPr id="569" name="Google Shape;569;p32"/>
          <p:cNvSpPr txBox="1">
            <a:spLocks noGrp="1"/>
          </p:cNvSpPr>
          <p:nvPr>
            <p:ph type="subTitle" idx="1"/>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570" name="Google Shape;570;p32"/>
          <p:cNvSpPr txBox="1">
            <a:spLocks noGrp="1"/>
          </p:cNvSpPr>
          <p:nvPr>
            <p:ph type="subTitle" idx="1"/>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571" name="Google Shape;571;p32"/>
          <p:cNvSpPr txBox="1">
            <a:spLocks noGrp="1"/>
          </p:cNvSpPr>
          <p:nvPr>
            <p:ph type="subTitle" idx="1"/>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575"/>
        <p:cNvGrpSpPr/>
        <p:nvPr/>
      </p:nvGrpSpPr>
      <p:grpSpPr>
        <a:xfrm>
          <a:off x="0" y="0"/>
          <a:ext cx="0" cy="0"/>
          <a:chOff x="0" y="0"/>
          <a:chExt cx="0" cy="0"/>
        </a:xfrm>
      </p:grpSpPr>
      <p:cxnSp>
        <p:nvCxnSpPr>
          <p:cNvPr id="576" name="Google Shape;576;p33"/>
          <p:cNvCxnSpPr>
            <a:stCxn id="577" idx="1"/>
            <a:endCxn id="578" idx="1"/>
          </p:cNvCxnSpPr>
          <p:nvPr/>
        </p:nvCxnSpPr>
        <p:spPr>
          <a:xfrm>
            <a:off x="2798125" y="1948192"/>
            <a:ext cx="1164900" cy="0"/>
          </a:xfrm>
          <a:prstGeom prst="straightConnector1">
            <a:avLst/>
          </a:prstGeom>
          <a:noFill/>
          <a:ln w="9525" cap="flat" cmpd="sng">
            <a:solidFill>
              <a:schemeClr val="accent4"/>
            </a:solidFill>
            <a:prstDash val="solid"/>
            <a:round/>
            <a:headEnd type="none" w="med" len="med"/>
            <a:tailEnd type="none" w="med" len="med"/>
          </a:ln>
        </p:spPr>
      </p:cxnSp>
      <p:sp>
        <p:nvSpPr>
          <p:cNvPr id="579" name="Google Shape;579;p33"/>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What Is this </a:t>
            </a:r>
            <a:r>
              <a:rPr lang="en">
                <a:solidFill>
                  <a:schemeClr val="accent2"/>
                </a:solidFill>
              </a:rPr>
              <a:t>‘Topic About ?’ </a:t>
            </a:r>
            <a:r>
              <a:rPr lang="en">
                <a:solidFill>
                  <a:schemeClr val="accent6"/>
                </a:solidFill>
              </a:rPr>
              <a:t>{</a:t>
            </a:r>
            <a:endParaRPr>
              <a:solidFill>
                <a:schemeClr val="accent6"/>
              </a:solidFill>
            </a:endParaRPr>
          </a:p>
        </p:txBody>
      </p:sp>
      <p:grpSp>
        <p:nvGrpSpPr>
          <p:cNvPr id="580" name="Google Shape;580;p33"/>
          <p:cNvGrpSpPr/>
          <p:nvPr/>
        </p:nvGrpSpPr>
        <p:grpSpPr>
          <a:xfrm>
            <a:off x="1084825" y="1153725"/>
            <a:ext cx="506100" cy="3416300"/>
            <a:chOff x="1084825" y="1153725"/>
            <a:chExt cx="506100" cy="3416300"/>
          </a:xfrm>
        </p:grpSpPr>
        <p:sp>
          <p:nvSpPr>
            <p:cNvPr id="581" name="Google Shape;581;p33"/>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582" name="Google Shape;582;p33"/>
            <p:cNvCxnSpPr/>
            <p:nvPr/>
          </p:nvCxnSpPr>
          <p:spPr>
            <a:xfrm>
              <a:off x="1337875" y="1153725"/>
              <a:ext cx="0" cy="2779800"/>
            </a:xfrm>
            <a:prstGeom prst="straightConnector1">
              <a:avLst/>
            </a:prstGeom>
            <a:noFill/>
            <a:ln w="9525" cap="flat" cmpd="sng">
              <a:solidFill>
                <a:schemeClr val="accent4"/>
              </a:solidFill>
              <a:prstDash val="solid"/>
              <a:round/>
              <a:headEnd type="none" w="med" len="med"/>
              <a:tailEnd type="none" w="med" len="med"/>
            </a:ln>
          </p:spPr>
        </p:cxnSp>
      </p:grpSp>
      <p:sp>
        <p:nvSpPr>
          <p:cNvPr id="583" name="Google Shape;583;p33"/>
          <p:cNvSpPr txBox="1"/>
          <p:nvPr/>
        </p:nvSpPr>
        <p:spPr>
          <a:xfrm>
            <a:off x="1642225" y="1276463"/>
            <a:ext cx="3531300" cy="338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dirty="0">
                <a:solidFill>
                  <a:schemeClr val="accent1"/>
                </a:solidFill>
                <a:latin typeface="Fira Code"/>
                <a:ea typeface="Fira Code"/>
                <a:cs typeface="Fira Code"/>
                <a:sym typeface="Fira Code"/>
              </a:rPr>
              <a:t>Languages</a:t>
            </a:r>
            <a:endParaRPr sz="2000" dirty="0">
              <a:solidFill>
                <a:schemeClr val="accent1"/>
              </a:solidFill>
              <a:latin typeface="Fira Code"/>
              <a:ea typeface="Fira Code"/>
              <a:cs typeface="Fira Code"/>
              <a:sym typeface="Fira Code"/>
            </a:endParaRPr>
          </a:p>
        </p:txBody>
      </p:sp>
      <p:sp>
        <p:nvSpPr>
          <p:cNvPr id="584" name="Google Shape;584;p33"/>
          <p:cNvSpPr txBox="1"/>
          <p:nvPr/>
        </p:nvSpPr>
        <p:spPr>
          <a:xfrm>
            <a:off x="1642225" y="2982667"/>
            <a:ext cx="3531300" cy="338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dirty="0">
                <a:solidFill>
                  <a:schemeClr val="accent1"/>
                </a:solidFill>
                <a:latin typeface="Fira Code"/>
                <a:ea typeface="Fira Code"/>
                <a:cs typeface="Fira Code"/>
                <a:sym typeface="Fira Code"/>
              </a:rPr>
              <a:t>Create a web page</a:t>
            </a:r>
            <a:endParaRPr sz="2000" dirty="0">
              <a:solidFill>
                <a:schemeClr val="accent1"/>
              </a:solidFill>
              <a:latin typeface="Fira Code"/>
              <a:ea typeface="Fira Code"/>
              <a:cs typeface="Fira Code"/>
              <a:sym typeface="Fira Code"/>
            </a:endParaRPr>
          </a:p>
        </p:txBody>
      </p:sp>
      <p:sp>
        <p:nvSpPr>
          <p:cNvPr id="585" name="Google Shape;585;p33"/>
          <p:cNvSpPr txBox="1"/>
          <p:nvPr/>
        </p:nvSpPr>
        <p:spPr>
          <a:xfrm>
            <a:off x="2092750" y="1778992"/>
            <a:ext cx="730800" cy="338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600">
                <a:solidFill>
                  <a:schemeClr val="lt2"/>
                </a:solidFill>
                <a:latin typeface="Fira Code"/>
                <a:ea typeface="Fira Code"/>
                <a:cs typeface="Fira Code"/>
                <a:sym typeface="Fira Code"/>
              </a:rPr>
              <a:t>Html</a:t>
            </a:r>
            <a:endParaRPr sz="1600">
              <a:solidFill>
                <a:schemeClr val="lt2"/>
              </a:solidFill>
              <a:latin typeface="Fira Code"/>
              <a:ea typeface="Fira Code"/>
              <a:cs typeface="Fira Code"/>
              <a:sym typeface="Fira Code"/>
            </a:endParaRPr>
          </a:p>
        </p:txBody>
      </p:sp>
      <p:sp>
        <p:nvSpPr>
          <p:cNvPr id="577" name="Google Shape;577;p33"/>
          <p:cNvSpPr/>
          <p:nvPr/>
        </p:nvSpPr>
        <p:spPr>
          <a:xfrm>
            <a:off x="2798125" y="1880842"/>
            <a:ext cx="778200" cy="1347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33"/>
          <p:cNvSpPr txBox="1"/>
          <p:nvPr/>
        </p:nvSpPr>
        <p:spPr>
          <a:xfrm>
            <a:off x="2092750" y="2094788"/>
            <a:ext cx="2735100" cy="7356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dirty="0">
                <a:solidFill>
                  <a:schemeClr val="accent3"/>
                </a:solidFill>
                <a:latin typeface="Fira Code"/>
                <a:ea typeface="Fira Code"/>
                <a:cs typeface="Fira Code"/>
                <a:sym typeface="Fira Code"/>
              </a:rPr>
              <a:t>&lt; Mercury is the smallest planet in the entire Solar System &gt;</a:t>
            </a:r>
            <a:endParaRPr dirty="0">
              <a:solidFill>
                <a:schemeClr val="accent3"/>
              </a:solidFill>
              <a:latin typeface="Fira Code"/>
              <a:ea typeface="Fira Code"/>
              <a:cs typeface="Fira Code"/>
              <a:sym typeface="Fira Code"/>
            </a:endParaRPr>
          </a:p>
        </p:txBody>
      </p:sp>
      <p:sp>
        <p:nvSpPr>
          <p:cNvPr id="578" name="Google Shape;578;p33"/>
          <p:cNvSpPr txBox="1"/>
          <p:nvPr/>
        </p:nvSpPr>
        <p:spPr>
          <a:xfrm>
            <a:off x="3963000" y="1778992"/>
            <a:ext cx="730800" cy="338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60%</a:t>
            </a:r>
            <a:endParaRPr>
              <a:solidFill>
                <a:schemeClr val="accent3"/>
              </a:solidFill>
              <a:latin typeface="Fira Code"/>
              <a:ea typeface="Fira Code"/>
              <a:cs typeface="Fira Code"/>
              <a:sym typeface="Fira Code"/>
            </a:endParaRPr>
          </a:p>
        </p:txBody>
      </p:sp>
      <p:cxnSp>
        <p:nvCxnSpPr>
          <p:cNvPr id="587" name="Google Shape;587;p33"/>
          <p:cNvCxnSpPr>
            <a:stCxn id="588" idx="1"/>
            <a:endCxn id="589" idx="1"/>
          </p:cNvCxnSpPr>
          <p:nvPr/>
        </p:nvCxnSpPr>
        <p:spPr>
          <a:xfrm>
            <a:off x="5745650" y="1948192"/>
            <a:ext cx="1164900" cy="0"/>
          </a:xfrm>
          <a:prstGeom prst="straightConnector1">
            <a:avLst/>
          </a:prstGeom>
          <a:noFill/>
          <a:ln w="9525" cap="flat" cmpd="sng">
            <a:solidFill>
              <a:schemeClr val="accent4"/>
            </a:solidFill>
            <a:prstDash val="solid"/>
            <a:round/>
            <a:headEnd type="none" w="med" len="med"/>
            <a:tailEnd type="none" w="med" len="med"/>
          </a:ln>
        </p:spPr>
      </p:cxnSp>
      <p:sp>
        <p:nvSpPr>
          <p:cNvPr id="590" name="Google Shape;590;p33"/>
          <p:cNvSpPr txBox="1"/>
          <p:nvPr/>
        </p:nvSpPr>
        <p:spPr>
          <a:xfrm>
            <a:off x="5040275" y="1778992"/>
            <a:ext cx="730800" cy="338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600">
                <a:solidFill>
                  <a:schemeClr val="dk2"/>
                </a:solidFill>
                <a:latin typeface="Fira Code"/>
                <a:ea typeface="Fira Code"/>
                <a:cs typeface="Fira Code"/>
                <a:sym typeface="Fira Code"/>
              </a:rPr>
              <a:t>Css</a:t>
            </a:r>
            <a:endParaRPr sz="1600">
              <a:solidFill>
                <a:schemeClr val="dk2"/>
              </a:solidFill>
              <a:latin typeface="Fira Code"/>
              <a:ea typeface="Fira Code"/>
              <a:cs typeface="Fira Code"/>
              <a:sym typeface="Fira Code"/>
            </a:endParaRPr>
          </a:p>
        </p:txBody>
      </p:sp>
      <p:sp>
        <p:nvSpPr>
          <p:cNvPr id="588" name="Google Shape;588;p33"/>
          <p:cNvSpPr/>
          <p:nvPr/>
        </p:nvSpPr>
        <p:spPr>
          <a:xfrm>
            <a:off x="5745650" y="1880842"/>
            <a:ext cx="506100" cy="134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33"/>
          <p:cNvSpPr txBox="1"/>
          <p:nvPr/>
        </p:nvSpPr>
        <p:spPr>
          <a:xfrm>
            <a:off x="5040275" y="2094788"/>
            <a:ext cx="2735100" cy="7356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dirty="0">
                <a:solidFill>
                  <a:schemeClr val="accent3"/>
                </a:solidFill>
                <a:latin typeface="Fira Code"/>
                <a:ea typeface="Fira Code"/>
                <a:cs typeface="Fira Code"/>
                <a:sym typeface="Fira Code"/>
              </a:rPr>
              <a:t>&lt; The Earth is the only one that harbors life in the Solar System &gt;</a:t>
            </a:r>
            <a:endParaRPr dirty="0">
              <a:solidFill>
                <a:schemeClr val="accent3"/>
              </a:solidFill>
              <a:latin typeface="Fira Code"/>
              <a:ea typeface="Fira Code"/>
              <a:cs typeface="Fira Code"/>
              <a:sym typeface="Fira Code"/>
            </a:endParaRPr>
          </a:p>
        </p:txBody>
      </p:sp>
      <p:sp>
        <p:nvSpPr>
          <p:cNvPr id="589" name="Google Shape;589;p33"/>
          <p:cNvSpPr txBox="1"/>
          <p:nvPr/>
        </p:nvSpPr>
        <p:spPr>
          <a:xfrm>
            <a:off x="6910525" y="1778992"/>
            <a:ext cx="730800" cy="338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40%</a:t>
            </a:r>
            <a:endParaRPr>
              <a:solidFill>
                <a:schemeClr val="accent3"/>
              </a:solidFill>
              <a:latin typeface="Fira Code"/>
              <a:ea typeface="Fira Code"/>
              <a:cs typeface="Fira Code"/>
              <a:sym typeface="Fira Code"/>
            </a:endParaRPr>
          </a:p>
        </p:txBody>
      </p:sp>
      <p:grpSp>
        <p:nvGrpSpPr>
          <p:cNvPr id="592" name="Google Shape;592;p33"/>
          <p:cNvGrpSpPr/>
          <p:nvPr/>
        </p:nvGrpSpPr>
        <p:grpSpPr>
          <a:xfrm>
            <a:off x="4288657" y="3527161"/>
            <a:ext cx="365741" cy="365763"/>
            <a:chOff x="1776263" y="1291425"/>
            <a:chExt cx="431400" cy="431375"/>
          </a:xfrm>
        </p:grpSpPr>
        <p:sp>
          <p:nvSpPr>
            <p:cNvPr id="593" name="Google Shape;593;p33"/>
            <p:cNvSpPr/>
            <p:nvPr/>
          </p:nvSpPr>
          <p:spPr>
            <a:xfrm>
              <a:off x="1784313" y="1367250"/>
              <a:ext cx="414800" cy="347500"/>
            </a:xfrm>
            <a:custGeom>
              <a:avLst/>
              <a:gdLst/>
              <a:ahLst/>
              <a:cxnLst/>
              <a:rect l="l" t="t" r="r" b="b"/>
              <a:pathLst>
                <a:path w="16592" h="13900" extrusionOk="0">
                  <a:moveTo>
                    <a:pt x="1" y="1"/>
                  </a:moveTo>
                  <a:lnTo>
                    <a:pt x="1" y="13217"/>
                  </a:lnTo>
                  <a:cubicBezTo>
                    <a:pt x="1" y="13596"/>
                    <a:pt x="304" y="13900"/>
                    <a:pt x="683" y="13900"/>
                  </a:cubicBezTo>
                  <a:lnTo>
                    <a:pt x="15928" y="13900"/>
                  </a:lnTo>
                  <a:cubicBezTo>
                    <a:pt x="16289" y="13900"/>
                    <a:pt x="16592" y="13596"/>
                    <a:pt x="16592" y="13217"/>
                  </a:cubicBezTo>
                  <a:lnTo>
                    <a:pt x="1659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33"/>
            <p:cNvSpPr/>
            <p:nvPr/>
          </p:nvSpPr>
          <p:spPr>
            <a:xfrm>
              <a:off x="1784313" y="1299950"/>
              <a:ext cx="414800" cy="67325"/>
            </a:xfrm>
            <a:custGeom>
              <a:avLst/>
              <a:gdLst/>
              <a:ahLst/>
              <a:cxnLst/>
              <a:rect l="l" t="t" r="r" b="b"/>
              <a:pathLst>
                <a:path w="16592" h="2693" extrusionOk="0">
                  <a:moveTo>
                    <a:pt x="683" y="0"/>
                  </a:moveTo>
                  <a:cubicBezTo>
                    <a:pt x="304" y="0"/>
                    <a:pt x="1" y="304"/>
                    <a:pt x="1" y="664"/>
                  </a:cubicBezTo>
                  <a:lnTo>
                    <a:pt x="1" y="2693"/>
                  </a:lnTo>
                  <a:lnTo>
                    <a:pt x="16592" y="2693"/>
                  </a:lnTo>
                  <a:lnTo>
                    <a:pt x="16592" y="664"/>
                  </a:lnTo>
                  <a:cubicBezTo>
                    <a:pt x="16592" y="304"/>
                    <a:pt x="16289" y="0"/>
                    <a:pt x="159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33"/>
            <p:cNvSpPr/>
            <p:nvPr/>
          </p:nvSpPr>
          <p:spPr>
            <a:xfrm>
              <a:off x="1840263" y="1422725"/>
              <a:ext cx="303400" cy="50750"/>
            </a:xfrm>
            <a:custGeom>
              <a:avLst/>
              <a:gdLst/>
              <a:ahLst/>
              <a:cxnLst/>
              <a:rect l="l" t="t" r="r" b="b"/>
              <a:pathLst>
                <a:path w="12136" h="2030" extrusionOk="0">
                  <a:moveTo>
                    <a:pt x="0" y="0"/>
                  </a:moveTo>
                  <a:lnTo>
                    <a:pt x="0" y="2029"/>
                  </a:lnTo>
                  <a:lnTo>
                    <a:pt x="12135" y="2029"/>
                  </a:lnTo>
                  <a:lnTo>
                    <a:pt x="1213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33"/>
            <p:cNvSpPr/>
            <p:nvPr/>
          </p:nvSpPr>
          <p:spPr>
            <a:xfrm>
              <a:off x="1991938" y="1526525"/>
              <a:ext cx="151725" cy="135125"/>
            </a:xfrm>
            <a:custGeom>
              <a:avLst/>
              <a:gdLst/>
              <a:ahLst/>
              <a:cxnLst/>
              <a:rect l="l" t="t" r="r" b="b"/>
              <a:pathLst>
                <a:path w="6069" h="5405" extrusionOk="0">
                  <a:moveTo>
                    <a:pt x="1" y="1"/>
                  </a:moveTo>
                  <a:lnTo>
                    <a:pt x="1" y="5405"/>
                  </a:lnTo>
                  <a:lnTo>
                    <a:pt x="6068" y="5405"/>
                  </a:lnTo>
                  <a:lnTo>
                    <a:pt x="606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33"/>
            <p:cNvSpPr/>
            <p:nvPr/>
          </p:nvSpPr>
          <p:spPr>
            <a:xfrm>
              <a:off x="1840263" y="1526525"/>
              <a:ext cx="100975" cy="135125"/>
            </a:xfrm>
            <a:custGeom>
              <a:avLst/>
              <a:gdLst/>
              <a:ahLst/>
              <a:cxnLst/>
              <a:rect l="l" t="t" r="r" b="b"/>
              <a:pathLst>
                <a:path w="4039" h="5405" extrusionOk="0">
                  <a:moveTo>
                    <a:pt x="0" y="1"/>
                  </a:moveTo>
                  <a:lnTo>
                    <a:pt x="0" y="5405"/>
                  </a:lnTo>
                  <a:lnTo>
                    <a:pt x="4039" y="5405"/>
                  </a:lnTo>
                  <a:lnTo>
                    <a:pt x="403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33"/>
            <p:cNvSpPr/>
            <p:nvPr/>
          </p:nvSpPr>
          <p:spPr>
            <a:xfrm>
              <a:off x="2019438" y="1325075"/>
              <a:ext cx="19925" cy="17125"/>
            </a:xfrm>
            <a:custGeom>
              <a:avLst/>
              <a:gdLst/>
              <a:ahLst/>
              <a:cxnLst/>
              <a:rect l="l" t="t" r="r" b="b"/>
              <a:pathLst>
                <a:path w="797" h="685" extrusionOk="0">
                  <a:moveTo>
                    <a:pt x="456" y="0"/>
                  </a:moveTo>
                  <a:cubicBezTo>
                    <a:pt x="152" y="0"/>
                    <a:pt x="0" y="361"/>
                    <a:pt x="209" y="588"/>
                  </a:cubicBezTo>
                  <a:cubicBezTo>
                    <a:pt x="282" y="655"/>
                    <a:pt x="368" y="684"/>
                    <a:pt x="451" y="684"/>
                  </a:cubicBezTo>
                  <a:cubicBezTo>
                    <a:pt x="630" y="684"/>
                    <a:pt x="797" y="548"/>
                    <a:pt x="797" y="342"/>
                  </a:cubicBezTo>
                  <a:cubicBezTo>
                    <a:pt x="797" y="152"/>
                    <a:pt x="645" y="0"/>
                    <a:pt x="45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33"/>
            <p:cNvSpPr/>
            <p:nvPr/>
          </p:nvSpPr>
          <p:spPr>
            <a:xfrm>
              <a:off x="2054038" y="1325075"/>
              <a:ext cx="54550" cy="17075"/>
            </a:xfrm>
            <a:custGeom>
              <a:avLst/>
              <a:gdLst/>
              <a:ahLst/>
              <a:cxnLst/>
              <a:rect l="l" t="t" r="r" b="b"/>
              <a:pathLst>
                <a:path w="2182" h="683" extrusionOk="0">
                  <a:moveTo>
                    <a:pt x="418" y="0"/>
                  </a:moveTo>
                  <a:cubicBezTo>
                    <a:pt x="1" y="38"/>
                    <a:pt x="1" y="645"/>
                    <a:pt x="418" y="683"/>
                  </a:cubicBezTo>
                  <a:lnTo>
                    <a:pt x="1764" y="683"/>
                  </a:lnTo>
                  <a:cubicBezTo>
                    <a:pt x="2181" y="645"/>
                    <a:pt x="2181" y="38"/>
                    <a:pt x="17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33"/>
            <p:cNvSpPr/>
            <p:nvPr/>
          </p:nvSpPr>
          <p:spPr>
            <a:xfrm>
              <a:off x="2119763" y="1325025"/>
              <a:ext cx="55650" cy="17175"/>
            </a:xfrm>
            <a:custGeom>
              <a:avLst/>
              <a:gdLst/>
              <a:ahLst/>
              <a:cxnLst/>
              <a:rect l="l" t="t" r="r" b="b"/>
              <a:pathLst>
                <a:path w="2226" h="687" extrusionOk="0">
                  <a:moveTo>
                    <a:pt x="446" y="1"/>
                  </a:moveTo>
                  <a:cubicBezTo>
                    <a:pt x="0" y="1"/>
                    <a:pt x="0" y="686"/>
                    <a:pt x="446" y="686"/>
                  </a:cubicBezTo>
                  <a:cubicBezTo>
                    <a:pt x="458" y="686"/>
                    <a:pt x="469" y="686"/>
                    <a:pt x="481" y="685"/>
                  </a:cubicBezTo>
                  <a:lnTo>
                    <a:pt x="1828" y="685"/>
                  </a:lnTo>
                  <a:cubicBezTo>
                    <a:pt x="2226" y="647"/>
                    <a:pt x="2226" y="40"/>
                    <a:pt x="1828" y="2"/>
                  </a:cubicBezTo>
                  <a:lnTo>
                    <a:pt x="481" y="2"/>
                  </a:lnTo>
                  <a:cubicBezTo>
                    <a:pt x="469" y="1"/>
                    <a:pt x="458" y="1"/>
                    <a:pt x="44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33"/>
            <p:cNvSpPr/>
            <p:nvPr/>
          </p:nvSpPr>
          <p:spPr>
            <a:xfrm>
              <a:off x="1776263" y="1291425"/>
              <a:ext cx="431400" cy="431375"/>
            </a:xfrm>
            <a:custGeom>
              <a:avLst/>
              <a:gdLst/>
              <a:ahLst/>
              <a:cxnLst/>
              <a:rect l="l" t="t" r="r" b="b"/>
              <a:pathLst>
                <a:path w="17256" h="17255" extrusionOk="0">
                  <a:moveTo>
                    <a:pt x="16282" y="681"/>
                  </a:moveTo>
                  <a:cubicBezTo>
                    <a:pt x="16457" y="681"/>
                    <a:pt x="16592" y="826"/>
                    <a:pt x="16592" y="1005"/>
                  </a:cubicBezTo>
                  <a:lnTo>
                    <a:pt x="16592" y="2693"/>
                  </a:lnTo>
                  <a:lnTo>
                    <a:pt x="664" y="2693"/>
                  </a:lnTo>
                  <a:lnTo>
                    <a:pt x="664" y="1005"/>
                  </a:lnTo>
                  <a:cubicBezTo>
                    <a:pt x="664" y="834"/>
                    <a:pt x="816" y="683"/>
                    <a:pt x="1005" y="683"/>
                  </a:cubicBezTo>
                  <a:lnTo>
                    <a:pt x="16250" y="683"/>
                  </a:lnTo>
                  <a:cubicBezTo>
                    <a:pt x="16261" y="682"/>
                    <a:pt x="16272" y="681"/>
                    <a:pt x="16282" y="681"/>
                  </a:cubicBezTo>
                  <a:close/>
                  <a:moveTo>
                    <a:pt x="16592" y="3375"/>
                  </a:moveTo>
                  <a:lnTo>
                    <a:pt x="16592" y="16250"/>
                  </a:lnTo>
                  <a:cubicBezTo>
                    <a:pt x="16592" y="16440"/>
                    <a:pt x="16440" y="16591"/>
                    <a:pt x="16250" y="16591"/>
                  </a:cubicBezTo>
                  <a:lnTo>
                    <a:pt x="1005" y="16591"/>
                  </a:lnTo>
                  <a:cubicBezTo>
                    <a:pt x="816" y="16591"/>
                    <a:pt x="664" y="16440"/>
                    <a:pt x="664" y="16250"/>
                  </a:cubicBezTo>
                  <a:lnTo>
                    <a:pt x="664" y="3375"/>
                  </a:lnTo>
                  <a:close/>
                  <a:moveTo>
                    <a:pt x="1005" y="0"/>
                  </a:moveTo>
                  <a:cubicBezTo>
                    <a:pt x="436" y="0"/>
                    <a:pt x="0" y="455"/>
                    <a:pt x="0" y="1005"/>
                  </a:cubicBezTo>
                  <a:lnTo>
                    <a:pt x="0" y="16250"/>
                  </a:lnTo>
                  <a:cubicBezTo>
                    <a:pt x="0" y="16819"/>
                    <a:pt x="436" y="17255"/>
                    <a:pt x="1005" y="17255"/>
                  </a:cubicBezTo>
                  <a:lnTo>
                    <a:pt x="16250" y="17255"/>
                  </a:lnTo>
                  <a:cubicBezTo>
                    <a:pt x="16800" y="17255"/>
                    <a:pt x="17255" y="16819"/>
                    <a:pt x="17255" y="16250"/>
                  </a:cubicBezTo>
                  <a:lnTo>
                    <a:pt x="17255" y="1005"/>
                  </a:lnTo>
                  <a:cubicBezTo>
                    <a:pt x="17255" y="455"/>
                    <a:pt x="16800" y="0"/>
                    <a:pt x="162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33"/>
            <p:cNvSpPr/>
            <p:nvPr/>
          </p:nvSpPr>
          <p:spPr>
            <a:xfrm>
              <a:off x="1831713" y="1414650"/>
              <a:ext cx="320000" cy="67350"/>
            </a:xfrm>
            <a:custGeom>
              <a:avLst/>
              <a:gdLst/>
              <a:ahLst/>
              <a:cxnLst/>
              <a:rect l="l" t="t" r="r" b="b"/>
              <a:pathLst>
                <a:path w="12800" h="2694" extrusionOk="0">
                  <a:moveTo>
                    <a:pt x="12136" y="665"/>
                  </a:moveTo>
                  <a:lnTo>
                    <a:pt x="12136" y="2011"/>
                  </a:lnTo>
                  <a:lnTo>
                    <a:pt x="664" y="2011"/>
                  </a:lnTo>
                  <a:lnTo>
                    <a:pt x="664" y="665"/>
                  </a:lnTo>
                  <a:close/>
                  <a:moveTo>
                    <a:pt x="342" y="1"/>
                  </a:moveTo>
                  <a:cubicBezTo>
                    <a:pt x="152" y="1"/>
                    <a:pt x="1" y="153"/>
                    <a:pt x="1" y="323"/>
                  </a:cubicBezTo>
                  <a:lnTo>
                    <a:pt x="1" y="2352"/>
                  </a:lnTo>
                  <a:cubicBezTo>
                    <a:pt x="1" y="2542"/>
                    <a:pt x="152" y="2694"/>
                    <a:pt x="342" y="2694"/>
                  </a:cubicBezTo>
                  <a:lnTo>
                    <a:pt x="12477" y="2694"/>
                  </a:lnTo>
                  <a:cubicBezTo>
                    <a:pt x="12648" y="2694"/>
                    <a:pt x="12800" y="2542"/>
                    <a:pt x="12800" y="2352"/>
                  </a:cubicBezTo>
                  <a:lnTo>
                    <a:pt x="12800" y="323"/>
                  </a:lnTo>
                  <a:cubicBezTo>
                    <a:pt x="12800" y="153"/>
                    <a:pt x="12648" y="1"/>
                    <a:pt x="1247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33"/>
            <p:cNvSpPr/>
            <p:nvPr/>
          </p:nvSpPr>
          <p:spPr>
            <a:xfrm>
              <a:off x="1831713" y="1518000"/>
              <a:ext cx="118075" cy="152200"/>
            </a:xfrm>
            <a:custGeom>
              <a:avLst/>
              <a:gdLst/>
              <a:ahLst/>
              <a:cxnLst/>
              <a:rect l="l" t="t" r="r" b="b"/>
              <a:pathLst>
                <a:path w="4723" h="6088" extrusionOk="0">
                  <a:moveTo>
                    <a:pt x="4040" y="683"/>
                  </a:moveTo>
                  <a:lnTo>
                    <a:pt x="4040" y="5405"/>
                  </a:lnTo>
                  <a:lnTo>
                    <a:pt x="664" y="5405"/>
                  </a:lnTo>
                  <a:lnTo>
                    <a:pt x="664" y="683"/>
                  </a:lnTo>
                  <a:close/>
                  <a:moveTo>
                    <a:pt x="342" y="1"/>
                  </a:moveTo>
                  <a:cubicBezTo>
                    <a:pt x="152" y="1"/>
                    <a:pt x="1" y="152"/>
                    <a:pt x="1" y="342"/>
                  </a:cubicBezTo>
                  <a:lnTo>
                    <a:pt x="1" y="5746"/>
                  </a:lnTo>
                  <a:cubicBezTo>
                    <a:pt x="1" y="5917"/>
                    <a:pt x="152" y="6068"/>
                    <a:pt x="342" y="6087"/>
                  </a:cubicBezTo>
                  <a:lnTo>
                    <a:pt x="4381" y="6087"/>
                  </a:lnTo>
                  <a:cubicBezTo>
                    <a:pt x="4570" y="6087"/>
                    <a:pt x="4722" y="5917"/>
                    <a:pt x="4722" y="5746"/>
                  </a:cubicBezTo>
                  <a:lnTo>
                    <a:pt x="4722" y="342"/>
                  </a:lnTo>
                  <a:cubicBezTo>
                    <a:pt x="4722" y="152"/>
                    <a:pt x="4570" y="1"/>
                    <a:pt x="438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33"/>
            <p:cNvSpPr/>
            <p:nvPr/>
          </p:nvSpPr>
          <p:spPr>
            <a:xfrm>
              <a:off x="1983413" y="1518000"/>
              <a:ext cx="168300" cy="152200"/>
            </a:xfrm>
            <a:custGeom>
              <a:avLst/>
              <a:gdLst/>
              <a:ahLst/>
              <a:cxnLst/>
              <a:rect l="l" t="t" r="r" b="b"/>
              <a:pathLst>
                <a:path w="6732" h="6088" extrusionOk="0">
                  <a:moveTo>
                    <a:pt x="5518" y="683"/>
                  </a:moveTo>
                  <a:lnTo>
                    <a:pt x="3357" y="2598"/>
                  </a:lnTo>
                  <a:lnTo>
                    <a:pt x="1214" y="683"/>
                  </a:lnTo>
                  <a:close/>
                  <a:moveTo>
                    <a:pt x="664" y="1100"/>
                  </a:moveTo>
                  <a:lnTo>
                    <a:pt x="2864" y="3034"/>
                  </a:lnTo>
                  <a:lnTo>
                    <a:pt x="664" y="4987"/>
                  </a:lnTo>
                  <a:lnTo>
                    <a:pt x="664" y="1100"/>
                  </a:lnTo>
                  <a:close/>
                  <a:moveTo>
                    <a:pt x="6068" y="1081"/>
                  </a:moveTo>
                  <a:lnTo>
                    <a:pt x="6068" y="4987"/>
                  </a:lnTo>
                  <a:lnTo>
                    <a:pt x="3869" y="3034"/>
                  </a:lnTo>
                  <a:lnTo>
                    <a:pt x="6068" y="1081"/>
                  </a:lnTo>
                  <a:close/>
                  <a:moveTo>
                    <a:pt x="3376" y="3508"/>
                  </a:moveTo>
                  <a:lnTo>
                    <a:pt x="5518" y="5405"/>
                  </a:lnTo>
                  <a:lnTo>
                    <a:pt x="1233" y="5405"/>
                  </a:lnTo>
                  <a:lnTo>
                    <a:pt x="3376" y="3508"/>
                  </a:lnTo>
                  <a:close/>
                  <a:moveTo>
                    <a:pt x="323" y="1"/>
                  </a:moveTo>
                  <a:cubicBezTo>
                    <a:pt x="152" y="20"/>
                    <a:pt x="0" y="171"/>
                    <a:pt x="0" y="342"/>
                  </a:cubicBezTo>
                  <a:lnTo>
                    <a:pt x="0" y="5746"/>
                  </a:lnTo>
                  <a:cubicBezTo>
                    <a:pt x="0" y="5936"/>
                    <a:pt x="152" y="6068"/>
                    <a:pt x="342" y="6087"/>
                  </a:cubicBezTo>
                  <a:lnTo>
                    <a:pt x="6409" y="6087"/>
                  </a:lnTo>
                  <a:cubicBezTo>
                    <a:pt x="6580" y="6068"/>
                    <a:pt x="6732" y="5936"/>
                    <a:pt x="6732" y="5746"/>
                  </a:cubicBezTo>
                  <a:lnTo>
                    <a:pt x="6732" y="342"/>
                  </a:lnTo>
                  <a:cubicBezTo>
                    <a:pt x="6732" y="152"/>
                    <a:pt x="6580" y="1"/>
                    <a:pt x="640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 name="Google Shape;605;p33"/>
          <p:cNvGrpSpPr/>
          <p:nvPr/>
        </p:nvGrpSpPr>
        <p:grpSpPr>
          <a:xfrm>
            <a:off x="6522835" y="3527165"/>
            <a:ext cx="365742" cy="365754"/>
            <a:chOff x="3826463" y="1356825"/>
            <a:chExt cx="366475" cy="366450"/>
          </a:xfrm>
        </p:grpSpPr>
        <p:sp>
          <p:nvSpPr>
            <p:cNvPr id="606" name="Google Shape;606;p33"/>
            <p:cNvSpPr/>
            <p:nvPr/>
          </p:nvSpPr>
          <p:spPr>
            <a:xfrm>
              <a:off x="3833588" y="1420825"/>
              <a:ext cx="351750" cy="294875"/>
            </a:xfrm>
            <a:custGeom>
              <a:avLst/>
              <a:gdLst/>
              <a:ahLst/>
              <a:cxnLst/>
              <a:rect l="l" t="t" r="r" b="b"/>
              <a:pathLst>
                <a:path w="14070" h="11795" extrusionOk="0">
                  <a:moveTo>
                    <a:pt x="0" y="0"/>
                  </a:moveTo>
                  <a:lnTo>
                    <a:pt x="0" y="11226"/>
                  </a:lnTo>
                  <a:cubicBezTo>
                    <a:pt x="0" y="11548"/>
                    <a:pt x="247" y="11795"/>
                    <a:pt x="569" y="11795"/>
                  </a:cubicBezTo>
                  <a:lnTo>
                    <a:pt x="13501" y="11795"/>
                  </a:lnTo>
                  <a:cubicBezTo>
                    <a:pt x="13823" y="11795"/>
                    <a:pt x="14070" y="11548"/>
                    <a:pt x="14070" y="11226"/>
                  </a:cubicBezTo>
                  <a:lnTo>
                    <a:pt x="1407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33"/>
            <p:cNvSpPr/>
            <p:nvPr/>
          </p:nvSpPr>
          <p:spPr>
            <a:xfrm>
              <a:off x="3833588" y="1363950"/>
              <a:ext cx="351750" cy="56900"/>
            </a:xfrm>
            <a:custGeom>
              <a:avLst/>
              <a:gdLst/>
              <a:ahLst/>
              <a:cxnLst/>
              <a:rect l="l" t="t" r="r" b="b"/>
              <a:pathLst>
                <a:path w="14070" h="2276" extrusionOk="0">
                  <a:moveTo>
                    <a:pt x="569" y="0"/>
                  </a:moveTo>
                  <a:cubicBezTo>
                    <a:pt x="247" y="0"/>
                    <a:pt x="0" y="247"/>
                    <a:pt x="0" y="569"/>
                  </a:cubicBezTo>
                  <a:lnTo>
                    <a:pt x="0" y="2275"/>
                  </a:lnTo>
                  <a:lnTo>
                    <a:pt x="14070" y="2275"/>
                  </a:lnTo>
                  <a:lnTo>
                    <a:pt x="14070" y="569"/>
                  </a:lnTo>
                  <a:cubicBezTo>
                    <a:pt x="14070" y="247"/>
                    <a:pt x="13823" y="0"/>
                    <a:pt x="1350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33"/>
            <p:cNvSpPr/>
            <p:nvPr/>
          </p:nvSpPr>
          <p:spPr>
            <a:xfrm>
              <a:off x="3876238" y="1468225"/>
              <a:ext cx="266450" cy="128975"/>
            </a:xfrm>
            <a:custGeom>
              <a:avLst/>
              <a:gdLst/>
              <a:ahLst/>
              <a:cxnLst/>
              <a:rect l="l" t="t" r="r" b="b"/>
              <a:pathLst>
                <a:path w="10658" h="5159" extrusionOk="0">
                  <a:moveTo>
                    <a:pt x="589" y="1"/>
                  </a:moveTo>
                  <a:cubicBezTo>
                    <a:pt x="266" y="1"/>
                    <a:pt x="1" y="266"/>
                    <a:pt x="1" y="569"/>
                  </a:cubicBezTo>
                  <a:lnTo>
                    <a:pt x="1" y="4589"/>
                  </a:lnTo>
                  <a:cubicBezTo>
                    <a:pt x="20" y="4893"/>
                    <a:pt x="266" y="5158"/>
                    <a:pt x="589" y="5158"/>
                  </a:cubicBezTo>
                  <a:lnTo>
                    <a:pt x="10088" y="5158"/>
                  </a:lnTo>
                  <a:cubicBezTo>
                    <a:pt x="10392" y="5158"/>
                    <a:pt x="10657" y="4893"/>
                    <a:pt x="10657" y="4589"/>
                  </a:cubicBezTo>
                  <a:lnTo>
                    <a:pt x="10657" y="569"/>
                  </a:lnTo>
                  <a:cubicBezTo>
                    <a:pt x="10657" y="266"/>
                    <a:pt x="10411" y="1"/>
                    <a:pt x="1008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33"/>
            <p:cNvSpPr/>
            <p:nvPr/>
          </p:nvSpPr>
          <p:spPr>
            <a:xfrm>
              <a:off x="3981013" y="1504250"/>
              <a:ext cx="64475" cy="56925"/>
            </a:xfrm>
            <a:custGeom>
              <a:avLst/>
              <a:gdLst/>
              <a:ahLst/>
              <a:cxnLst/>
              <a:rect l="l" t="t" r="r" b="b"/>
              <a:pathLst>
                <a:path w="2579" h="2277" extrusionOk="0">
                  <a:moveTo>
                    <a:pt x="0" y="1"/>
                  </a:moveTo>
                  <a:lnTo>
                    <a:pt x="0" y="2276"/>
                  </a:lnTo>
                  <a:lnTo>
                    <a:pt x="2579" y="1138"/>
                  </a:lnTo>
                  <a:lnTo>
                    <a:pt x="0" y="1"/>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33"/>
            <p:cNvSpPr/>
            <p:nvPr/>
          </p:nvSpPr>
          <p:spPr>
            <a:xfrm>
              <a:off x="3937863" y="1639825"/>
              <a:ext cx="33700" cy="28825"/>
            </a:xfrm>
            <a:custGeom>
              <a:avLst/>
              <a:gdLst/>
              <a:ahLst/>
              <a:cxnLst/>
              <a:rect l="l" t="t" r="r" b="b"/>
              <a:pathLst>
                <a:path w="1348" h="1153" extrusionOk="0">
                  <a:moveTo>
                    <a:pt x="570" y="1"/>
                  </a:moveTo>
                  <a:cubicBezTo>
                    <a:pt x="266" y="1"/>
                    <a:pt x="1" y="266"/>
                    <a:pt x="1" y="570"/>
                  </a:cubicBezTo>
                  <a:cubicBezTo>
                    <a:pt x="1" y="918"/>
                    <a:pt x="282" y="1153"/>
                    <a:pt x="582" y="1153"/>
                  </a:cubicBezTo>
                  <a:cubicBezTo>
                    <a:pt x="722" y="1153"/>
                    <a:pt x="866" y="1101"/>
                    <a:pt x="987" y="987"/>
                  </a:cubicBezTo>
                  <a:cubicBezTo>
                    <a:pt x="1347" y="626"/>
                    <a:pt x="1082" y="1"/>
                    <a:pt x="57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33"/>
            <p:cNvSpPr/>
            <p:nvPr/>
          </p:nvSpPr>
          <p:spPr>
            <a:xfrm>
              <a:off x="4032688" y="1385275"/>
              <a:ext cx="17075" cy="14375"/>
            </a:xfrm>
            <a:custGeom>
              <a:avLst/>
              <a:gdLst/>
              <a:ahLst/>
              <a:cxnLst/>
              <a:rect l="l" t="t" r="r" b="b"/>
              <a:pathLst>
                <a:path w="683" h="575" extrusionOk="0">
                  <a:moveTo>
                    <a:pt x="398" y="0"/>
                  </a:moveTo>
                  <a:cubicBezTo>
                    <a:pt x="133" y="0"/>
                    <a:pt x="0" y="304"/>
                    <a:pt x="190" y="493"/>
                  </a:cubicBezTo>
                  <a:cubicBezTo>
                    <a:pt x="245" y="549"/>
                    <a:pt x="314" y="574"/>
                    <a:pt x="384" y="574"/>
                  </a:cubicBezTo>
                  <a:cubicBezTo>
                    <a:pt x="527" y="574"/>
                    <a:pt x="670" y="464"/>
                    <a:pt x="683" y="285"/>
                  </a:cubicBezTo>
                  <a:cubicBezTo>
                    <a:pt x="683" y="133"/>
                    <a:pt x="550" y="0"/>
                    <a:pt x="3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33"/>
            <p:cNvSpPr/>
            <p:nvPr/>
          </p:nvSpPr>
          <p:spPr>
            <a:xfrm>
              <a:off x="4061588" y="1385275"/>
              <a:ext cx="47425" cy="14250"/>
            </a:xfrm>
            <a:custGeom>
              <a:avLst/>
              <a:gdLst/>
              <a:ahLst/>
              <a:cxnLst/>
              <a:rect l="l" t="t" r="r" b="b"/>
              <a:pathLst>
                <a:path w="1897" h="570" extrusionOk="0">
                  <a:moveTo>
                    <a:pt x="380" y="0"/>
                  </a:moveTo>
                  <a:cubicBezTo>
                    <a:pt x="1" y="0"/>
                    <a:pt x="1" y="569"/>
                    <a:pt x="380" y="569"/>
                  </a:cubicBezTo>
                  <a:lnTo>
                    <a:pt x="1518" y="569"/>
                  </a:lnTo>
                  <a:cubicBezTo>
                    <a:pt x="1897" y="569"/>
                    <a:pt x="1897" y="0"/>
                    <a:pt x="15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33"/>
            <p:cNvSpPr/>
            <p:nvPr/>
          </p:nvSpPr>
          <p:spPr>
            <a:xfrm>
              <a:off x="4118963" y="1385275"/>
              <a:ext cx="47900" cy="14250"/>
            </a:xfrm>
            <a:custGeom>
              <a:avLst/>
              <a:gdLst/>
              <a:ahLst/>
              <a:cxnLst/>
              <a:rect l="l" t="t" r="r" b="b"/>
              <a:pathLst>
                <a:path w="1916" h="570" extrusionOk="0">
                  <a:moveTo>
                    <a:pt x="379" y="0"/>
                  </a:moveTo>
                  <a:cubicBezTo>
                    <a:pt x="0" y="0"/>
                    <a:pt x="0" y="569"/>
                    <a:pt x="379" y="569"/>
                  </a:cubicBezTo>
                  <a:lnTo>
                    <a:pt x="1517" y="569"/>
                  </a:lnTo>
                  <a:cubicBezTo>
                    <a:pt x="1915" y="569"/>
                    <a:pt x="1915" y="0"/>
                    <a:pt x="151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33"/>
            <p:cNvSpPr/>
            <p:nvPr/>
          </p:nvSpPr>
          <p:spPr>
            <a:xfrm>
              <a:off x="3826463" y="1356825"/>
              <a:ext cx="366475" cy="366450"/>
            </a:xfrm>
            <a:custGeom>
              <a:avLst/>
              <a:gdLst/>
              <a:ahLst/>
              <a:cxnLst/>
              <a:rect l="l" t="t" r="r" b="b"/>
              <a:pathLst>
                <a:path w="14659" h="14658" extrusionOk="0">
                  <a:moveTo>
                    <a:pt x="13786" y="570"/>
                  </a:moveTo>
                  <a:cubicBezTo>
                    <a:pt x="13956" y="570"/>
                    <a:pt x="14070" y="702"/>
                    <a:pt x="14070" y="854"/>
                  </a:cubicBezTo>
                  <a:lnTo>
                    <a:pt x="14070" y="2276"/>
                  </a:lnTo>
                  <a:lnTo>
                    <a:pt x="570" y="2276"/>
                  </a:lnTo>
                  <a:lnTo>
                    <a:pt x="570" y="854"/>
                  </a:lnTo>
                  <a:cubicBezTo>
                    <a:pt x="570" y="702"/>
                    <a:pt x="683" y="570"/>
                    <a:pt x="854" y="570"/>
                  </a:cubicBezTo>
                  <a:close/>
                  <a:moveTo>
                    <a:pt x="14070" y="2864"/>
                  </a:moveTo>
                  <a:lnTo>
                    <a:pt x="14070" y="13786"/>
                  </a:lnTo>
                  <a:cubicBezTo>
                    <a:pt x="14070" y="13956"/>
                    <a:pt x="13956" y="14070"/>
                    <a:pt x="13786" y="14070"/>
                  </a:cubicBezTo>
                  <a:lnTo>
                    <a:pt x="854" y="14070"/>
                  </a:lnTo>
                  <a:cubicBezTo>
                    <a:pt x="683" y="14070"/>
                    <a:pt x="570" y="13956"/>
                    <a:pt x="570" y="13786"/>
                  </a:cubicBezTo>
                  <a:lnTo>
                    <a:pt x="570" y="2864"/>
                  </a:lnTo>
                  <a:close/>
                  <a:moveTo>
                    <a:pt x="854" y="1"/>
                  </a:moveTo>
                  <a:cubicBezTo>
                    <a:pt x="380" y="1"/>
                    <a:pt x="1" y="380"/>
                    <a:pt x="1" y="854"/>
                  </a:cubicBezTo>
                  <a:lnTo>
                    <a:pt x="1" y="13786"/>
                  </a:lnTo>
                  <a:cubicBezTo>
                    <a:pt x="1" y="14260"/>
                    <a:pt x="380" y="14639"/>
                    <a:pt x="854" y="14658"/>
                  </a:cubicBezTo>
                  <a:lnTo>
                    <a:pt x="13786" y="14658"/>
                  </a:lnTo>
                  <a:cubicBezTo>
                    <a:pt x="14260" y="14639"/>
                    <a:pt x="14639" y="14260"/>
                    <a:pt x="14658" y="13786"/>
                  </a:cubicBezTo>
                  <a:lnTo>
                    <a:pt x="14658" y="854"/>
                  </a:lnTo>
                  <a:cubicBezTo>
                    <a:pt x="14639" y="380"/>
                    <a:pt x="14260" y="1"/>
                    <a:pt x="1378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33"/>
            <p:cNvSpPr/>
            <p:nvPr/>
          </p:nvSpPr>
          <p:spPr>
            <a:xfrm>
              <a:off x="3869138" y="1461125"/>
              <a:ext cx="280650" cy="143175"/>
            </a:xfrm>
            <a:custGeom>
              <a:avLst/>
              <a:gdLst/>
              <a:ahLst/>
              <a:cxnLst/>
              <a:rect l="l" t="t" r="r" b="b"/>
              <a:pathLst>
                <a:path w="11226" h="5727" extrusionOk="0">
                  <a:moveTo>
                    <a:pt x="10372" y="569"/>
                  </a:moveTo>
                  <a:cubicBezTo>
                    <a:pt x="10524" y="569"/>
                    <a:pt x="10657" y="702"/>
                    <a:pt x="10657" y="853"/>
                  </a:cubicBezTo>
                  <a:lnTo>
                    <a:pt x="10657" y="4873"/>
                  </a:lnTo>
                  <a:cubicBezTo>
                    <a:pt x="10657" y="5025"/>
                    <a:pt x="10524" y="5158"/>
                    <a:pt x="10372" y="5158"/>
                  </a:cubicBezTo>
                  <a:lnTo>
                    <a:pt x="873" y="5158"/>
                  </a:lnTo>
                  <a:cubicBezTo>
                    <a:pt x="702" y="5158"/>
                    <a:pt x="588" y="5025"/>
                    <a:pt x="588" y="4873"/>
                  </a:cubicBezTo>
                  <a:lnTo>
                    <a:pt x="569" y="853"/>
                  </a:lnTo>
                  <a:cubicBezTo>
                    <a:pt x="569" y="702"/>
                    <a:pt x="702" y="569"/>
                    <a:pt x="854" y="569"/>
                  </a:cubicBezTo>
                  <a:close/>
                  <a:moveTo>
                    <a:pt x="873" y="0"/>
                  </a:moveTo>
                  <a:cubicBezTo>
                    <a:pt x="399" y="0"/>
                    <a:pt x="0" y="379"/>
                    <a:pt x="19" y="853"/>
                  </a:cubicBezTo>
                  <a:lnTo>
                    <a:pt x="19" y="4873"/>
                  </a:lnTo>
                  <a:cubicBezTo>
                    <a:pt x="19" y="5347"/>
                    <a:pt x="399" y="5727"/>
                    <a:pt x="873" y="5727"/>
                  </a:cubicBezTo>
                  <a:lnTo>
                    <a:pt x="10372" y="5727"/>
                  </a:lnTo>
                  <a:cubicBezTo>
                    <a:pt x="10846" y="5727"/>
                    <a:pt x="11226" y="5347"/>
                    <a:pt x="11226" y="4873"/>
                  </a:cubicBezTo>
                  <a:lnTo>
                    <a:pt x="11226" y="853"/>
                  </a:lnTo>
                  <a:cubicBezTo>
                    <a:pt x="11226" y="379"/>
                    <a:pt x="10846" y="0"/>
                    <a:pt x="1037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33"/>
            <p:cNvSpPr/>
            <p:nvPr/>
          </p:nvSpPr>
          <p:spPr>
            <a:xfrm>
              <a:off x="3867713" y="1632825"/>
              <a:ext cx="285100" cy="43050"/>
            </a:xfrm>
            <a:custGeom>
              <a:avLst/>
              <a:gdLst/>
              <a:ahLst/>
              <a:cxnLst/>
              <a:rect l="l" t="t" r="r" b="b"/>
              <a:pathLst>
                <a:path w="11404" h="1722" extrusionOk="0">
                  <a:moveTo>
                    <a:pt x="3376" y="565"/>
                  </a:moveTo>
                  <a:cubicBezTo>
                    <a:pt x="3641" y="565"/>
                    <a:pt x="3755" y="868"/>
                    <a:pt x="3584" y="1058"/>
                  </a:cubicBezTo>
                  <a:cubicBezTo>
                    <a:pt x="3523" y="1113"/>
                    <a:pt x="3449" y="1139"/>
                    <a:pt x="3378" y="1139"/>
                  </a:cubicBezTo>
                  <a:cubicBezTo>
                    <a:pt x="3230" y="1139"/>
                    <a:pt x="3091" y="1029"/>
                    <a:pt x="3091" y="850"/>
                  </a:cubicBezTo>
                  <a:cubicBezTo>
                    <a:pt x="3091" y="698"/>
                    <a:pt x="3224" y="565"/>
                    <a:pt x="3376" y="565"/>
                  </a:cubicBezTo>
                  <a:close/>
                  <a:moveTo>
                    <a:pt x="3385" y="1"/>
                  </a:moveTo>
                  <a:cubicBezTo>
                    <a:pt x="3049" y="1"/>
                    <a:pt x="2712" y="195"/>
                    <a:pt x="2579" y="584"/>
                  </a:cubicBezTo>
                  <a:lnTo>
                    <a:pt x="342" y="584"/>
                  </a:lnTo>
                  <a:cubicBezTo>
                    <a:pt x="0" y="603"/>
                    <a:pt x="0" y="1115"/>
                    <a:pt x="342" y="1153"/>
                  </a:cubicBezTo>
                  <a:lnTo>
                    <a:pt x="2579" y="1153"/>
                  </a:lnTo>
                  <a:cubicBezTo>
                    <a:pt x="2712" y="1532"/>
                    <a:pt x="3049" y="1722"/>
                    <a:pt x="3385" y="1722"/>
                  </a:cubicBezTo>
                  <a:cubicBezTo>
                    <a:pt x="3722" y="1722"/>
                    <a:pt x="4058" y="1532"/>
                    <a:pt x="4191" y="1153"/>
                  </a:cubicBezTo>
                  <a:lnTo>
                    <a:pt x="10998" y="1153"/>
                  </a:lnTo>
                  <a:cubicBezTo>
                    <a:pt x="11010" y="1154"/>
                    <a:pt x="11021" y="1154"/>
                    <a:pt x="11032" y="1154"/>
                  </a:cubicBezTo>
                  <a:cubicBezTo>
                    <a:pt x="11399" y="1154"/>
                    <a:pt x="11404" y="581"/>
                    <a:pt x="11047" y="581"/>
                  </a:cubicBezTo>
                  <a:cubicBezTo>
                    <a:pt x="11032" y="581"/>
                    <a:pt x="11015" y="582"/>
                    <a:pt x="10998" y="584"/>
                  </a:cubicBezTo>
                  <a:lnTo>
                    <a:pt x="4191" y="584"/>
                  </a:lnTo>
                  <a:cubicBezTo>
                    <a:pt x="4058" y="195"/>
                    <a:pt x="3722" y="1"/>
                    <a:pt x="338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33"/>
            <p:cNvSpPr/>
            <p:nvPr/>
          </p:nvSpPr>
          <p:spPr>
            <a:xfrm>
              <a:off x="3973888" y="1496900"/>
              <a:ext cx="78725" cy="71550"/>
            </a:xfrm>
            <a:custGeom>
              <a:avLst/>
              <a:gdLst/>
              <a:ahLst/>
              <a:cxnLst/>
              <a:rect l="l" t="t" r="r" b="b"/>
              <a:pathLst>
                <a:path w="3149" h="2862" extrusionOk="0">
                  <a:moveTo>
                    <a:pt x="570" y="731"/>
                  </a:moveTo>
                  <a:lnTo>
                    <a:pt x="2143" y="1432"/>
                  </a:lnTo>
                  <a:lnTo>
                    <a:pt x="570" y="2153"/>
                  </a:lnTo>
                  <a:lnTo>
                    <a:pt x="570" y="731"/>
                  </a:lnTo>
                  <a:close/>
                  <a:moveTo>
                    <a:pt x="280" y="0"/>
                  </a:moveTo>
                  <a:cubicBezTo>
                    <a:pt x="131" y="0"/>
                    <a:pt x="1" y="130"/>
                    <a:pt x="1" y="295"/>
                  </a:cubicBezTo>
                  <a:lnTo>
                    <a:pt x="1" y="2570"/>
                  </a:lnTo>
                  <a:cubicBezTo>
                    <a:pt x="1" y="2665"/>
                    <a:pt x="39" y="2760"/>
                    <a:pt x="115" y="2817"/>
                  </a:cubicBezTo>
                  <a:cubicBezTo>
                    <a:pt x="167" y="2848"/>
                    <a:pt x="219" y="2862"/>
                    <a:pt x="271" y="2862"/>
                  </a:cubicBezTo>
                  <a:cubicBezTo>
                    <a:pt x="314" y="2862"/>
                    <a:pt x="356" y="2853"/>
                    <a:pt x="399" y="2836"/>
                  </a:cubicBezTo>
                  <a:lnTo>
                    <a:pt x="2978" y="1698"/>
                  </a:lnTo>
                  <a:cubicBezTo>
                    <a:pt x="3073" y="1641"/>
                    <a:pt x="3148" y="1546"/>
                    <a:pt x="3148" y="1432"/>
                  </a:cubicBezTo>
                  <a:cubicBezTo>
                    <a:pt x="3148" y="1319"/>
                    <a:pt x="3073" y="1224"/>
                    <a:pt x="2978" y="1167"/>
                  </a:cubicBezTo>
                  <a:lnTo>
                    <a:pt x="399" y="29"/>
                  </a:lnTo>
                  <a:cubicBezTo>
                    <a:pt x="359" y="9"/>
                    <a:pt x="319" y="0"/>
                    <a:pt x="28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 name="Google Shape;618;p33"/>
          <p:cNvGrpSpPr/>
          <p:nvPr/>
        </p:nvGrpSpPr>
        <p:grpSpPr>
          <a:xfrm>
            <a:off x="2188928" y="3527177"/>
            <a:ext cx="231293" cy="365730"/>
            <a:chOff x="1461488" y="3250125"/>
            <a:chExt cx="394900" cy="624325"/>
          </a:xfrm>
        </p:grpSpPr>
        <p:sp>
          <p:nvSpPr>
            <p:cNvPr id="619" name="Google Shape;619;p33"/>
            <p:cNvSpPr/>
            <p:nvPr/>
          </p:nvSpPr>
          <p:spPr>
            <a:xfrm>
              <a:off x="1474763" y="3313650"/>
              <a:ext cx="370725" cy="548950"/>
            </a:xfrm>
            <a:custGeom>
              <a:avLst/>
              <a:gdLst/>
              <a:ahLst/>
              <a:cxnLst/>
              <a:rect l="l" t="t" r="r" b="b"/>
              <a:pathLst>
                <a:path w="14829" h="21958" extrusionOk="0">
                  <a:moveTo>
                    <a:pt x="4589" y="1"/>
                  </a:moveTo>
                  <a:cubicBezTo>
                    <a:pt x="3774" y="1"/>
                    <a:pt x="3129" y="645"/>
                    <a:pt x="3129" y="1461"/>
                  </a:cubicBezTo>
                  <a:lnTo>
                    <a:pt x="3129" y="8704"/>
                  </a:lnTo>
                  <a:lnTo>
                    <a:pt x="1593" y="9747"/>
                  </a:lnTo>
                  <a:cubicBezTo>
                    <a:pt x="513" y="10448"/>
                    <a:pt x="1" y="11757"/>
                    <a:pt x="285" y="13008"/>
                  </a:cubicBezTo>
                  <a:cubicBezTo>
                    <a:pt x="892" y="15568"/>
                    <a:pt x="2219" y="17900"/>
                    <a:pt x="4096" y="19720"/>
                  </a:cubicBezTo>
                  <a:lnTo>
                    <a:pt x="4096" y="21958"/>
                  </a:lnTo>
                  <a:lnTo>
                    <a:pt x="12838" y="21958"/>
                  </a:lnTo>
                  <a:lnTo>
                    <a:pt x="12838" y="19720"/>
                  </a:lnTo>
                  <a:cubicBezTo>
                    <a:pt x="14108" y="17824"/>
                    <a:pt x="14791" y="15587"/>
                    <a:pt x="14791" y="13312"/>
                  </a:cubicBezTo>
                  <a:lnTo>
                    <a:pt x="14791" y="9519"/>
                  </a:lnTo>
                  <a:cubicBezTo>
                    <a:pt x="14829" y="8685"/>
                    <a:pt x="14165" y="8002"/>
                    <a:pt x="13331" y="8002"/>
                  </a:cubicBezTo>
                  <a:cubicBezTo>
                    <a:pt x="12542" y="8002"/>
                    <a:pt x="11906" y="8612"/>
                    <a:pt x="11871" y="9384"/>
                  </a:cubicBezTo>
                  <a:lnTo>
                    <a:pt x="11871" y="9384"/>
                  </a:lnTo>
                  <a:lnTo>
                    <a:pt x="11871" y="8552"/>
                  </a:lnTo>
                  <a:cubicBezTo>
                    <a:pt x="11871" y="7737"/>
                    <a:pt x="11226" y="7092"/>
                    <a:pt x="10411" y="7092"/>
                  </a:cubicBezTo>
                  <a:cubicBezTo>
                    <a:pt x="9614" y="7092"/>
                    <a:pt x="8951" y="7737"/>
                    <a:pt x="8951" y="8552"/>
                  </a:cubicBezTo>
                  <a:lnTo>
                    <a:pt x="8951" y="7566"/>
                  </a:lnTo>
                  <a:cubicBezTo>
                    <a:pt x="8951" y="6770"/>
                    <a:pt x="8306" y="6106"/>
                    <a:pt x="7509" y="6106"/>
                  </a:cubicBezTo>
                  <a:cubicBezTo>
                    <a:pt x="6694" y="6106"/>
                    <a:pt x="6049" y="6770"/>
                    <a:pt x="6049" y="7566"/>
                  </a:cubicBezTo>
                  <a:lnTo>
                    <a:pt x="6049" y="1461"/>
                  </a:lnTo>
                  <a:cubicBezTo>
                    <a:pt x="6049" y="645"/>
                    <a:pt x="5386" y="1"/>
                    <a:pt x="45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33"/>
            <p:cNvSpPr/>
            <p:nvPr/>
          </p:nvSpPr>
          <p:spPr>
            <a:xfrm>
              <a:off x="1783838" y="3624350"/>
              <a:ext cx="28475" cy="24475"/>
            </a:xfrm>
            <a:custGeom>
              <a:avLst/>
              <a:gdLst/>
              <a:ahLst/>
              <a:cxnLst/>
              <a:rect l="l" t="t" r="r" b="b"/>
              <a:pathLst>
                <a:path w="1139" h="979" extrusionOk="0">
                  <a:moveTo>
                    <a:pt x="492" y="1"/>
                  </a:moveTo>
                  <a:cubicBezTo>
                    <a:pt x="242" y="1"/>
                    <a:pt x="1" y="191"/>
                    <a:pt x="1" y="485"/>
                  </a:cubicBezTo>
                  <a:cubicBezTo>
                    <a:pt x="1" y="751"/>
                    <a:pt x="209" y="978"/>
                    <a:pt x="475" y="978"/>
                  </a:cubicBezTo>
                  <a:cubicBezTo>
                    <a:pt x="911" y="978"/>
                    <a:pt x="1138" y="466"/>
                    <a:pt x="835" y="144"/>
                  </a:cubicBezTo>
                  <a:cubicBezTo>
                    <a:pt x="736" y="45"/>
                    <a:pt x="613" y="1"/>
                    <a:pt x="49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33"/>
            <p:cNvSpPr/>
            <p:nvPr/>
          </p:nvSpPr>
          <p:spPr>
            <a:xfrm>
              <a:off x="1461488" y="3301325"/>
              <a:ext cx="394900" cy="573125"/>
            </a:xfrm>
            <a:custGeom>
              <a:avLst/>
              <a:gdLst/>
              <a:ahLst/>
              <a:cxnLst/>
              <a:rect l="l" t="t" r="r" b="b"/>
              <a:pathLst>
                <a:path w="15796" h="22925" extrusionOk="0">
                  <a:moveTo>
                    <a:pt x="5120" y="972"/>
                  </a:moveTo>
                  <a:cubicBezTo>
                    <a:pt x="5604" y="972"/>
                    <a:pt x="6087" y="1299"/>
                    <a:pt x="6087" y="1954"/>
                  </a:cubicBezTo>
                  <a:lnTo>
                    <a:pt x="6087" y="11472"/>
                  </a:lnTo>
                  <a:cubicBezTo>
                    <a:pt x="6087" y="11795"/>
                    <a:pt x="6334" y="11956"/>
                    <a:pt x="6580" y="11956"/>
                  </a:cubicBezTo>
                  <a:cubicBezTo>
                    <a:pt x="6827" y="11956"/>
                    <a:pt x="7073" y="11795"/>
                    <a:pt x="7073" y="11472"/>
                  </a:cubicBezTo>
                  <a:lnTo>
                    <a:pt x="7073" y="8059"/>
                  </a:lnTo>
                  <a:cubicBezTo>
                    <a:pt x="7073" y="7415"/>
                    <a:pt x="7557" y="7092"/>
                    <a:pt x="8040" y="7092"/>
                  </a:cubicBezTo>
                  <a:cubicBezTo>
                    <a:pt x="8524" y="7092"/>
                    <a:pt x="9008" y="7415"/>
                    <a:pt x="9008" y="8059"/>
                  </a:cubicBezTo>
                  <a:lnTo>
                    <a:pt x="9008" y="11472"/>
                  </a:lnTo>
                  <a:cubicBezTo>
                    <a:pt x="9008" y="11795"/>
                    <a:pt x="9249" y="11956"/>
                    <a:pt x="9491" y="11956"/>
                  </a:cubicBezTo>
                  <a:cubicBezTo>
                    <a:pt x="9733" y="11956"/>
                    <a:pt x="9975" y="11795"/>
                    <a:pt x="9975" y="11472"/>
                  </a:cubicBezTo>
                  <a:lnTo>
                    <a:pt x="9975" y="9045"/>
                  </a:lnTo>
                  <a:cubicBezTo>
                    <a:pt x="9975" y="8391"/>
                    <a:pt x="10463" y="8064"/>
                    <a:pt x="10951" y="8064"/>
                  </a:cubicBezTo>
                  <a:cubicBezTo>
                    <a:pt x="11439" y="8064"/>
                    <a:pt x="11928" y="8391"/>
                    <a:pt x="11928" y="9045"/>
                  </a:cubicBezTo>
                  <a:lnTo>
                    <a:pt x="11928" y="11472"/>
                  </a:lnTo>
                  <a:cubicBezTo>
                    <a:pt x="11928" y="11795"/>
                    <a:pt x="12169" y="11956"/>
                    <a:pt x="12411" y="11956"/>
                  </a:cubicBezTo>
                  <a:cubicBezTo>
                    <a:pt x="12653" y="11956"/>
                    <a:pt x="12895" y="11795"/>
                    <a:pt x="12895" y="11472"/>
                  </a:cubicBezTo>
                  <a:lnTo>
                    <a:pt x="12895" y="10012"/>
                  </a:lnTo>
                  <a:cubicBezTo>
                    <a:pt x="12857" y="9330"/>
                    <a:pt x="13359" y="8988"/>
                    <a:pt x="13862" y="8988"/>
                  </a:cubicBezTo>
                  <a:cubicBezTo>
                    <a:pt x="14364" y="8988"/>
                    <a:pt x="14867" y="9330"/>
                    <a:pt x="14829" y="10012"/>
                  </a:cubicBezTo>
                  <a:lnTo>
                    <a:pt x="14829" y="13805"/>
                  </a:lnTo>
                  <a:cubicBezTo>
                    <a:pt x="14829" y="15985"/>
                    <a:pt x="14184" y="18128"/>
                    <a:pt x="12970" y="19948"/>
                  </a:cubicBezTo>
                  <a:cubicBezTo>
                    <a:pt x="12914" y="20024"/>
                    <a:pt x="12895" y="20119"/>
                    <a:pt x="12895" y="20213"/>
                  </a:cubicBezTo>
                  <a:lnTo>
                    <a:pt x="12895" y="21977"/>
                  </a:lnTo>
                  <a:lnTo>
                    <a:pt x="5120" y="21977"/>
                  </a:lnTo>
                  <a:lnTo>
                    <a:pt x="5120" y="20213"/>
                  </a:lnTo>
                  <a:cubicBezTo>
                    <a:pt x="5120" y="20081"/>
                    <a:pt x="5064" y="19967"/>
                    <a:pt x="4969" y="19872"/>
                  </a:cubicBezTo>
                  <a:cubicBezTo>
                    <a:pt x="4040" y="18962"/>
                    <a:pt x="3243" y="17938"/>
                    <a:pt x="2617" y="16800"/>
                  </a:cubicBezTo>
                  <a:cubicBezTo>
                    <a:pt x="2011" y="15720"/>
                    <a:pt x="1575" y="14582"/>
                    <a:pt x="1290" y="13387"/>
                  </a:cubicBezTo>
                  <a:cubicBezTo>
                    <a:pt x="1044" y="12326"/>
                    <a:pt x="1480" y="11226"/>
                    <a:pt x="2390" y="10638"/>
                  </a:cubicBezTo>
                  <a:lnTo>
                    <a:pt x="3186" y="10107"/>
                  </a:lnTo>
                  <a:lnTo>
                    <a:pt x="3186" y="13406"/>
                  </a:lnTo>
                  <a:cubicBezTo>
                    <a:pt x="3186" y="13729"/>
                    <a:pt x="3428" y="13890"/>
                    <a:pt x="3670" y="13890"/>
                  </a:cubicBezTo>
                  <a:cubicBezTo>
                    <a:pt x="3912" y="13890"/>
                    <a:pt x="4153" y="13729"/>
                    <a:pt x="4153" y="13406"/>
                  </a:cubicBezTo>
                  <a:lnTo>
                    <a:pt x="4153" y="1954"/>
                  </a:lnTo>
                  <a:cubicBezTo>
                    <a:pt x="4153" y="1299"/>
                    <a:pt x="4637" y="972"/>
                    <a:pt x="5120" y="972"/>
                  </a:cubicBezTo>
                  <a:close/>
                  <a:moveTo>
                    <a:pt x="5101" y="1"/>
                  </a:moveTo>
                  <a:cubicBezTo>
                    <a:pt x="4040" y="1"/>
                    <a:pt x="3167" y="873"/>
                    <a:pt x="3167" y="1954"/>
                  </a:cubicBezTo>
                  <a:lnTo>
                    <a:pt x="3167" y="8931"/>
                  </a:lnTo>
                  <a:lnTo>
                    <a:pt x="1840" y="9823"/>
                  </a:lnTo>
                  <a:cubicBezTo>
                    <a:pt x="589" y="10657"/>
                    <a:pt x="1" y="12155"/>
                    <a:pt x="342" y="13615"/>
                  </a:cubicBezTo>
                  <a:lnTo>
                    <a:pt x="361" y="13615"/>
                  </a:lnTo>
                  <a:cubicBezTo>
                    <a:pt x="949" y="16175"/>
                    <a:pt x="2257" y="18526"/>
                    <a:pt x="4134" y="20403"/>
                  </a:cubicBezTo>
                  <a:lnTo>
                    <a:pt x="4153" y="20403"/>
                  </a:lnTo>
                  <a:lnTo>
                    <a:pt x="4153" y="22451"/>
                  </a:lnTo>
                  <a:cubicBezTo>
                    <a:pt x="4153" y="22716"/>
                    <a:pt x="4362" y="22925"/>
                    <a:pt x="4627" y="22925"/>
                  </a:cubicBezTo>
                  <a:lnTo>
                    <a:pt x="13369" y="22925"/>
                  </a:lnTo>
                  <a:cubicBezTo>
                    <a:pt x="13634" y="22925"/>
                    <a:pt x="13862" y="22716"/>
                    <a:pt x="13843" y="22451"/>
                  </a:cubicBezTo>
                  <a:lnTo>
                    <a:pt x="13843" y="20346"/>
                  </a:lnTo>
                  <a:cubicBezTo>
                    <a:pt x="15113" y="18393"/>
                    <a:pt x="15796" y="16118"/>
                    <a:pt x="15796" y="13786"/>
                  </a:cubicBezTo>
                  <a:lnTo>
                    <a:pt x="15796" y="9993"/>
                  </a:lnTo>
                  <a:cubicBezTo>
                    <a:pt x="15796" y="8851"/>
                    <a:pt x="14853" y="8046"/>
                    <a:pt x="13842" y="8046"/>
                  </a:cubicBezTo>
                  <a:cubicBezTo>
                    <a:pt x="13477" y="8046"/>
                    <a:pt x="13104" y="8150"/>
                    <a:pt x="12762" y="8382"/>
                  </a:cubicBezTo>
                  <a:cubicBezTo>
                    <a:pt x="12496" y="7604"/>
                    <a:pt x="11757" y="7092"/>
                    <a:pt x="10942" y="7092"/>
                  </a:cubicBezTo>
                  <a:cubicBezTo>
                    <a:pt x="10913" y="7091"/>
                    <a:pt x="10885" y="7090"/>
                    <a:pt x="10856" y="7090"/>
                  </a:cubicBezTo>
                  <a:cubicBezTo>
                    <a:pt x="10489" y="7090"/>
                    <a:pt x="10142" y="7203"/>
                    <a:pt x="9861" y="7415"/>
                  </a:cubicBezTo>
                  <a:cubicBezTo>
                    <a:pt x="9566" y="6597"/>
                    <a:pt x="8806" y="6111"/>
                    <a:pt x="8018" y="6111"/>
                  </a:cubicBezTo>
                  <a:cubicBezTo>
                    <a:pt x="7691" y="6111"/>
                    <a:pt x="7360" y="6194"/>
                    <a:pt x="7054" y="6372"/>
                  </a:cubicBezTo>
                  <a:lnTo>
                    <a:pt x="7054" y="1954"/>
                  </a:lnTo>
                  <a:cubicBezTo>
                    <a:pt x="7054" y="873"/>
                    <a:pt x="6182" y="1"/>
                    <a:pt x="510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33"/>
            <p:cNvSpPr/>
            <p:nvPr/>
          </p:nvSpPr>
          <p:spPr>
            <a:xfrm>
              <a:off x="1741663" y="3674550"/>
              <a:ext cx="63050" cy="117175"/>
            </a:xfrm>
            <a:custGeom>
              <a:avLst/>
              <a:gdLst/>
              <a:ahLst/>
              <a:cxnLst/>
              <a:rect l="l" t="t" r="r" b="b"/>
              <a:pathLst>
                <a:path w="2522" h="4687" extrusionOk="0">
                  <a:moveTo>
                    <a:pt x="2023" y="1"/>
                  </a:moveTo>
                  <a:cubicBezTo>
                    <a:pt x="1835" y="1"/>
                    <a:pt x="1648" y="106"/>
                    <a:pt x="1574" y="336"/>
                  </a:cubicBezTo>
                  <a:cubicBezTo>
                    <a:pt x="1365" y="1625"/>
                    <a:pt x="872" y="2857"/>
                    <a:pt x="152" y="3938"/>
                  </a:cubicBezTo>
                  <a:cubicBezTo>
                    <a:pt x="0" y="4147"/>
                    <a:pt x="57" y="4469"/>
                    <a:pt x="284" y="4602"/>
                  </a:cubicBezTo>
                  <a:cubicBezTo>
                    <a:pt x="370" y="4659"/>
                    <a:pt x="464" y="4687"/>
                    <a:pt x="556" y="4687"/>
                  </a:cubicBezTo>
                  <a:cubicBezTo>
                    <a:pt x="707" y="4687"/>
                    <a:pt x="854" y="4611"/>
                    <a:pt x="948" y="4469"/>
                  </a:cubicBezTo>
                  <a:cubicBezTo>
                    <a:pt x="1763" y="3275"/>
                    <a:pt x="2294" y="1909"/>
                    <a:pt x="2522" y="506"/>
                  </a:cubicBezTo>
                  <a:cubicBezTo>
                    <a:pt x="2522" y="183"/>
                    <a:pt x="2271" y="1"/>
                    <a:pt x="202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623;p33"/>
            <p:cNvSpPr/>
            <p:nvPr/>
          </p:nvSpPr>
          <p:spPr>
            <a:xfrm>
              <a:off x="1490888" y="3250125"/>
              <a:ext cx="196750" cy="112150"/>
            </a:xfrm>
            <a:custGeom>
              <a:avLst/>
              <a:gdLst/>
              <a:ahLst/>
              <a:cxnLst/>
              <a:rect l="l" t="t" r="r" b="b"/>
              <a:pathLst>
                <a:path w="7870" h="4486" extrusionOk="0">
                  <a:moveTo>
                    <a:pt x="3925" y="1"/>
                  </a:moveTo>
                  <a:cubicBezTo>
                    <a:pt x="1745" y="1"/>
                    <a:pt x="0" y="1802"/>
                    <a:pt x="38" y="4002"/>
                  </a:cubicBezTo>
                  <a:cubicBezTo>
                    <a:pt x="38" y="4267"/>
                    <a:pt x="247" y="4476"/>
                    <a:pt x="512" y="4476"/>
                  </a:cubicBezTo>
                  <a:lnTo>
                    <a:pt x="550" y="4476"/>
                  </a:lnTo>
                  <a:cubicBezTo>
                    <a:pt x="816" y="4476"/>
                    <a:pt x="1024" y="4267"/>
                    <a:pt x="1024" y="4002"/>
                  </a:cubicBezTo>
                  <a:cubicBezTo>
                    <a:pt x="1024" y="2390"/>
                    <a:pt x="2314" y="1082"/>
                    <a:pt x="3925" y="1082"/>
                  </a:cubicBezTo>
                  <a:cubicBezTo>
                    <a:pt x="5537" y="1082"/>
                    <a:pt x="6846" y="2390"/>
                    <a:pt x="6846" y="4002"/>
                  </a:cubicBezTo>
                  <a:cubicBezTo>
                    <a:pt x="6846" y="4324"/>
                    <a:pt x="7087" y="4485"/>
                    <a:pt x="7329" y="4485"/>
                  </a:cubicBezTo>
                  <a:cubicBezTo>
                    <a:pt x="7571" y="4485"/>
                    <a:pt x="7813" y="4324"/>
                    <a:pt x="7813" y="4002"/>
                  </a:cubicBezTo>
                  <a:cubicBezTo>
                    <a:pt x="7869" y="1802"/>
                    <a:pt x="6125" y="1"/>
                    <a:pt x="392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4" name="Google Shape;624;p33"/>
          <p:cNvSpPr txBox="1"/>
          <p:nvPr/>
        </p:nvSpPr>
        <p:spPr>
          <a:xfrm>
            <a:off x="2479763" y="3459992"/>
            <a:ext cx="1392900" cy="500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dirty="0">
                <a:solidFill>
                  <a:schemeClr val="accent3"/>
                </a:solidFill>
                <a:latin typeface="Fira Code"/>
                <a:ea typeface="Fira Code"/>
                <a:cs typeface="Fira Code"/>
                <a:sym typeface="Fira Code"/>
              </a:rPr>
              <a:t>Venus has a nice name</a:t>
            </a:r>
            <a:endParaRPr dirty="0">
              <a:solidFill>
                <a:schemeClr val="accent3"/>
              </a:solidFill>
              <a:latin typeface="Fira Code"/>
              <a:ea typeface="Fira Code"/>
              <a:cs typeface="Fira Code"/>
              <a:sym typeface="Fira Code"/>
            </a:endParaRPr>
          </a:p>
        </p:txBody>
      </p:sp>
      <p:sp>
        <p:nvSpPr>
          <p:cNvPr id="625" name="Google Shape;625;p33"/>
          <p:cNvSpPr txBox="1"/>
          <p:nvPr/>
        </p:nvSpPr>
        <p:spPr>
          <a:xfrm>
            <a:off x="4709225" y="3459992"/>
            <a:ext cx="1392900" cy="500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Mars is a cold place</a:t>
            </a:r>
            <a:endParaRPr>
              <a:solidFill>
                <a:schemeClr val="accent3"/>
              </a:solidFill>
              <a:latin typeface="Fira Code"/>
              <a:ea typeface="Fira Code"/>
              <a:cs typeface="Fira Code"/>
              <a:sym typeface="Fira Code"/>
            </a:endParaRPr>
          </a:p>
        </p:txBody>
      </p:sp>
      <p:sp>
        <p:nvSpPr>
          <p:cNvPr id="626" name="Google Shape;626;p33"/>
          <p:cNvSpPr txBox="1"/>
          <p:nvPr/>
        </p:nvSpPr>
        <p:spPr>
          <a:xfrm>
            <a:off x="6972975" y="3459992"/>
            <a:ext cx="1392900" cy="500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Jupiter is a gas giant</a:t>
            </a:r>
            <a:endParaRPr>
              <a:solidFill>
                <a:schemeClr val="accent3"/>
              </a:solidFill>
              <a:latin typeface="Fira Code"/>
              <a:ea typeface="Fira Code"/>
              <a:cs typeface="Fira Code"/>
              <a:sym typeface="Fira Code"/>
            </a:endParaRPr>
          </a:p>
        </p:txBody>
      </p:sp>
      <p:sp>
        <p:nvSpPr>
          <p:cNvPr id="627" name="Google Shape;627;p33"/>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628" name="Google Shape;628;p33"/>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629" name="Google Shape;629;p33"/>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633"/>
        <p:cNvGrpSpPr/>
        <p:nvPr/>
      </p:nvGrpSpPr>
      <p:grpSpPr>
        <a:xfrm>
          <a:off x="0" y="0"/>
          <a:ext cx="0" cy="0"/>
          <a:chOff x="0" y="0"/>
          <a:chExt cx="0" cy="0"/>
        </a:xfrm>
      </p:grpSpPr>
      <p:sp>
        <p:nvSpPr>
          <p:cNvPr id="634" name="Google Shape;634;p34"/>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Features of </a:t>
            </a:r>
            <a:r>
              <a:rPr lang="en">
                <a:solidFill>
                  <a:schemeClr val="accent2"/>
                </a:solidFill>
              </a:rPr>
              <a:t>‘the Topic’ </a:t>
            </a:r>
            <a:r>
              <a:rPr lang="en">
                <a:solidFill>
                  <a:schemeClr val="accent6"/>
                </a:solidFill>
              </a:rPr>
              <a:t>{</a:t>
            </a:r>
            <a:endParaRPr>
              <a:solidFill>
                <a:schemeClr val="accent6"/>
              </a:solidFill>
            </a:endParaRPr>
          </a:p>
        </p:txBody>
      </p:sp>
      <p:sp>
        <p:nvSpPr>
          <p:cNvPr id="635" name="Google Shape;635;p34"/>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sp>
        <p:nvSpPr>
          <p:cNvPr id="636" name="Google Shape;636;p34"/>
          <p:cNvSpPr txBox="1"/>
          <p:nvPr/>
        </p:nvSpPr>
        <p:spPr>
          <a:xfrm>
            <a:off x="1630375" y="1261475"/>
            <a:ext cx="12945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accent1"/>
                </a:solidFill>
                <a:latin typeface="Fira Code"/>
                <a:ea typeface="Fira Code"/>
                <a:cs typeface="Fira Code"/>
                <a:sym typeface="Fira Code"/>
              </a:rPr>
              <a:t>Step 01</a:t>
            </a:r>
            <a:endParaRPr sz="2000">
              <a:solidFill>
                <a:schemeClr val="accent1"/>
              </a:solidFill>
              <a:latin typeface="Fira Code"/>
              <a:ea typeface="Fira Code"/>
              <a:cs typeface="Fira Code"/>
              <a:sym typeface="Fira Code"/>
            </a:endParaRPr>
          </a:p>
        </p:txBody>
      </p:sp>
      <p:sp>
        <p:nvSpPr>
          <p:cNvPr id="637" name="Google Shape;637;p34"/>
          <p:cNvSpPr txBox="1"/>
          <p:nvPr/>
        </p:nvSpPr>
        <p:spPr>
          <a:xfrm>
            <a:off x="2888875" y="1261450"/>
            <a:ext cx="39813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Mercury is the closest planet to the Sun and the smallest one</a:t>
            </a:r>
            <a:endParaRPr>
              <a:solidFill>
                <a:schemeClr val="accent3"/>
              </a:solidFill>
              <a:latin typeface="Fira Code"/>
              <a:ea typeface="Fira Code"/>
              <a:cs typeface="Fira Code"/>
              <a:sym typeface="Fira Code"/>
            </a:endParaRPr>
          </a:p>
        </p:txBody>
      </p:sp>
      <p:sp>
        <p:nvSpPr>
          <p:cNvPr id="638" name="Google Shape;638;p34"/>
          <p:cNvSpPr txBox="1"/>
          <p:nvPr/>
        </p:nvSpPr>
        <p:spPr>
          <a:xfrm>
            <a:off x="2068425" y="1984000"/>
            <a:ext cx="12945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lt2"/>
                </a:solidFill>
                <a:latin typeface="Fira Code"/>
                <a:ea typeface="Fira Code"/>
                <a:cs typeface="Fira Code"/>
                <a:sym typeface="Fira Code"/>
              </a:rPr>
              <a:t>Step 02</a:t>
            </a:r>
            <a:endParaRPr sz="2000">
              <a:solidFill>
                <a:schemeClr val="lt2"/>
              </a:solidFill>
              <a:latin typeface="Fira Code"/>
              <a:ea typeface="Fira Code"/>
              <a:cs typeface="Fira Code"/>
              <a:sym typeface="Fira Code"/>
            </a:endParaRPr>
          </a:p>
        </p:txBody>
      </p:sp>
      <p:sp>
        <p:nvSpPr>
          <p:cNvPr id="639" name="Google Shape;639;p34"/>
          <p:cNvSpPr txBox="1"/>
          <p:nvPr/>
        </p:nvSpPr>
        <p:spPr>
          <a:xfrm>
            <a:off x="3326925" y="1984008"/>
            <a:ext cx="39813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Saturn is a gas giant and has several rings</a:t>
            </a:r>
            <a:endParaRPr>
              <a:solidFill>
                <a:schemeClr val="accent3"/>
              </a:solidFill>
              <a:latin typeface="Fira Code"/>
              <a:ea typeface="Fira Code"/>
              <a:cs typeface="Fira Code"/>
              <a:sym typeface="Fira Code"/>
            </a:endParaRPr>
          </a:p>
        </p:txBody>
      </p:sp>
      <p:sp>
        <p:nvSpPr>
          <p:cNvPr id="640" name="Google Shape;640;p34"/>
          <p:cNvSpPr txBox="1"/>
          <p:nvPr/>
        </p:nvSpPr>
        <p:spPr>
          <a:xfrm>
            <a:off x="2505725" y="2706550"/>
            <a:ext cx="12945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dk2"/>
                </a:solidFill>
                <a:latin typeface="Fira Code"/>
                <a:ea typeface="Fira Code"/>
                <a:cs typeface="Fira Code"/>
                <a:sym typeface="Fira Code"/>
              </a:rPr>
              <a:t>Step 03</a:t>
            </a:r>
            <a:endParaRPr sz="2000">
              <a:solidFill>
                <a:schemeClr val="dk2"/>
              </a:solidFill>
              <a:latin typeface="Fira Code"/>
              <a:ea typeface="Fira Code"/>
              <a:cs typeface="Fira Code"/>
              <a:sym typeface="Fira Code"/>
            </a:endParaRPr>
          </a:p>
        </p:txBody>
      </p:sp>
      <p:sp>
        <p:nvSpPr>
          <p:cNvPr id="641" name="Google Shape;641;p34"/>
          <p:cNvSpPr txBox="1"/>
          <p:nvPr/>
        </p:nvSpPr>
        <p:spPr>
          <a:xfrm>
            <a:off x="3764225" y="2706567"/>
            <a:ext cx="39813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The Earth is the only planet that harbors life</a:t>
            </a:r>
            <a:endParaRPr>
              <a:solidFill>
                <a:schemeClr val="accent3"/>
              </a:solidFill>
              <a:latin typeface="Fira Code"/>
              <a:ea typeface="Fira Code"/>
              <a:cs typeface="Fira Code"/>
              <a:sym typeface="Fira Code"/>
            </a:endParaRPr>
          </a:p>
        </p:txBody>
      </p:sp>
      <p:sp>
        <p:nvSpPr>
          <p:cNvPr id="642" name="Google Shape;642;p34"/>
          <p:cNvSpPr txBox="1"/>
          <p:nvPr/>
        </p:nvSpPr>
        <p:spPr>
          <a:xfrm>
            <a:off x="2924775" y="3429125"/>
            <a:ext cx="12945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accent2"/>
                </a:solidFill>
                <a:latin typeface="Fira Code"/>
                <a:ea typeface="Fira Code"/>
                <a:cs typeface="Fira Code"/>
                <a:sym typeface="Fira Code"/>
              </a:rPr>
              <a:t>Step 04</a:t>
            </a:r>
            <a:endParaRPr sz="2000">
              <a:solidFill>
                <a:schemeClr val="accent2"/>
              </a:solidFill>
              <a:latin typeface="Fira Code"/>
              <a:ea typeface="Fira Code"/>
              <a:cs typeface="Fira Code"/>
              <a:sym typeface="Fira Code"/>
            </a:endParaRPr>
          </a:p>
        </p:txBody>
      </p:sp>
      <p:sp>
        <p:nvSpPr>
          <p:cNvPr id="643" name="Google Shape;643;p34"/>
          <p:cNvSpPr txBox="1"/>
          <p:nvPr/>
        </p:nvSpPr>
        <p:spPr>
          <a:xfrm>
            <a:off x="4183275" y="3429125"/>
            <a:ext cx="39813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Venus has a beautiful name and is the second planet from the Sun</a:t>
            </a:r>
            <a:endParaRPr>
              <a:solidFill>
                <a:schemeClr val="accent3"/>
              </a:solidFill>
              <a:latin typeface="Fira Code"/>
              <a:ea typeface="Fira Code"/>
              <a:cs typeface="Fira Code"/>
              <a:sym typeface="Fira Code"/>
            </a:endParaRPr>
          </a:p>
        </p:txBody>
      </p:sp>
      <p:sp>
        <p:nvSpPr>
          <p:cNvPr id="644" name="Google Shape;644;p34"/>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645" name="Google Shape;645;p34"/>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646" name="Google Shape;646;p34"/>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cxnSp>
        <p:nvCxnSpPr>
          <p:cNvPr id="647" name="Google Shape;647;p34"/>
          <p:cNvCxnSpPr/>
          <p:nvPr/>
        </p:nvCxnSpPr>
        <p:spPr>
          <a:xfrm>
            <a:off x="1337875" y="1154900"/>
            <a:ext cx="0" cy="2778600"/>
          </a:xfrm>
          <a:prstGeom prst="straightConnector1">
            <a:avLst/>
          </a:prstGeom>
          <a:noFill/>
          <a:ln w="9525" cap="flat" cmpd="sng">
            <a:solidFill>
              <a:schemeClr val="accent4"/>
            </a:solidFill>
            <a:prstDash val="solid"/>
            <a:round/>
            <a:headEnd type="none" w="med" len="med"/>
            <a:tailEnd type="none" w="med" len="med"/>
          </a:ln>
        </p:spPr>
      </p:cxnSp>
      <p:cxnSp>
        <p:nvCxnSpPr>
          <p:cNvPr id="648" name="Google Shape;648;p34"/>
          <p:cNvCxnSpPr>
            <a:stCxn id="649" idx="2"/>
            <a:endCxn id="636" idx="1"/>
          </p:cNvCxnSpPr>
          <p:nvPr/>
        </p:nvCxnSpPr>
        <p:spPr>
          <a:xfrm>
            <a:off x="1337875" y="1553675"/>
            <a:ext cx="292500" cy="0"/>
          </a:xfrm>
          <a:prstGeom prst="straightConnector1">
            <a:avLst/>
          </a:prstGeom>
          <a:noFill/>
          <a:ln w="9525" cap="flat" cmpd="sng">
            <a:solidFill>
              <a:schemeClr val="accent4"/>
            </a:solidFill>
            <a:prstDash val="solid"/>
            <a:round/>
            <a:headEnd type="none" w="med" len="med"/>
            <a:tailEnd type="none" w="med" len="med"/>
          </a:ln>
        </p:spPr>
      </p:cxnSp>
      <p:cxnSp>
        <p:nvCxnSpPr>
          <p:cNvPr id="650" name="Google Shape;650;p34"/>
          <p:cNvCxnSpPr/>
          <p:nvPr/>
        </p:nvCxnSpPr>
        <p:spPr>
          <a:xfrm>
            <a:off x="1337875" y="2276200"/>
            <a:ext cx="698400" cy="0"/>
          </a:xfrm>
          <a:prstGeom prst="straightConnector1">
            <a:avLst/>
          </a:prstGeom>
          <a:noFill/>
          <a:ln w="9525" cap="flat" cmpd="sng">
            <a:solidFill>
              <a:schemeClr val="accent4"/>
            </a:solidFill>
            <a:prstDash val="solid"/>
            <a:round/>
            <a:headEnd type="none" w="med" len="med"/>
            <a:tailEnd type="none" w="med" len="med"/>
          </a:ln>
        </p:spPr>
      </p:cxnSp>
      <p:sp>
        <p:nvSpPr>
          <p:cNvPr id="651" name="Google Shape;651;p34"/>
          <p:cNvSpPr/>
          <p:nvPr/>
        </p:nvSpPr>
        <p:spPr>
          <a:xfrm>
            <a:off x="1280125" y="2218446"/>
            <a:ext cx="115500" cy="1155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52" name="Google Shape;652;p34"/>
          <p:cNvCxnSpPr/>
          <p:nvPr/>
        </p:nvCxnSpPr>
        <p:spPr>
          <a:xfrm>
            <a:off x="1337875" y="2998763"/>
            <a:ext cx="1152000" cy="0"/>
          </a:xfrm>
          <a:prstGeom prst="straightConnector1">
            <a:avLst/>
          </a:prstGeom>
          <a:noFill/>
          <a:ln w="9525" cap="flat" cmpd="sng">
            <a:solidFill>
              <a:schemeClr val="accent4"/>
            </a:solidFill>
            <a:prstDash val="solid"/>
            <a:round/>
            <a:headEnd type="none" w="med" len="med"/>
            <a:tailEnd type="none" w="med" len="med"/>
          </a:ln>
        </p:spPr>
      </p:cxnSp>
      <p:sp>
        <p:nvSpPr>
          <p:cNvPr id="653" name="Google Shape;653;p34"/>
          <p:cNvSpPr/>
          <p:nvPr/>
        </p:nvSpPr>
        <p:spPr>
          <a:xfrm>
            <a:off x="1280125" y="2941004"/>
            <a:ext cx="115500" cy="1155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54" name="Google Shape;654;p34"/>
          <p:cNvCxnSpPr/>
          <p:nvPr/>
        </p:nvCxnSpPr>
        <p:spPr>
          <a:xfrm>
            <a:off x="1337875" y="3721325"/>
            <a:ext cx="1587000" cy="0"/>
          </a:xfrm>
          <a:prstGeom prst="straightConnector1">
            <a:avLst/>
          </a:prstGeom>
          <a:noFill/>
          <a:ln w="9525" cap="flat" cmpd="sng">
            <a:solidFill>
              <a:schemeClr val="accent4"/>
            </a:solidFill>
            <a:prstDash val="solid"/>
            <a:round/>
            <a:headEnd type="none" w="med" len="med"/>
            <a:tailEnd type="none" w="med" len="med"/>
          </a:ln>
        </p:spPr>
      </p:cxnSp>
      <p:sp>
        <p:nvSpPr>
          <p:cNvPr id="655" name="Google Shape;655;p34"/>
          <p:cNvSpPr/>
          <p:nvPr/>
        </p:nvSpPr>
        <p:spPr>
          <a:xfrm>
            <a:off x="1280125" y="3663563"/>
            <a:ext cx="115500" cy="1155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659"/>
        <p:cNvGrpSpPr/>
        <p:nvPr/>
      </p:nvGrpSpPr>
      <p:grpSpPr>
        <a:xfrm>
          <a:off x="0" y="0"/>
          <a:ext cx="0" cy="0"/>
          <a:chOff x="0" y="0"/>
          <a:chExt cx="0" cy="0"/>
        </a:xfrm>
      </p:grpSpPr>
      <p:sp>
        <p:nvSpPr>
          <p:cNvPr id="660" name="Google Shape;660;p35"/>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Recommendations; </a:t>
            </a:r>
            <a:r>
              <a:rPr lang="en">
                <a:solidFill>
                  <a:schemeClr val="accent3"/>
                </a:solidFill>
              </a:rPr>
              <a:t>{</a:t>
            </a:r>
            <a:endParaRPr>
              <a:solidFill>
                <a:schemeClr val="accent6"/>
              </a:solidFill>
            </a:endParaRPr>
          </a:p>
        </p:txBody>
      </p:sp>
      <p:sp>
        <p:nvSpPr>
          <p:cNvPr id="661" name="Google Shape;661;p35"/>
          <p:cNvSpPr txBox="1">
            <a:spLocks noGrp="1"/>
          </p:cNvSpPr>
          <p:nvPr>
            <p:ph type="subTitle" idx="1"/>
          </p:nvPr>
        </p:nvSpPr>
        <p:spPr>
          <a:xfrm>
            <a:off x="3443750" y="3621269"/>
            <a:ext cx="5010300" cy="57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Jupiter is a gas giant and the biggest planet in the Solar System &gt;</a:t>
            </a:r>
            <a:endParaRPr/>
          </a:p>
        </p:txBody>
      </p:sp>
      <p:sp>
        <p:nvSpPr>
          <p:cNvPr id="662" name="Google Shape;662;p35"/>
          <p:cNvSpPr txBox="1">
            <a:spLocks noGrp="1"/>
          </p:cNvSpPr>
          <p:nvPr>
            <p:ph type="subTitle" idx="2"/>
          </p:nvPr>
        </p:nvSpPr>
        <p:spPr>
          <a:xfrm>
            <a:off x="3051250" y="2638350"/>
            <a:ext cx="5010300" cy="57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It was named after the Roman god of wealth and agriculture &gt;</a:t>
            </a:r>
            <a:endParaRPr/>
          </a:p>
        </p:txBody>
      </p:sp>
      <p:sp>
        <p:nvSpPr>
          <p:cNvPr id="663" name="Google Shape;663;p35"/>
          <p:cNvSpPr txBox="1">
            <a:spLocks noGrp="1"/>
          </p:cNvSpPr>
          <p:nvPr>
            <p:ph type="subTitle" idx="3"/>
          </p:nvPr>
        </p:nvSpPr>
        <p:spPr>
          <a:xfrm>
            <a:off x="3051250" y="2330425"/>
            <a:ext cx="50103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Saturn</a:t>
            </a:r>
            <a:endParaRPr/>
          </a:p>
        </p:txBody>
      </p:sp>
      <p:sp>
        <p:nvSpPr>
          <p:cNvPr id="664" name="Google Shape;664;p35"/>
          <p:cNvSpPr txBox="1">
            <a:spLocks noGrp="1"/>
          </p:cNvSpPr>
          <p:nvPr>
            <p:ph type="subTitle" idx="4"/>
          </p:nvPr>
        </p:nvSpPr>
        <p:spPr>
          <a:xfrm>
            <a:off x="2624725" y="1655450"/>
            <a:ext cx="5010300" cy="57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Mercury is the closest planet to the Sun and the smallest one in the Solar System &gt;</a:t>
            </a:r>
            <a:endParaRPr/>
          </a:p>
        </p:txBody>
      </p:sp>
      <p:sp>
        <p:nvSpPr>
          <p:cNvPr id="665" name="Google Shape;665;p35"/>
          <p:cNvSpPr txBox="1">
            <a:spLocks noGrp="1"/>
          </p:cNvSpPr>
          <p:nvPr>
            <p:ph type="subTitle" idx="5"/>
          </p:nvPr>
        </p:nvSpPr>
        <p:spPr>
          <a:xfrm>
            <a:off x="2624725" y="1347525"/>
            <a:ext cx="50103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Mercury</a:t>
            </a:r>
            <a:endParaRPr/>
          </a:p>
        </p:txBody>
      </p:sp>
      <p:sp>
        <p:nvSpPr>
          <p:cNvPr id="666" name="Google Shape;666;p35"/>
          <p:cNvSpPr txBox="1">
            <a:spLocks noGrp="1"/>
          </p:cNvSpPr>
          <p:nvPr>
            <p:ph type="subTitle" idx="6"/>
          </p:nvPr>
        </p:nvSpPr>
        <p:spPr>
          <a:xfrm>
            <a:off x="3443750" y="3313350"/>
            <a:ext cx="50103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Jupiter</a:t>
            </a:r>
            <a:endParaRPr/>
          </a:p>
        </p:txBody>
      </p:sp>
      <p:grpSp>
        <p:nvGrpSpPr>
          <p:cNvPr id="667" name="Google Shape;667;p35"/>
          <p:cNvGrpSpPr/>
          <p:nvPr/>
        </p:nvGrpSpPr>
        <p:grpSpPr>
          <a:xfrm>
            <a:off x="1084825" y="1153725"/>
            <a:ext cx="506100" cy="3416300"/>
            <a:chOff x="1084825" y="1153725"/>
            <a:chExt cx="506100" cy="3416300"/>
          </a:xfrm>
        </p:grpSpPr>
        <p:sp>
          <p:nvSpPr>
            <p:cNvPr id="668" name="Google Shape;668;p35"/>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669" name="Google Shape;669;p35"/>
            <p:cNvCxnSpPr/>
            <p:nvPr/>
          </p:nvCxnSpPr>
          <p:spPr>
            <a:xfrm>
              <a:off x="1337875" y="1153725"/>
              <a:ext cx="0" cy="2779800"/>
            </a:xfrm>
            <a:prstGeom prst="straightConnector1">
              <a:avLst/>
            </a:prstGeom>
            <a:noFill/>
            <a:ln w="9525" cap="flat" cmpd="sng">
              <a:solidFill>
                <a:schemeClr val="accent4"/>
              </a:solidFill>
              <a:prstDash val="solid"/>
              <a:round/>
              <a:headEnd type="none" w="med" len="med"/>
              <a:tailEnd type="none" w="med" len="med"/>
            </a:ln>
          </p:spPr>
        </p:cxnSp>
      </p:grpSp>
      <p:grpSp>
        <p:nvGrpSpPr>
          <p:cNvPr id="670" name="Google Shape;670;p35"/>
          <p:cNvGrpSpPr/>
          <p:nvPr/>
        </p:nvGrpSpPr>
        <p:grpSpPr>
          <a:xfrm>
            <a:off x="1877950" y="1628855"/>
            <a:ext cx="365774" cy="320040"/>
            <a:chOff x="5618463" y="1291725"/>
            <a:chExt cx="515175" cy="452225"/>
          </a:xfrm>
        </p:grpSpPr>
        <p:sp>
          <p:nvSpPr>
            <p:cNvPr id="671" name="Google Shape;671;p35"/>
            <p:cNvSpPr/>
            <p:nvPr/>
          </p:nvSpPr>
          <p:spPr>
            <a:xfrm>
              <a:off x="5977188" y="1594800"/>
              <a:ext cx="146500" cy="140500"/>
            </a:xfrm>
            <a:custGeom>
              <a:avLst/>
              <a:gdLst/>
              <a:ahLst/>
              <a:cxnLst/>
              <a:rect l="l" t="t" r="r" b="b"/>
              <a:pathLst>
                <a:path w="5860" h="5620" extrusionOk="0">
                  <a:moveTo>
                    <a:pt x="1384" y="0"/>
                  </a:moveTo>
                  <a:lnTo>
                    <a:pt x="0" y="1403"/>
                  </a:lnTo>
                  <a:cubicBezTo>
                    <a:pt x="531" y="2010"/>
                    <a:pt x="1024" y="2636"/>
                    <a:pt x="1460" y="3319"/>
                  </a:cubicBezTo>
                  <a:lnTo>
                    <a:pt x="2522" y="4968"/>
                  </a:lnTo>
                  <a:cubicBezTo>
                    <a:pt x="2874" y="5401"/>
                    <a:pt x="3381" y="5620"/>
                    <a:pt x="3887" y="5620"/>
                  </a:cubicBezTo>
                  <a:cubicBezTo>
                    <a:pt x="4334" y="5620"/>
                    <a:pt x="4781" y="5448"/>
                    <a:pt x="5120" y="5101"/>
                  </a:cubicBezTo>
                  <a:cubicBezTo>
                    <a:pt x="5859" y="4361"/>
                    <a:pt x="5802" y="3148"/>
                    <a:pt x="5006" y="2484"/>
                  </a:cubicBezTo>
                  <a:lnTo>
                    <a:pt x="3262" y="1403"/>
                  </a:lnTo>
                  <a:cubicBezTo>
                    <a:pt x="2617" y="967"/>
                    <a:pt x="1991" y="512"/>
                    <a:pt x="13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35"/>
            <p:cNvSpPr/>
            <p:nvPr/>
          </p:nvSpPr>
          <p:spPr>
            <a:xfrm>
              <a:off x="5937838" y="1555925"/>
              <a:ext cx="74450" cy="73500"/>
            </a:xfrm>
            <a:custGeom>
              <a:avLst/>
              <a:gdLst/>
              <a:ahLst/>
              <a:cxnLst/>
              <a:rect l="l" t="t" r="r" b="b"/>
              <a:pathLst>
                <a:path w="2978" h="2940" extrusionOk="0">
                  <a:moveTo>
                    <a:pt x="1271" y="0"/>
                  </a:moveTo>
                  <a:cubicBezTo>
                    <a:pt x="911" y="475"/>
                    <a:pt x="474" y="892"/>
                    <a:pt x="0" y="1252"/>
                  </a:cubicBezTo>
                  <a:cubicBezTo>
                    <a:pt x="493" y="1726"/>
                    <a:pt x="1043" y="2333"/>
                    <a:pt x="1574" y="2940"/>
                  </a:cubicBezTo>
                  <a:lnTo>
                    <a:pt x="2977" y="1555"/>
                  </a:lnTo>
                  <a:cubicBezTo>
                    <a:pt x="2352" y="1024"/>
                    <a:pt x="1745" y="475"/>
                    <a:pt x="1271"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35"/>
            <p:cNvSpPr/>
            <p:nvPr/>
          </p:nvSpPr>
          <p:spPr>
            <a:xfrm>
              <a:off x="5630188" y="1300900"/>
              <a:ext cx="371675" cy="317875"/>
            </a:xfrm>
            <a:custGeom>
              <a:avLst/>
              <a:gdLst/>
              <a:ahLst/>
              <a:cxnLst/>
              <a:rect l="l" t="t" r="r" b="b"/>
              <a:pathLst>
                <a:path w="14867" h="12715" extrusionOk="0">
                  <a:moveTo>
                    <a:pt x="8530" y="0"/>
                  </a:moveTo>
                  <a:cubicBezTo>
                    <a:pt x="8518" y="0"/>
                    <a:pt x="8507" y="0"/>
                    <a:pt x="8495" y="0"/>
                  </a:cubicBezTo>
                  <a:cubicBezTo>
                    <a:pt x="2826" y="0"/>
                    <a:pt x="0" y="6845"/>
                    <a:pt x="4001" y="10846"/>
                  </a:cubicBezTo>
                  <a:cubicBezTo>
                    <a:pt x="5220" y="12065"/>
                    <a:pt x="6855" y="12714"/>
                    <a:pt x="8515" y="12714"/>
                  </a:cubicBezTo>
                  <a:cubicBezTo>
                    <a:pt x="9333" y="12714"/>
                    <a:pt x="10158" y="12556"/>
                    <a:pt x="10941" y="12230"/>
                  </a:cubicBezTo>
                  <a:cubicBezTo>
                    <a:pt x="13311" y="11244"/>
                    <a:pt x="14866" y="8931"/>
                    <a:pt x="14866" y="6352"/>
                  </a:cubicBezTo>
                  <a:cubicBezTo>
                    <a:pt x="14866" y="2856"/>
                    <a:pt x="12041" y="0"/>
                    <a:pt x="85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35"/>
            <p:cNvSpPr/>
            <p:nvPr/>
          </p:nvSpPr>
          <p:spPr>
            <a:xfrm>
              <a:off x="5860088" y="1372000"/>
              <a:ext cx="53125" cy="158825"/>
            </a:xfrm>
            <a:custGeom>
              <a:avLst/>
              <a:gdLst/>
              <a:ahLst/>
              <a:cxnLst/>
              <a:rect l="l" t="t" r="r" b="b"/>
              <a:pathLst>
                <a:path w="2125" h="6353" extrusionOk="0">
                  <a:moveTo>
                    <a:pt x="1" y="0"/>
                  </a:moveTo>
                  <a:lnTo>
                    <a:pt x="1" y="6353"/>
                  </a:lnTo>
                  <a:lnTo>
                    <a:pt x="2124" y="6353"/>
                  </a:lnTo>
                  <a:lnTo>
                    <a:pt x="212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35"/>
            <p:cNvSpPr/>
            <p:nvPr/>
          </p:nvSpPr>
          <p:spPr>
            <a:xfrm>
              <a:off x="5807463" y="1425100"/>
              <a:ext cx="52650" cy="105725"/>
            </a:xfrm>
            <a:custGeom>
              <a:avLst/>
              <a:gdLst/>
              <a:ahLst/>
              <a:cxnLst/>
              <a:rect l="l" t="t" r="r" b="b"/>
              <a:pathLst>
                <a:path w="2106" h="4229" extrusionOk="0">
                  <a:moveTo>
                    <a:pt x="1" y="0"/>
                  </a:moveTo>
                  <a:lnTo>
                    <a:pt x="1" y="4229"/>
                  </a:lnTo>
                  <a:lnTo>
                    <a:pt x="2106" y="4229"/>
                  </a:lnTo>
                  <a:lnTo>
                    <a:pt x="2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35"/>
            <p:cNvSpPr/>
            <p:nvPr/>
          </p:nvSpPr>
          <p:spPr>
            <a:xfrm>
              <a:off x="5754388" y="1478175"/>
              <a:ext cx="53100" cy="52650"/>
            </a:xfrm>
            <a:custGeom>
              <a:avLst/>
              <a:gdLst/>
              <a:ahLst/>
              <a:cxnLst/>
              <a:rect l="l" t="t" r="r" b="b"/>
              <a:pathLst>
                <a:path w="2124" h="2106" extrusionOk="0">
                  <a:moveTo>
                    <a:pt x="0" y="1"/>
                  </a:moveTo>
                  <a:lnTo>
                    <a:pt x="0" y="2106"/>
                  </a:lnTo>
                  <a:lnTo>
                    <a:pt x="2124" y="2106"/>
                  </a:lnTo>
                  <a:lnTo>
                    <a:pt x="212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35"/>
            <p:cNvSpPr/>
            <p:nvPr/>
          </p:nvSpPr>
          <p:spPr>
            <a:xfrm>
              <a:off x="5720513" y="1326975"/>
              <a:ext cx="133925" cy="84575"/>
            </a:xfrm>
            <a:custGeom>
              <a:avLst/>
              <a:gdLst/>
              <a:ahLst/>
              <a:cxnLst/>
              <a:rect l="l" t="t" r="r" b="b"/>
              <a:pathLst>
                <a:path w="5357" h="3383" extrusionOk="0">
                  <a:moveTo>
                    <a:pt x="4882" y="0"/>
                  </a:moveTo>
                  <a:cubicBezTo>
                    <a:pt x="2891" y="0"/>
                    <a:pt x="1071" y="1119"/>
                    <a:pt x="161" y="2901"/>
                  </a:cubicBezTo>
                  <a:cubicBezTo>
                    <a:pt x="1" y="3128"/>
                    <a:pt x="299" y="3382"/>
                    <a:pt x="544" y="3382"/>
                  </a:cubicBezTo>
                  <a:cubicBezTo>
                    <a:pt x="647" y="3382"/>
                    <a:pt x="741" y="3336"/>
                    <a:pt x="786" y="3224"/>
                  </a:cubicBezTo>
                  <a:cubicBezTo>
                    <a:pt x="1556" y="1684"/>
                    <a:pt x="3126" y="720"/>
                    <a:pt x="4832" y="720"/>
                  </a:cubicBezTo>
                  <a:cubicBezTo>
                    <a:pt x="4849" y="720"/>
                    <a:pt x="4865" y="720"/>
                    <a:pt x="4882" y="721"/>
                  </a:cubicBezTo>
                  <a:cubicBezTo>
                    <a:pt x="5356" y="721"/>
                    <a:pt x="5356" y="0"/>
                    <a:pt x="488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35"/>
            <p:cNvSpPr/>
            <p:nvPr/>
          </p:nvSpPr>
          <p:spPr>
            <a:xfrm>
              <a:off x="5710288" y="1426975"/>
              <a:ext cx="15675" cy="13450"/>
            </a:xfrm>
            <a:custGeom>
              <a:avLst/>
              <a:gdLst/>
              <a:ahLst/>
              <a:cxnLst/>
              <a:rect l="l" t="t" r="r" b="b"/>
              <a:pathLst>
                <a:path w="627" h="538" extrusionOk="0">
                  <a:moveTo>
                    <a:pt x="361" y="1"/>
                  </a:moveTo>
                  <a:cubicBezTo>
                    <a:pt x="115" y="1"/>
                    <a:pt x="1" y="285"/>
                    <a:pt x="171" y="456"/>
                  </a:cubicBezTo>
                  <a:cubicBezTo>
                    <a:pt x="221" y="512"/>
                    <a:pt x="288" y="538"/>
                    <a:pt x="354" y="538"/>
                  </a:cubicBezTo>
                  <a:cubicBezTo>
                    <a:pt x="490" y="538"/>
                    <a:pt x="627" y="432"/>
                    <a:pt x="627" y="266"/>
                  </a:cubicBezTo>
                  <a:cubicBezTo>
                    <a:pt x="608" y="115"/>
                    <a:pt x="494" y="1"/>
                    <a:pt x="36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35"/>
            <p:cNvSpPr/>
            <p:nvPr/>
          </p:nvSpPr>
          <p:spPr>
            <a:xfrm>
              <a:off x="5618463" y="1291725"/>
              <a:ext cx="515175" cy="452225"/>
            </a:xfrm>
            <a:custGeom>
              <a:avLst/>
              <a:gdLst/>
              <a:ahLst/>
              <a:cxnLst/>
              <a:rect l="l" t="t" r="r" b="b"/>
              <a:pathLst>
                <a:path w="20607" h="18089" extrusionOk="0">
                  <a:moveTo>
                    <a:pt x="8963" y="714"/>
                  </a:moveTo>
                  <a:cubicBezTo>
                    <a:pt x="11160" y="714"/>
                    <a:pt x="13248" y="1913"/>
                    <a:pt x="14311" y="3951"/>
                  </a:cubicBezTo>
                  <a:cubicBezTo>
                    <a:pt x="15676" y="6568"/>
                    <a:pt x="14937" y="9772"/>
                    <a:pt x="12567" y="11536"/>
                  </a:cubicBezTo>
                  <a:cubicBezTo>
                    <a:pt x="11524" y="12313"/>
                    <a:pt x="10272" y="12730"/>
                    <a:pt x="8983" y="12730"/>
                  </a:cubicBezTo>
                  <a:cubicBezTo>
                    <a:pt x="6044" y="12730"/>
                    <a:pt x="3522" y="10587"/>
                    <a:pt x="3048" y="7667"/>
                  </a:cubicBezTo>
                  <a:cubicBezTo>
                    <a:pt x="2593" y="4766"/>
                    <a:pt x="4300" y="1941"/>
                    <a:pt x="7087" y="1012"/>
                  </a:cubicBezTo>
                  <a:cubicBezTo>
                    <a:pt x="7707" y="811"/>
                    <a:pt x="8340" y="714"/>
                    <a:pt x="8963" y="714"/>
                  </a:cubicBezTo>
                  <a:close/>
                  <a:moveTo>
                    <a:pt x="14065" y="11080"/>
                  </a:moveTo>
                  <a:cubicBezTo>
                    <a:pt x="14425" y="11422"/>
                    <a:pt x="14823" y="11782"/>
                    <a:pt x="15221" y="12123"/>
                  </a:cubicBezTo>
                  <a:lnTo>
                    <a:pt x="14368" y="12996"/>
                  </a:lnTo>
                  <a:cubicBezTo>
                    <a:pt x="14027" y="12597"/>
                    <a:pt x="13667" y="12199"/>
                    <a:pt x="13306" y="11839"/>
                  </a:cubicBezTo>
                  <a:cubicBezTo>
                    <a:pt x="13572" y="11611"/>
                    <a:pt x="13837" y="11346"/>
                    <a:pt x="14065" y="11080"/>
                  </a:cubicBezTo>
                  <a:close/>
                  <a:moveTo>
                    <a:pt x="15771" y="12578"/>
                  </a:moveTo>
                  <a:cubicBezTo>
                    <a:pt x="16302" y="13015"/>
                    <a:pt x="16852" y="13413"/>
                    <a:pt x="17440" y="13792"/>
                  </a:cubicBezTo>
                  <a:lnTo>
                    <a:pt x="19146" y="14892"/>
                  </a:lnTo>
                  <a:cubicBezTo>
                    <a:pt x="19696" y="15385"/>
                    <a:pt x="19772" y="16219"/>
                    <a:pt x="19336" y="16826"/>
                  </a:cubicBezTo>
                  <a:cubicBezTo>
                    <a:pt x="19051" y="17179"/>
                    <a:pt x="18630" y="17360"/>
                    <a:pt x="18207" y="17360"/>
                  </a:cubicBezTo>
                  <a:cubicBezTo>
                    <a:pt x="17814" y="17360"/>
                    <a:pt x="17420" y="17203"/>
                    <a:pt x="17137" y="16883"/>
                  </a:cubicBezTo>
                  <a:lnTo>
                    <a:pt x="16094" y="15233"/>
                  </a:lnTo>
                  <a:cubicBezTo>
                    <a:pt x="15714" y="14645"/>
                    <a:pt x="15278" y="14076"/>
                    <a:pt x="14823" y="13526"/>
                  </a:cubicBezTo>
                  <a:lnTo>
                    <a:pt x="15771" y="12578"/>
                  </a:lnTo>
                  <a:close/>
                  <a:moveTo>
                    <a:pt x="8922" y="0"/>
                  </a:moveTo>
                  <a:cubicBezTo>
                    <a:pt x="7272" y="0"/>
                    <a:pt x="5590" y="612"/>
                    <a:pt x="4224" y="1979"/>
                  </a:cubicBezTo>
                  <a:cubicBezTo>
                    <a:pt x="1" y="6202"/>
                    <a:pt x="2983" y="13432"/>
                    <a:pt x="8960" y="13432"/>
                  </a:cubicBezTo>
                  <a:cubicBezTo>
                    <a:pt x="8967" y="13432"/>
                    <a:pt x="8975" y="13432"/>
                    <a:pt x="8983" y="13432"/>
                  </a:cubicBezTo>
                  <a:cubicBezTo>
                    <a:pt x="9012" y="13432"/>
                    <a:pt x="9042" y="13432"/>
                    <a:pt x="9071" y="13432"/>
                  </a:cubicBezTo>
                  <a:cubicBezTo>
                    <a:pt x="10386" y="13432"/>
                    <a:pt x="11662" y="13017"/>
                    <a:pt x="12737" y="12294"/>
                  </a:cubicBezTo>
                  <a:cubicBezTo>
                    <a:pt x="13761" y="13318"/>
                    <a:pt x="14690" y="14437"/>
                    <a:pt x="15506" y="15631"/>
                  </a:cubicBezTo>
                  <a:lnTo>
                    <a:pt x="16568" y="17300"/>
                  </a:lnTo>
                  <a:cubicBezTo>
                    <a:pt x="16587" y="17300"/>
                    <a:pt x="16587" y="17319"/>
                    <a:pt x="16606" y="17338"/>
                  </a:cubicBezTo>
                  <a:cubicBezTo>
                    <a:pt x="17025" y="17836"/>
                    <a:pt x="17622" y="18089"/>
                    <a:pt x="18221" y="18089"/>
                  </a:cubicBezTo>
                  <a:cubicBezTo>
                    <a:pt x="18761" y="18089"/>
                    <a:pt x="19302" y="17884"/>
                    <a:pt x="19715" y="17470"/>
                  </a:cubicBezTo>
                  <a:cubicBezTo>
                    <a:pt x="20606" y="16579"/>
                    <a:pt x="20531" y="15138"/>
                    <a:pt x="19583" y="14342"/>
                  </a:cubicBezTo>
                  <a:lnTo>
                    <a:pt x="19545" y="14323"/>
                  </a:lnTo>
                  <a:lnTo>
                    <a:pt x="17800" y="13204"/>
                  </a:lnTo>
                  <a:cubicBezTo>
                    <a:pt x="16625" y="12408"/>
                    <a:pt x="15525" y="11517"/>
                    <a:pt x="14501" y="10531"/>
                  </a:cubicBezTo>
                  <a:cubicBezTo>
                    <a:pt x="15278" y="9412"/>
                    <a:pt x="15695" y="8085"/>
                    <a:pt x="15695" y="6738"/>
                  </a:cubicBezTo>
                  <a:cubicBezTo>
                    <a:pt x="15695" y="2683"/>
                    <a:pt x="12378" y="0"/>
                    <a:pt x="892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35"/>
            <p:cNvSpPr/>
            <p:nvPr/>
          </p:nvSpPr>
          <p:spPr>
            <a:xfrm>
              <a:off x="5724988" y="1363475"/>
              <a:ext cx="217600" cy="176350"/>
            </a:xfrm>
            <a:custGeom>
              <a:avLst/>
              <a:gdLst/>
              <a:ahLst/>
              <a:cxnLst/>
              <a:rect l="l" t="t" r="r" b="b"/>
              <a:pathLst>
                <a:path w="8704" h="7054" extrusionOk="0">
                  <a:moveTo>
                    <a:pt x="2940" y="4949"/>
                  </a:moveTo>
                  <a:lnTo>
                    <a:pt x="2940" y="6352"/>
                  </a:lnTo>
                  <a:lnTo>
                    <a:pt x="1518" y="6352"/>
                  </a:lnTo>
                  <a:lnTo>
                    <a:pt x="1518" y="4949"/>
                  </a:lnTo>
                  <a:close/>
                  <a:moveTo>
                    <a:pt x="5063" y="2825"/>
                  </a:moveTo>
                  <a:lnTo>
                    <a:pt x="5063" y="6352"/>
                  </a:lnTo>
                  <a:lnTo>
                    <a:pt x="3641" y="6352"/>
                  </a:lnTo>
                  <a:lnTo>
                    <a:pt x="3641" y="2825"/>
                  </a:lnTo>
                  <a:close/>
                  <a:moveTo>
                    <a:pt x="7187" y="702"/>
                  </a:moveTo>
                  <a:lnTo>
                    <a:pt x="7187" y="6352"/>
                  </a:lnTo>
                  <a:lnTo>
                    <a:pt x="5765" y="6352"/>
                  </a:lnTo>
                  <a:lnTo>
                    <a:pt x="5765" y="702"/>
                  </a:lnTo>
                  <a:close/>
                  <a:moveTo>
                    <a:pt x="5405" y="0"/>
                  </a:moveTo>
                  <a:cubicBezTo>
                    <a:pt x="5215" y="0"/>
                    <a:pt x="5063" y="152"/>
                    <a:pt x="5063" y="341"/>
                  </a:cubicBezTo>
                  <a:lnTo>
                    <a:pt x="5063" y="2105"/>
                  </a:lnTo>
                  <a:lnTo>
                    <a:pt x="3300" y="2105"/>
                  </a:lnTo>
                  <a:cubicBezTo>
                    <a:pt x="3091" y="2105"/>
                    <a:pt x="2940" y="2276"/>
                    <a:pt x="2940" y="2465"/>
                  </a:cubicBezTo>
                  <a:lnTo>
                    <a:pt x="2940" y="4229"/>
                  </a:lnTo>
                  <a:lnTo>
                    <a:pt x="1176" y="4229"/>
                  </a:lnTo>
                  <a:cubicBezTo>
                    <a:pt x="987" y="4229"/>
                    <a:pt x="816" y="4380"/>
                    <a:pt x="816" y="4589"/>
                  </a:cubicBezTo>
                  <a:lnTo>
                    <a:pt x="816" y="6352"/>
                  </a:lnTo>
                  <a:lnTo>
                    <a:pt x="475" y="6352"/>
                  </a:lnTo>
                  <a:cubicBezTo>
                    <a:pt x="1" y="6352"/>
                    <a:pt x="1" y="7054"/>
                    <a:pt x="475" y="7054"/>
                  </a:cubicBezTo>
                  <a:lnTo>
                    <a:pt x="8230" y="7054"/>
                  </a:lnTo>
                  <a:cubicBezTo>
                    <a:pt x="8704" y="7054"/>
                    <a:pt x="8704" y="6352"/>
                    <a:pt x="8230" y="6352"/>
                  </a:cubicBezTo>
                  <a:lnTo>
                    <a:pt x="7889" y="6352"/>
                  </a:lnTo>
                  <a:lnTo>
                    <a:pt x="7889" y="341"/>
                  </a:lnTo>
                  <a:cubicBezTo>
                    <a:pt x="7889" y="152"/>
                    <a:pt x="7718" y="0"/>
                    <a:pt x="752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1" name="Google Shape;681;p35"/>
          <p:cNvGrpSpPr/>
          <p:nvPr/>
        </p:nvGrpSpPr>
        <p:grpSpPr>
          <a:xfrm>
            <a:off x="2304461" y="2622860"/>
            <a:ext cx="365778" cy="297855"/>
            <a:chOff x="5899913" y="4248925"/>
            <a:chExt cx="639025" cy="524300"/>
          </a:xfrm>
        </p:grpSpPr>
        <p:sp>
          <p:nvSpPr>
            <p:cNvPr id="682" name="Google Shape;682;p35"/>
            <p:cNvSpPr/>
            <p:nvPr/>
          </p:nvSpPr>
          <p:spPr>
            <a:xfrm>
              <a:off x="5937363" y="4261725"/>
              <a:ext cx="564600" cy="399175"/>
            </a:xfrm>
            <a:custGeom>
              <a:avLst/>
              <a:gdLst/>
              <a:ahLst/>
              <a:cxnLst/>
              <a:rect l="l" t="t" r="r" b="b"/>
              <a:pathLst>
                <a:path w="22584" h="15967" extrusionOk="0">
                  <a:moveTo>
                    <a:pt x="1005" y="1"/>
                  </a:moveTo>
                  <a:cubicBezTo>
                    <a:pt x="455" y="1"/>
                    <a:pt x="0" y="437"/>
                    <a:pt x="19" y="986"/>
                  </a:cubicBezTo>
                  <a:lnTo>
                    <a:pt x="19" y="15966"/>
                  </a:lnTo>
                  <a:lnTo>
                    <a:pt x="22584" y="15966"/>
                  </a:lnTo>
                  <a:lnTo>
                    <a:pt x="22584" y="986"/>
                  </a:lnTo>
                  <a:cubicBezTo>
                    <a:pt x="22584" y="437"/>
                    <a:pt x="22128" y="1"/>
                    <a:pt x="2157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35"/>
            <p:cNvSpPr/>
            <p:nvPr/>
          </p:nvSpPr>
          <p:spPr>
            <a:xfrm>
              <a:off x="6070088" y="4498750"/>
              <a:ext cx="299150" cy="112375"/>
            </a:xfrm>
            <a:custGeom>
              <a:avLst/>
              <a:gdLst/>
              <a:ahLst/>
              <a:cxnLst/>
              <a:rect l="l" t="t" r="r" b="b"/>
              <a:pathLst>
                <a:path w="11966" h="4495" extrusionOk="0">
                  <a:moveTo>
                    <a:pt x="2997" y="0"/>
                  </a:moveTo>
                  <a:lnTo>
                    <a:pt x="1" y="1498"/>
                  </a:lnTo>
                  <a:lnTo>
                    <a:pt x="5992" y="4494"/>
                  </a:lnTo>
                  <a:lnTo>
                    <a:pt x="11965" y="1498"/>
                  </a:lnTo>
                  <a:lnTo>
                    <a:pt x="898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35"/>
            <p:cNvSpPr/>
            <p:nvPr/>
          </p:nvSpPr>
          <p:spPr>
            <a:xfrm>
              <a:off x="6070088" y="4423850"/>
              <a:ext cx="299150" cy="112375"/>
            </a:xfrm>
            <a:custGeom>
              <a:avLst/>
              <a:gdLst/>
              <a:ahLst/>
              <a:cxnLst/>
              <a:rect l="l" t="t" r="r" b="b"/>
              <a:pathLst>
                <a:path w="11966" h="4495" extrusionOk="0">
                  <a:moveTo>
                    <a:pt x="2997" y="0"/>
                  </a:moveTo>
                  <a:lnTo>
                    <a:pt x="1" y="1517"/>
                  </a:lnTo>
                  <a:lnTo>
                    <a:pt x="5992" y="4494"/>
                  </a:lnTo>
                  <a:lnTo>
                    <a:pt x="11965" y="1517"/>
                  </a:lnTo>
                  <a:lnTo>
                    <a:pt x="8988" y="0"/>
                  </a:lnTo>
                  <a:close/>
                </a:path>
              </a:pathLst>
            </a:custGeom>
            <a:solidFill>
              <a:srgbClr val="DBA0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35"/>
            <p:cNvSpPr/>
            <p:nvPr/>
          </p:nvSpPr>
          <p:spPr>
            <a:xfrm>
              <a:off x="6070088" y="4311975"/>
              <a:ext cx="299150" cy="149825"/>
            </a:xfrm>
            <a:custGeom>
              <a:avLst/>
              <a:gdLst/>
              <a:ahLst/>
              <a:cxnLst/>
              <a:rect l="l" t="t" r="r" b="b"/>
              <a:pathLst>
                <a:path w="11966" h="5993" extrusionOk="0">
                  <a:moveTo>
                    <a:pt x="5992" y="0"/>
                  </a:moveTo>
                  <a:lnTo>
                    <a:pt x="1" y="2996"/>
                  </a:lnTo>
                  <a:lnTo>
                    <a:pt x="5992" y="5992"/>
                  </a:lnTo>
                  <a:lnTo>
                    <a:pt x="11965" y="2977"/>
                  </a:lnTo>
                  <a:lnTo>
                    <a:pt x="599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35"/>
            <p:cNvSpPr/>
            <p:nvPr/>
          </p:nvSpPr>
          <p:spPr>
            <a:xfrm>
              <a:off x="5912713" y="4660875"/>
              <a:ext cx="613900" cy="100025"/>
            </a:xfrm>
            <a:custGeom>
              <a:avLst/>
              <a:gdLst/>
              <a:ahLst/>
              <a:cxnLst/>
              <a:rect l="l" t="t" r="r" b="b"/>
              <a:pathLst>
                <a:path w="24556" h="4001" extrusionOk="0">
                  <a:moveTo>
                    <a:pt x="0" y="0"/>
                  </a:moveTo>
                  <a:lnTo>
                    <a:pt x="0" y="1005"/>
                  </a:lnTo>
                  <a:cubicBezTo>
                    <a:pt x="0" y="2655"/>
                    <a:pt x="1347" y="4001"/>
                    <a:pt x="2996" y="4001"/>
                  </a:cubicBezTo>
                  <a:lnTo>
                    <a:pt x="21560" y="4001"/>
                  </a:lnTo>
                  <a:cubicBezTo>
                    <a:pt x="23209" y="4001"/>
                    <a:pt x="24556" y="2655"/>
                    <a:pt x="24556" y="1005"/>
                  </a:cubicBezTo>
                  <a:lnTo>
                    <a:pt x="2455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35"/>
            <p:cNvSpPr/>
            <p:nvPr/>
          </p:nvSpPr>
          <p:spPr>
            <a:xfrm>
              <a:off x="6157313" y="4698300"/>
              <a:ext cx="29425" cy="25150"/>
            </a:xfrm>
            <a:custGeom>
              <a:avLst/>
              <a:gdLst/>
              <a:ahLst/>
              <a:cxnLst/>
              <a:rect l="l" t="t" r="r" b="b"/>
              <a:pathLst>
                <a:path w="1177" h="1006" extrusionOk="0">
                  <a:moveTo>
                    <a:pt x="498" y="1"/>
                  </a:moveTo>
                  <a:cubicBezTo>
                    <a:pt x="242" y="1"/>
                    <a:pt x="1" y="200"/>
                    <a:pt x="1" y="494"/>
                  </a:cubicBezTo>
                  <a:cubicBezTo>
                    <a:pt x="1" y="778"/>
                    <a:pt x="228" y="1006"/>
                    <a:pt x="494" y="1006"/>
                  </a:cubicBezTo>
                  <a:cubicBezTo>
                    <a:pt x="949" y="1006"/>
                    <a:pt x="1176" y="456"/>
                    <a:pt x="854" y="153"/>
                  </a:cubicBezTo>
                  <a:cubicBezTo>
                    <a:pt x="749" y="48"/>
                    <a:pt x="621" y="1"/>
                    <a:pt x="4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35"/>
            <p:cNvSpPr/>
            <p:nvPr/>
          </p:nvSpPr>
          <p:spPr>
            <a:xfrm>
              <a:off x="5899913" y="4248925"/>
              <a:ext cx="639025" cy="524300"/>
            </a:xfrm>
            <a:custGeom>
              <a:avLst/>
              <a:gdLst/>
              <a:ahLst/>
              <a:cxnLst/>
              <a:rect l="l" t="t" r="r" b="b"/>
              <a:pathLst>
                <a:path w="25561" h="20972" extrusionOk="0">
                  <a:moveTo>
                    <a:pt x="23077" y="1006"/>
                  </a:moveTo>
                  <a:cubicBezTo>
                    <a:pt x="23342" y="1006"/>
                    <a:pt x="23570" y="1233"/>
                    <a:pt x="23570" y="1498"/>
                  </a:cubicBezTo>
                  <a:lnTo>
                    <a:pt x="23570" y="15985"/>
                  </a:lnTo>
                  <a:lnTo>
                    <a:pt x="2010" y="15985"/>
                  </a:lnTo>
                  <a:lnTo>
                    <a:pt x="2010" y="1498"/>
                  </a:lnTo>
                  <a:cubicBezTo>
                    <a:pt x="2010" y="1233"/>
                    <a:pt x="2238" y="1006"/>
                    <a:pt x="2503" y="1006"/>
                  </a:cubicBezTo>
                  <a:close/>
                  <a:moveTo>
                    <a:pt x="24575" y="16971"/>
                  </a:moveTo>
                  <a:lnTo>
                    <a:pt x="24575" y="17483"/>
                  </a:lnTo>
                  <a:cubicBezTo>
                    <a:pt x="24575" y="18848"/>
                    <a:pt x="23456" y="19967"/>
                    <a:pt x="22072" y="19967"/>
                  </a:cubicBezTo>
                  <a:lnTo>
                    <a:pt x="3508" y="19967"/>
                  </a:lnTo>
                  <a:cubicBezTo>
                    <a:pt x="2124" y="19967"/>
                    <a:pt x="1005" y="18848"/>
                    <a:pt x="1005" y="17483"/>
                  </a:cubicBezTo>
                  <a:lnTo>
                    <a:pt x="1005" y="16971"/>
                  </a:lnTo>
                  <a:close/>
                  <a:moveTo>
                    <a:pt x="2503" y="1"/>
                  </a:moveTo>
                  <a:cubicBezTo>
                    <a:pt x="1688" y="1"/>
                    <a:pt x="1005" y="683"/>
                    <a:pt x="1005" y="1498"/>
                  </a:cubicBezTo>
                  <a:lnTo>
                    <a:pt x="1005" y="15985"/>
                  </a:lnTo>
                  <a:lnTo>
                    <a:pt x="512" y="15985"/>
                  </a:lnTo>
                  <a:cubicBezTo>
                    <a:pt x="228" y="15985"/>
                    <a:pt x="0" y="16194"/>
                    <a:pt x="0" y="16478"/>
                  </a:cubicBezTo>
                  <a:lnTo>
                    <a:pt x="0" y="17483"/>
                  </a:lnTo>
                  <a:cubicBezTo>
                    <a:pt x="19" y="19398"/>
                    <a:pt x="1574" y="20972"/>
                    <a:pt x="3508" y="20972"/>
                  </a:cubicBezTo>
                  <a:lnTo>
                    <a:pt x="22072" y="20972"/>
                  </a:lnTo>
                  <a:cubicBezTo>
                    <a:pt x="24006" y="20972"/>
                    <a:pt x="25561" y="19417"/>
                    <a:pt x="25561" y="17483"/>
                  </a:cubicBezTo>
                  <a:lnTo>
                    <a:pt x="25561" y="16478"/>
                  </a:lnTo>
                  <a:cubicBezTo>
                    <a:pt x="25561" y="16194"/>
                    <a:pt x="25352" y="15985"/>
                    <a:pt x="25068" y="15985"/>
                  </a:cubicBezTo>
                  <a:lnTo>
                    <a:pt x="24575" y="15985"/>
                  </a:lnTo>
                  <a:lnTo>
                    <a:pt x="24575" y="1498"/>
                  </a:lnTo>
                  <a:cubicBezTo>
                    <a:pt x="24575" y="683"/>
                    <a:pt x="23892" y="1"/>
                    <a:pt x="2307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35"/>
            <p:cNvSpPr/>
            <p:nvPr/>
          </p:nvSpPr>
          <p:spPr>
            <a:xfrm>
              <a:off x="6202813" y="4698325"/>
              <a:ext cx="83475" cy="25125"/>
            </a:xfrm>
            <a:custGeom>
              <a:avLst/>
              <a:gdLst/>
              <a:ahLst/>
              <a:cxnLst/>
              <a:rect l="l" t="t" r="r" b="b"/>
              <a:pathLst>
                <a:path w="3339" h="1005" extrusionOk="0">
                  <a:moveTo>
                    <a:pt x="683" y="0"/>
                  </a:moveTo>
                  <a:cubicBezTo>
                    <a:pt x="1" y="0"/>
                    <a:pt x="1" y="1005"/>
                    <a:pt x="683" y="1005"/>
                  </a:cubicBezTo>
                  <a:lnTo>
                    <a:pt x="2674" y="1005"/>
                  </a:lnTo>
                  <a:cubicBezTo>
                    <a:pt x="3338" y="1005"/>
                    <a:pt x="3338" y="0"/>
                    <a:pt x="267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35"/>
            <p:cNvSpPr/>
            <p:nvPr/>
          </p:nvSpPr>
          <p:spPr>
            <a:xfrm>
              <a:off x="6054913" y="4299050"/>
              <a:ext cx="329500" cy="324400"/>
            </a:xfrm>
            <a:custGeom>
              <a:avLst/>
              <a:gdLst/>
              <a:ahLst/>
              <a:cxnLst/>
              <a:rect l="l" t="t" r="r" b="b"/>
              <a:pathLst>
                <a:path w="13180" h="12976" extrusionOk="0">
                  <a:moveTo>
                    <a:pt x="6599" y="1048"/>
                  </a:moveTo>
                  <a:lnTo>
                    <a:pt x="11454" y="3494"/>
                  </a:lnTo>
                  <a:lnTo>
                    <a:pt x="6599" y="5921"/>
                  </a:lnTo>
                  <a:lnTo>
                    <a:pt x="1707" y="3494"/>
                  </a:lnTo>
                  <a:lnTo>
                    <a:pt x="6599" y="1048"/>
                  </a:lnTo>
                  <a:close/>
                  <a:moveTo>
                    <a:pt x="9595" y="5561"/>
                  </a:moveTo>
                  <a:lnTo>
                    <a:pt x="11454" y="6490"/>
                  </a:lnTo>
                  <a:lnTo>
                    <a:pt x="6599" y="8917"/>
                  </a:lnTo>
                  <a:lnTo>
                    <a:pt x="1707" y="6509"/>
                  </a:lnTo>
                  <a:lnTo>
                    <a:pt x="3604" y="5561"/>
                  </a:lnTo>
                  <a:lnTo>
                    <a:pt x="6372" y="6945"/>
                  </a:lnTo>
                  <a:cubicBezTo>
                    <a:pt x="6429" y="6964"/>
                    <a:pt x="6505" y="6983"/>
                    <a:pt x="6599" y="6983"/>
                  </a:cubicBezTo>
                  <a:cubicBezTo>
                    <a:pt x="6675" y="6983"/>
                    <a:pt x="6751" y="6964"/>
                    <a:pt x="6808" y="6945"/>
                  </a:cubicBezTo>
                  <a:lnTo>
                    <a:pt x="9595" y="5561"/>
                  </a:lnTo>
                  <a:close/>
                  <a:moveTo>
                    <a:pt x="9595" y="8538"/>
                  </a:moveTo>
                  <a:lnTo>
                    <a:pt x="11454" y="9486"/>
                  </a:lnTo>
                  <a:lnTo>
                    <a:pt x="6599" y="11913"/>
                  </a:lnTo>
                  <a:lnTo>
                    <a:pt x="1707" y="9486"/>
                  </a:lnTo>
                  <a:lnTo>
                    <a:pt x="3585" y="8538"/>
                  </a:lnTo>
                  <a:lnTo>
                    <a:pt x="6372" y="9922"/>
                  </a:lnTo>
                  <a:cubicBezTo>
                    <a:pt x="6429" y="9960"/>
                    <a:pt x="6505" y="9979"/>
                    <a:pt x="6599" y="9979"/>
                  </a:cubicBezTo>
                  <a:cubicBezTo>
                    <a:pt x="6675" y="9979"/>
                    <a:pt x="6751" y="9960"/>
                    <a:pt x="6808" y="9922"/>
                  </a:cubicBezTo>
                  <a:lnTo>
                    <a:pt x="9595" y="8538"/>
                  </a:lnTo>
                  <a:close/>
                  <a:moveTo>
                    <a:pt x="6590" y="1"/>
                  </a:moveTo>
                  <a:cubicBezTo>
                    <a:pt x="6514" y="1"/>
                    <a:pt x="6438" y="15"/>
                    <a:pt x="6372" y="43"/>
                  </a:cubicBezTo>
                  <a:lnTo>
                    <a:pt x="380" y="3039"/>
                  </a:lnTo>
                  <a:cubicBezTo>
                    <a:pt x="209" y="3134"/>
                    <a:pt x="96" y="3305"/>
                    <a:pt x="96" y="3494"/>
                  </a:cubicBezTo>
                  <a:cubicBezTo>
                    <a:pt x="96" y="3684"/>
                    <a:pt x="209" y="3855"/>
                    <a:pt x="380" y="3930"/>
                  </a:cubicBezTo>
                  <a:lnTo>
                    <a:pt x="2485" y="4992"/>
                  </a:lnTo>
                  <a:lnTo>
                    <a:pt x="380" y="6035"/>
                  </a:lnTo>
                  <a:cubicBezTo>
                    <a:pt x="1" y="6225"/>
                    <a:pt x="1" y="6756"/>
                    <a:pt x="380" y="6926"/>
                  </a:cubicBezTo>
                  <a:lnTo>
                    <a:pt x="2485" y="7988"/>
                  </a:lnTo>
                  <a:lnTo>
                    <a:pt x="380" y="9031"/>
                  </a:lnTo>
                  <a:cubicBezTo>
                    <a:pt x="1" y="9221"/>
                    <a:pt x="1" y="9752"/>
                    <a:pt x="380" y="9922"/>
                  </a:cubicBezTo>
                  <a:lnTo>
                    <a:pt x="6372" y="12918"/>
                  </a:lnTo>
                  <a:cubicBezTo>
                    <a:pt x="6448" y="12956"/>
                    <a:pt x="6524" y="12975"/>
                    <a:pt x="6599" y="12975"/>
                  </a:cubicBezTo>
                  <a:cubicBezTo>
                    <a:pt x="6675" y="12975"/>
                    <a:pt x="6751" y="12956"/>
                    <a:pt x="6827" y="12918"/>
                  </a:cubicBezTo>
                  <a:lnTo>
                    <a:pt x="12800" y="9922"/>
                  </a:lnTo>
                  <a:cubicBezTo>
                    <a:pt x="13179" y="9752"/>
                    <a:pt x="13179" y="9221"/>
                    <a:pt x="12800" y="9031"/>
                  </a:cubicBezTo>
                  <a:lnTo>
                    <a:pt x="10714" y="7988"/>
                  </a:lnTo>
                  <a:lnTo>
                    <a:pt x="12800" y="6926"/>
                  </a:lnTo>
                  <a:cubicBezTo>
                    <a:pt x="13179" y="6756"/>
                    <a:pt x="13179" y="6225"/>
                    <a:pt x="12800" y="6035"/>
                  </a:cubicBezTo>
                  <a:lnTo>
                    <a:pt x="10714" y="4992"/>
                  </a:lnTo>
                  <a:lnTo>
                    <a:pt x="12800" y="3930"/>
                  </a:lnTo>
                  <a:cubicBezTo>
                    <a:pt x="12971" y="3855"/>
                    <a:pt x="13084" y="3684"/>
                    <a:pt x="13084" y="3494"/>
                  </a:cubicBezTo>
                  <a:cubicBezTo>
                    <a:pt x="13084" y="3305"/>
                    <a:pt x="12971" y="3134"/>
                    <a:pt x="12800" y="3039"/>
                  </a:cubicBezTo>
                  <a:lnTo>
                    <a:pt x="6808" y="43"/>
                  </a:lnTo>
                  <a:cubicBezTo>
                    <a:pt x="6742" y="15"/>
                    <a:pt x="6666" y="1"/>
                    <a:pt x="659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1" name="Google Shape;691;p35"/>
          <p:cNvGrpSpPr/>
          <p:nvPr/>
        </p:nvGrpSpPr>
        <p:grpSpPr>
          <a:xfrm>
            <a:off x="2731004" y="3571824"/>
            <a:ext cx="365767" cy="365751"/>
            <a:chOff x="4596788" y="1356600"/>
            <a:chExt cx="315725" cy="315575"/>
          </a:xfrm>
        </p:grpSpPr>
        <p:sp>
          <p:nvSpPr>
            <p:cNvPr id="692" name="Google Shape;692;p35"/>
            <p:cNvSpPr/>
            <p:nvPr/>
          </p:nvSpPr>
          <p:spPr>
            <a:xfrm>
              <a:off x="4602463" y="1362800"/>
              <a:ext cx="303425" cy="185100"/>
            </a:xfrm>
            <a:custGeom>
              <a:avLst/>
              <a:gdLst/>
              <a:ahLst/>
              <a:cxnLst/>
              <a:rect l="l" t="t" r="r" b="b"/>
              <a:pathLst>
                <a:path w="12137" h="7404" extrusionOk="0">
                  <a:moveTo>
                    <a:pt x="6576" y="1"/>
                  </a:moveTo>
                  <a:cubicBezTo>
                    <a:pt x="5120" y="1"/>
                    <a:pt x="3665" y="854"/>
                    <a:pt x="3167" y="2549"/>
                  </a:cubicBezTo>
                  <a:cubicBezTo>
                    <a:pt x="2959" y="2492"/>
                    <a:pt x="2750" y="2473"/>
                    <a:pt x="2542" y="2473"/>
                  </a:cubicBezTo>
                  <a:cubicBezTo>
                    <a:pt x="2530" y="2473"/>
                    <a:pt x="2518" y="2473"/>
                    <a:pt x="2507" y="2473"/>
                  </a:cubicBezTo>
                  <a:cubicBezTo>
                    <a:pt x="1157" y="2473"/>
                    <a:pt x="38" y="3566"/>
                    <a:pt x="1" y="4938"/>
                  </a:cubicBezTo>
                  <a:cubicBezTo>
                    <a:pt x="39" y="6303"/>
                    <a:pt x="1157" y="7403"/>
                    <a:pt x="2542" y="7403"/>
                  </a:cubicBezTo>
                  <a:lnTo>
                    <a:pt x="9595" y="7403"/>
                  </a:lnTo>
                  <a:cubicBezTo>
                    <a:pt x="10980" y="7403"/>
                    <a:pt x="12098" y="6303"/>
                    <a:pt x="12136" y="4938"/>
                  </a:cubicBezTo>
                  <a:cubicBezTo>
                    <a:pt x="12117" y="3687"/>
                    <a:pt x="11188" y="2663"/>
                    <a:pt x="9956" y="2492"/>
                  </a:cubicBezTo>
                  <a:lnTo>
                    <a:pt x="9956" y="2473"/>
                  </a:lnTo>
                  <a:cubicBezTo>
                    <a:pt x="9430" y="821"/>
                    <a:pt x="8003" y="1"/>
                    <a:pt x="657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35"/>
            <p:cNvSpPr/>
            <p:nvPr/>
          </p:nvSpPr>
          <p:spPr>
            <a:xfrm>
              <a:off x="4705338" y="1498575"/>
              <a:ext cx="98625" cy="167825"/>
            </a:xfrm>
            <a:custGeom>
              <a:avLst/>
              <a:gdLst/>
              <a:ahLst/>
              <a:cxnLst/>
              <a:rect l="l" t="t" r="r" b="b"/>
              <a:pathLst>
                <a:path w="3945" h="6713" extrusionOk="0">
                  <a:moveTo>
                    <a:pt x="1233" y="0"/>
                  </a:moveTo>
                  <a:lnTo>
                    <a:pt x="1233" y="3736"/>
                  </a:lnTo>
                  <a:lnTo>
                    <a:pt x="0" y="3736"/>
                  </a:lnTo>
                  <a:lnTo>
                    <a:pt x="1972" y="6713"/>
                  </a:lnTo>
                  <a:lnTo>
                    <a:pt x="3944" y="3736"/>
                  </a:lnTo>
                  <a:lnTo>
                    <a:pt x="2712" y="3736"/>
                  </a:lnTo>
                  <a:lnTo>
                    <a:pt x="271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35"/>
            <p:cNvSpPr/>
            <p:nvPr/>
          </p:nvSpPr>
          <p:spPr>
            <a:xfrm>
              <a:off x="4775013" y="1455575"/>
              <a:ext cx="13775" cy="12200"/>
            </a:xfrm>
            <a:custGeom>
              <a:avLst/>
              <a:gdLst/>
              <a:ahLst/>
              <a:cxnLst/>
              <a:rect l="l" t="t" r="r" b="b"/>
              <a:pathLst>
                <a:path w="551" h="488" extrusionOk="0">
                  <a:moveTo>
                    <a:pt x="236" y="1"/>
                  </a:moveTo>
                  <a:cubicBezTo>
                    <a:pt x="115" y="1"/>
                    <a:pt x="1" y="99"/>
                    <a:pt x="1" y="241"/>
                  </a:cubicBezTo>
                  <a:cubicBezTo>
                    <a:pt x="1" y="374"/>
                    <a:pt x="115" y="488"/>
                    <a:pt x="247" y="488"/>
                  </a:cubicBezTo>
                  <a:cubicBezTo>
                    <a:pt x="456" y="488"/>
                    <a:pt x="551" y="222"/>
                    <a:pt x="399" y="71"/>
                  </a:cubicBezTo>
                  <a:cubicBezTo>
                    <a:pt x="351" y="22"/>
                    <a:pt x="293" y="1"/>
                    <a:pt x="23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35"/>
            <p:cNvSpPr/>
            <p:nvPr/>
          </p:nvSpPr>
          <p:spPr>
            <a:xfrm>
              <a:off x="4596788" y="1356600"/>
              <a:ext cx="315725" cy="315575"/>
            </a:xfrm>
            <a:custGeom>
              <a:avLst/>
              <a:gdLst/>
              <a:ahLst/>
              <a:cxnLst/>
              <a:rect l="l" t="t" r="r" b="b"/>
              <a:pathLst>
                <a:path w="12629" h="12623" extrusionOk="0">
                  <a:moveTo>
                    <a:pt x="6804" y="501"/>
                  </a:moveTo>
                  <a:cubicBezTo>
                    <a:pt x="8025" y="501"/>
                    <a:pt x="9249" y="1152"/>
                    <a:pt x="9841" y="2475"/>
                  </a:cubicBezTo>
                  <a:cubicBezTo>
                    <a:pt x="9121" y="2475"/>
                    <a:pt x="8419" y="2759"/>
                    <a:pt x="7907" y="3271"/>
                  </a:cubicBezTo>
                  <a:cubicBezTo>
                    <a:pt x="7812" y="3366"/>
                    <a:pt x="7812" y="3518"/>
                    <a:pt x="7907" y="3612"/>
                  </a:cubicBezTo>
                  <a:cubicBezTo>
                    <a:pt x="7955" y="3660"/>
                    <a:pt x="8021" y="3683"/>
                    <a:pt x="8087" y="3683"/>
                  </a:cubicBezTo>
                  <a:cubicBezTo>
                    <a:pt x="8154" y="3683"/>
                    <a:pt x="8220" y="3660"/>
                    <a:pt x="8267" y="3612"/>
                  </a:cubicBezTo>
                  <a:cubicBezTo>
                    <a:pt x="8681" y="3199"/>
                    <a:pt x="9240" y="2959"/>
                    <a:pt x="9823" y="2959"/>
                  </a:cubicBezTo>
                  <a:cubicBezTo>
                    <a:pt x="9936" y="2959"/>
                    <a:pt x="10050" y="2968"/>
                    <a:pt x="10164" y="2987"/>
                  </a:cubicBezTo>
                  <a:cubicBezTo>
                    <a:pt x="11263" y="3119"/>
                    <a:pt x="12117" y="4048"/>
                    <a:pt x="12136" y="5186"/>
                  </a:cubicBezTo>
                  <a:cubicBezTo>
                    <a:pt x="12098" y="6419"/>
                    <a:pt x="11093" y="7405"/>
                    <a:pt x="9841" y="7405"/>
                  </a:cubicBezTo>
                  <a:lnTo>
                    <a:pt x="7281" y="7405"/>
                  </a:lnTo>
                  <a:lnTo>
                    <a:pt x="7281" y="5679"/>
                  </a:lnTo>
                  <a:cubicBezTo>
                    <a:pt x="7281" y="5546"/>
                    <a:pt x="7187" y="5433"/>
                    <a:pt x="7054" y="5433"/>
                  </a:cubicBezTo>
                  <a:lnTo>
                    <a:pt x="5575" y="5433"/>
                  </a:lnTo>
                  <a:cubicBezTo>
                    <a:pt x="5442" y="5433"/>
                    <a:pt x="5328" y="5546"/>
                    <a:pt x="5328" y="5679"/>
                  </a:cubicBezTo>
                  <a:lnTo>
                    <a:pt x="5328" y="7405"/>
                  </a:lnTo>
                  <a:lnTo>
                    <a:pt x="2788" y="7405"/>
                  </a:lnTo>
                  <a:cubicBezTo>
                    <a:pt x="1536" y="7405"/>
                    <a:pt x="512" y="6419"/>
                    <a:pt x="493" y="5186"/>
                  </a:cubicBezTo>
                  <a:cubicBezTo>
                    <a:pt x="512" y="3947"/>
                    <a:pt x="1517" y="2967"/>
                    <a:pt x="2752" y="2967"/>
                  </a:cubicBezTo>
                  <a:cubicBezTo>
                    <a:pt x="2764" y="2967"/>
                    <a:pt x="2776" y="2967"/>
                    <a:pt x="2788" y="2968"/>
                  </a:cubicBezTo>
                  <a:cubicBezTo>
                    <a:pt x="3375" y="2968"/>
                    <a:pt x="3925" y="3195"/>
                    <a:pt x="4342" y="3612"/>
                  </a:cubicBezTo>
                  <a:cubicBezTo>
                    <a:pt x="4395" y="3665"/>
                    <a:pt x="4455" y="3687"/>
                    <a:pt x="4514" y="3687"/>
                  </a:cubicBezTo>
                  <a:cubicBezTo>
                    <a:pt x="4706" y="3687"/>
                    <a:pt x="4877" y="3446"/>
                    <a:pt x="4703" y="3271"/>
                  </a:cubicBezTo>
                  <a:cubicBezTo>
                    <a:pt x="4418" y="2987"/>
                    <a:pt x="4077" y="2759"/>
                    <a:pt x="3698" y="2626"/>
                  </a:cubicBezTo>
                  <a:cubicBezTo>
                    <a:pt x="4242" y="1218"/>
                    <a:pt x="5521" y="501"/>
                    <a:pt x="6804" y="501"/>
                  </a:cubicBezTo>
                  <a:close/>
                  <a:moveTo>
                    <a:pt x="6788" y="5926"/>
                  </a:moveTo>
                  <a:lnTo>
                    <a:pt x="6788" y="9415"/>
                  </a:lnTo>
                  <a:cubicBezTo>
                    <a:pt x="6788" y="9547"/>
                    <a:pt x="6883" y="9661"/>
                    <a:pt x="7016" y="9661"/>
                  </a:cubicBezTo>
                  <a:lnTo>
                    <a:pt x="7812" y="9680"/>
                  </a:lnTo>
                  <a:lnTo>
                    <a:pt x="6295" y="11936"/>
                  </a:lnTo>
                  <a:lnTo>
                    <a:pt x="4798" y="9680"/>
                  </a:lnTo>
                  <a:lnTo>
                    <a:pt x="5556" y="9680"/>
                  </a:lnTo>
                  <a:cubicBezTo>
                    <a:pt x="5689" y="9680"/>
                    <a:pt x="5802" y="9566"/>
                    <a:pt x="5802" y="9434"/>
                  </a:cubicBezTo>
                  <a:lnTo>
                    <a:pt x="5802" y="5926"/>
                  </a:lnTo>
                  <a:close/>
                  <a:moveTo>
                    <a:pt x="6792" y="0"/>
                  </a:moveTo>
                  <a:cubicBezTo>
                    <a:pt x="5311" y="0"/>
                    <a:pt x="3829" y="830"/>
                    <a:pt x="3224" y="2494"/>
                  </a:cubicBezTo>
                  <a:cubicBezTo>
                    <a:pt x="3075" y="2470"/>
                    <a:pt x="2927" y="2458"/>
                    <a:pt x="2781" y="2458"/>
                  </a:cubicBezTo>
                  <a:cubicBezTo>
                    <a:pt x="1296" y="2458"/>
                    <a:pt x="35" y="3649"/>
                    <a:pt x="0" y="5186"/>
                  </a:cubicBezTo>
                  <a:cubicBezTo>
                    <a:pt x="19" y="6684"/>
                    <a:pt x="1271" y="7898"/>
                    <a:pt x="2788" y="7898"/>
                  </a:cubicBezTo>
                  <a:lnTo>
                    <a:pt x="5328" y="7898"/>
                  </a:lnTo>
                  <a:lnTo>
                    <a:pt x="5328" y="9168"/>
                  </a:lnTo>
                  <a:lnTo>
                    <a:pt x="4342" y="9168"/>
                  </a:lnTo>
                  <a:cubicBezTo>
                    <a:pt x="4335" y="9167"/>
                    <a:pt x="4327" y="9167"/>
                    <a:pt x="4320" y="9167"/>
                  </a:cubicBezTo>
                  <a:cubicBezTo>
                    <a:pt x="4125" y="9167"/>
                    <a:pt x="4006" y="9402"/>
                    <a:pt x="4134" y="9566"/>
                  </a:cubicBezTo>
                  <a:lnTo>
                    <a:pt x="6106" y="12524"/>
                  </a:lnTo>
                  <a:cubicBezTo>
                    <a:pt x="6139" y="12574"/>
                    <a:pt x="6200" y="12623"/>
                    <a:pt x="6277" y="12623"/>
                  </a:cubicBezTo>
                  <a:cubicBezTo>
                    <a:pt x="6289" y="12623"/>
                    <a:pt x="6302" y="12622"/>
                    <a:pt x="6314" y="12619"/>
                  </a:cubicBezTo>
                  <a:cubicBezTo>
                    <a:pt x="6325" y="12622"/>
                    <a:pt x="6335" y="12623"/>
                    <a:pt x="6345" y="12623"/>
                  </a:cubicBezTo>
                  <a:cubicBezTo>
                    <a:pt x="6410" y="12623"/>
                    <a:pt x="6471" y="12574"/>
                    <a:pt x="6504" y="12524"/>
                  </a:cubicBezTo>
                  <a:lnTo>
                    <a:pt x="8476" y="9566"/>
                  </a:lnTo>
                  <a:cubicBezTo>
                    <a:pt x="8533" y="9490"/>
                    <a:pt x="8533" y="9377"/>
                    <a:pt x="8495" y="9301"/>
                  </a:cubicBezTo>
                  <a:cubicBezTo>
                    <a:pt x="8457" y="9225"/>
                    <a:pt x="8362" y="9168"/>
                    <a:pt x="8286" y="9168"/>
                  </a:cubicBezTo>
                  <a:lnTo>
                    <a:pt x="7281" y="9168"/>
                  </a:lnTo>
                  <a:lnTo>
                    <a:pt x="7281" y="7898"/>
                  </a:lnTo>
                  <a:lnTo>
                    <a:pt x="9841" y="7898"/>
                  </a:lnTo>
                  <a:cubicBezTo>
                    <a:pt x="11339" y="7898"/>
                    <a:pt x="12591" y="6684"/>
                    <a:pt x="12629" y="5186"/>
                  </a:cubicBezTo>
                  <a:cubicBezTo>
                    <a:pt x="12591" y="3878"/>
                    <a:pt x="11662" y="2778"/>
                    <a:pt x="10372" y="2513"/>
                  </a:cubicBezTo>
                  <a:cubicBezTo>
                    <a:pt x="9773" y="839"/>
                    <a:pt x="8283" y="0"/>
                    <a:pt x="679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 name="Google Shape;696;p35"/>
          <p:cNvGrpSpPr/>
          <p:nvPr/>
        </p:nvGrpSpPr>
        <p:grpSpPr>
          <a:xfrm>
            <a:off x="1771675" y="1545125"/>
            <a:ext cx="578325" cy="487500"/>
            <a:chOff x="4764875" y="1706700"/>
            <a:chExt cx="578325" cy="487500"/>
          </a:xfrm>
        </p:grpSpPr>
        <p:sp>
          <p:nvSpPr>
            <p:cNvPr id="697" name="Google Shape;697;p35"/>
            <p:cNvSpPr/>
            <p:nvPr/>
          </p:nvSpPr>
          <p:spPr>
            <a:xfrm flipH="1">
              <a:off x="5274500"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35"/>
            <p:cNvSpPr/>
            <p:nvPr/>
          </p:nvSpPr>
          <p:spPr>
            <a:xfrm>
              <a:off x="4764875"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9" name="Google Shape;699;p35"/>
          <p:cNvGrpSpPr/>
          <p:nvPr/>
        </p:nvGrpSpPr>
        <p:grpSpPr>
          <a:xfrm>
            <a:off x="2198188" y="2528038"/>
            <a:ext cx="578325" cy="487500"/>
            <a:chOff x="4764875" y="1706700"/>
            <a:chExt cx="578325" cy="487500"/>
          </a:xfrm>
        </p:grpSpPr>
        <p:sp>
          <p:nvSpPr>
            <p:cNvPr id="700" name="Google Shape;700;p35"/>
            <p:cNvSpPr/>
            <p:nvPr/>
          </p:nvSpPr>
          <p:spPr>
            <a:xfrm flipH="1">
              <a:off x="5274500"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35"/>
            <p:cNvSpPr/>
            <p:nvPr/>
          </p:nvSpPr>
          <p:spPr>
            <a:xfrm>
              <a:off x="4764875"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2" name="Google Shape;702;p35"/>
          <p:cNvGrpSpPr/>
          <p:nvPr/>
        </p:nvGrpSpPr>
        <p:grpSpPr>
          <a:xfrm>
            <a:off x="2624725" y="3510950"/>
            <a:ext cx="578325" cy="487500"/>
            <a:chOff x="4764875" y="1706700"/>
            <a:chExt cx="578325" cy="487500"/>
          </a:xfrm>
        </p:grpSpPr>
        <p:sp>
          <p:nvSpPr>
            <p:cNvPr id="703" name="Google Shape;703;p35"/>
            <p:cNvSpPr/>
            <p:nvPr/>
          </p:nvSpPr>
          <p:spPr>
            <a:xfrm flipH="1">
              <a:off x="5274500"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35"/>
            <p:cNvSpPr/>
            <p:nvPr/>
          </p:nvSpPr>
          <p:spPr>
            <a:xfrm>
              <a:off x="4764875"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5" name="Google Shape;705;p35"/>
          <p:cNvSpPr txBox="1">
            <a:spLocks noGrp="1"/>
          </p:cNvSpPr>
          <p:nvPr>
            <p:ph type="subTitle" idx="4"/>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706" name="Google Shape;706;p35"/>
          <p:cNvSpPr txBox="1">
            <a:spLocks noGrp="1"/>
          </p:cNvSpPr>
          <p:nvPr>
            <p:ph type="subTitle" idx="4"/>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707" name="Google Shape;707;p35"/>
          <p:cNvSpPr txBox="1">
            <a:spLocks noGrp="1"/>
          </p:cNvSpPr>
          <p:nvPr>
            <p:ph type="subTitle" idx="4"/>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711"/>
        <p:cNvGrpSpPr/>
        <p:nvPr/>
      </p:nvGrpSpPr>
      <p:grpSpPr>
        <a:xfrm>
          <a:off x="0" y="0"/>
          <a:ext cx="0" cy="0"/>
          <a:chOff x="0" y="0"/>
          <a:chExt cx="0" cy="0"/>
        </a:xfrm>
      </p:grpSpPr>
      <p:sp>
        <p:nvSpPr>
          <p:cNvPr id="712" name="Google Shape;712;p36"/>
          <p:cNvSpPr txBox="1">
            <a:spLocks noGrp="1"/>
          </p:cNvSpPr>
          <p:nvPr>
            <p:ph type="subTitle" idx="2"/>
          </p:nvPr>
        </p:nvSpPr>
        <p:spPr>
          <a:xfrm>
            <a:off x="2494725" y="1767558"/>
            <a:ext cx="2330700" cy="646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Mercury is the closest planet to the Sun &gt;</a:t>
            </a:r>
            <a:endParaRPr/>
          </a:p>
        </p:txBody>
      </p:sp>
      <p:sp>
        <p:nvSpPr>
          <p:cNvPr id="713" name="Google Shape;713;p36"/>
          <p:cNvSpPr txBox="1">
            <a:spLocks noGrp="1"/>
          </p:cNvSpPr>
          <p:nvPr>
            <p:ph type="subTitle" idx="1"/>
          </p:nvPr>
        </p:nvSpPr>
        <p:spPr>
          <a:xfrm>
            <a:off x="5596231" y="1767554"/>
            <a:ext cx="2330700" cy="646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Jupiter is a gas giant and the biggest planet &gt;</a:t>
            </a:r>
            <a:endParaRPr/>
          </a:p>
        </p:txBody>
      </p:sp>
      <p:sp>
        <p:nvSpPr>
          <p:cNvPr id="714" name="Google Shape;714;p36"/>
          <p:cNvSpPr txBox="1">
            <a:spLocks noGrp="1"/>
          </p:cNvSpPr>
          <p:nvPr>
            <p:ph type="subTitle" idx="3"/>
          </p:nvPr>
        </p:nvSpPr>
        <p:spPr>
          <a:xfrm>
            <a:off x="2494725" y="1389663"/>
            <a:ext cx="23307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Mercury</a:t>
            </a:r>
            <a:endParaRPr/>
          </a:p>
        </p:txBody>
      </p:sp>
      <p:sp>
        <p:nvSpPr>
          <p:cNvPr id="715" name="Google Shape;715;p36"/>
          <p:cNvSpPr txBox="1">
            <a:spLocks noGrp="1"/>
          </p:cNvSpPr>
          <p:nvPr>
            <p:ph type="subTitle" idx="4"/>
          </p:nvPr>
        </p:nvSpPr>
        <p:spPr>
          <a:xfrm>
            <a:off x="5596225" y="1389663"/>
            <a:ext cx="23307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Jupiter</a:t>
            </a:r>
            <a:endParaRPr/>
          </a:p>
        </p:txBody>
      </p:sp>
      <p:sp>
        <p:nvSpPr>
          <p:cNvPr id="716" name="Google Shape;716;p36"/>
          <p:cNvSpPr txBox="1">
            <a:spLocks noGrp="1"/>
          </p:cNvSpPr>
          <p:nvPr>
            <p:ph type="subTitle" idx="5"/>
          </p:nvPr>
        </p:nvSpPr>
        <p:spPr>
          <a:xfrm>
            <a:off x="6030031" y="3371329"/>
            <a:ext cx="2330700" cy="646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Venus has a nice name and high temperatures &gt;</a:t>
            </a:r>
            <a:endParaRPr/>
          </a:p>
        </p:txBody>
      </p:sp>
      <p:sp>
        <p:nvSpPr>
          <p:cNvPr id="717" name="Google Shape;717;p36"/>
          <p:cNvSpPr txBox="1">
            <a:spLocks noGrp="1"/>
          </p:cNvSpPr>
          <p:nvPr>
            <p:ph type="subTitle" idx="6"/>
          </p:nvPr>
        </p:nvSpPr>
        <p:spPr>
          <a:xfrm>
            <a:off x="2928525" y="3371333"/>
            <a:ext cx="2330700" cy="646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Saturn is a gas giant and has several rings &gt;</a:t>
            </a:r>
            <a:endParaRPr/>
          </a:p>
        </p:txBody>
      </p:sp>
      <p:sp>
        <p:nvSpPr>
          <p:cNvPr id="718" name="Google Shape;718;p36"/>
          <p:cNvSpPr txBox="1">
            <a:spLocks noGrp="1"/>
          </p:cNvSpPr>
          <p:nvPr>
            <p:ph type="subTitle" idx="7"/>
          </p:nvPr>
        </p:nvSpPr>
        <p:spPr>
          <a:xfrm>
            <a:off x="2928525" y="2993438"/>
            <a:ext cx="23307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Saturn</a:t>
            </a:r>
            <a:endParaRPr/>
          </a:p>
        </p:txBody>
      </p:sp>
      <p:sp>
        <p:nvSpPr>
          <p:cNvPr id="719" name="Google Shape;719;p36"/>
          <p:cNvSpPr txBox="1">
            <a:spLocks noGrp="1"/>
          </p:cNvSpPr>
          <p:nvPr>
            <p:ph type="subTitle" idx="8"/>
          </p:nvPr>
        </p:nvSpPr>
        <p:spPr>
          <a:xfrm>
            <a:off x="6030025" y="2993438"/>
            <a:ext cx="23307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Venus</a:t>
            </a:r>
            <a:endParaRPr/>
          </a:p>
        </p:txBody>
      </p:sp>
      <p:sp>
        <p:nvSpPr>
          <p:cNvPr id="720" name="Google Shape;720;p36"/>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Examples About </a:t>
            </a:r>
            <a:r>
              <a:rPr lang="en">
                <a:solidFill>
                  <a:schemeClr val="accent2"/>
                </a:solidFill>
              </a:rPr>
              <a:t>‘The Topic’</a:t>
            </a:r>
            <a:r>
              <a:rPr lang="en">
                <a:solidFill>
                  <a:schemeClr val="accent6"/>
                </a:solidFill>
              </a:rPr>
              <a:t>{</a:t>
            </a:r>
            <a:endParaRPr>
              <a:solidFill>
                <a:schemeClr val="accent6"/>
              </a:solidFill>
            </a:endParaRPr>
          </a:p>
        </p:txBody>
      </p:sp>
      <p:grpSp>
        <p:nvGrpSpPr>
          <p:cNvPr id="721" name="Google Shape;721;p36"/>
          <p:cNvGrpSpPr/>
          <p:nvPr/>
        </p:nvGrpSpPr>
        <p:grpSpPr>
          <a:xfrm>
            <a:off x="1084825" y="1152525"/>
            <a:ext cx="506100" cy="3417500"/>
            <a:chOff x="1084825" y="1152525"/>
            <a:chExt cx="506100" cy="3417500"/>
          </a:xfrm>
        </p:grpSpPr>
        <p:sp>
          <p:nvSpPr>
            <p:cNvPr id="722" name="Google Shape;722;p36"/>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723" name="Google Shape;723;p36"/>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grpSp>
        <p:nvGrpSpPr>
          <p:cNvPr id="724" name="Google Shape;724;p36"/>
          <p:cNvGrpSpPr/>
          <p:nvPr/>
        </p:nvGrpSpPr>
        <p:grpSpPr>
          <a:xfrm>
            <a:off x="1877955" y="1732523"/>
            <a:ext cx="365741" cy="365755"/>
            <a:chOff x="5165638" y="1291400"/>
            <a:chExt cx="431400" cy="431875"/>
          </a:xfrm>
        </p:grpSpPr>
        <p:sp>
          <p:nvSpPr>
            <p:cNvPr id="725" name="Google Shape;725;p36"/>
            <p:cNvSpPr/>
            <p:nvPr/>
          </p:nvSpPr>
          <p:spPr>
            <a:xfrm>
              <a:off x="5173688" y="1299925"/>
              <a:ext cx="414800" cy="252700"/>
            </a:xfrm>
            <a:custGeom>
              <a:avLst/>
              <a:gdLst/>
              <a:ahLst/>
              <a:cxnLst/>
              <a:rect l="l" t="t" r="r" b="b"/>
              <a:pathLst>
                <a:path w="16592" h="10108" extrusionOk="0">
                  <a:moveTo>
                    <a:pt x="8998" y="1"/>
                  </a:moveTo>
                  <a:cubicBezTo>
                    <a:pt x="8970" y="1"/>
                    <a:pt x="8941" y="1"/>
                    <a:pt x="8912" y="1"/>
                  </a:cubicBezTo>
                  <a:cubicBezTo>
                    <a:pt x="6789" y="20"/>
                    <a:pt x="4911" y="1423"/>
                    <a:pt x="4324" y="3471"/>
                  </a:cubicBezTo>
                  <a:cubicBezTo>
                    <a:pt x="4039" y="3395"/>
                    <a:pt x="3755" y="3376"/>
                    <a:pt x="3470" y="3376"/>
                  </a:cubicBezTo>
                  <a:cubicBezTo>
                    <a:pt x="1612" y="3376"/>
                    <a:pt x="0" y="4874"/>
                    <a:pt x="0" y="6752"/>
                  </a:cubicBezTo>
                  <a:cubicBezTo>
                    <a:pt x="0" y="8610"/>
                    <a:pt x="1612" y="10108"/>
                    <a:pt x="3470" y="10108"/>
                  </a:cubicBezTo>
                  <a:lnTo>
                    <a:pt x="13122" y="10108"/>
                  </a:lnTo>
                  <a:cubicBezTo>
                    <a:pt x="14980" y="10108"/>
                    <a:pt x="16592" y="8610"/>
                    <a:pt x="16592" y="6752"/>
                  </a:cubicBezTo>
                  <a:cubicBezTo>
                    <a:pt x="16592" y="5045"/>
                    <a:pt x="15245" y="3642"/>
                    <a:pt x="13596" y="3395"/>
                  </a:cubicBezTo>
                  <a:lnTo>
                    <a:pt x="13596" y="3376"/>
                  </a:lnTo>
                  <a:cubicBezTo>
                    <a:pt x="12960" y="1375"/>
                    <a:pt x="11105" y="1"/>
                    <a:pt x="899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36"/>
            <p:cNvSpPr/>
            <p:nvPr/>
          </p:nvSpPr>
          <p:spPr>
            <a:xfrm>
              <a:off x="5313538" y="1485300"/>
              <a:ext cx="135125" cy="229450"/>
            </a:xfrm>
            <a:custGeom>
              <a:avLst/>
              <a:gdLst/>
              <a:ahLst/>
              <a:cxnLst/>
              <a:rect l="l" t="t" r="r" b="b"/>
              <a:pathLst>
                <a:path w="5405" h="9178" extrusionOk="0">
                  <a:moveTo>
                    <a:pt x="2693" y="0"/>
                  </a:moveTo>
                  <a:lnTo>
                    <a:pt x="0" y="4039"/>
                  </a:lnTo>
                  <a:lnTo>
                    <a:pt x="1688" y="4039"/>
                  </a:lnTo>
                  <a:lnTo>
                    <a:pt x="1688" y="9178"/>
                  </a:lnTo>
                  <a:lnTo>
                    <a:pt x="3717" y="9178"/>
                  </a:lnTo>
                  <a:lnTo>
                    <a:pt x="3717" y="4039"/>
                  </a:lnTo>
                  <a:lnTo>
                    <a:pt x="5404" y="4039"/>
                  </a:lnTo>
                  <a:lnTo>
                    <a:pt x="269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36"/>
            <p:cNvSpPr/>
            <p:nvPr/>
          </p:nvSpPr>
          <p:spPr>
            <a:xfrm>
              <a:off x="5406438" y="1426525"/>
              <a:ext cx="19925" cy="16650"/>
            </a:xfrm>
            <a:custGeom>
              <a:avLst/>
              <a:gdLst/>
              <a:ahLst/>
              <a:cxnLst/>
              <a:rect l="l" t="t" r="r" b="b"/>
              <a:pathLst>
                <a:path w="797" h="666" extrusionOk="0">
                  <a:moveTo>
                    <a:pt x="437" y="0"/>
                  </a:moveTo>
                  <a:cubicBezTo>
                    <a:pt x="133" y="0"/>
                    <a:pt x="1" y="360"/>
                    <a:pt x="209" y="569"/>
                  </a:cubicBezTo>
                  <a:cubicBezTo>
                    <a:pt x="282" y="635"/>
                    <a:pt x="368" y="665"/>
                    <a:pt x="451" y="665"/>
                  </a:cubicBezTo>
                  <a:cubicBezTo>
                    <a:pt x="630" y="665"/>
                    <a:pt x="797" y="529"/>
                    <a:pt x="797" y="322"/>
                  </a:cubicBezTo>
                  <a:cubicBezTo>
                    <a:pt x="778" y="133"/>
                    <a:pt x="645" y="0"/>
                    <a:pt x="45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36"/>
            <p:cNvSpPr/>
            <p:nvPr/>
          </p:nvSpPr>
          <p:spPr>
            <a:xfrm>
              <a:off x="5165638" y="1291400"/>
              <a:ext cx="431400" cy="431875"/>
            </a:xfrm>
            <a:custGeom>
              <a:avLst/>
              <a:gdLst/>
              <a:ahLst/>
              <a:cxnLst/>
              <a:rect l="l" t="t" r="r" b="b"/>
              <a:pathLst>
                <a:path w="17256" h="17275" extrusionOk="0">
                  <a:moveTo>
                    <a:pt x="9287" y="680"/>
                  </a:moveTo>
                  <a:cubicBezTo>
                    <a:pt x="10957" y="680"/>
                    <a:pt x="12629" y="1572"/>
                    <a:pt x="13425" y="3376"/>
                  </a:cubicBezTo>
                  <a:cubicBezTo>
                    <a:pt x="12439" y="3376"/>
                    <a:pt x="11491" y="3774"/>
                    <a:pt x="10808" y="4457"/>
                  </a:cubicBezTo>
                  <a:cubicBezTo>
                    <a:pt x="10522" y="4700"/>
                    <a:pt x="10754" y="5062"/>
                    <a:pt x="11024" y="5062"/>
                  </a:cubicBezTo>
                  <a:cubicBezTo>
                    <a:pt x="11111" y="5062"/>
                    <a:pt x="11203" y="5024"/>
                    <a:pt x="11282" y="4931"/>
                  </a:cubicBezTo>
                  <a:cubicBezTo>
                    <a:pt x="11851" y="4362"/>
                    <a:pt x="12609" y="4040"/>
                    <a:pt x="13406" y="4040"/>
                  </a:cubicBezTo>
                  <a:cubicBezTo>
                    <a:pt x="13558" y="4040"/>
                    <a:pt x="13709" y="4059"/>
                    <a:pt x="13842" y="4078"/>
                  </a:cubicBezTo>
                  <a:cubicBezTo>
                    <a:pt x="15378" y="4248"/>
                    <a:pt x="16553" y="5538"/>
                    <a:pt x="16591" y="7093"/>
                  </a:cubicBezTo>
                  <a:cubicBezTo>
                    <a:pt x="16591" y="8723"/>
                    <a:pt x="15169" y="10126"/>
                    <a:pt x="13444" y="10126"/>
                  </a:cubicBezTo>
                  <a:lnTo>
                    <a:pt x="10600" y="10126"/>
                  </a:lnTo>
                  <a:lnTo>
                    <a:pt x="8912" y="7567"/>
                  </a:lnTo>
                  <a:cubicBezTo>
                    <a:pt x="8836" y="7472"/>
                    <a:pt x="8727" y="7424"/>
                    <a:pt x="8620" y="7424"/>
                  </a:cubicBezTo>
                  <a:cubicBezTo>
                    <a:pt x="8514" y="7424"/>
                    <a:pt x="8409" y="7472"/>
                    <a:pt x="8343" y="7567"/>
                  </a:cubicBezTo>
                  <a:lnTo>
                    <a:pt x="6637" y="10126"/>
                  </a:lnTo>
                  <a:lnTo>
                    <a:pt x="3792" y="10126"/>
                  </a:lnTo>
                  <a:cubicBezTo>
                    <a:pt x="2105" y="10126"/>
                    <a:pt x="664" y="8723"/>
                    <a:pt x="664" y="7093"/>
                  </a:cubicBezTo>
                  <a:cubicBezTo>
                    <a:pt x="664" y="5443"/>
                    <a:pt x="2086" y="4040"/>
                    <a:pt x="3792" y="4040"/>
                  </a:cubicBezTo>
                  <a:cubicBezTo>
                    <a:pt x="4608" y="4059"/>
                    <a:pt x="5366" y="4362"/>
                    <a:pt x="5935" y="4931"/>
                  </a:cubicBezTo>
                  <a:cubicBezTo>
                    <a:pt x="6009" y="5024"/>
                    <a:pt x="6099" y="5062"/>
                    <a:pt x="6185" y="5062"/>
                  </a:cubicBezTo>
                  <a:cubicBezTo>
                    <a:pt x="6452" y="5062"/>
                    <a:pt x="6695" y="4700"/>
                    <a:pt x="6409" y="4457"/>
                  </a:cubicBezTo>
                  <a:cubicBezTo>
                    <a:pt x="6030" y="4078"/>
                    <a:pt x="5556" y="3793"/>
                    <a:pt x="5044" y="3604"/>
                  </a:cubicBezTo>
                  <a:cubicBezTo>
                    <a:pt x="5782" y="1662"/>
                    <a:pt x="7534" y="680"/>
                    <a:pt x="9287" y="680"/>
                  </a:cubicBezTo>
                  <a:close/>
                  <a:moveTo>
                    <a:pt x="8628" y="8363"/>
                  </a:moveTo>
                  <a:lnTo>
                    <a:pt x="10694" y="11473"/>
                  </a:lnTo>
                  <a:lnTo>
                    <a:pt x="9633" y="11473"/>
                  </a:lnTo>
                  <a:cubicBezTo>
                    <a:pt x="9443" y="11473"/>
                    <a:pt x="9291" y="11624"/>
                    <a:pt x="9291" y="11795"/>
                  </a:cubicBezTo>
                  <a:lnTo>
                    <a:pt x="9291" y="16592"/>
                  </a:lnTo>
                  <a:lnTo>
                    <a:pt x="7945" y="16592"/>
                  </a:lnTo>
                  <a:lnTo>
                    <a:pt x="7945" y="11795"/>
                  </a:lnTo>
                  <a:cubicBezTo>
                    <a:pt x="7945" y="11624"/>
                    <a:pt x="7793" y="11473"/>
                    <a:pt x="7604" y="11473"/>
                  </a:cubicBezTo>
                  <a:lnTo>
                    <a:pt x="6561" y="11473"/>
                  </a:lnTo>
                  <a:lnTo>
                    <a:pt x="8628" y="8363"/>
                  </a:lnTo>
                  <a:close/>
                  <a:moveTo>
                    <a:pt x="9298" y="1"/>
                  </a:moveTo>
                  <a:cubicBezTo>
                    <a:pt x="7268" y="1"/>
                    <a:pt x="5241" y="1143"/>
                    <a:pt x="4418" y="3433"/>
                  </a:cubicBezTo>
                  <a:cubicBezTo>
                    <a:pt x="4210" y="3395"/>
                    <a:pt x="4001" y="3376"/>
                    <a:pt x="3811" y="3376"/>
                  </a:cubicBezTo>
                  <a:cubicBezTo>
                    <a:pt x="1801" y="3376"/>
                    <a:pt x="0" y="5007"/>
                    <a:pt x="0" y="7093"/>
                  </a:cubicBezTo>
                  <a:cubicBezTo>
                    <a:pt x="0" y="9159"/>
                    <a:pt x="1801" y="10790"/>
                    <a:pt x="3811" y="10790"/>
                  </a:cubicBezTo>
                  <a:lnTo>
                    <a:pt x="6200" y="10790"/>
                  </a:lnTo>
                  <a:lnTo>
                    <a:pt x="5651" y="11624"/>
                  </a:lnTo>
                  <a:cubicBezTo>
                    <a:pt x="5499" y="11833"/>
                    <a:pt x="5651" y="12136"/>
                    <a:pt x="5916" y="12136"/>
                  </a:cubicBezTo>
                  <a:lnTo>
                    <a:pt x="7262" y="12136"/>
                  </a:lnTo>
                  <a:lnTo>
                    <a:pt x="7262" y="16934"/>
                  </a:lnTo>
                  <a:cubicBezTo>
                    <a:pt x="7262" y="17123"/>
                    <a:pt x="7414" y="17256"/>
                    <a:pt x="7604" y="17275"/>
                  </a:cubicBezTo>
                  <a:lnTo>
                    <a:pt x="9633" y="17275"/>
                  </a:lnTo>
                  <a:cubicBezTo>
                    <a:pt x="9803" y="17256"/>
                    <a:pt x="9955" y="17123"/>
                    <a:pt x="9955" y="16934"/>
                  </a:cubicBezTo>
                  <a:lnTo>
                    <a:pt x="9955" y="12136"/>
                  </a:lnTo>
                  <a:lnTo>
                    <a:pt x="11320" y="12136"/>
                  </a:lnTo>
                  <a:cubicBezTo>
                    <a:pt x="11328" y="12137"/>
                    <a:pt x="11336" y="12137"/>
                    <a:pt x="11344" y="12137"/>
                  </a:cubicBezTo>
                  <a:cubicBezTo>
                    <a:pt x="11595" y="12137"/>
                    <a:pt x="11752" y="11845"/>
                    <a:pt x="11605" y="11624"/>
                  </a:cubicBezTo>
                  <a:lnTo>
                    <a:pt x="11055" y="10790"/>
                  </a:lnTo>
                  <a:lnTo>
                    <a:pt x="13444" y="10790"/>
                  </a:lnTo>
                  <a:cubicBezTo>
                    <a:pt x="15454" y="10790"/>
                    <a:pt x="17255" y="9159"/>
                    <a:pt x="17255" y="7093"/>
                  </a:cubicBezTo>
                  <a:cubicBezTo>
                    <a:pt x="17217" y="5310"/>
                    <a:pt x="15947" y="3793"/>
                    <a:pt x="14202" y="3452"/>
                  </a:cubicBezTo>
                  <a:cubicBezTo>
                    <a:pt x="13376" y="1153"/>
                    <a:pt x="11335" y="1"/>
                    <a:pt x="92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9" name="Google Shape;729;p36"/>
          <p:cNvGrpSpPr/>
          <p:nvPr/>
        </p:nvGrpSpPr>
        <p:grpSpPr>
          <a:xfrm>
            <a:off x="5411269" y="3319749"/>
            <a:ext cx="365747" cy="365752"/>
            <a:chOff x="2036988" y="4249875"/>
            <a:chExt cx="525725" cy="524300"/>
          </a:xfrm>
        </p:grpSpPr>
        <p:sp>
          <p:nvSpPr>
            <p:cNvPr id="730" name="Google Shape;730;p36"/>
            <p:cNvSpPr/>
            <p:nvPr/>
          </p:nvSpPr>
          <p:spPr>
            <a:xfrm>
              <a:off x="2046938" y="4393975"/>
              <a:ext cx="505350" cy="369775"/>
            </a:xfrm>
            <a:custGeom>
              <a:avLst/>
              <a:gdLst/>
              <a:ahLst/>
              <a:cxnLst/>
              <a:rect l="l" t="t" r="r" b="b"/>
              <a:pathLst>
                <a:path w="20214" h="14791" extrusionOk="0">
                  <a:moveTo>
                    <a:pt x="1650" y="1"/>
                  </a:moveTo>
                  <a:cubicBezTo>
                    <a:pt x="740" y="1"/>
                    <a:pt x="0" y="740"/>
                    <a:pt x="0" y="1650"/>
                  </a:cubicBezTo>
                  <a:lnTo>
                    <a:pt x="0" y="13141"/>
                  </a:lnTo>
                  <a:cubicBezTo>
                    <a:pt x="0" y="14051"/>
                    <a:pt x="740" y="14791"/>
                    <a:pt x="1650" y="14791"/>
                  </a:cubicBezTo>
                  <a:lnTo>
                    <a:pt x="18564" y="14791"/>
                  </a:lnTo>
                  <a:cubicBezTo>
                    <a:pt x="19474" y="14791"/>
                    <a:pt x="20213" y="14051"/>
                    <a:pt x="20213" y="13141"/>
                  </a:cubicBezTo>
                  <a:lnTo>
                    <a:pt x="20213" y="1650"/>
                  </a:lnTo>
                  <a:cubicBezTo>
                    <a:pt x="20213" y="740"/>
                    <a:pt x="19474" y="1"/>
                    <a:pt x="185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36"/>
            <p:cNvSpPr/>
            <p:nvPr/>
          </p:nvSpPr>
          <p:spPr>
            <a:xfrm>
              <a:off x="2129413" y="4435225"/>
              <a:ext cx="382100" cy="287300"/>
            </a:xfrm>
            <a:custGeom>
              <a:avLst/>
              <a:gdLst/>
              <a:ahLst/>
              <a:cxnLst/>
              <a:rect l="l" t="t" r="r" b="b"/>
              <a:pathLst>
                <a:path w="15284" h="11492" extrusionOk="0">
                  <a:moveTo>
                    <a:pt x="1" y="0"/>
                  </a:moveTo>
                  <a:lnTo>
                    <a:pt x="1" y="11491"/>
                  </a:lnTo>
                  <a:lnTo>
                    <a:pt x="15284" y="11491"/>
                  </a:lnTo>
                  <a:lnTo>
                    <a:pt x="1528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36"/>
            <p:cNvSpPr/>
            <p:nvPr/>
          </p:nvSpPr>
          <p:spPr>
            <a:xfrm>
              <a:off x="2310013" y="4548050"/>
              <a:ext cx="61650" cy="72075"/>
            </a:xfrm>
            <a:custGeom>
              <a:avLst/>
              <a:gdLst/>
              <a:ahLst/>
              <a:cxnLst/>
              <a:rect l="l" t="t" r="r" b="b"/>
              <a:pathLst>
                <a:path w="2466" h="2883" extrusionOk="0">
                  <a:moveTo>
                    <a:pt x="1" y="0"/>
                  </a:moveTo>
                  <a:lnTo>
                    <a:pt x="1" y="133"/>
                  </a:lnTo>
                  <a:cubicBezTo>
                    <a:pt x="1" y="323"/>
                    <a:pt x="39" y="493"/>
                    <a:pt x="134" y="683"/>
                  </a:cubicBezTo>
                  <a:lnTo>
                    <a:pt x="1233" y="2882"/>
                  </a:lnTo>
                  <a:lnTo>
                    <a:pt x="2333" y="683"/>
                  </a:lnTo>
                  <a:cubicBezTo>
                    <a:pt x="2409" y="512"/>
                    <a:pt x="2466" y="323"/>
                    <a:pt x="2466" y="133"/>
                  </a:cubicBezTo>
                  <a:lnTo>
                    <a:pt x="246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36"/>
            <p:cNvSpPr/>
            <p:nvPr/>
          </p:nvSpPr>
          <p:spPr>
            <a:xfrm>
              <a:off x="2310013" y="4310075"/>
              <a:ext cx="61650" cy="238000"/>
            </a:xfrm>
            <a:custGeom>
              <a:avLst/>
              <a:gdLst/>
              <a:ahLst/>
              <a:cxnLst/>
              <a:rect l="l" t="t" r="r" b="b"/>
              <a:pathLst>
                <a:path w="2466" h="9520" extrusionOk="0">
                  <a:moveTo>
                    <a:pt x="1" y="1"/>
                  </a:moveTo>
                  <a:lnTo>
                    <a:pt x="1" y="9519"/>
                  </a:lnTo>
                  <a:lnTo>
                    <a:pt x="2466" y="9519"/>
                  </a:lnTo>
                  <a:lnTo>
                    <a:pt x="246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36"/>
            <p:cNvSpPr/>
            <p:nvPr/>
          </p:nvSpPr>
          <p:spPr>
            <a:xfrm>
              <a:off x="2310013" y="4258300"/>
              <a:ext cx="61650" cy="51800"/>
            </a:xfrm>
            <a:custGeom>
              <a:avLst/>
              <a:gdLst/>
              <a:ahLst/>
              <a:cxnLst/>
              <a:rect l="l" t="t" r="r" b="b"/>
              <a:pathLst>
                <a:path w="2466" h="2072" extrusionOk="0">
                  <a:moveTo>
                    <a:pt x="1233" y="0"/>
                  </a:moveTo>
                  <a:cubicBezTo>
                    <a:pt x="617" y="0"/>
                    <a:pt x="1" y="412"/>
                    <a:pt x="1" y="1237"/>
                  </a:cubicBezTo>
                  <a:lnTo>
                    <a:pt x="1" y="2072"/>
                  </a:lnTo>
                  <a:lnTo>
                    <a:pt x="2466" y="2072"/>
                  </a:lnTo>
                  <a:lnTo>
                    <a:pt x="2466" y="1237"/>
                  </a:lnTo>
                  <a:cubicBezTo>
                    <a:pt x="2466" y="412"/>
                    <a:pt x="1850" y="0"/>
                    <a:pt x="1233"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36"/>
            <p:cNvSpPr/>
            <p:nvPr/>
          </p:nvSpPr>
          <p:spPr>
            <a:xfrm>
              <a:off x="2197688" y="4609675"/>
              <a:ext cx="24200" cy="20675"/>
            </a:xfrm>
            <a:custGeom>
              <a:avLst/>
              <a:gdLst/>
              <a:ahLst/>
              <a:cxnLst/>
              <a:rect l="l" t="t" r="r" b="b"/>
              <a:pathLst>
                <a:path w="968" h="827" extrusionOk="0">
                  <a:moveTo>
                    <a:pt x="550" y="0"/>
                  </a:moveTo>
                  <a:cubicBezTo>
                    <a:pt x="171" y="0"/>
                    <a:pt x="0" y="436"/>
                    <a:pt x="247" y="702"/>
                  </a:cubicBezTo>
                  <a:cubicBezTo>
                    <a:pt x="333" y="788"/>
                    <a:pt x="439" y="826"/>
                    <a:pt x="543" y="826"/>
                  </a:cubicBezTo>
                  <a:cubicBezTo>
                    <a:pt x="759" y="826"/>
                    <a:pt x="967" y="661"/>
                    <a:pt x="967" y="417"/>
                  </a:cubicBezTo>
                  <a:cubicBezTo>
                    <a:pt x="948" y="190"/>
                    <a:pt x="777" y="0"/>
                    <a:pt x="5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36"/>
            <p:cNvSpPr/>
            <p:nvPr/>
          </p:nvSpPr>
          <p:spPr>
            <a:xfrm>
              <a:off x="2074438" y="4568900"/>
              <a:ext cx="23725" cy="20200"/>
            </a:xfrm>
            <a:custGeom>
              <a:avLst/>
              <a:gdLst/>
              <a:ahLst/>
              <a:cxnLst/>
              <a:rect l="l" t="t" r="r" b="b"/>
              <a:pathLst>
                <a:path w="949" h="808" extrusionOk="0">
                  <a:moveTo>
                    <a:pt x="550" y="1"/>
                  </a:moveTo>
                  <a:cubicBezTo>
                    <a:pt x="190" y="1"/>
                    <a:pt x="0" y="437"/>
                    <a:pt x="265" y="683"/>
                  </a:cubicBezTo>
                  <a:cubicBezTo>
                    <a:pt x="346" y="769"/>
                    <a:pt x="445" y="808"/>
                    <a:pt x="544" y="808"/>
                  </a:cubicBezTo>
                  <a:cubicBezTo>
                    <a:pt x="749" y="808"/>
                    <a:pt x="948" y="642"/>
                    <a:pt x="948" y="399"/>
                  </a:cubicBezTo>
                  <a:cubicBezTo>
                    <a:pt x="948" y="171"/>
                    <a:pt x="777" y="1"/>
                    <a:pt x="55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36"/>
            <p:cNvSpPr/>
            <p:nvPr/>
          </p:nvSpPr>
          <p:spPr>
            <a:xfrm>
              <a:off x="2036988" y="4249875"/>
              <a:ext cx="525725" cy="524300"/>
            </a:xfrm>
            <a:custGeom>
              <a:avLst/>
              <a:gdLst/>
              <a:ahLst/>
              <a:cxnLst/>
              <a:rect l="l" t="t" r="r" b="b"/>
              <a:pathLst>
                <a:path w="21029" h="20972" extrusionOk="0">
                  <a:moveTo>
                    <a:pt x="12147" y="792"/>
                  </a:moveTo>
                  <a:cubicBezTo>
                    <a:pt x="12543" y="792"/>
                    <a:pt x="12941" y="1053"/>
                    <a:pt x="12970" y="1574"/>
                  </a:cubicBezTo>
                  <a:lnTo>
                    <a:pt x="12970" y="1991"/>
                  </a:lnTo>
                  <a:lnTo>
                    <a:pt x="11339" y="1991"/>
                  </a:lnTo>
                  <a:lnTo>
                    <a:pt x="11339" y="1574"/>
                  </a:lnTo>
                  <a:cubicBezTo>
                    <a:pt x="11358" y="1053"/>
                    <a:pt x="11751" y="792"/>
                    <a:pt x="12147" y="792"/>
                  </a:cubicBezTo>
                  <a:close/>
                  <a:moveTo>
                    <a:pt x="10505" y="6182"/>
                  </a:moveTo>
                  <a:lnTo>
                    <a:pt x="10505" y="6997"/>
                  </a:lnTo>
                  <a:lnTo>
                    <a:pt x="4096" y="6997"/>
                  </a:lnTo>
                  <a:lnTo>
                    <a:pt x="4096" y="6182"/>
                  </a:lnTo>
                  <a:close/>
                  <a:moveTo>
                    <a:pt x="12970" y="2807"/>
                  </a:moveTo>
                  <a:lnTo>
                    <a:pt x="12970" y="11529"/>
                  </a:lnTo>
                  <a:lnTo>
                    <a:pt x="11339" y="11529"/>
                  </a:lnTo>
                  <a:lnTo>
                    <a:pt x="11339" y="2807"/>
                  </a:lnTo>
                  <a:close/>
                  <a:moveTo>
                    <a:pt x="12913" y="12344"/>
                  </a:moveTo>
                  <a:cubicBezTo>
                    <a:pt x="12913" y="12363"/>
                    <a:pt x="12894" y="12401"/>
                    <a:pt x="12894" y="12420"/>
                  </a:cubicBezTo>
                  <a:lnTo>
                    <a:pt x="12154" y="13880"/>
                  </a:lnTo>
                  <a:lnTo>
                    <a:pt x="11415" y="12420"/>
                  </a:lnTo>
                  <a:cubicBezTo>
                    <a:pt x="11396" y="12382"/>
                    <a:pt x="11396" y="12363"/>
                    <a:pt x="11377" y="12344"/>
                  </a:cubicBezTo>
                  <a:close/>
                  <a:moveTo>
                    <a:pt x="18563" y="7832"/>
                  </a:moveTo>
                  <a:lnTo>
                    <a:pt x="18563" y="18507"/>
                  </a:lnTo>
                  <a:lnTo>
                    <a:pt x="4096" y="18507"/>
                  </a:lnTo>
                  <a:lnTo>
                    <a:pt x="4096" y="7832"/>
                  </a:lnTo>
                  <a:lnTo>
                    <a:pt x="10505" y="7832"/>
                  </a:lnTo>
                  <a:lnTo>
                    <a:pt x="10505" y="12060"/>
                  </a:lnTo>
                  <a:cubicBezTo>
                    <a:pt x="10505" y="12306"/>
                    <a:pt x="10562" y="12553"/>
                    <a:pt x="10675" y="12780"/>
                  </a:cubicBezTo>
                  <a:lnTo>
                    <a:pt x="11472" y="14392"/>
                  </a:lnTo>
                  <a:lnTo>
                    <a:pt x="8628" y="14392"/>
                  </a:lnTo>
                  <a:cubicBezTo>
                    <a:pt x="8615" y="14391"/>
                    <a:pt x="8603" y="14391"/>
                    <a:pt x="8591" y="14391"/>
                  </a:cubicBezTo>
                  <a:cubicBezTo>
                    <a:pt x="8033" y="14391"/>
                    <a:pt x="8033" y="15228"/>
                    <a:pt x="8591" y="15228"/>
                  </a:cubicBezTo>
                  <a:cubicBezTo>
                    <a:pt x="8603" y="15228"/>
                    <a:pt x="8615" y="15227"/>
                    <a:pt x="8628" y="15227"/>
                  </a:cubicBezTo>
                  <a:lnTo>
                    <a:pt x="15435" y="15227"/>
                  </a:lnTo>
                  <a:cubicBezTo>
                    <a:pt x="15947" y="15170"/>
                    <a:pt x="15947" y="14430"/>
                    <a:pt x="15435" y="14392"/>
                  </a:cubicBezTo>
                  <a:lnTo>
                    <a:pt x="12818" y="14392"/>
                  </a:lnTo>
                  <a:lnTo>
                    <a:pt x="13614" y="12780"/>
                  </a:lnTo>
                  <a:cubicBezTo>
                    <a:pt x="13728" y="12553"/>
                    <a:pt x="13785" y="12306"/>
                    <a:pt x="13804" y="12060"/>
                  </a:cubicBezTo>
                  <a:lnTo>
                    <a:pt x="13804" y="7832"/>
                  </a:lnTo>
                  <a:close/>
                  <a:moveTo>
                    <a:pt x="3280" y="6182"/>
                  </a:moveTo>
                  <a:lnTo>
                    <a:pt x="3280" y="20156"/>
                  </a:lnTo>
                  <a:lnTo>
                    <a:pt x="2048" y="20156"/>
                  </a:lnTo>
                  <a:cubicBezTo>
                    <a:pt x="1365" y="20156"/>
                    <a:pt x="815" y="19588"/>
                    <a:pt x="815" y="18924"/>
                  </a:cubicBezTo>
                  <a:lnTo>
                    <a:pt x="815" y="7414"/>
                  </a:lnTo>
                  <a:cubicBezTo>
                    <a:pt x="815" y="6732"/>
                    <a:pt x="1365" y="6182"/>
                    <a:pt x="2048" y="6182"/>
                  </a:cubicBezTo>
                  <a:close/>
                  <a:moveTo>
                    <a:pt x="18962" y="6182"/>
                  </a:moveTo>
                  <a:cubicBezTo>
                    <a:pt x="19644" y="6182"/>
                    <a:pt x="20194" y="6732"/>
                    <a:pt x="20194" y="7414"/>
                  </a:cubicBezTo>
                  <a:lnTo>
                    <a:pt x="20194" y="18924"/>
                  </a:lnTo>
                  <a:cubicBezTo>
                    <a:pt x="20194" y="19588"/>
                    <a:pt x="19644" y="20156"/>
                    <a:pt x="18962" y="20156"/>
                  </a:cubicBezTo>
                  <a:lnTo>
                    <a:pt x="4096" y="20156"/>
                  </a:lnTo>
                  <a:lnTo>
                    <a:pt x="4096" y="19322"/>
                  </a:lnTo>
                  <a:lnTo>
                    <a:pt x="18962" y="19322"/>
                  </a:lnTo>
                  <a:cubicBezTo>
                    <a:pt x="19189" y="19322"/>
                    <a:pt x="19379" y="19152"/>
                    <a:pt x="19379" y="18924"/>
                  </a:cubicBezTo>
                  <a:lnTo>
                    <a:pt x="19379" y="7414"/>
                  </a:lnTo>
                  <a:cubicBezTo>
                    <a:pt x="19379" y="7187"/>
                    <a:pt x="19189" y="6997"/>
                    <a:pt x="18962" y="6997"/>
                  </a:cubicBezTo>
                  <a:lnTo>
                    <a:pt x="13804" y="6997"/>
                  </a:lnTo>
                  <a:lnTo>
                    <a:pt x="13804" y="6182"/>
                  </a:lnTo>
                  <a:close/>
                  <a:moveTo>
                    <a:pt x="12154" y="0"/>
                  </a:moveTo>
                  <a:cubicBezTo>
                    <a:pt x="11263" y="0"/>
                    <a:pt x="10543" y="702"/>
                    <a:pt x="10505" y="1574"/>
                  </a:cubicBezTo>
                  <a:lnTo>
                    <a:pt x="10505" y="5367"/>
                  </a:lnTo>
                  <a:lnTo>
                    <a:pt x="2048" y="5367"/>
                  </a:lnTo>
                  <a:cubicBezTo>
                    <a:pt x="910" y="5367"/>
                    <a:pt x="0" y="6277"/>
                    <a:pt x="0" y="7414"/>
                  </a:cubicBezTo>
                  <a:lnTo>
                    <a:pt x="0" y="18905"/>
                  </a:lnTo>
                  <a:cubicBezTo>
                    <a:pt x="0" y="20043"/>
                    <a:pt x="910" y="20972"/>
                    <a:pt x="2048" y="20972"/>
                  </a:cubicBezTo>
                  <a:lnTo>
                    <a:pt x="18962" y="20972"/>
                  </a:lnTo>
                  <a:cubicBezTo>
                    <a:pt x="20099" y="20972"/>
                    <a:pt x="21028" y="20043"/>
                    <a:pt x="21028" y="18905"/>
                  </a:cubicBezTo>
                  <a:lnTo>
                    <a:pt x="21028" y="7414"/>
                  </a:lnTo>
                  <a:cubicBezTo>
                    <a:pt x="21028" y="6277"/>
                    <a:pt x="20099" y="5367"/>
                    <a:pt x="18962" y="5367"/>
                  </a:cubicBezTo>
                  <a:lnTo>
                    <a:pt x="13804" y="5367"/>
                  </a:lnTo>
                  <a:lnTo>
                    <a:pt x="13804" y="1574"/>
                  </a:lnTo>
                  <a:cubicBezTo>
                    <a:pt x="13766" y="702"/>
                    <a:pt x="13027" y="0"/>
                    <a:pt x="1215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36"/>
            <p:cNvSpPr/>
            <p:nvPr/>
          </p:nvSpPr>
          <p:spPr>
            <a:xfrm>
              <a:off x="2077738" y="4487250"/>
              <a:ext cx="20900" cy="60100"/>
            </a:xfrm>
            <a:custGeom>
              <a:avLst/>
              <a:gdLst/>
              <a:ahLst/>
              <a:cxnLst/>
              <a:rect l="l" t="t" r="r" b="b"/>
              <a:pathLst>
                <a:path w="836" h="2404" extrusionOk="0">
                  <a:moveTo>
                    <a:pt x="411" y="0"/>
                  </a:moveTo>
                  <a:cubicBezTo>
                    <a:pt x="214" y="0"/>
                    <a:pt x="20" y="128"/>
                    <a:pt x="1" y="384"/>
                  </a:cubicBezTo>
                  <a:lnTo>
                    <a:pt x="1" y="2034"/>
                  </a:lnTo>
                  <a:cubicBezTo>
                    <a:pt x="20" y="2281"/>
                    <a:pt x="214" y="2404"/>
                    <a:pt x="411" y="2404"/>
                  </a:cubicBezTo>
                  <a:cubicBezTo>
                    <a:pt x="608" y="2404"/>
                    <a:pt x="807" y="2281"/>
                    <a:pt x="835" y="2034"/>
                  </a:cubicBezTo>
                  <a:lnTo>
                    <a:pt x="835" y="384"/>
                  </a:lnTo>
                  <a:cubicBezTo>
                    <a:pt x="807" y="128"/>
                    <a:pt x="608" y="0"/>
                    <a:pt x="41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36"/>
            <p:cNvSpPr/>
            <p:nvPr/>
          </p:nvSpPr>
          <p:spPr>
            <a:xfrm>
              <a:off x="2077738" y="4609675"/>
              <a:ext cx="20425" cy="60825"/>
            </a:xfrm>
            <a:custGeom>
              <a:avLst/>
              <a:gdLst/>
              <a:ahLst/>
              <a:cxnLst/>
              <a:rect l="l" t="t" r="r" b="b"/>
              <a:pathLst>
                <a:path w="817" h="2433" extrusionOk="0">
                  <a:moveTo>
                    <a:pt x="418" y="0"/>
                  </a:moveTo>
                  <a:cubicBezTo>
                    <a:pt x="190" y="0"/>
                    <a:pt x="1" y="190"/>
                    <a:pt x="1" y="417"/>
                  </a:cubicBezTo>
                  <a:lnTo>
                    <a:pt x="1" y="2048"/>
                  </a:lnTo>
                  <a:cubicBezTo>
                    <a:pt x="20" y="2304"/>
                    <a:pt x="214" y="2432"/>
                    <a:pt x="408" y="2432"/>
                  </a:cubicBezTo>
                  <a:cubicBezTo>
                    <a:pt x="603" y="2432"/>
                    <a:pt x="797" y="2304"/>
                    <a:pt x="816" y="2048"/>
                  </a:cubicBezTo>
                  <a:lnTo>
                    <a:pt x="816" y="417"/>
                  </a:lnTo>
                  <a:cubicBezTo>
                    <a:pt x="816" y="190"/>
                    <a:pt x="645" y="0"/>
                    <a:pt x="4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 name="Google Shape;740;p36"/>
          <p:cNvGrpSpPr/>
          <p:nvPr/>
        </p:nvGrpSpPr>
        <p:grpSpPr>
          <a:xfrm>
            <a:off x="5024762" y="1732509"/>
            <a:ext cx="271150" cy="365781"/>
            <a:chOff x="4786863" y="4248100"/>
            <a:chExt cx="390650" cy="525850"/>
          </a:xfrm>
        </p:grpSpPr>
        <p:sp>
          <p:nvSpPr>
            <p:cNvPr id="741" name="Google Shape;741;p36"/>
            <p:cNvSpPr/>
            <p:nvPr/>
          </p:nvSpPr>
          <p:spPr>
            <a:xfrm>
              <a:off x="4797288" y="4258400"/>
              <a:ext cx="369775" cy="505225"/>
            </a:xfrm>
            <a:custGeom>
              <a:avLst/>
              <a:gdLst/>
              <a:ahLst/>
              <a:cxnLst/>
              <a:rect l="l" t="t" r="r" b="b"/>
              <a:pathLst>
                <a:path w="14791" h="20209" extrusionOk="0">
                  <a:moveTo>
                    <a:pt x="7396" y="1"/>
                  </a:moveTo>
                  <a:lnTo>
                    <a:pt x="1" y="1650"/>
                  </a:lnTo>
                  <a:lnTo>
                    <a:pt x="1" y="11491"/>
                  </a:lnTo>
                  <a:cubicBezTo>
                    <a:pt x="1" y="13956"/>
                    <a:pt x="1233" y="16270"/>
                    <a:pt x="3300" y="17654"/>
                  </a:cubicBezTo>
                  <a:lnTo>
                    <a:pt x="6941" y="20081"/>
                  </a:lnTo>
                  <a:cubicBezTo>
                    <a:pt x="7074" y="20166"/>
                    <a:pt x="7230" y="20209"/>
                    <a:pt x="7389" y="20209"/>
                  </a:cubicBezTo>
                  <a:cubicBezTo>
                    <a:pt x="7548" y="20209"/>
                    <a:pt x="7709" y="20166"/>
                    <a:pt x="7851" y="20081"/>
                  </a:cubicBezTo>
                  <a:lnTo>
                    <a:pt x="11492" y="17654"/>
                  </a:lnTo>
                  <a:cubicBezTo>
                    <a:pt x="13558" y="16289"/>
                    <a:pt x="14791" y="13975"/>
                    <a:pt x="14791" y="11491"/>
                  </a:cubicBezTo>
                  <a:lnTo>
                    <a:pt x="14791" y="1650"/>
                  </a:lnTo>
                  <a:lnTo>
                    <a:pt x="739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36"/>
            <p:cNvSpPr/>
            <p:nvPr/>
          </p:nvSpPr>
          <p:spPr>
            <a:xfrm>
              <a:off x="4838063" y="4300600"/>
              <a:ext cx="287775" cy="418125"/>
            </a:xfrm>
            <a:custGeom>
              <a:avLst/>
              <a:gdLst/>
              <a:ahLst/>
              <a:cxnLst/>
              <a:rect l="l" t="t" r="r" b="b"/>
              <a:pathLst>
                <a:path w="11511" h="16725" extrusionOk="0">
                  <a:moveTo>
                    <a:pt x="5765" y="0"/>
                  </a:moveTo>
                  <a:lnTo>
                    <a:pt x="1" y="1271"/>
                  </a:lnTo>
                  <a:lnTo>
                    <a:pt x="1" y="9803"/>
                  </a:lnTo>
                  <a:cubicBezTo>
                    <a:pt x="1" y="11737"/>
                    <a:pt x="968" y="13539"/>
                    <a:pt x="2560" y="14601"/>
                  </a:cubicBezTo>
                  <a:lnTo>
                    <a:pt x="5765" y="16724"/>
                  </a:lnTo>
                  <a:lnTo>
                    <a:pt x="8950" y="14601"/>
                  </a:lnTo>
                  <a:cubicBezTo>
                    <a:pt x="10543" y="13539"/>
                    <a:pt x="11510" y="11737"/>
                    <a:pt x="11510" y="9803"/>
                  </a:cubicBezTo>
                  <a:lnTo>
                    <a:pt x="11510" y="1271"/>
                  </a:lnTo>
                  <a:lnTo>
                    <a:pt x="576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36"/>
            <p:cNvSpPr/>
            <p:nvPr/>
          </p:nvSpPr>
          <p:spPr>
            <a:xfrm>
              <a:off x="4920538" y="4470300"/>
              <a:ext cx="123275" cy="123275"/>
            </a:xfrm>
            <a:custGeom>
              <a:avLst/>
              <a:gdLst/>
              <a:ahLst/>
              <a:cxnLst/>
              <a:rect l="l" t="t" r="r" b="b"/>
              <a:pathLst>
                <a:path w="4931" h="4931" extrusionOk="0">
                  <a:moveTo>
                    <a:pt x="1" y="1"/>
                  </a:moveTo>
                  <a:lnTo>
                    <a:pt x="1" y="4931"/>
                  </a:lnTo>
                  <a:lnTo>
                    <a:pt x="4931" y="4931"/>
                  </a:lnTo>
                  <a:lnTo>
                    <a:pt x="493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36"/>
            <p:cNvSpPr/>
            <p:nvPr/>
          </p:nvSpPr>
          <p:spPr>
            <a:xfrm>
              <a:off x="4971738" y="4330200"/>
              <a:ext cx="24200" cy="20675"/>
            </a:xfrm>
            <a:custGeom>
              <a:avLst/>
              <a:gdLst/>
              <a:ahLst/>
              <a:cxnLst/>
              <a:rect l="l" t="t" r="r" b="b"/>
              <a:pathLst>
                <a:path w="968" h="827" extrusionOk="0">
                  <a:moveTo>
                    <a:pt x="413" y="1"/>
                  </a:moveTo>
                  <a:cubicBezTo>
                    <a:pt x="201" y="1"/>
                    <a:pt x="1" y="171"/>
                    <a:pt x="1" y="428"/>
                  </a:cubicBezTo>
                  <a:cubicBezTo>
                    <a:pt x="1" y="637"/>
                    <a:pt x="190" y="826"/>
                    <a:pt x="418" y="826"/>
                  </a:cubicBezTo>
                  <a:cubicBezTo>
                    <a:pt x="778" y="826"/>
                    <a:pt x="968" y="390"/>
                    <a:pt x="702" y="125"/>
                  </a:cubicBezTo>
                  <a:cubicBezTo>
                    <a:pt x="617" y="39"/>
                    <a:pt x="514" y="1"/>
                    <a:pt x="4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36"/>
            <p:cNvSpPr/>
            <p:nvPr/>
          </p:nvSpPr>
          <p:spPr>
            <a:xfrm>
              <a:off x="4786863" y="4248100"/>
              <a:ext cx="390650" cy="525850"/>
            </a:xfrm>
            <a:custGeom>
              <a:avLst/>
              <a:gdLst/>
              <a:ahLst/>
              <a:cxnLst/>
              <a:rect l="l" t="t" r="r" b="b"/>
              <a:pathLst>
                <a:path w="15626" h="21034" extrusionOk="0">
                  <a:moveTo>
                    <a:pt x="7813" y="830"/>
                  </a:moveTo>
                  <a:lnTo>
                    <a:pt x="14791" y="2385"/>
                  </a:lnTo>
                  <a:lnTo>
                    <a:pt x="14791" y="11903"/>
                  </a:lnTo>
                  <a:cubicBezTo>
                    <a:pt x="14791" y="14236"/>
                    <a:pt x="13615" y="16416"/>
                    <a:pt x="11681" y="17725"/>
                  </a:cubicBezTo>
                  <a:lnTo>
                    <a:pt x="8040" y="20152"/>
                  </a:lnTo>
                  <a:cubicBezTo>
                    <a:pt x="7965" y="20199"/>
                    <a:pt x="7884" y="20223"/>
                    <a:pt x="7806" y="20223"/>
                  </a:cubicBezTo>
                  <a:cubicBezTo>
                    <a:pt x="7728" y="20223"/>
                    <a:pt x="7652" y="20199"/>
                    <a:pt x="7585" y="20152"/>
                  </a:cubicBezTo>
                  <a:lnTo>
                    <a:pt x="3926" y="17725"/>
                  </a:lnTo>
                  <a:cubicBezTo>
                    <a:pt x="1992" y="16416"/>
                    <a:pt x="816" y="14236"/>
                    <a:pt x="816" y="11903"/>
                  </a:cubicBezTo>
                  <a:lnTo>
                    <a:pt x="816" y="2385"/>
                  </a:lnTo>
                  <a:lnTo>
                    <a:pt x="7813" y="830"/>
                  </a:lnTo>
                  <a:close/>
                  <a:moveTo>
                    <a:pt x="7803" y="0"/>
                  </a:moveTo>
                  <a:cubicBezTo>
                    <a:pt x="7775" y="0"/>
                    <a:pt x="7747" y="5"/>
                    <a:pt x="7718" y="15"/>
                  </a:cubicBezTo>
                  <a:lnTo>
                    <a:pt x="323" y="1664"/>
                  </a:lnTo>
                  <a:cubicBezTo>
                    <a:pt x="134" y="1702"/>
                    <a:pt x="1" y="1873"/>
                    <a:pt x="1" y="2062"/>
                  </a:cubicBezTo>
                  <a:lnTo>
                    <a:pt x="1" y="11922"/>
                  </a:lnTo>
                  <a:cubicBezTo>
                    <a:pt x="1" y="14520"/>
                    <a:pt x="1309" y="16966"/>
                    <a:pt x="3471" y="18407"/>
                  </a:cubicBezTo>
                  <a:lnTo>
                    <a:pt x="7130" y="20834"/>
                  </a:lnTo>
                  <a:cubicBezTo>
                    <a:pt x="7329" y="20967"/>
                    <a:pt x="7566" y="21033"/>
                    <a:pt x="7806" y="21033"/>
                  </a:cubicBezTo>
                  <a:cubicBezTo>
                    <a:pt x="8045" y="21033"/>
                    <a:pt x="8287" y="20967"/>
                    <a:pt x="8496" y="20834"/>
                  </a:cubicBezTo>
                  <a:lnTo>
                    <a:pt x="12136" y="18407"/>
                  </a:lnTo>
                  <a:cubicBezTo>
                    <a:pt x="14317" y="16947"/>
                    <a:pt x="15625" y="14520"/>
                    <a:pt x="15625" y="11903"/>
                  </a:cubicBezTo>
                  <a:lnTo>
                    <a:pt x="15625" y="2062"/>
                  </a:lnTo>
                  <a:cubicBezTo>
                    <a:pt x="15625" y="1873"/>
                    <a:pt x="15473" y="1702"/>
                    <a:pt x="15303" y="1664"/>
                  </a:cubicBezTo>
                  <a:lnTo>
                    <a:pt x="7889" y="15"/>
                  </a:lnTo>
                  <a:cubicBezTo>
                    <a:pt x="7860" y="5"/>
                    <a:pt x="7832" y="0"/>
                    <a:pt x="780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36"/>
            <p:cNvSpPr/>
            <p:nvPr/>
          </p:nvSpPr>
          <p:spPr>
            <a:xfrm>
              <a:off x="4827638" y="4290275"/>
              <a:ext cx="308150" cy="438400"/>
            </a:xfrm>
            <a:custGeom>
              <a:avLst/>
              <a:gdLst/>
              <a:ahLst/>
              <a:cxnLst/>
              <a:rect l="l" t="t" r="r" b="b"/>
              <a:pathLst>
                <a:path w="12326" h="17536" extrusionOk="0">
                  <a:moveTo>
                    <a:pt x="6182" y="830"/>
                  </a:moveTo>
                  <a:lnTo>
                    <a:pt x="11510" y="2025"/>
                  </a:lnTo>
                  <a:lnTo>
                    <a:pt x="11510" y="10216"/>
                  </a:lnTo>
                  <a:cubicBezTo>
                    <a:pt x="11510" y="11999"/>
                    <a:pt x="10638" y="13667"/>
                    <a:pt x="9140" y="14672"/>
                  </a:cubicBezTo>
                  <a:lnTo>
                    <a:pt x="6182" y="16644"/>
                  </a:lnTo>
                  <a:lnTo>
                    <a:pt x="3205" y="14672"/>
                  </a:lnTo>
                  <a:cubicBezTo>
                    <a:pt x="1726" y="13686"/>
                    <a:pt x="835" y="12018"/>
                    <a:pt x="835" y="10235"/>
                  </a:cubicBezTo>
                  <a:lnTo>
                    <a:pt x="835" y="10216"/>
                  </a:lnTo>
                  <a:lnTo>
                    <a:pt x="835" y="2025"/>
                  </a:lnTo>
                  <a:lnTo>
                    <a:pt x="6182" y="830"/>
                  </a:lnTo>
                  <a:close/>
                  <a:moveTo>
                    <a:pt x="6163" y="1"/>
                  </a:moveTo>
                  <a:cubicBezTo>
                    <a:pt x="6130" y="1"/>
                    <a:pt x="6097" y="6"/>
                    <a:pt x="6068" y="15"/>
                  </a:cubicBezTo>
                  <a:lnTo>
                    <a:pt x="323" y="1286"/>
                  </a:lnTo>
                  <a:cubicBezTo>
                    <a:pt x="133" y="1323"/>
                    <a:pt x="1" y="1494"/>
                    <a:pt x="1" y="1684"/>
                  </a:cubicBezTo>
                  <a:lnTo>
                    <a:pt x="1" y="10216"/>
                  </a:lnTo>
                  <a:cubicBezTo>
                    <a:pt x="1" y="12283"/>
                    <a:pt x="1024" y="14198"/>
                    <a:pt x="2750" y="15355"/>
                  </a:cubicBezTo>
                  <a:lnTo>
                    <a:pt x="5954" y="17479"/>
                  </a:lnTo>
                  <a:cubicBezTo>
                    <a:pt x="6011" y="17517"/>
                    <a:pt x="6106" y="17536"/>
                    <a:pt x="6182" y="17536"/>
                  </a:cubicBezTo>
                  <a:cubicBezTo>
                    <a:pt x="6258" y="17536"/>
                    <a:pt x="6353" y="17517"/>
                    <a:pt x="6428" y="17479"/>
                  </a:cubicBezTo>
                  <a:lnTo>
                    <a:pt x="9614" y="15336"/>
                  </a:lnTo>
                  <a:cubicBezTo>
                    <a:pt x="11321" y="14198"/>
                    <a:pt x="12325" y="12264"/>
                    <a:pt x="12325" y="10216"/>
                  </a:cubicBezTo>
                  <a:lnTo>
                    <a:pt x="12325" y="1684"/>
                  </a:lnTo>
                  <a:cubicBezTo>
                    <a:pt x="12325" y="1494"/>
                    <a:pt x="12193" y="1323"/>
                    <a:pt x="12003" y="1286"/>
                  </a:cubicBezTo>
                  <a:lnTo>
                    <a:pt x="6258" y="15"/>
                  </a:lnTo>
                  <a:cubicBezTo>
                    <a:pt x="6229" y="6"/>
                    <a:pt x="6196" y="1"/>
                    <a:pt x="616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36"/>
            <p:cNvSpPr/>
            <p:nvPr/>
          </p:nvSpPr>
          <p:spPr>
            <a:xfrm>
              <a:off x="5007413" y="4341225"/>
              <a:ext cx="91400" cy="34775"/>
            </a:xfrm>
            <a:custGeom>
              <a:avLst/>
              <a:gdLst/>
              <a:ahLst/>
              <a:cxnLst/>
              <a:rect l="l" t="t" r="r" b="b"/>
              <a:pathLst>
                <a:path w="3656" h="1391" extrusionOk="0">
                  <a:moveTo>
                    <a:pt x="587" y="1"/>
                  </a:moveTo>
                  <a:cubicBezTo>
                    <a:pt x="133" y="1"/>
                    <a:pt x="1" y="677"/>
                    <a:pt x="470" y="821"/>
                  </a:cubicBezTo>
                  <a:lnTo>
                    <a:pt x="489" y="821"/>
                  </a:lnTo>
                  <a:cubicBezTo>
                    <a:pt x="3125" y="1390"/>
                    <a:pt x="3011" y="1390"/>
                    <a:pt x="3087" y="1390"/>
                  </a:cubicBezTo>
                  <a:cubicBezTo>
                    <a:pt x="3580" y="1390"/>
                    <a:pt x="3655" y="670"/>
                    <a:pt x="3181" y="575"/>
                  </a:cubicBezTo>
                  <a:lnTo>
                    <a:pt x="660" y="6"/>
                  </a:lnTo>
                  <a:cubicBezTo>
                    <a:pt x="635" y="2"/>
                    <a:pt x="611" y="1"/>
                    <a:pt x="58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36"/>
            <p:cNvSpPr/>
            <p:nvPr/>
          </p:nvSpPr>
          <p:spPr>
            <a:xfrm>
              <a:off x="4910113" y="4396350"/>
              <a:ext cx="143675" cy="207650"/>
            </a:xfrm>
            <a:custGeom>
              <a:avLst/>
              <a:gdLst/>
              <a:ahLst/>
              <a:cxnLst/>
              <a:rect l="l" t="t" r="r" b="b"/>
              <a:pathLst>
                <a:path w="5747" h="8306" extrusionOk="0">
                  <a:moveTo>
                    <a:pt x="2883" y="906"/>
                  </a:moveTo>
                  <a:cubicBezTo>
                    <a:pt x="3499" y="906"/>
                    <a:pt x="4115" y="1318"/>
                    <a:pt x="4115" y="2143"/>
                  </a:cubicBezTo>
                  <a:lnTo>
                    <a:pt x="4115" y="2541"/>
                  </a:lnTo>
                  <a:lnTo>
                    <a:pt x="1650" y="2541"/>
                  </a:lnTo>
                  <a:lnTo>
                    <a:pt x="1650" y="2143"/>
                  </a:lnTo>
                  <a:cubicBezTo>
                    <a:pt x="1650" y="1318"/>
                    <a:pt x="2267" y="906"/>
                    <a:pt x="2883" y="906"/>
                  </a:cubicBezTo>
                  <a:close/>
                  <a:moveTo>
                    <a:pt x="4931" y="3376"/>
                  </a:moveTo>
                  <a:lnTo>
                    <a:pt x="4931" y="7471"/>
                  </a:lnTo>
                  <a:lnTo>
                    <a:pt x="816" y="7471"/>
                  </a:lnTo>
                  <a:lnTo>
                    <a:pt x="816" y="3376"/>
                  </a:lnTo>
                  <a:close/>
                  <a:moveTo>
                    <a:pt x="2883" y="1"/>
                  </a:moveTo>
                  <a:cubicBezTo>
                    <a:pt x="1707" y="1"/>
                    <a:pt x="778" y="968"/>
                    <a:pt x="816" y="2143"/>
                  </a:cubicBezTo>
                  <a:lnTo>
                    <a:pt x="816" y="2541"/>
                  </a:lnTo>
                  <a:lnTo>
                    <a:pt x="418" y="2541"/>
                  </a:lnTo>
                  <a:cubicBezTo>
                    <a:pt x="190" y="2541"/>
                    <a:pt x="1" y="2731"/>
                    <a:pt x="1" y="2959"/>
                  </a:cubicBezTo>
                  <a:lnTo>
                    <a:pt x="1" y="7889"/>
                  </a:lnTo>
                  <a:cubicBezTo>
                    <a:pt x="1" y="8116"/>
                    <a:pt x="190" y="8306"/>
                    <a:pt x="418" y="8306"/>
                  </a:cubicBezTo>
                  <a:lnTo>
                    <a:pt x="5348" y="8306"/>
                  </a:lnTo>
                  <a:cubicBezTo>
                    <a:pt x="5575" y="8287"/>
                    <a:pt x="5746" y="8116"/>
                    <a:pt x="5746" y="7889"/>
                  </a:cubicBezTo>
                  <a:lnTo>
                    <a:pt x="5746" y="2959"/>
                  </a:lnTo>
                  <a:cubicBezTo>
                    <a:pt x="5746" y="2731"/>
                    <a:pt x="5575" y="2541"/>
                    <a:pt x="5348" y="2541"/>
                  </a:cubicBezTo>
                  <a:lnTo>
                    <a:pt x="4931" y="2541"/>
                  </a:lnTo>
                  <a:lnTo>
                    <a:pt x="4931" y="2143"/>
                  </a:lnTo>
                  <a:cubicBezTo>
                    <a:pt x="4969" y="968"/>
                    <a:pt x="4040" y="1"/>
                    <a:pt x="288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36"/>
            <p:cNvSpPr/>
            <p:nvPr/>
          </p:nvSpPr>
          <p:spPr>
            <a:xfrm>
              <a:off x="4971738" y="4501075"/>
              <a:ext cx="20425" cy="60850"/>
            </a:xfrm>
            <a:custGeom>
              <a:avLst/>
              <a:gdLst/>
              <a:ahLst/>
              <a:cxnLst/>
              <a:rect l="l" t="t" r="r" b="b"/>
              <a:pathLst>
                <a:path w="817" h="2434" extrusionOk="0">
                  <a:moveTo>
                    <a:pt x="387" y="1"/>
                  </a:moveTo>
                  <a:cubicBezTo>
                    <a:pt x="173" y="1"/>
                    <a:pt x="1" y="183"/>
                    <a:pt x="1" y="400"/>
                  </a:cubicBezTo>
                  <a:lnTo>
                    <a:pt x="1" y="2050"/>
                  </a:lnTo>
                  <a:cubicBezTo>
                    <a:pt x="20" y="2306"/>
                    <a:pt x="214" y="2434"/>
                    <a:pt x="408" y="2434"/>
                  </a:cubicBezTo>
                  <a:cubicBezTo>
                    <a:pt x="603" y="2434"/>
                    <a:pt x="797" y="2306"/>
                    <a:pt x="816" y="2050"/>
                  </a:cubicBezTo>
                  <a:lnTo>
                    <a:pt x="816" y="400"/>
                  </a:lnTo>
                  <a:cubicBezTo>
                    <a:pt x="816" y="173"/>
                    <a:pt x="645" y="2"/>
                    <a:pt x="418" y="2"/>
                  </a:cubicBezTo>
                  <a:cubicBezTo>
                    <a:pt x="407" y="1"/>
                    <a:pt x="397" y="1"/>
                    <a:pt x="38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0" name="Google Shape;750;p36"/>
          <p:cNvGrpSpPr/>
          <p:nvPr/>
        </p:nvGrpSpPr>
        <p:grpSpPr>
          <a:xfrm>
            <a:off x="2311771" y="3351401"/>
            <a:ext cx="365750" cy="302447"/>
            <a:chOff x="4667413" y="5261950"/>
            <a:chExt cx="475000" cy="389200"/>
          </a:xfrm>
        </p:grpSpPr>
        <p:sp>
          <p:nvSpPr>
            <p:cNvPr id="751" name="Google Shape;751;p36"/>
            <p:cNvSpPr/>
            <p:nvPr/>
          </p:nvSpPr>
          <p:spPr>
            <a:xfrm>
              <a:off x="5021513" y="5271425"/>
              <a:ext cx="111425" cy="314775"/>
            </a:xfrm>
            <a:custGeom>
              <a:avLst/>
              <a:gdLst/>
              <a:ahLst/>
              <a:cxnLst/>
              <a:rect l="l" t="t" r="r" b="b"/>
              <a:pathLst>
                <a:path w="4457" h="12591" extrusionOk="0">
                  <a:moveTo>
                    <a:pt x="2238" y="0"/>
                  </a:moveTo>
                  <a:cubicBezTo>
                    <a:pt x="1006" y="0"/>
                    <a:pt x="1" y="986"/>
                    <a:pt x="1" y="2219"/>
                  </a:cubicBezTo>
                  <a:lnTo>
                    <a:pt x="1" y="12591"/>
                  </a:lnTo>
                  <a:lnTo>
                    <a:pt x="4457" y="12591"/>
                  </a:lnTo>
                  <a:lnTo>
                    <a:pt x="4457" y="2219"/>
                  </a:lnTo>
                  <a:cubicBezTo>
                    <a:pt x="4457" y="986"/>
                    <a:pt x="3452" y="0"/>
                    <a:pt x="22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36"/>
            <p:cNvSpPr/>
            <p:nvPr/>
          </p:nvSpPr>
          <p:spPr>
            <a:xfrm>
              <a:off x="4677363" y="5326875"/>
              <a:ext cx="454150" cy="315275"/>
            </a:xfrm>
            <a:custGeom>
              <a:avLst/>
              <a:gdLst/>
              <a:ahLst/>
              <a:cxnLst/>
              <a:rect l="l" t="t" r="r" b="b"/>
              <a:pathLst>
                <a:path w="18166" h="12611" extrusionOk="0">
                  <a:moveTo>
                    <a:pt x="740" y="1"/>
                  </a:moveTo>
                  <a:cubicBezTo>
                    <a:pt x="323" y="1"/>
                    <a:pt x="1" y="342"/>
                    <a:pt x="1" y="740"/>
                  </a:cubicBezTo>
                  <a:lnTo>
                    <a:pt x="1" y="11871"/>
                  </a:lnTo>
                  <a:cubicBezTo>
                    <a:pt x="1" y="12269"/>
                    <a:pt x="323" y="12610"/>
                    <a:pt x="740" y="12610"/>
                  </a:cubicBezTo>
                  <a:lnTo>
                    <a:pt x="16004" y="12610"/>
                  </a:lnTo>
                  <a:cubicBezTo>
                    <a:pt x="17199" y="12572"/>
                    <a:pt x="18166" y="11586"/>
                    <a:pt x="18166" y="10373"/>
                  </a:cubicBezTo>
                  <a:cubicBezTo>
                    <a:pt x="18166" y="9178"/>
                    <a:pt x="17199" y="8192"/>
                    <a:pt x="16004" y="8154"/>
                  </a:cubicBezTo>
                  <a:cubicBezTo>
                    <a:pt x="14772" y="8154"/>
                    <a:pt x="13767" y="9159"/>
                    <a:pt x="13767" y="10392"/>
                  </a:cubicBezTo>
                  <a:lnTo>
                    <a:pt x="1376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36"/>
            <p:cNvSpPr/>
            <p:nvPr/>
          </p:nvSpPr>
          <p:spPr>
            <a:xfrm>
              <a:off x="5058488" y="5567700"/>
              <a:ext cx="43650" cy="37325"/>
            </a:xfrm>
            <a:custGeom>
              <a:avLst/>
              <a:gdLst/>
              <a:ahLst/>
              <a:cxnLst/>
              <a:rect l="l" t="t" r="r" b="b"/>
              <a:pathLst>
                <a:path w="1746" h="1493" extrusionOk="0">
                  <a:moveTo>
                    <a:pt x="759" y="0"/>
                  </a:moveTo>
                  <a:cubicBezTo>
                    <a:pt x="342" y="0"/>
                    <a:pt x="1" y="342"/>
                    <a:pt x="1" y="759"/>
                  </a:cubicBezTo>
                  <a:cubicBezTo>
                    <a:pt x="1" y="1195"/>
                    <a:pt x="374" y="1492"/>
                    <a:pt x="756" y="1492"/>
                  </a:cubicBezTo>
                  <a:cubicBezTo>
                    <a:pt x="939" y="1492"/>
                    <a:pt x="1124" y="1424"/>
                    <a:pt x="1271" y="1271"/>
                  </a:cubicBezTo>
                  <a:cubicBezTo>
                    <a:pt x="1745" y="816"/>
                    <a:pt x="1404" y="0"/>
                    <a:pt x="7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36"/>
            <p:cNvSpPr/>
            <p:nvPr/>
          </p:nvSpPr>
          <p:spPr>
            <a:xfrm>
              <a:off x="4728563" y="5382350"/>
              <a:ext cx="64975" cy="55675"/>
            </a:xfrm>
            <a:custGeom>
              <a:avLst/>
              <a:gdLst/>
              <a:ahLst/>
              <a:cxnLst/>
              <a:rect l="l" t="t" r="r" b="b"/>
              <a:pathLst>
                <a:path w="2599" h="2227" extrusionOk="0">
                  <a:moveTo>
                    <a:pt x="1499" y="0"/>
                  </a:moveTo>
                  <a:cubicBezTo>
                    <a:pt x="513" y="0"/>
                    <a:pt x="1" y="1195"/>
                    <a:pt x="702" y="1897"/>
                  </a:cubicBezTo>
                  <a:cubicBezTo>
                    <a:pt x="930" y="2124"/>
                    <a:pt x="1210" y="2226"/>
                    <a:pt x="1483" y="2226"/>
                  </a:cubicBezTo>
                  <a:cubicBezTo>
                    <a:pt x="2053" y="2226"/>
                    <a:pt x="2598" y="1785"/>
                    <a:pt x="2598" y="1119"/>
                  </a:cubicBezTo>
                  <a:cubicBezTo>
                    <a:pt x="2598" y="512"/>
                    <a:pt x="2105" y="0"/>
                    <a:pt x="149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36"/>
            <p:cNvSpPr/>
            <p:nvPr/>
          </p:nvSpPr>
          <p:spPr>
            <a:xfrm>
              <a:off x="5083138" y="5465775"/>
              <a:ext cx="21825" cy="18750"/>
            </a:xfrm>
            <a:custGeom>
              <a:avLst/>
              <a:gdLst/>
              <a:ahLst/>
              <a:cxnLst/>
              <a:rect l="l" t="t" r="r" b="b"/>
              <a:pathLst>
                <a:path w="873" h="750" extrusionOk="0">
                  <a:moveTo>
                    <a:pt x="513" y="1"/>
                  </a:moveTo>
                  <a:cubicBezTo>
                    <a:pt x="171" y="1"/>
                    <a:pt x="1" y="399"/>
                    <a:pt x="247" y="645"/>
                  </a:cubicBezTo>
                  <a:cubicBezTo>
                    <a:pt x="319" y="717"/>
                    <a:pt x="409" y="749"/>
                    <a:pt x="497" y="749"/>
                  </a:cubicBezTo>
                  <a:cubicBezTo>
                    <a:pt x="687" y="749"/>
                    <a:pt x="873" y="600"/>
                    <a:pt x="873" y="380"/>
                  </a:cubicBezTo>
                  <a:cubicBezTo>
                    <a:pt x="873" y="171"/>
                    <a:pt x="702" y="1"/>
                    <a:pt x="5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36"/>
            <p:cNvSpPr/>
            <p:nvPr/>
          </p:nvSpPr>
          <p:spPr>
            <a:xfrm>
              <a:off x="5040013" y="5558700"/>
              <a:ext cx="64950" cy="55650"/>
            </a:xfrm>
            <a:custGeom>
              <a:avLst/>
              <a:gdLst/>
              <a:ahLst/>
              <a:cxnLst/>
              <a:rect l="l" t="t" r="r" b="b"/>
              <a:pathLst>
                <a:path w="2598" h="2226" extrusionOk="0">
                  <a:moveTo>
                    <a:pt x="1474" y="731"/>
                  </a:moveTo>
                  <a:cubicBezTo>
                    <a:pt x="1671" y="731"/>
                    <a:pt x="1858" y="885"/>
                    <a:pt x="1858" y="1119"/>
                  </a:cubicBezTo>
                  <a:cubicBezTo>
                    <a:pt x="1858" y="1308"/>
                    <a:pt x="1688" y="1479"/>
                    <a:pt x="1498" y="1479"/>
                  </a:cubicBezTo>
                  <a:cubicBezTo>
                    <a:pt x="1157" y="1479"/>
                    <a:pt x="986" y="1081"/>
                    <a:pt x="1214" y="834"/>
                  </a:cubicBezTo>
                  <a:cubicBezTo>
                    <a:pt x="1291" y="763"/>
                    <a:pt x="1383" y="731"/>
                    <a:pt x="1474" y="731"/>
                  </a:cubicBezTo>
                  <a:close/>
                  <a:moveTo>
                    <a:pt x="1498" y="0"/>
                  </a:moveTo>
                  <a:cubicBezTo>
                    <a:pt x="493" y="0"/>
                    <a:pt x="0" y="1195"/>
                    <a:pt x="702" y="1896"/>
                  </a:cubicBezTo>
                  <a:cubicBezTo>
                    <a:pt x="930" y="2124"/>
                    <a:pt x="1209" y="2226"/>
                    <a:pt x="1483" y="2226"/>
                  </a:cubicBezTo>
                  <a:cubicBezTo>
                    <a:pt x="2053" y="2226"/>
                    <a:pt x="2598" y="1785"/>
                    <a:pt x="2598" y="1119"/>
                  </a:cubicBezTo>
                  <a:cubicBezTo>
                    <a:pt x="2598" y="493"/>
                    <a:pt x="2105" y="0"/>
                    <a:pt x="14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36"/>
            <p:cNvSpPr/>
            <p:nvPr/>
          </p:nvSpPr>
          <p:spPr>
            <a:xfrm>
              <a:off x="4667413" y="5261950"/>
              <a:ext cx="475000" cy="389200"/>
            </a:xfrm>
            <a:custGeom>
              <a:avLst/>
              <a:gdLst/>
              <a:ahLst/>
              <a:cxnLst/>
              <a:rect l="l" t="t" r="r" b="b"/>
              <a:pathLst>
                <a:path w="19000" h="15568" extrusionOk="0">
                  <a:moveTo>
                    <a:pt x="16402" y="740"/>
                  </a:moveTo>
                  <a:cubicBezTo>
                    <a:pt x="17407" y="740"/>
                    <a:pt x="18241" y="1574"/>
                    <a:pt x="18241" y="2598"/>
                  </a:cubicBezTo>
                  <a:lnTo>
                    <a:pt x="18241" y="11168"/>
                  </a:lnTo>
                  <a:cubicBezTo>
                    <a:pt x="17739" y="10647"/>
                    <a:pt x="17066" y="10386"/>
                    <a:pt x="16393" y="10386"/>
                  </a:cubicBezTo>
                  <a:cubicBezTo>
                    <a:pt x="15720" y="10386"/>
                    <a:pt x="15046" y="10647"/>
                    <a:pt x="14544" y="11168"/>
                  </a:cubicBezTo>
                  <a:lnTo>
                    <a:pt x="14544" y="2598"/>
                  </a:lnTo>
                  <a:cubicBezTo>
                    <a:pt x="14544" y="1574"/>
                    <a:pt x="15378" y="740"/>
                    <a:pt x="16402" y="740"/>
                  </a:cubicBezTo>
                  <a:close/>
                  <a:moveTo>
                    <a:pt x="13804" y="2977"/>
                  </a:moveTo>
                  <a:lnTo>
                    <a:pt x="13804" y="12970"/>
                  </a:lnTo>
                  <a:cubicBezTo>
                    <a:pt x="13804" y="13671"/>
                    <a:pt x="14089" y="14354"/>
                    <a:pt x="14582" y="14828"/>
                  </a:cubicBezTo>
                  <a:lnTo>
                    <a:pt x="1119" y="14828"/>
                  </a:lnTo>
                  <a:cubicBezTo>
                    <a:pt x="911" y="14828"/>
                    <a:pt x="759" y="14657"/>
                    <a:pt x="759" y="14468"/>
                  </a:cubicBezTo>
                  <a:lnTo>
                    <a:pt x="759" y="3337"/>
                  </a:lnTo>
                  <a:cubicBezTo>
                    <a:pt x="759" y="3129"/>
                    <a:pt x="911" y="2977"/>
                    <a:pt x="1119" y="2977"/>
                  </a:cubicBezTo>
                  <a:close/>
                  <a:moveTo>
                    <a:pt x="16374" y="11120"/>
                  </a:moveTo>
                  <a:cubicBezTo>
                    <a:pt x="17329" y="11120"/>
                    <a:pt x="18241" y="11859"/>
                    <a:pt x="18241" y="12989"/>
                  </a:cubicBezTo>
                  <a:cubicBezTo>
                    <a:pt x="18241" y="13994"/>
                    <a:pt x="17407" y="14828"/>
                    <a:pt x="16402" y="14828"/>
                  </a:cubicBezTo>
                  <a:cubicBezTo>
                    <a:pt x="14734" y="14828"/>
                    <a:pt x="13918" y="12837"/>
                    <a:pt x="15075" y="11661"/>
                  </a:cubicBezTo>
                  <a:cubicBezTo>
                    <a:pt x="15454" y="11288"/>
                    <a:pt x="15919" y="11120"/>
                    <a:pt x="16374" y="11120"/>
                  </a:cubicBezTo>
                  <a:close/>
                  <a:moveTo>
                    <a:pt x="16402" y="0"/>
                  </a:moveTo>
                  <a:cubicBezTo>
                    <a:pt x="15113" y="19"/>
                    <a:pt x="14013" y="948"/>
                    <a:pt x="13823" y="2238"/>
                  </a:cubicBezTo>
                  <a:lnTo>
                    <a:pt x="1119" y="2238"/>
                  </a:lnTo>
                  <a:cubicBezTo>
                    <a:pt x="512" y="2238"/>
                    <a:pt x="1" y="2731"/>
                    <a:pt x="1" y="3337"/>
                  </a:cubicBezTo>
                  <a:lnTo>
                    <a:pt x="1" y="14468"/>
                  </a:lnTo>
                  <a:cubicBezTo>
                    <a:pt x="1" y="15075"/>
                    <a:pt x="512" y="15568"/>
                    <a:pt x="1119" y="15568"/>
                  </a:cubicBezTo>
                  <a:lnTo>
                    <a:pt x="16383" y="15568"/>
                  </a:lnTo>
                  <a:cubicBezTo>
                    <a:pt x="17824" y="15568"/>
                    <a:pt x="19000" y="14411"/>
                    <a:pt x="19000" y="12989"/>
                  </a:cubicBezTo>
                  <a:lnTo>
                    <a:pt x="19000" y="2598"/>
                  </a:lnTo>
                  <a:cubicBezTo>
                    <a:pt x="19000" y="1157"/>
                    <a:pt x="17824" y="0"/>
                    <a:pt x="164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36"/>
            <p:cNvSpPr/>
            <p:nvPr/>
          </p:nvSpPr>
          <p:spPr>
            <a:xfrm>
              <a:off x="4714513" y="5372850"/>
              <a:ext cx="143950" cy="219400"/>
            </a:xfrm>
            <a:custGeom>
              <a:avLst/>
              <a:gdLst/>
              <a:ahLst/>
              <a:cxnLst/>
              <a:rect l="l" t="t" r="r" b="b"/>
              <a:pathLst>
                <a:path w="5758" h="8776" extrusionOk="0">
                  <a:moveTo>
                    <a:pt x="2037" y="756"/>
                  </a:moveTo>
                  <a:cubicBezTo>
                    <a:pt x="2415" y="756"/>
                    <a:pt x="2781" y="1049"/>
                    <a:pt x="2781" y="1499"/>
                  </a:cubicBezTo>
                  <a:cubicBezTo>
                    <a:pt x="2781" y="1916"/>
                    <a:pt x="2459" y="2239"/>
                    <a:pt x="2042" y="2239"/>
                  </a:cubicBezTo>
                  <a:cubicBezTo>
                    <a:pt x="1378" y="2239"/>
                    <a:pt x="1056" y="1442"/>
                    <a:pt x="1530" y="968"/>
                  </a:cubicBezTo>
                  <a:cubicBezTo>
                    <a:pt x="1676" y="822"/>
                    <a:pt x="1858" y="756"/>
                    <a:pt x="2037" y="756"/>
                  </a:cubicBezTo>
                  <a:close/>
                  <a:moveTo>
                    <a:pt x="2038" y="1"/>
                  </a:moveTo>
                  <a:cubicBezTo>
                    <a:pt x="1681" y="1"/>
                    <a:pt x="1313" y="137"/>
                    <a:pt x="999" y="456"/>
                  </a:cubicBezTo>
                  <a:cubicBezTo>
                    <a:pt x="1" y="1485"/>
                    <a:pt x="875" y="3002"/>
                    <a:pt x="2040" y="3002"/>
                  </a:cubicBezTo>
                  <a:cubicBezTo>
                    <a:pt x="2291" y="3002"/>
                    <a:pt x="2556" y="2931"/>
                    <a:pt x="2819" y="2770"/>
                  </a:cubicBezTo>
                  <a:lnTo>
                    <a:pt x="3179" y="4192"/>
                  </a:lnTo>
                  <a:cubicBezTo>
                    <a:pt x="3201" y="4352"/>
                    <a:pt x="3335" y="4420"/>
                    <a:pt x="3484" y="4420"/>
                  </a:cubicBezTo>
                  <a:cubicBezTo>
                    <a:pt x="3721" y="4420"/>
                    <a:pt x="3993" y="4247"/>
                    <a:pt x="3900" y="4002"/>
                  </a:cubicBezTo>
                  <a:lnTo>
                    <a:pt x="3767" y="3509"/>
                  </a:lnTo>
                  <a:lnTo>
                    <a:pt x="3767" y="3509"/>
                  </a:lnTo>
                  <a:cubicBezTo>
                    <a:pt x="5019" y="4647"/>
                    <a:pt x="5019" y="6050"/>
                    <a:pt x="5019" y="8174"/>
                  </a:cubicBezTo>
                  <a:lnTo>
                    <a:pt x="5019" y="8420"/>
                  </a:lnTo>
                  <a:cubicBezTo>
                    <a:pt x="5019" y="8657"/>
                    <a:pt x="5203" y="8776"/>
                    <a:pt x="5388" y="8776"/>
                  </a:cubicBezTo>
                  <a:cubicBezTo>
                    <a:pt x="5573" y="8776"/>
                    <a:pt x="5758" y="8657"/>
                    <a:pt x="5758" y="8420"/>
                  </a:cubicBezTo>
                  <a:lnTo>
                    <a:pt x="5758" y="8174"/>
                  </a:lnTo>
                  <a:cubicBezTo>
                    <a:pt x="5758" y="5993"/>
                    <a:pt x="5758" y="4324"/>
                    <a:pt x="4298" y="2997"/>
                  </a:cubicBezTo>
                  <a:lnTo>
                    <a:pt x="4298" y="2978"/>
                  </a:lnTo>
                  <a:lnTo>
                    <a:pt x="4639" y="2978"/>
                  </a:lnTo>
                  <a:cubicBezTo>
                    <a:pt x="4657" y="2980"/>
                    <a:pt x="4674" y="2981"/>
                    <a:pt x="4690" y="2981"/>
                  </a:cubicBezTo>
                  <a:cubicBezTo>
                    <a:pt x="5159" y="2981"/>
                    <a:pt x="5153" y="2237"/>
                    <a:pt x="4674" y="2237"/>
                  </a:cubicBezTo>
                  <a:cubicBezTo>
                    <a:pt x="4663" y="2237"/>
                    <a:pt x="4651" y="2238"/>
                    <a:pt x="4639" y="2239"/>
                  </a:cubicBezTo>
                  <a:lnTo>
                    <a:pt x="3350" y="2239"/>
                  </a:lnTo>
                  <a:cubicBezTo>
                    <a:pt x="3996" y="1115"/>
                    <a:pt x="3060" y="1"/>
                    <a:pt x="203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36"/>
            <p:cNvSpPr/>
            <p:nvPr/>
          </p:nvSpPr>
          <p:spPr>
            <a:xfrm>
              <a:off x="4891663" y="5373175"/>
              <a:ext cx="81950" cy="74525"/>
            </a:xfrm>
            <a:custGeom>
              <a:avLst/>
              <a:gdLst/>
              <a:ahLst/>
              <a:cxnLst/>
              <a:rect l="l" t="t" r="r" b="b"/>
              <a:pathLst>
                <a:path w="3278" h="2981" extrusionOk="0">
                  <a:moveTo>
                    <a:pt x="529" y="1"/>
                  </a:moveTo>
                  <a:cubicBezTo>
                    <a:pt x="241" y="1"/>
                    <a:pt x="4" y="372"/>
                    <a:pt x="265" y="633"/>
                  </a:cubicBezTo>
                  <a:lnTo>
                    <a:pt x="1118" y="1486"/>
                  </a:lnTo>
                  <a:lnTo>
                    <a:pt x="265" y="2339"/>
                  </a:lnTo>
                  <a:cubicBezTo>
                    <a:pt x="1" y="2603"/>
                    <a:pt x="247" y="2980"/>
                    <a:pt x="539" y="2980"/>
                  </a:cubicBezTo>
                  <a:cubicBezTo>
                    <a:pt x="624" y="2980"/>
                    <a:pt x="714" y="2948"/>
                    <a:pt x="796" y="2870"/>
                  </a:cubicBezTo>
                  <a:lnTo>
                    <a:pt x="1649" y="2017"/>
                  </a:lnTo>
                  <a:lnTo>
                    <a:pt x="2483" y="2870"/>
                  </a:lnTo>
                  <a:cubicBezTo>
                    <a:pt x="2565" y="2948"/>
                    <a:pt x="2655" y="2980"/>
                    <a:pt x="2740" y="2980"/>
                  </a:cubicBezTo>
                  <a:cubicBezTo>
                    <a:pt x="3032" y="2980"/>
                    <a:pt x="3278" y="2603"/>
                    <a:pt x="3014" y="2339"/>
                  </a:cubicBezTo>
                  <a:lnTo>
                    <a:pt x="2161" y="1486"/>
                  </a:lnTo>
                  <a:lnTo>
                    <a:pt x="3014" y="633"/>
                  </a:lnTo>
                  <a:cubicBezTo>
                    <a:pt x="3166" y="500"/>
                    <a:pt x="3166" y="254"/>
                    <a:pt x="3014" y="121"/>
                  </a:cubicBezTo>
                  <a:cubicBezTo>
                    <a:pt x="2938" y="45"/>
                    <a:pt x="2844" y="7"/>
                    <a:pt x="2749" y="7"/>
                  </a:cubicBezTo>
                  <a:cubicBezTo>
                    <a:pt x="2654" y="7"/>
                    <a:pt x="2559" y="45"/>
                    <a:pt x="2483" y="121"/>
                  </a:cubicBezTo>
                  <a:lnTo>
                    <a:pt x="1649" y="955"/>
                  </a:lnTo>
                  <a:lnTo>
                    <a:pt x="796" y="121"/>
                  </a:lnTo>
                  <a:cubicBezTo>
                    <a:pt x="711" y="36"/>
                    <a:pt x="617" y="1"/>
                    <a:pt x="52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36"/>
            <p:cNvSpPr/>
            <p:nvPr/>
          </p:nvSpPr>
          <p:spPr>
            <a:xfrm>
              <a:off x="4891663" y="5521325"/>
              <a:ext cx="81875" cy="74525"/>
            </a:xfrm>
            <a:custGeom>
              <a:avLst/>
              <a:gdLst/>
              <a:ahLst/>
              <a:cxnLst/>
              <a:rect l="l" t="t" r="r" b="b"/>
              <a:pathLst>
                <a:path w="3275" h="2981" extrusionOk="0">
                  <a:moveTo>
                    <a:pt x="539" y="1"/>
                  </a:moveTo>
                  <a:cubicBezTo>
                    <a:pt x="247" y="1"/>
                    <a:pt x="1" y="378"/>
                    <a:pt x="265" y="642"/>
                  </a:cubicBezTo>
                  <a:lnTo>
                    <a:pt x="1118" y="1495"/>
                  </a:lnTo>
                  <a:lnTo>
                    <a:pt x="265" y="2348"/>
                  </a:lnTo>
                  <a:cubicBezTo>
                    <a:pt x="4" y="2609"/>
                    <a:pt x="241" y="2981"/>
                    <a:pt x="529" y="2981"/>
                  </a:cubicBezTo>
                  <a:cubicBezTo>
                    <a:pt x="617" y="2981"/>
                    <a:pt x="711" y="2945"/>
                    <a:pt x="796" y="2860"/>
                  </a:cubicBezTo>
                  <a:lnTo>
                    <a:pt x="1649" y="2026"/>
                  </a:lnTo>
                  <a:lnTo>
                    <a:pt x="2483" y="2860"/>
                  </a:lnTo>
                  <a:cubicBezTo>
                    <a:pt x="2568" y="2945"/>
                    <a:pt x="2662" y="2981"/>
                    <a:pt x="2750" y="2981"/>
                  </a:cubicBezTo>
                  <a:cubicBezTo>
                    <a:pt x="3038" y="2981"/>
                    <a:pt x="3275" y="2609"/>
                    <a:pt x="3014" y="2348"/>
                  </a:cubicBezTo>
                  <a:lnTo>
                    <a:pt x="2161" y="1495"/>
                  </a:lnTo>
                  <a:lnTo>
                    <a:pt x="3014" y="642"/>
                  </a:lnTo>
                  <a:cubicBezTo>
                    <a:pt x="3166" y="490"/>
                    <a:pt x="3166" y="263"/>
                    <a:pt x="3014" y="111"/>
                  </a:cubicBezTo>
                  <a:cubicBezTo>
                    <a:pt x="2938" y="44"/>
                    <a:pt x="2844" y="11"/>
                    <a:pt x="2749" y="11"/>
                  </a:cubicBezTo>
                  <a:cubicBezTo>
                    <a:pt x="2654" y="11"/>
                    <a:pt x="2559" y="44"/>
                    <a:pt x="2483" y="111"/>
                  </a:cubicBezTo>
                  <a:lnTo>
                    <a:pt x="1649" y="964"/>
                  </a:lnTo>
                  <a:lnTo>
                    <a:pt x="796" y="111"/>
                  </a:lnTo>
                  <a:cubicBezTo>
                    <a:pt x="714" y="33"/>
                    <a:pt x="624" y="1"/>
                    <a:pt x="5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36"/>
            <p:cNvSpPr/>
            <p:nvPr/>
          </p:nvSpPr>
          <p:spPr>
            <a:xfrm>
              <a:off x="4724813" y="5521325"/>
              <a:ext cx="82250" cy="74525"/>
            </a:xfrm>
            <a:custGeom>
              <a:avLst/>
              <a:gdLst/>
              <a:ahLst/>
              <a:cxnLst/>
              <a:rect l="l" t="t" r="r" b="b"/>
              <a:pathLst>
                <a:path w="3290" h="2981" extrusionOk="0">
                  <a:moveTo>
                    <a:pt x="546" y="1"/>
                  </a:moveTo>
                  <a:cubicBezTo>
                    <a:pt x="258" y="1"/>
                    <a:pt x="0" y="378"/>
                    <a:pt x="264" y="642"/>
                  </a:cubicBezTo>
                  <a:lnTo>
                    <a:pt x="1118" y="1495"/>
                  </a:lnTo>
                  <a:lnTo>
                    <a:pt x="264" y="2348"/>
                  </a:lnTo>
                  <a:cubicBezTo>
                    <a:pt x="4" y="2609"/>
                    <a:pt x="252" y="2981"/>
                    <a:pt x="536" y="2981"/>
                  </a:cubicBezTo>
                  <a:cubicBezTo>
                    <a:pt x="624" y="2981"/>
                    <a:pt x="715" y="2945"/>
                    <a:pt x="795" y="2860"/>
                  </a:cubicBezTo>
                  <a:lnTo>
                    <a:pt x="1649" y="2026"/>
                  </a:lnTo>
                  <a:lnTo>
                    <a:pt x="2502" y="2860"/>
                  </a:lnTo>
                  <a:cubicBezTo>
                    <a:pt x="2582" y="2945"/>
                    <a:pt x="2673" y="2981"/>
                    <a:pt x="2761" y="2981"/>
                  </a:cubicBezTo>
                  <a:cubicBezTo>
                    <a:pt x="3044" y="2981"/>
                    <a:pt x="3289" y="2609"/>
                    <a:pt x="3014" y="2348"/>
                  </a:cubicBezTo>
                  <a:lnTo>
                    <a:pt x="2179" y="1495"/>
                  </a:lnTo>
                  <a:lnTo>
                    <a:pt x="3014" y="642"/>
                  </a:lnTo>
                  <a:cubicBezTo>
                    <a:pt x="3165" y="490"/>
                    <a:pt x="3165" y="263"/>
                    <a:pt x="3014" y="111"/>
                  </a:cubicBezTo>
                  <a:cubicBezTo>
                    <a:pt x="2947" y="44"/>
                    <a:pt x="2853" y="11"/>
                    <a:pt x="2758" y="11"/>
                  </a:cubicBezTo>
                  <a:cubicBezTo>
                    <a:pt x="2663" y="11"/>
                    <a:pt x="2568" y="44"/>
                    <a:pt x="2502" y="111"/>
                  </a:cubicBezTo>
                  <a:lnTo>
                    <a:pt x="1649" y="964"/>
                  </a:lnTo>
                  <a:lnTo>
                    <a:pt x="795" y="111"/>
                  </a:lnTo>
                  <a:cubicBezTo>
                    <a:pt x="718" y="33"/>
                    <a:pt x="630" y="1"/>
                    <a:pt x="54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36"/>
            <p:cNvSpPr/>
            <p:nvPr/>
          </p:nvSpPr>
          <p:spPr>
            <a:xfrm>
              <a:off x="5086463" y="5336375"/>
              <a:ext cx="18500" cy="110475"/>
            </a:xfrm>
            <a:custGeom>
              <a:avLst/>
              <a:gdLst/>
              <a:ahLst/>
              <a:cxnLst/>
              <a:rect l="l" t="t" r="r" b="b"/>
              <a:pathLst>
                <a:path w="740" h="4419" extrusionOk="0">
                  <a:moveTo>
                    <a:pt x="380" y="0"/>
                  </a:moveTo>
                  <a:cubicBezTo>
                    <a:pt x="171" y="0"/>
                    <a:pt x="0" y="152"/>
                    <a:pt x="0" y="360"/>
                  </a:cubicBezTo>
                  <a:lnTo>
                    <a:pt x="0" y="4077"/>
                  </a:lnTo>
                  <a:cubicBezTo>
                    <a:pt x="19" y="4304"/>
                    <a:pt x="195" y="4418"/>
                    <a:pt x="370" y="4418"/>
                  </a:cubicBezTo>
                  <a:cubicBezTo>
                    <a:pt x="546" y="4418"/>
                    <a:pt x="721" y="4304"/>
                    <a:pt x="740" y="4077"/>
                  </a:cubicBezTo>
                  <a:lnTo>
                    <a:pt x="740" y="360"/>
                  </a:lnTo>
                  <a:cubicBezTo>
                    <a:pt x="740" y="152"/>
                    <a:pt x="569" y="0"/>
                    <a:pt x="38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3" name="Google Shape;763;p36"/>
          <p:cNvGrpSpPr/>
          <p:nvPr/>
        </p:nvGrpSpPr>
        <p:grpSpPr>
          <a:xfrm>
            <a:off x="1771663" y="1671650"/>
            <a:ext cx="578325" cy="487500"/>
            <a:chOff x="1665363" y="1706700"/>
            <a:chExt cx="578325" cy="487500"/>
          </a:xfrm>
        </p:grpSpPr>
        <p:sp>
          <p:nvSpPr>
            <p:cNvPr id="764" name="Google Shape;764;p36"/>
            <p:cNvSpPr/>
            <p:nvPr/>
          </p:nvSpPr>
          <p:spPr>
            <a:xfrm flipH="1">
              <a:off x="2174988"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36"/>
            <p:cNvSpPr/>
            <p:nvPr/>
          </p:nvSpPr>
          <p:spPr>
            <a:xfrm>
              <a:off x="1665363"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6" name="Google Shape;766;p36"/>
          <p:cNvGrpSpPr/>
          <p:nvPr/>
        </p:nvGrpSpPr>
        <p:grpSpPr>
          <a:xfrm>
            <a:off x="4871175" y="1671650"/>
            <a:ext cx="578325" cy="487500"/>
            <a:chOff x="4764875" y="1706700"/>
            <a:chExt cx="578325" cy="487500"/>
          </a:xfrm>
        </p:grpSpPr>
        <p:sp>
          <p:nvSpPr>
            <p:cNvPr id="767" name="Google Shape;767;p36"/>
            <p:cNvSpPr/>
            <p:nvPr/>
          </p:nvSpPr>
          <p:spPr>
            <a:xfrm flipH="1">
              <a:off x="5274500"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36"/>
            <p:cNvSpPr/>
            <p:nvPr/>
          </p:nvSpPr>
          <p:spPr>
            <a:xfrm>
              <a:off x="4764875"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9" name="Google Shape;769;p36"/>
          <p:cNvGrpSpPr/>
          <p:nvPr/>
        </p:nvGrpSpPr>
        <p:grpSpPr>
          <a:xfrm>
            <a:off x="5304988" y="3258875"/>
            <a:ext cx="578325" cy="487500"/>
            <a:chOff x="5198688" y="3289450"/>
            <a:chExt cx="578325" cy="487500"/>
          </a:xfrm>
        </p:grpSpPr>
        <p:sp>
          <p:nvSpPr>
            <p:cNvPr id="770" name="Google Shape;770;p36"/>
            <p:cNvSpPr/>
            <p:nvPr/>
          </p:nvSpPr>
          <p:spPr>
            <a:xfrm flipH="1">
              <a:off x="5708313" y="328945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36"/>
            <p:cNvSpPr/>
            <p:nvPr/>
          </p:nvSpPr>
          <p:spPr>
            <a:xfrm>
              <a:off x="5198688" y="328945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2" name="Google Shape;772;p36"/>
          <p:cNvGrpSpPr/>
          <p:nvPr/>
        </p:nvGrpSpPr>
        <p:grpSpPr>
          <a:xfrm>
            <a:off x="2205475" y="3258875"/>
            <a:ext cx="578325" cy="487500"/>
            <a:chOff x="2099175" y="3289450"/>
            <a:chExt cx="578325" cy="487500"/>
          </a:xfrm>
        </p:grpSpPr>
        <p:sp>
          <p:nvSpPr>
            <p:cNvPr id="773" name="Google Shape;773;p36"/>
            <p:cNvSpPr/>
            <p:nvPr/>
          </p:nvSpPr>
          <p:spPr>
            <a:xfrm flipH="1">
              <a:off x="2608800" y="328945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36"/>
            <p:cNvSpPr/>
            <p:nvPr/>
          </p:nvSpPr>
          <p:spPr>
            <a:xfrm>
              <a:off x="2099175" y="328945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5" name="Google Shape;775;p36"/>
          <p:cNvSpPr txBox="1">
            <a:spLocks noGrp="1"/>
          </p:cNvSpPr>
          <p:nvPr>
            <p:ph type="subTitle" idx="2"/>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776" name="Google Shape;776;p36"/>
          <p:cNvSpPr txBox="1">
            <a:spLocks noGrp="1"/>
          </p:cNvSpPr>
          <p:nvPr>
            <p:ph type="subTitle" idx="2"/>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777" name="Google Shape;777;p36"/>
          <p:cNvSpPr txBox="1">
            <a:spLocks noGrp="1"/>
          </p:cNvSpPr>
          <p:nvPr>
            <p:ph type="subTitle" idx="2"/>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781"/>
        <p:cNvGrpSpPr/>
        <p:nvPr/>
      </p:nvGrpSpPr>
      <p:grpSpPr>
        <a:xfrm>
          <a:off x="0" y="0"/>
          <a:ext cx="0" cy="0"/>
          <a:chOff x="0" y="0"/>
          <a:chExt cx="0" cy="0"/>
        </a:xfrm>
      </p:grpSpPr>
      <p:sp>
        <p:nvSpPr>
          <p:cNvPr id="782" name="Google Shape;782;p37"/>
          <p:cNvSpPr txBox="1">
            <a:spLocks noGrp="1"/>
          </p:cNvSpPr>
          <p:nvPr>
            <p:ph type="body" idx="1"/>
          </p:nvPr>
        </p:nvSpPr>
        <p:spPr>
          <a:xfrm>
            <a:off x="3306200" y="2227588"/>
            <a:ext cx="4694400" cy="751800"/>
          </a:xfrm>
          <a:prstGeom prst="rect">
            <a:avLst/>
          </a:prstGeom>
        </p:spPr>
        <p:txBody>
          <a:bodyPr spcFirstLastPara="1" wrap="square" lIns="91425" tIns="91425" rIns="91425" bIns="91425" anchor="ctr" anchorCtr="0">
            <a:noAutofit/>
          </a:bodyPr>
          <a:lstStyle/>
          <a:p>
            <a:pPr marL="341342" lvl="0" indent="-265184" algn="l" rtl="0">
              <a:spcBef>
                <a:spcPts val="0"/>
              </a:spcBef>
              <a:spcAft>
                <a:spcPts val="0"/>
              </a:spcAft>
              <a:buSzPts val="1200"/>
              <a:buChar char="∗"/>
            </a:pPr>
            <a:r>
              <a:rPr lang="en">
                <a:solidFill>
                  <a:schemeClr val="accent3"/>
                </a:solidFill>
              </a:rPr>
              <a:t>Mercury is the smallest planet</a:t>
            </a:r>
            <a:endParaRPr>
              <a:solidFill>
                <a:schemeClr val="accent3"/>
              </a:solidFill>
            </a:endParaRPr>
          </a:p>
          <a:p>
            <a:pPr marL="341342" lvl="0" indent="-265184" algn="l" rtl="0">
              <a:spcBef>
                <a:spcPts val="0"/>
              </a:spcBef>
              <a:spcAft>
                <a:spcPts val="0"/>
              </a:spcAft>
              <a:buSzPts val="1200"/>
              <a:buChar char="∗"/>
            </a:pPr>
            <a:r>
              <a:rPr lang="en">
                <a:solidFill>
                  <a:schemeClr val="accent3"/>
                </a:solidFill>
              </a:rPr>
              <a:t>The Earth is the planet we live on</a:t>
            </a:r>
            <a:endParaRPr>
              <a:solidFill>
                <a:schemeClr val="accent3"/>
              </a:solidFill>
            </a:endParaRPr>
          </a:p>
          <a:p>
            <a:pPr marL="341342" lvl="0" indent="-265184" algn="l" rtl="0">
              <a:spcBef>
                <a:spcPts val="0"/>
              </a:spcBef>
              <a:spcAft>
                <a:spcPts val="0"/>
              </a:spcAft>
              <a:buSzPts val="1200"/>
              <a:buChar char="∗"/>
            </a:pPr>
            <a:r>
              <a:rPr lang="en">
                <a:solidFill>
                  <a:schemeClr val="accent3"/>
                </a:solidFill>
              </a:rPr>
              <a:t>Saturn is made of oxygen and helium</a:t>
            </a:r>
            <a:endParaRPr>
              <a:solidFill>
                <a:schemeClr val="accent3"/>
              </a:solidFill>
            </a:endParaRPr>
          </a:p>
        </p:txBody>
      </p:sp>
      <p:sp>
        <p:nvSpPr>
          <p:cNvPr id="783" name="Google Shape;783;p37"/>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Practical Exercise </a:t>
            </a:r>
            <a:r>
              <a:rPr lang="en">
                <a:solidFill>
                  <a:schemeClr val="accent6"/>
                </a:solidFill>
              </a:rPr>
              <a:t>{</a:t>
            </a:r>
            <a:endParaRPr>
              <a:solidFill>
                <a:schemeClr val="accent6"/>
              </a:solidFill>
            </a:endParaRPr>
          </a:p>
        </p:txBody>
      </p:sp>
      <p:sp>
        <p:nvSpPr>
          <p:cNvPr id="784" name="Google Shape;784;p37"/>
          <p:cNvSpPr txBox="1">
            <a:spLocks noGrp="1"/>
          </p:cNvSpPr>
          <p:nvPr>
            <p:ph type="title" idx="2"/>
          </p:nvPr>
        </p:nvSpPr>
        <p:spPr>
          <a:xfrm flipH="1">
            <a:off x="2091200" y="2372263"/>
            <a:ext cx="1215000" cy="462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/1 &gt;</a:t>
            </a:r>
            <a:endParaRPr/>
          </a:p>
        </p:txBody>
      </p:sp>
      <p:sp>
        <p:nvSpPr>
          <p:cNvPr id="785" name="Google Shape;785;p37"/>
          <p:cNvSpPr txBox="1">
            <a:spLocks noGrp="1"/>
          </p:cNvSpPr>
          <p:nvPr>
            <p:ph type="body" idx="3"/>
          </p:nvPr>
        </p:nvSpPr>
        <p:spPr>
          <a:xfrm>
            <a:off x="3739600" y="3164425"/>
            <a:ext cx="4694400" cy="751800"/>
          </a:xfrm>
          <a:prstGeom prst="rect">
            <a:avLst/>
          </a:prstGeom>
        </p:spPr>
        <p:txBody>
          <a:bodyPr spcFirstLastPara="1" wrap="square" lIns="91425" tIns="91425" rIns="91425" bIns="91425" anchor="ctr" anchorCtr="0">
            <a:noAutofit/>
          </a:bodyPr>
          <a:lstStyle/>
          <a:p>
            <a:pPr marL="341342" lvl="0" indent="-265184" algn="l" rtl="0">
              <a:spcBef>
                <a:spcPts val="0"/>
              </a:spcBef>
              <a:spcAft>
                <a:spcPts val="0"/>
              </a:spcAft>
              <a:buSzPts val="1200"/>
              <a:buChar char="∗"/>
            </a:pPr>
            <a:r>
              <a:rPr lang="en">
                <a:solidFill>
                  <a:schemeClr val="accent3"/>
                </a:solidFill>
              </a:rPr>
              <a:t>Jupiter is a gas giant</a:t>
            </a:r>
            <a:endParaRPr>
              <a:solidFill>
                <a:schemeClr val="accent3"/>
              </a:solidFill>
            </a:endParaRPr>
          </a:p>
          <a:p>
            <a:pPr marL="341342" lvl="0" indent="-265184" algn="l" rtl="0">
              <a:spcBef>
                <a:spcPts val="0"/>
              </a:spcBef>
              <a:spcAft>
                <a:spcPts val="0"/>
              </a:spcAft>
              <a:buSzPts val="1200"/>
              <a:buChar char="∗"/>
            </a:pPr>
            <a:r>
              <a:rPr lang="en">
                <a:solidFill>
                  <a:schemeClr val="accent3"/>
                </a:solidFill>
              </a:rPr>
              <a:t>Venus has high temperatures</a:t>
            </a:r>
            <a:endParaRPr>
              <a:solidFill>
                <a:schemeClr val="accent3"/>
              </a:solidFill>
            </a:endParaRPr>
          </a:p>
          <a:p>
            <a:pPr marL="341342" lvl="0" indent="-265184" algn="l" rtl="0">
              <a:spcBef>
                <a:spcPts val="0"/>
              </a:spcBef>
              <a:spcAft>
                <a:spcPts val="0"/>
              </a:spcAft>
              <a:buSzPts val="1200"/>
              <a:buChar char="∗"/>
            </a:pPr>
            <a:r>
              <a:rPr lang="en">
                <a:solidFill>
                  <a:schemeClr val="accent3"/>
                </a:solidFill>
              </a:rPr>
              <a:t>Neptune is very far away from the Sun</a:t>
            </a:r>
            <a:endParaRPr>
              <a:solidFill>
                <a:schemeClr val="accent3"/>
              </a:solidFill>
            </a:endParaRPr>
          </a:p>
        </p:txBody>
      </p:sp>
      <p:sp>
        <p:nvSpPr>
          <p:cNvPr id="786" name="Google Shape;786;p37"/>
          <p:cNvSpPr txBox="1">
            <a:spLocks noGrp="1"/>
          </p:cNvSpPr>
          <p:nvPr>
            <p:ph type="title" idx="4"/>
          </p:nvPr>
        </p:nvSpPr>
        <p:spPr>
          <a:xfrm flipH="1">
            <a:off x="2524600" y="3309175"/>
            <a:ext cx="1215000" cy="462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/2 &gt;</a:t>
            </a:r>
            <a:endParaRPr/>
          </a:p>
        </p:txBody>
      </p:sp>
      <p:sp>
        <p:nvSpPr>
          <p:cNvPr id="787" name="Google Shape;787;p37"/>
          <p:cNvSpPr txBox="1">
            <a:spLocks noGrp="1"/>
          </p:cNvSpPr>
          <p:nvPr>
            <p:ph type="subTitle" idx="5"/>
          </p:nvPr>
        </p:nvSpPr>
        <p:spPr>
          <a:xfrm>
            <a:off x="1672200" y="1245150"/>
            <a:ext cx="5922000" cy="541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Saturn is the fourth-largest object by diameter in the Solar System &gt;</a:t>
            </a:r>
            <a:endParaRPr/>
          </a:p>
        </p:txBody>
      </p:sp>
      <p:sp>
        <p:nvSpPr>
          <p:cNvPr id="788" name="Google Shape;788;p37"/>
          <p:cNvSpPr txBox="1">
            <a:spLocks noGrp="1"/>
          </p:cNvSpPr>
          <p:nvPr>
            <p:ph type="subTitle" idx="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789" name="Google Shape;789;p37"/>
          <p:cNvSpPr txBox="1">
            <a:spLocks noGrp="1"/>
          </p:cNvSpPr>
          <p:nvPr>
            <p:ph type="subTitle" idx="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790" name="Google Shape;790;p37"/>
          <p:cNvSpPr txBox="1">
            <a:spLocks noGrp="1"/>
          </p:cNvSpPr>
          <p:nvPr>
            <p:ph type="subTitle" idx="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791" name="Google Shape;791;p37"/>
          <p:cNvGrpSpPr/>
          <p:nvPr/>
        </p:nvGrpSpPr>
        <p:grpSpPr>
          <a:xfrm>
            <a:off x="1084825" y="1152525"/>
            <a:ext cx="506100" cy="3417500"/>
            <a:chOff x="1084825" y="1152525"/>
            <a:chExt cx="506100" cy="3417500"/>
          </a:xfrm>
        </p:grpSpPr>
        <p:sp>
          <p:nvSpPr>
            <p:cNvPr id="792" name="Google Shape;792;p37"/>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793" name="Google Shape;793;p37"/>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797"/>
        <p:cNvGrpSpPr/>
        <p:nvPr/>
      </p:nvGrpSpPr>
      <p:grpSpPr>
        <a:xfrm>
          <a:off x="0" y="0"/>
          <a:ext cx="0" cy="0"/>
          <a:chOff x="0" y="0"/>
          <a:chExt cx="0" cy="0"/>
        </a:xfrm>
      </p:grpSpPr>
      <p:sp>
        <p:nvSpPr>
          <p:cNvPr id="798" name="Google Shape;798;p38"/>
          <p:cNvSpPr txBox="1">
            <a:spLocks noGrp="1"/>
          </p:cNvSpPr>
          <p:nvPr>
            <p:ph type="title"/>
          </p:nvPr>
        </p:nvSpPr>
        <p:spPr>
          <a:xfrm>
            <a:off x="1134200" y="686250"/>
            <a:ext cx="5341200" cy="637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rPr>
              <a:t>9h 55m 23s </a:t>
            </a:r>
            <a:r>
              <a:rPr lang="en">
                <a:solidFill>
                  <a:schemeClr val="accent6"/>
                </a:solidFill>
              </a:rPr>
              <a:t>{</a:t>
            </a:r>
            <a:r>
              <a:rPr lang="en">
                <a:solidFill>
                  <a:schemeClr val="lt1"/>
                </a:solidFill>
              </a:rPr>
              <a:t>  </a:t>
            </a:r>
            <a:endParaRPr>
              <a:solidFill>
                <a:schemeClr val="lt1"/>
              </a:solidFill>
            </a:endParaRPr>
          </a:p>
        </p:txBody>
      </p:sp>
      <p:sp>
        <p:nvSpPr>
          <p:cNvPr id="799" name="Google Shape;799;p38"/>
          <p:cNvSpPr txBox="1">
            <a:spLocks noGrp="1"/>
          </p:cNvSpPr>
          <p:nvPr>
            <p:ph type="subTitle" idx="1"/>
          </p:nvPr>
        </p:nvSpPr>
        <p:spPr>
          <a:xfrm>
            <a:off x="1664475" y="1323750"/>
            <a:ext cx="4810800" cy="398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Is Jupiter's rotation period &gt;</a:t>
            </a:r>
            <a:endParaRPr/>
          </a:p>
        </p:txBody>
      </p:sp>
      <p:grpSp>
        <p:nvGrpSpPr>
          <p:cNvPr id="800" name="Google Shape;800;p38"/>
          <p:cNvGrpSpPr/>
          <p:nvPr/>
        </p:nvGrpSpPr>
        <p:grpSpPr>
          <a:xfrm>
            <a:off x="1084825" y="1403975"/>
            <a:ext cx="506100" cy="3200700"/>
            <a:chOff x="1084825" y="1403975"/>
            <a:chExt cx="506100" cy="3200700"/>
          </a:xfrm>
        </p:grpSpPr>
        <p:sp>
          <p:nvSpPr>
            <p:cNvPr id="801" name="Google Shape;801;p38"/>
            <p:cNvSpPr txBox="1"/>
            <p:nvPr/>
          </p:nvSpPr>
          <p:spPr>
            <a:xfrm>
              <a:off x="1084825" y="3650375"/>
              <a:ext cx="506100" cy="9543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5000">
                  <a:solidFill>
                    <a:schemeClr val="accent6"/>
                  </a:solidFill>
                  <a:latin typeface="Fira Code"/>
                  <a:ea typeface="Fira Code"/>
                  <a:cs typeface="Fira Code"/>
                  <a:sym typeface="Fira Code"/>
                </a:rPr>
                <a:t>}</a:t>
              </a:r>
              <a:endParaRPr sz="5000">
                <a:solidFill>
                  <a:schemeClr val="accent6"/>
                </a:solidFill>
                <a:latin typeface="Fira Code"/>
                <a:ea typeface="Fira Code"/>
                <a:cs typeface="Fira Code"/>
                <a:sym typeface="Fira Code"/>
              </a:endParaRPr>
            </a:p>
          </p:txBody>
        </p:sp>
        <p:cxnSp>
          <p:nvCxnSpPr>
            <p:cNvPr id="802" name="Google Shape;802;p38"/>
            <p:cNvCxnSpPr/>
            <p:nvPr/>
          </p:nvCxnSpPr>
          <p:spPr>
            <a:xfrm>
              <a:off x="1337875" y="1403975"/>
              <a:ext cx="0" cy="2255100"/>
            </a:xfrm>
            <a:prstGeom prst="straightConnector1">
              <a:avLst/>
            </a:prstGeom>
            <a:noFill/>
            <a:ln w="9525" cap="flat" cmpd="sng">
              <a:solidFill>
                <a:schemeClr val="accent4"/>
              </a:solidFill>
              <a:prstDash val="solid"/>
              <a:round/>
              <a:headEnd type="none" w="med" len="med"/>
              <a:tailEnd type="none" w="med" len="med"/>
            </a:ln>
          </p:spPr>
        </p:cxnSp>
      </p:grpSp>
      <p:sp>
        <p:nvSpPr>
          <p:cNvPr id="803" name="Google Shape;803;p38"/>
          <p:cNvSpPr txBox="1">
            <a:spLocks noGrp="1"/>
          </p:cNvSpPr>
          <p:nvPr>
            <p:ph type="title" idx="2"/>
          </p:nvPr>
        </p:nvSpPr>
        <p:spPr>
          <a:xfrm>
            <a:off x="2100875" y="2016175"/>
            <a:ext cx="5106000" cy="490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333,000.000</a:t>
            </a:r>
            <a:endParaRPr/>
          </a:p>
        </p:txBody>
      </p:sp>
      <p:sp>
        <p:nvSpPr>
          <p:cNvPr id="804" name="Google Shape;804;p38"/>
          <p:cNvSpPr txBox="1">
            <a:spLocks noGrp="1"/>
          </p:cNvSpPr>
          <p:nvPr>
            <p:ph type="subTitle" idx="3"/>
          </p:nvPr>
        </p:nvSpPr>
        <p:spPr>
          <a:xfrm>
            <a:off x="2100875" y="2506366"/>
            <a:ext cx="5106000" cy="398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Earths fit in the Sun’s mass &gt;</a:t>
            </a:r>
            <a:endParaRPr/>
          </a:p>
        </p:txBody>
      </p:sp>
      <p:sp>
        <p:nvSpPr>
          <p:cNvPr id="805" name="Google Shape;805;p38"/>
          <p:cNvSpPr txBox="1">
            <a:spLocks noGrp="1"/>
          </p:cNvSpPr>
          <p:nvPr>
            <p:ph type="title" idx="4"/>
          </p:nvPr>
        </p:nvSpPr>
        <p:spPr>
          <a:xfrm>
            <a:off x="2100875" y="3013959"/>
            <a:ext cx="5106000" cy="490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386,000 km</a:t>
            </a:r>
            <a:endParaRPr/>
          </a:p>
        </p:txBody>
      </p:sp>
      <p:sp>
        <p:nvSpPr>
          <p:cNvPr id="806" name="Google Shape;806;p38"/>
          <p:cNvSpPr txBox="1">
            <a:spLocks noGrp="1"/>
          </p:cNvSpPr>
          <p:nvPr>
            <p:ph type="subTitle" idx="5"/>
          </p:nvPr>
        </p:nvSpPr>
        <p:spPr>
          <a:xfrm>
            <a:off x="2100875" y="3504150"/>
            <a:ext cx="5830200" cy="398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Distance between the Moon and the Earth &gt;</a:t>
            </a:r>
            <a:endParaRPr/>
          </a:p>
        </p:txBody>
      </p:sp>
      <p:sp>
        <p:nvSpPr>
          <p:cNvPr id="807" name="Google Shape;807;p38"/>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808" name="Google Shape;808;p38"/>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809" name="Google Shape;809;p38"/>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820"/>
        <p:cNvGrpSpPr/>
        <p:nvPr/>
      </p:nvGrpSpPr>
      <p:grpSpPr>
        <a:xfrm>
          <a:off x="0" y="0"/>
          <a:ext cx="0" cy="0"/>
          <a:chOff x="0" y="0"/>
          <a:chExt cx="0" cy="0"/>
        </a:xfrm>
      </p:grpSpPr>
      <p:sp>
        <p:nvSpPr>
          <p:cNvPr id="821" name="Google Shape;821;p40"/>
          <p:cNvSpPr txBox="1">
            <a:spLocks noGrp="1"/>
          </p:cNvSpPr>
          <p:nvPr>
            <p:ph type="title"/>
          </p:nvPr>
        </p:nvSpPr>
        <p:spPr>
          <a:xfrm>
            <a:off x="2673350" y="1194150"/>
            <a:ext cx="4281300" cy="1625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6000"/>
              <a:t>Awesome</a:t>
            </a:r>
            <a:r>
              <a:rPr lang="en" sz="5000"/>
              <a:t> </a:t>
            </a:r>
            <a:r>
              <a:rPr lang="en" sz="5000">
                <a:solidFill>
                  <a:schemeClr val="accent6"/>
                </a:solidFill>
              </a:rPr>
              <a:t>{</a:t>
            </a:r>
            <a:r>
              <a:rPr lang="en" sz="2800">
                <a:solidFill>
                  <a:schemeClr val="accent3"/>
                </a:solidFill>
              </a:rPr>
              <a:t> </a:t>
            </a:r>
            <a:r>
              <a:rPr lang="en" sz="6000">
                <a:solidFill>
                  <a:schemeClr val="accent2"/>
                </a:solidFill>
              </a:rPr>
              <a:t>Words;</a:t>
            </a:r>
            <a:r>
              <a:rPr lang="en" sz="5000">
                <a:solidFill>
                  <a:schemeClr val="accent2"/>
                </a:solidFill>
              </a:rPr>
              <a:t> </a:t>
            </a:r>
            <a:endParaRPr sz="5000">
              <a:solidFill>
                <a:schemeClr val="accent2"/>
              </a:solidFill>
            </a:endParaRPr>
          </a:p>
        </p:txBody>
      </p:sp>
      <p:sp>
        <p:nvSpPr>
          <p:cNvPr id="822" name="Google Shape;822;p40"/>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823" name="Google Shape;823;p40"/>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824" name="Google Shape;824;p40"/>
          <p:cNvSpPr txBox="1"/>
          <p:nvPr/>
        </p:nvSpPr>
        <p:spPr>
          <a:xfrm>
            <a:off x="2544750" y="3415438"/>
            <a:ext cx="506100" cy="9543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5000">
                <a:solidFill>
                  <a:schemeClr val="accent6"/>
                </a:solidFill>
                <a:latin typeface="Fira Code"/>
                <a:ea typeface="Fira Code"/>
                <a:cs typeface="Fira Code"/>
                <a:sym typeface="Fira Code"/>
              </a:rPr>
              <a:t>}</a:t>
            </a:r>
            <a:endParaRPr sz="5000">
              <a:solidFill>
                <a:schemeClr val="accent6"/>
              </a:solidFill>
              <a:latin typeface="Fira Code"/>
              <a:ea typeface="Fira Code"/>
              <a:cs typeface="Fira Code"/>
              <a:sym typeface="Fira Code"/>
            </a:endParaRPr>
          </a:p>
        </p:txBody>
      </p:sp>
      <p:cxnSp>
        <p:nvCxnSpPr>
          <p:cNvPr id="825" name="Google Shape;825;p40"/>
          <p:cNvCxnSpPr>
            <a:endCxn id="824" idx="0"/>
          </p:cNvCxnSpPr>
          <p:nvPr/>
        </p:nvCxnSpPr>
        <p:spPr>
          <a:xfrm>
            <a:off x="2797800" y="2876338"/>
            <a:ext cx="0" cy="539100"/>
          </a:xfrm>
          <a:prstGeom prst="straightConnector1">
            <a:avLst/>
          </a:prstGeom>
          <a:noFill/>
          <a:ln w="9525" cap="flat" cmpd="sng">
            <a:solidFill>
              <a:schemeClr val="accent4"/>
            </a:solidFill>
            <a:prstDash val="solid"/>
            <a:round/>
            <a:headEnd type="none" w="med" len="med"/>
            <a:tailEnd type="none" w="med" len="med"/>
          </a:ln>
        </p:spPr>
      </p:cxnSp>
      <p:sp>
        <p:nvSpPr>
          <p:cNvPr id="826" name="Google Shape;826;p40"/>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830"/>
        <p:cNvGrpSpPr/>
        <p:nvPr/>
      </p:nvGrpSpPr>
      <p:grpSpPr>
        <a:xfrm>
          <a:off x="0" y="0"/>
          <a:ext cx="0" cy="0"/>
          <a:chOff x="0" y="0"/>
          <a:chExt cx="0" cy="0"/>
        </a:xfrm>
      </p:grpSpPr>
      <p:sp>
        <p:nvSpPr>
          <p:cNvPr id="831" name="Google Shape;831;p41"/>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Did You Know </a:t>
            </a:r>
            <a:r>
              <a:rPr lang="en">
                <a:solidFill>
                  <a:schemeClr val="accent2"/>
                </a:solidFill>
              </a:rPr>
              <a:t>‘This ?’</a:t>
            </a:r>
            <a:r>
              <a:rPr lang="en"/>
              <a:t> </a:t>
            </a:r>
            <a:r>
              <a:rPr lang="en">
                <a:solidFill>
                  <a:schemeClr val="accent6"/>
                </a:solidFill>
              </a:rPr>
              <a:t>{</a:t>
            </a:r>
            <a:endParaRPr>
              <a:solidFill>
                <a:schemeClr val="accent6"/>
              </a:solidFill>
            </a:endParaRPr>
          </a:p>
        </p:txBody>
      </p:sp>
      <p:sp>
        <p:nvSpPr>
          <p:cNvPr id="832" name="Google Shape;832;p41"/>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833" name="Google Shape;833;p41"/>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834" name="Google Shape;834;p41"/>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pic>
        <p:nvPicPr>
          <p:cNvPr id="835" name="Google Shape;835;p41" title="Points scored">
            <a:hlinkClick r:id="rId3"/>
          </p:cNvPr>
          <p:cNvPicPr preferRelativeResize="0"/>
          <p:nvPr/>
        </p:nvPicPr>
        <p:blipFill>
          <a:blip r:embed="rId4">
            <a:alphaModFix/>
          </a:blip>
          <a:stretch>
            <a:fillRect/>
          </a:stretch>
        </p:blipFill>
        <p:spPr>
          <a:xfrm>
            <a:off x="1566700" y="1368438"/>
            <a:ext cx="3109674" cy="2477376"/>
          </a:xfrm>
          <a:prstGeom prst="rect">
            <a:avLst/>
          </a:prstGeom>
          <a:noFill/>
          <a:ln>
            <a:noFill/>
          </a:ln>
        </p:spPr>
      </p:pic>
      <p:sp>
        <p:nvSpPr>
          <p:cNvPr id="836" name="Google Shape;836;p41"/>
          <p:cNvSpPr txBox="1"/>
          <p:nvPr/>
        </p:nvSpPr>
        <p:spPr>
          <a:xfrm>
            <a:off x="5199275" y="1629175"/>
            <a:ext cx="32346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Mercury is the smallest planet of the Solar System</a:t>
            </a:r>
            <a:endParaRPr>
              <a:solidFill>
                <a:schemeClr val="accent3"/>
              </a:solidFill>
              <a:latin typeface="Fira Code"/>
              <a:ea typeface="Fira Code"/>
              <a:cs typeface="Fira Code"/>
              <a:sym typeface="Fira Code"/>
            </a:endParaRPr>
          </a:p>
        </p:txBody>
      </p:sp>
      <p:sp>
        <p:nvSpPr>
          <p:cNvPr id="837" name="Google Shape;837;p41"/>
          <p:cNvSpPr txBox="1"/>
          <p:nvPr/>
        </p:nvSpPr>
        <p:spPr>
          <a:xfrm>
            <a:off x="5199150" y="2261971"/>
            <a:ext cx="32346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Venus has a beautiful name and high temperatures</a:t>
            </a:r>
            <a:endParaRPr>
              <a:solidFill>
                <a:schemeClr val="accent3"/>
              </a:solidFill>
              <a:latin typeface="Fira Code"/>
              <a:ea typeface="Fira Code"/>
              <a:cs typeface="Fira Code"/>
              <a:sym typeface="Fira Code"/>
            </a:endParaRPr>
          </a:p>
        </p:txBody>
      </p:sp>
      <p:sp>
        <p:nvSpPr>
          <p:cNvPr id="838" name="Google Shape;838;p41"/>
          <p:cNvSpPr txBox="1"/>
          <p:nvPr/>
        </p:nvSpPr>
        <p:spPr>
          <a:xfrm>
            <a:off x="5199150" y="2894778"/>
            <a:ext cx="32346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Despite being red, Mars is actually a cold place</a:t>
            </a:r>
            <a:endParaRPr>
              <a:solidFill>
                <a:schemeClr val="accent3"/>
              </a:solidFill>
              <a:latin typeface="Fira Code"/>
              <a:ea typeface="Fira Code"/>
              <a:cs typeface="Fira Code"/>
              <a:sym typeface="Fira Code"/>
            </a:endParaRPr>
          </a:p>
        </p:txBody>
      </p:sp>
      <p:sp>
        <p:nvSpPr>
          <p:cNvPr id="839" name="Google Shape;839;p41"/>
          <p:cNvSpPr txBox="1"/>
          <p:nvPr/>
        </p:nvSpPr>
        <p:spPr>
          <a:xfrm>
            <a:off x="4278550" y="1717825"/>
            <a:ext cx="737400" cy="407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1"/>
                </a:solidFill>
                <a:latin typeface="Fira Code"/>
                <a:ea typeface="Fira Code"/>
                <a:cs typeface="Fira Code"/>
                <a:sym typeface="Fira Code"/>
              </a:rPr>
              <a:t>36.00</a:t>
            </a:r>
            <a:endParaRPr>
              <a:solidFill>
                <a:schemeClr val="accent1"/>
              </a:solidFill>
              <a:latin typeface="Fira Code"/>
              <a:ea typeface="Fira Code"/>
              <a:cs typeface="Fira Code"/>
              <a:sym typeface="Fira Code"/>
            </a:endParaRPr>
          </a:p>
        </p:txBody>
      </p:sp>
      <p:sp>
        <p:nvSpPr>
          <p:cNvPr id="840" name="Google Shape;840;p41"/>
          <p:cNvSpPr txBox="1"/>
          <p:nvPr/>
        </p:nvSpPr>
        <p:spPr>
          <a:xfrm>
            <a:off x="3458575" y="2350621"/>
            <a:ext cx="737400" cy="407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2"/>
                </a:solidFill>
                <a:latin typeface="Fira Code"/>
                <a:ea typeface="Fira Code"/>
                <a:cs typeface="Fira Code"/>
                <a:sym typeface="Fira Code"/>
              </a:rPr>
              <a:t>25.00</a:t>
            </a:r>
            <a:endParaRPr>
              <a:solidFill>
                <a:schemeClr val="lt2"/>
              </a:solidFill>
              <a:latin typeface="Fira Code"/>
              <a:ea typeface="Fira Code"/>
              <a:cs typeface="Fira Code"/>
              <a:sym typeface="Fira Code"/>
            </a:endParaRPr>
          </a:p>
        </p:txBody>
      </p:sp>
      <p:sp>
        <p:nvSpPr>
          <p:cNvPr id="841" name="Google Shape;841;p41"/>
          <p:cNvSpPr txBox="1"/>
          <p:nvPr/>
        </p:nvSpPr>
        <p:spPr>
          <a:xfrm>
            <a:off x="2488953" y="2983428"/>
            <a:ext cx="737400" cy="407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2"/>
                </a:solidFill>
                <a:latin typeface="Fira Code"/>
                <a:ea typeface="Fira Code"/>
                <a:cs typeface="Fira Code"/>
                <a:sym typeface="Fira Code"/>
              </a:rPr>
              <a:t>12.00</a:t>
            </a:r>
            <a:endParaRPr>
              <a:solidFill>
                <a:schemeClr val="dk2"/>
              </a:solidFill>
              <a:latin typeface="Fira Code"/>
              <a:ea typeface="Fira Code"/>
              <a:cs typeface="Fira Code"/>
              <a:sym typeface="Fira Code"/>
            </a:endParaRPr>
          </a:p>
        </p:txBody>
      </p:sp>
      <p:cxnSp>
        <p:nvCxnSpPr>
          <p:cNvPr id="842" name="Google Shape;842;p41"/>
          <p:cNvCxnSpPr>
            <a:stCxn id="836" idx="1"/>
            <a:endCxn id="839" idx="3"/>
          </p:cNvCxnSpPr>
          <p:nvPr/>
        </p:nvCxnSpPr>
        <p:spPr>
          <a:xfrm rot="10800000">
            <a:off x="5015975" y="1921375"/>
            <a:ext cx="183300" cy="0"/>
          </a:xfrm>
          <a:prstGeom prst="straightConnector1">
            <a:avLst/>
          </a:prstGeom>
          <a:noFill/>
          <a:ln w="9525" cap="flat" cmpd="sng">
            <a:solidFill>
              <a:schemeClr val="accent4"/>
            </a:solidFill>
            <a:prstDash val="solid"/>
            <a:round/>
            <a:headEnd type="none" w="med" len="med"/>
            <a:tailEnd type="none" w="med" len="med"/>
          </a:ln>
        </p:spPr>
      </p:cxnSp>
      <p:cxnSp>
        <p:nvCxnSpPr>
          <p:cNvPr id="843" name="Google Shape;843;p41"/>
          <p:cNvCxnSpPr>
            <a:stCxn id="837" idx="1"/>
            <a:endCxn id="840" idx="3"/>
          </p:cNvCxnSpPr>
          <p:nvPr/>
        </p:nvCxnSpPr>
        <p:spPr>
          <a:xfrm rot="10800000">
            <a:off x="4195950" y="2554171"/>
            <a:ext cx="1003200" cy="0"/>
          </a:xfrm>
          <a:prstGeom prst="straightConnector1">
            <a:avLst/>
          </a:prstGeom>
          <a:noFill/>
          <a:ln w="9525" cap="flat" cmpd="sng">
            <a:solidFill>
              <a:schemeClr val="accent4"/>
            </a:solidFill>
            <a:prstDash val="solid"/>
            <a:round/>
            <a:headEnd type="none" w="med" len="med"/>
            <a:tailEnd type="none" w="med" len="med"/>
          </a:ln>
        </p:spPr>
      </p:cxnSp>
      <p:cxnSp>
        <p:nvCxnSpPr>
          <p:cNvPr id="844" name="Google Shape;844;p41"/>
          <p:cNvCxnSpPr>
            <a:stCxn id="838" idx="1"/>
            <a:endCxn id="841" idx="3"/>
          </p:cNvCxnSpPr>
          <p:nvPr/>
        </p:nvCxnSpPr>
        <p:spPr>
          <a:xfrm rot="10800000">
            <a:off x="3226350" y="3186978"/>
            <a:ext cx="1972800" cy="0"/>
          </a:xfrm>
          <a:prstGeom prst="straightConnector1">
            <a:avLst/>
          </a:prstGeom>
          <a:noFill/>
          <a:ln w="9525" cap="flat" cmpd="sng">
            <a:solidFill>
              <a:schemeClr val="accent4"/>
            </a:solidFill>
            <a:prstDash val="solid"/>
            <a:round/>
            <a:headEnd type="none" w="med" len="med"/>
            <a:tailEnd type="none" w="med" len="med"/>
          </a:ln>
        </p:spPr>
      </p:cxnSp>
      <p:sp>
        <p:nvSpPr>
          <p:cNvPr id="845" name="Google Shape;845;p41"/>
          <p:cNvSpPr txBox="1"/>
          <p:nvPr/>
        </p:nvSpPr>
        <p:spPr>
          <a:xfrm>
            <a:off x="1603900" y="4071850"/>
            <a:ext cx="6829800" cy="4071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None/>
            </a:pPr>
            <a:r>
              <a:rPr lang="en" sz="1200">
                <a:solidFill>
                  <a:schemeClr val="accent3"/>
                </a:solidFill>
                <a:latin typeface="Fira Code"/>
                <a:ea typeface="Fira Code"/>
                <a:cs typeface="Fira Code"/>
                <a:sym typeface="Fira Code"/>
              </a:rPr>
              <a:t> Follow the link in the graph to modify its data and then paste the new one here. </a:t>
            </a:r>
            <a:r>
              <a:rPr lang="en" sz="1200" b="1">
                <a:solidFill>
                  <a:schemeClr val="accent3"/>
                </a:solidFill>
                <a:uFill>
                  <a:noFill/>
                </a:uFill>
                <a:latin typeface="Fira Code"/>
                <a:ea typeface="Fira Code"/>
                <a:cs typeface="Fira Code"/>
                <a:sym typeface="Fira Code"/>
                <a:hlinkClick r:id="rId5">
                  <a:extLst>
                    <a:ext uri="{A12FA001-AC4F-418D-AE19-62706E023703}">
                      <ahyp:hlinkClr xmlns:ahyp="http://schemas.microsoft.com/office/drawing/2018/hyperlinkcolor" val="tx"/>
                    </a:ext>
                  </a:extLst>
                </a:hlinkClick>
              </a:rPr>
              <a:t>For more info, click here</a:t>
            </a:r>
            <a:endParaRPr sz="1200" b="1">
              <a:solidFill>
                <a:schemeClr val="accent3"/>
              </a:solidFill>
              <a:latin typeface="Fira Code"/>
              <a:ea typeface="Fira Code"/>
              <a:cs typeface="Fira Code"/>
              <a:sym typeface="Fira Code"/>
            </a:endParaRPr>
          </a:p>
        </p:txBody>
      </p:sp>
      <p:sp>
        <p:nvSpPr>
          <p:cNvPr id="846" name="Google Shape;846;p41"/>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847" name="Google Shape;847;p41"/>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851"/>
        <p:cNvGrpSpPr/>
        <p:nvPr/>
      </p:nvGrpSpPr>
      <p:grpSpPr>
        <a:xfrm>
          <a:off x="0" y="0"/>
          <a:ext cx="0" cy="0"/>
          <a:chOff x="0" y="0"/>
          <a:chExt cx="0" cy="0"/>
        </a:xfrm>
      </p:grpSpPr>
      <p:sp>
        <p:nvSpPr>
          <p:cNvPr id="852" name="Google Shape;852;p42"/>
          <p:cNvSpPr txBox="1">
            <a:spLocks noGrp="1"/>
          </p:cNvSpPr>
          <p:nvPr>
            <p:ph type="title"/>
          </p:nvPr>
        </p:nvSpPr>
        <p:spPr>
          <a:xfrm>
            <a:off x="1154275" y="1137700"/>
            <a:ext cx="3969900" cy="1423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rPr>
              <a:t>A</a:t>
            </a:r>
            <a:r>
              <a:rPr lang="en">
                <a:solidFill>
                  <a:schemeClr val="accent2"/>
                </a:solidFill>
              </a:rPr>
              <a:t> ‘Picture’ </a:t>
            </a:r>
            <a:r>
              <a:rPr lang="en">
                <a:solidFill>
                  <a:schemeClr val="lt1"/>
                </a:solidFill>
              </a:rPr>
              <a:t>Always Reinforces The Concept </a:t>
            </a:r>
            <a:r>
              <a:rPr lang="en">
                <a:solidFill>
                  <a:schemeClr val="accent6"/>
                </a:solidFill>
              </a:rPr>
              <a:t>{</a:t>
            </a:r>
            <a:endParaRPr>
              <a:solidFill>
                <a:schemeClr val="accent6"/>
              </a:solidFill>
            </a:endParaRPr>
          </a:p>
        </p:txBody>
      </p:sp>
      <p:sp>
        <p:nvSpPr>
          <p:cNvPr id="853" name="Google Shape;853;p42"/>
          <p:cNvSpPr txBox="1">
            <a:spLocks noGrp="1"/>
          </p:cNvSpPr>
          <p:nvPr>
            <p:ph type="subTitle" idx="1"/>
          </p:nvPr>
        </p:nvSpPr>
        <p:spPr>
          <a:xfrm>
            <a:off x="1674500" y="2736550"/>
            <a:ext cx="3627600" cy="1017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Images reveal large amounts of data, so remember: use an image instead of a long text. Your audience will appreciate it &gt;</a:t>
            </a:r>
            <a:endParaRPr/>
          </a:p>
        </p:txBody>
      </p:sp>
      <p:sp>
        <p:nvSpPr>
          <p:cNvPr id="854" name="Google Shape;854;p42"/>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855" name="Google Shape;855;p42"/>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856" name="Google Shape;856;p42"/>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pic>
        <p:nvPicPr>
          <p:cNvPr id="857" name="Google Shape;857;p42"/>
          <p:cNvPicPr preferRelativeResize="0"/>
          <p:nvPr/>
        </p:nvPicPr>
        <p:blipFill rotWithShape="1">
          <a:blip r:embed="rId3">
            <a:alphaModFix/>
          </a:blip>
          <a:srcRect l="24205" r="17482"/>
          <a:stretch/>
        </p:blipFill>
        <p:spPr>
          <a:xfrm>
            <a:off x="5575225" y="937613"/>
            <a:ext cx="2858650" cy="3268275"/>
          </a:xfrm>
          <a:prstGeom prst="rect">
            <a:avLst/>
          </a:prstGeom>
          <a:noFill/>
          <a:ln>
            <a:noFill/>
          </a:ln>
        </p:spPr>
      </p:pic>
      <p:grpSp>
        <p:nvGrpSpPr>
          <p:cNvPr id="858" name="Google Shape;858;p42"/>
          <p:cNvGrpSpPr/>
          <p:nvPr/>
        </p:nvGrpSpPr>
        <p:grpSpPr>
          <a:xfrm>
            <a:off x="1084825" y="2556550"/>
            <a:ext cx="506100" cy="2013475"/>
            <a:chOff x="1084825" y="2556550"/>
            <a:chExt cx="506100" cy="2013475"/>
          </a:xfrm>
        </p:grpSpPr>
        <p:sp>
          <p:nvSpPr>
            <p:cNvPr id="859" name="Google Shape;859;p42"/>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860" name="Google Shape;860;p42"/>
            <p:cNvCxnSpPr/>
            <p:nvPr/>
          </p:nvCxnSpPr>
          <p:spPr>
            <a:xfrm>
              <a:off x="1337875" y="2556550"/>
              <a:ext cx="0" cy="1377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864"/>
        <p:cNvGrpSpPr/>
        <p:nvPr/>
      </p:nvGrpSpPr>
      <p:grpSpPr>
        <a:xfrm>
          <a:off x="0" y="0"/>
          <a:ext cx="0" cy="0"/>
          <a:chOff x="0" y="0"/>
          <a:chExt cx="0" cy="0"/>
        </a:xfrm>
      </p:grpSpPr>
      <p:sp>
        <p:nvSpPr>
          <p:cNvPr id="865" name="Google Shape;865;p43"/>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866" name="Google Shape;866;p43"/>
          <p:cNvSpPr txBox="1">
            <a:spLocks noGrp="1"/>
          </p:cNvSpPr>
          <p:nvPr>
            <p:ph type="title"/>
          </p:nvPr>
        </p:nvSpPr>
        <p:spPr>
          <a:xfrm>
            <a:off x="1084225" y="1311425"/>
            <a:ext cx="6379200" cy="1018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6000"/>
              <a:t>150,005,630 </a:t>
            </a:r>
            <a:r>
              <a:rPr lang="en" sz="6000">
                <a:solidFill>
                  <a:schemeClr val="accent6"/>
                </a:solidFill>
              </a:rPr>
              <a:t>{</a:t>
            </a:r>
            <a:endParaRPr sz="6000">
              <a:solidFill>
                <a:schemeClr val="accent6"/>
              </a:solidFill>
            </a:endParaRPr>
          </a:p>
        </p:txBody>
      </p:sp>
      <p:sp>
        <p:nvSpPr>
          <p:cNvPr id="867" name="Google Shape;867;p43"/>
          <p:cNvSpPr txBox="1">
            <a:spLocks noGrp="1"/>
          </p:cNvSpPr>
          <p:nvPr>
            <p:ph type="body" idx="1"/>
          </p:nvPr>
        </p:nvSpPr>
        <p:spPr>
          <a:xfrm>
            <a:off x="1554225" y="2486925"/>
            <a:ext cx="6689100" cy="528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Big numbers catch your audience’s attention &gt;</a:t>
            </a:r>
            <a:endParaRPr/>
          </a:p>
        </p:txBody>
      </p:sp>
      <p:sp>
        <p:nvSpPr>
          <p:cNvPr id="868" name="Google Shape;868;p43"/>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869" name="Google Shape;869;p43"/>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870" name="Google Shape;870;p43"/>
          <p:cNvGrpSpPr/>
          <p:nvPr/>
        </p:nvGrpSpPr>
        <p:grpSpPr>
          <a:xfrm>
            <a:off x="1084825" y="2250725"/>
            <a:ext cx="506100" cy="1952100"/>
            <a:chOff x="1084825" y="2250725"/>
            <a:chExt cx="506100" cy="1952100"/>
          </a:xfrm>
        </p:grpSpPr>
        <p:cxnSp>
          <p:nvCxnSpPr>
            <p:cNvPr id="871" name="Google Shape;871;p43"/>
            <p:cNvCxnSpPr>
              <a:endCxn id="872" idx="0"/>
            </p:cNvCxnSpPr>
            <p:nvPr/>
          </p:nvCxnSpPr>
          <p:spPr>
            <a:xfrm>
              <a:off x="1337875" y="2250725"/>
              <a:ext cx="0" cy="843900"/>
            </a:xfrm>
            <a:prstGeom prst="straightConnector1">
              <a:avLst/>
            </a:prstGeom>
            <a:noFill/>
            <a:ln w="9525" cap="flat" cmpd="sng">
              <a:solidFill>
                <a:schemeClr val="accent4"/>
              </a:solidFill>
              <a:prstDash val="solid"/>
              <a:round/>
              <a:headEnd type="none" w="med" len="med"/>
              <a:tailEnd type="none" w="med" len="med"/>
            </a:ln>
          </p:spPr>
        </p:cxnSp>
        <p:sp>
          <p:nvSpPr>
            <p:cNvPr id="872" name="Google Shape;872;p43"/>
            <p:cNvSpPr txBox="1"/>
            <p:nvPr/>
          </p:nvSpPr>
          <p:spPr>
            <a:xfrm>
              <a:off x="1084825" y="3094625"/>
              <a:ext cx="506100" cy="11082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6000">
                  <a:solidFill>
                    <a:schemeClr val="accent6"/>
                  </a:solidFill>
                  <a:latin typeface="Fira Code"/>
                  <a:ea typeface="Fira Code"/>
                  <a:cs typeface="Fira Code"/>
                  <a:sym typeface="Fira Code"/>
                </a:rPr>
                <a:t>}</a:t>
              </a:r>
              <a:endParaRPr sz="6000">
                <a:solidFill>
                  <a:schemeClr val="accent6"/>
                </a:solidFill>
                <a:latin typeface="Fira Code"/>
                <a:ea typeface="Fira Code"/>
                <a:cs typeface="Fira Code"/>
                <a:sym typeface="Fira Code"/>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876"/>
        <p:cNvGrpSpPr/>
        <p:nvPr/>
      </p:nvGrpSpPr>
      <p:grpSpPr>
        <a:xfrm>
          <a:off x="0" y="0"/>
          <a:ext cx="0" cy="0"/>
          <a:chOff x="0" y="0"/>
          <a:chExt cx="0" cy="0"/>
        </a:xfrm>
      </p:grpSpPr>
      <p:sp>
        <p:nvSpPr>
          <p:cNvPr id="877" name="Google Shape;877;p44"/>
          <p:cNvSpPr txBox="1">
            <a:spLocks noGrp="1"/>
          </p:cNvSpPr>
          <p:nvPr>
            <p:ph type="title"/>
          </p:nvPr>
        </p:nvSpPr>
        <p:spPr>
          <a:xfrm>
            <a:off x="1752950" y="3005100"/>
            <a:ext cx="6109200" cy="373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rPr>
              <a:t>— Someone </a:t>
            </a:r>
            <a:r>
              <a:rPr lang="en">
                <a:solidFill>
                  <a:schemeClr val="accent2"/>
                </a:solidFill>
              </a:rPr>
              <a:t>‘Famous’</a:t>
            </a:r>
            <a:endParaRPr>
              <a:solidFill>
                <a:schemeClr val="accent2"/>
              </a:solidFill>
            </a:endParaRPr>
          </a:p>
        </p:txBody>
      </p:sp>
      <p:sp>
        <p:nvSpPr>
          <p:cNvPr id="878" name="Google Shape;878;p44"/>
          <p:cNvSpPr txBox="1">
            <a:spLocks noGrp="1"/>
          </p:cNvSpPr>
          <p:nvPr>
            <p:ph type="subTitle" idx="1"/>
          </p:nvPr>
        </p:nvSpPr>
        <p:spPr>
          <a:xfrm>
            <a:off x="1752950" y="1764900"/>
            <a:ext cx="6109200" cy="1240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“This is a quote, words full of wisdom that someone important said and can make the reader get inspired.” &gt;</a:t>
            </a:r>
            <a:endParaRPr/>
          </a:p>
        </p:txBody>
      </p:sp>
      <p:sp>
        <p:nvSpPr>
          <p:cNvPr id="879" name="Google Shape;879;p44"/>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880" name="Google Shape;880;p44"/>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881" name="Google Shape;881;p44"/>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885"/>
        <p:cNvGrpSpPr/>
        <p:nvPr/>
      </p:nvGrpSpPr>
      <p:grpSpPr>
        <a:xfrm>
          <a:off x="0" y="0"/>
          <a:ext cx="0" cy="0"/>
          <a:chOff x="0" y="0"/>
          <a:chExt cx="0" cy="0"/>
        </a:xfrm>
      </p:grpSpPr>
      <p:sp>
        <p:nvSpPr>
          <p:cNvPr id="886" name="Google Shape;886;p45"/>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Review </a:t>
            </a:r>
            <a:r>
              <a:rPr lang="en">
                <a:solidFill>
                  <a:schemeClr val="accent2"/>
                </a:solidFill>
              </a:rPr>
              <a:t>‘Concepts’ </a:t>
            </a:r>
            <a:r>
              <a:rPr lang="en">
                <a:solidFill>
                  <a:schemeClr val="accent6"/>
                </a:solidFill>
              </a:rPr>
              <a:t>{</a:t>
            </a:r>
            <a:endParaRPr>
              <a:solidFill>
                <a:schemeClr val="accent6"/>
              </a:solidFill>
            </a:endParaRPr>
          </a:p>
        </p:txBody>
      </p:sp>
      <p:sp>
        <p:nvSpPr>
          <p:cNvPr id="887" name="Google Shape;887;p45"/>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888" name="Google Shape;888;p45"/>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889" name="Google Shape;889;p45"/>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890" name="Google Shape;890;p45"/>
          <p:cNvGrpSpPr/>
          <p:nvPr/>
        </p:nvGrpSpPr>
        <p:grpSpPr>
          <a:xfrm>
            <a:off x="4299686" y="1531640"/>
            <a:ext cx="4052518" cy="2060409"/>
            <a:chOff x="4329899" y="1362969"/>
            <a:chExt cx="4456744" cy="2265929"/>
          </a:xfrm>
        </p:grpSpPr>
        <p:sp>
          <p:nvSpPr>
            <p:cNvPr id="891" name="Google Shape;891;p45"/>
            <p:cNvSpPr/>
            <p:nvPr/>
          </p:nvSpPr>
          <p:spPr>
            <a:xfrm>
              <a:off x="8082739" y="3073036"/>
              <a:ext cx="38913" cy="33316"/>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45"/>
            <p:cNvSpPr/>
            <p:nvPr/>
          </p:nvSpPr>
          <p:spPr>
            <a:xfrm>
              <a:off x="8082739" y="3120679"/>
              <a:ext cx="38788" cy="33207"/>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45"/>
            <p:cNvSpPr/>
            <p:nvPr/>
          </p:nvSpPr>
          <p:spPr>
            <a:xfrm>
              <a:off x="8082739" y="3168088"/>
              <a:ext cx="38788" cy="33316"/>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45"/>
            <p:cNvSpPr/>
            <p:nvPr/>
          </p:nvSpPr>
          <p:spPr>
            <a:xfrm>
              <a:off x="8130258" y="3120679"/>
              <a:ext cx="38804" cy="33207"/>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45"/>
            <p:cNvSpPr/>
            <p:nvPr/>
          </p:nvSpPr>
          <p:spPr>
            <a:xfrm>
              <a:off x="8130258" y="3168088"/>
              <a:ext cx="38804" cy="33316"/>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45"/>
            <p:cNvSpPr/>
            <p:nvPr/>
          </p:nvSpPr>
          <p:spPr>
            <a:xfrm>
              <a:off x="8177651" y="3120679"/>
              <a:ext cx="38928" cy="33207"/>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45"/>
            <p:cNvSpPr/>
            <p:nvPr/>
          </p:nvSpPr>
          <p:spPr>
            <a:xfrm>
              <a:off x="8177651" y="3168088"/>
              <a:ext cx="38928" cy="33316"/>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45"/>
            <p:cNvSpPr/>
            <p:nvPr/>
          </p:nvSpPr>
          <p:spPr>
            <a:xfrm>
              <a:off x="8177651" y="3263140"/>
              <a:ext cx="38928" cy="33269"/>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45"/>
            <p:cNvSpPr/>
            <p:nvPr/>
          </p:nvSpPr>
          <p:spPr>
            <a:xfrm>
              <a:off x="8225185" y="3120679"/>
              <a:ext cx="38928" cy="33207"/>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45"/>
            <p:cNvSpPr/>
            <p:nvPr/>
          </p:nvSpPr>
          <p:spPr>
            <a:xfrm>
              <a:off x="8225185" y="3168088"/>
              <a:ext cx="38928" cy="33316"/>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45"/>
            <p:cNvSpPr/>
            <p:nvPr/>
          </p:nvSpPr>
          <p:spPr>
            <a:xfrm>
              <a:off x="8225185" y="3310658"/>
              <a:ext cx="38928" cy="33238"/>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45"/>
            <p:cNvSpPr/>
            <p:nvPr/>
          </p:nvSpPr>
          <p:spPr>
            <a:xfrm>
              <a:off x="8225185" y="3263140"/>
              <a:ext cx="38928" cy="33269"/>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45"/>
            <p:cNvSpPr/>
            <p:nvPr/>
          </p:nvSpPr>
          <p:spPr>
            <a:xfrm>
              <a:off x="8225185" y="3215606"/>
              <a:ext cx="38928" cy="33269"/>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45"/>
            <p:cNvSpPr/>
            <p:nvPr/>
          </p:nvSpPr>
          <p:spPr>
            <a:xfrm>
              <a:off x="8321126" y="3120679"/>
              <a:ext cx="38928" cy="33207"/>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45"/>
            <p:cNvSpPr/>
            <p:nvPr/>
          </p:nvSpPr>
          <p:spPr>
            <a:xfrm>
              <a:off x="8321126" y="3168088"/>
              <a:ext cx="38928" cy="33316"/>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45"/>
            <p:cNvSpPr/>
            <p:nvPr/>
          </p:nvSpPr>
          <p:spPr>
            <a:xfrm>
              <a:off x="8321126" y="3310658"/>
              <a:ext cx="38928" cy="33238"/>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45"/>
            <p:cNvSpPr/>
            <p:nvPr/>
          </p:nvSpPr>
          <p:spPr>
            <a:xfrm>
              <a:off x="8321126" y="3263140"/>
              <a:ext cx="38928" cy="33269"/>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45"/>
            <p:cNvSpPr/>
            <p:nvPr/>
          </p:nvSpPr>
          <p:spPr>
            <a:xfrm>
              <a:off x="8321126" y="3215606"/>
              <a:ext cx="38928" cy="33269"/>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45"/>
            <p:cNvSpPr/>
            <p:nvPr/>
          </p:nvSpPr>
          <p:spPr>
            <a:xfrm>
              <a:off x="8369159" y="3168088"/>
              <a:ext cx="38804" cy="33316"/>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45"/>
            <p:cNvSpPr/>
            <p:nvPr/>
          </p:nvSpPr>
          <p:spPr>
            <a:xfrm>
              <a:off x="8369159" y="3263140"/>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45"/>
            <p:cNvSpPr/>
            <p:nvPr/>
          </p:nvSpPr>
          <p:spPr>
            <a:xfrm>
              <a:off x="8369159" y="3215606"/>
              <a:ext cx="38804" cy="33269"/>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45"/>
            <p:cNvSpPr/>
            <p:nvPr/>
          </p:nvSpPr>
          <p:spPr>
            <a:xfrm>
              <a:off x="8177651" y="3215606"/>
              <a:ext cx="38928" cy="33269"/>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45"/>
            <p:cNvSpPr/>
            <p:nvPr/>
          </p:nvSpPr>
          <p:spPr>
            <a:xfrm>
              <a:off x="8130258" y="3215606"/>
              <a:ext cx="38804" cy="33269"/>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45"/>
            <p:cNvSpPr/>
            <p:nvPr/>
          </p:nvSpPr>
          <p:spPr>
            <a:xfrm>
              <a:off x="8082739" y="3215606"/>
              <a:ext cx="38788" cy="33269"/>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45"/>
            <p:cNvSpPr/>
            <p:nvPr/>
          </p:nvSpPr>
          <p:spPr>
            <a:xfrm>
              <a:off x="7892744" y="3168088"/>
              <a:ext cx="38804" cy="33316"/>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45"/>
            <p:cNvSpPr/>
            <p:nvPr/>
          </p:nvSpPr>
          <p:spPr>
            <a:xfrm>
              <a:off x="7892744" y="3215606"/>
              <a:ext cx="38804" cy="33269"/>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45"/>
            <p:cNvSpPr/>
            <p:nvPr/>
          </p:nvSpPr>
          <p:spPr>
            <a:xfrm>
              <a:off x="7940153" y="3120679"/>
              <a:ext cx="38928" cy="33207"/>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918;p45"/>
            <p:cNvSpPr/>
            <p:nvPr/>
          </p:nvSpPr>
          <p:spPr>
            <a:xfrm>
              <a:off x="7940153" y="3168088"/>
              <a:ext cx="38928" cy="33316"/>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45"/>
            <p:cNvSpPr/>
            <p:nvPr/>
          </p:nvSpPr>
          <p:spPr>
            <a:xfrm>
              <a:off x="7940153" y="3215606"/>
              <a:ext cx="38928" cy="33269"/>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45"/>
            <p:cNvSpPr/>
            <p:nvPr/>
          </p:nvSpPr>
          <p:spPr>
            <a:xfrm>
              <a:off x="7987672" y="3073036"/>
              <a:ext cx="38928" cy="33347"/>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45"/>
            <p:cNvSpPr/>
            <p:nvPr/>
          </p:nvSpPr>
          <p:spPr>
            <a:xfrm>
              <a:off x="7987672" y="3120679"/>
              <a:ext cx="38928" cy="33238"/>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45"/>
            <p:cNvSpPr/>
            <p:nvPr/>
          </p:nvSpPr>
          <p:spPr>
            <a:xfrm>
              <a:off x="7987672" y="3168088"/>
              <a:ext cx="38928" cy="33347"/>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45"/>
            <p:cNvSpPr/>
            <p:nvPr/>
          </p:nvSpPr>
          <p:spPr>
            <a:xfrm>
              <a:off x="7987672" y="3215606"/>
              <a:ext cx="38928" cy="33269"/>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45"/>
            <p:cNvSpPr/>
            <p:nvPr/>
          </p:nvSpPr>
          <p:spPr>
            <a:xfrm>
              <a:off x="8035206" y="3025502"/>
              <a:ext cx="38804" cy="33331"/>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45"/>
            <p:cNvSpPr/>
            <p:nvPr/>
          </p:nvSpPr>
          <p:spPr>
            <a:xfrm>
              <a:off x="8035206" y="3073036"/>
              <a:ext cx="38928" cy="33316"/>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45"/>
            <p:cNvSpPr/>
            <p:nvPr/>
          </p:nvSpPr>
          <p:spPr>
            <a:xfrm>
              <a:off x="8035206" y="3215606"/>
              <a:ext cx="38804" cy="33269"/>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45"/>
            <p:cNvSpPr/>
            <p:nvPr/>
          </p:nvSpPr>
          <p:spPr>
            <a:xfrm>
              <a:off x="8035206" y="3168088"/>
              <a:ext cx="38804" cy="33316"/>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45"/>
            <p:cNvSpPr/>
            <p:nvPr/>
          </p:nvSpPr>
          <p:spPr>
            <a:xfrm>
              <a:off x="8035206" y="3120679"/>
              <a:ext cx="38804" cy="33207"/>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45"/>
            <p:cNvSpPr/>
            <p:nvPr/>
          </p:nvSpPr>
          <p:spPr>
            <a:xfrm>
              <a:off x="8652803" y="3073036"/>
              <a:ext cx="38913" cy="33316"/>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45"/>
            <p:cNvSpPr/>
            <p:nvPr/>
          </p:nvSpPr>
          <p:spPr>
            <a:xfrm>
              <a:off x="8462824" y="3120679"/>
              <a:ext cx="38788" cy="33207"/>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45"/>
            <p:cNvSpPr/>
            <p:nvPr/>
          </p:nvSpPr>
          <p:spPr>
            <a:xfrm>
              <a:off x="8462824" y="3073036"/>
              <a:ext cx="38913" cy="33316"/>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45"/>
            <p:cNvSpPr/>
            <p:nvPr/>
          </p:nvSpPr>
          <p:spPr>
            <a:xfrm>
              <a:off x="8510342" y="3025502"/>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45"/>
            <p:cNvSpPr/>
            <p:nvPr/>
          </p:nvSpPr>
          <p:spPr>
            <a:xfrm>
              <a:off x="8415165" y="2977983"/>
              <a:ext cx="38928" cy="33316"/>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45"/>
            <p:cNvSpPr/>
            <p:nvPr/>
          </p:nvSpPr>
          <p:spPr>
            <a:xfrm>
              <a:off x="8320237" y="2883056"/>
              <a:ext cx="38804" cy="33269"/>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45"/>
            <p:cNvSpPr/>
            <p:nvPr/>
          </p:nvSpPr>
          <p:spPr>
            <a:xfrm>
              <a:off x="8082739" y="2835522"/>
              <a:ext cx="38788" cy="33269"/>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45"/>
            <p:cNvSpPr/>
            <p:nvPr/>
          </p:nvSpPr>
          <p:spPr>
            <a:xfrm>
              <a:off x="8225185" y="2930574"/>
              <a:ext cx="38928" cy="33207"/>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45"/>
            <p:cNvSpPr/>
            <p:nvPr/>
          </p:nvSpPr>
          <p:spPr>
            <a:xfrm>
              <a:off x="8225185" y="2883056"/>
              <a:ext cx="38928" cy="33269"/>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45"/>
            <p:cNvSpPr/>
            <p:nvPr/>
          </p:nvSpPr>
          <p:spPr>
            <a:xfrm>
              <a:off x="8177651" y="2930574"/>
              <a:ext cx="38928" cy="33207"/>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45"/>
            <p:cNvSpPr/>
            <p:nvPr/>
          </p:nvSpPr>
          <p:spPr>
            <a:xfrm>
              <a:off x="8177651" y="2883056"/>
              <a:ext cx="38928" cy="33269"/>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45"/>
            <p:cNvSpPr/>
            <p:nvPr/>
          </p:nvSpPr>
          <p:spPr>
            <a:xfrm>
              <a:off x="8130258" y="2883056"/>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45"/>
            <p:cNvSpPr/>
            <p:nvPr/>
          </p:nvSpPr>
          <p:spPr>
            <a:xfrm>
              <a:off x="8130258" y="2835522"/>
              <a:ext cx="38804" cy="33269"/>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45"/>
            <p:cNvSpPr/>
            <p:nvPr/>
          </p:nvSpPr>
          <p:spPr>
            <a:xfrm>
              <a:off x="8605269" y="3358068"/>
              <a:ext cx="38928" cy="33316"/>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45"/>
            <p:cNvSpPr/>
            <p:nvPr/>
          </p:nvSpPr>
          <p:spPr>
            <a:xfrm>
              <a:off x="8557751" y="3453120"/>
              <a:ext cx="38913" cy="33269"/>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45"/>
            <p:cNvSpPr/>
            <p:nvPr/>
          </p:nvSpPr>
          <p:spPr>
            <a:xfrm>
              <a:off x="8557751" y="3405586"/>
              <a:ext cx="38913" cy="33331"/>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45"/>
            <p:cNvSpPr/>
            <p:nvPr/>
          </p:nvSpPr>
          <p:spPr>
            <a:xfrm>
              <a:off x="8510342" y="3453120"/>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45"/>
            <p:cNvSpPr/>
            <p:nvPr/>
          </p:nvSpPr>
          <p:spPr>
            <a:xfrm>
              <a:off x="8225185" y="3453120"/>
              <a:ext cx="38928" cy="33269"/>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45"/>
            <p:cNvSpPr/>
            <p:nvPr/>
          </p:nvSpPr>
          <p:spPr>
            <a:xfrm>
              <a:off x="8272719" y="3358068"/>
              <a:ext cx="38788" cy="33316"/>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45"/>
            <p:cNvSpPr/>
            <p:nvPr/>
          </p:nvSpPr>
          <p:spPr>
            <a:xfrm>
              <a:off x="8272719" y="3310658"/>
              <a:ext cx="38788" cy="33238"/>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45"/>
            <p:cNvSpPr/>
            <p:nvPr/>
          </p:nvSpPr>
          <p:spPr>
            <a:xfrm>
              <a:off x="8272719" y="3263140"/>
              <a:ext cx="38788" cy="33269"/>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45"/>
            <p:cNvSpPr/>
            <p:nvPr/>
          </p:nvSpPr>
          <p:spPr>
            <a:xfrm>
              <a:off x="8272719" y="3215606"/>
              <a:ext cx="38788" cy="33269"/>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45"/>
            <p:cNvSpPr/>
            <p:nvPr/>
          </p:nvSpPr>
          <p:spPr>
            <a:xfrm>
              <a:off x="8272719" y="3168088"/>
              <a:ext cx="38788" cy="33316"/>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45"/>
            <p:cNvSpPr/>
            <p:nvPr/>
          </p:nvSpPr>
          <p:spPr>
            <a:xfrm>
              <a:off x="8272719" y="3120679"/>
              <a:ext cx="38788" cy="33207"/>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45"/>
            <p:cNvSpPr/>
            <p:nvPr/>
          </p:nvSpPr>
          <p:spPr>
            <a:xfrm>
              <a:off x="8272719" y="3073036"/>
              <a:ext cx="38913" cy="33316"/>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45"/>
            <p:cNvSpPr/>
            <p:nvPr/>
          </p:nvSpPr>
          <p:spPr>
            <a:xfrm>
              <a:off x="8225185" y="3358068"/>
              <a:ext cx="38928" cy="33316"/>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45"/>
            <p:cNvSpPr/>
            <p:nvPr/>
          </p:nvSpPr>
          <p:spPr>
            <a:xfrm>
              <a:off x="8225185" y="3073036"/>
              <a:ext cx="38928" cy="33316"/>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45"/>
            <p:cNvSpPr/>
            <p:nvPr/>
          </p:nvSpPr>
          <p:spPr>
            <a:xfrm>
              <a:off x="8225185" y="3025502"/>
              <a:ext cx="38928" cy="33331"/>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45"/>
            <p:cNvSpPr/>
            <p:nvPr/>
          </p:nvSpPr>
          <p:spPr>
            <a:xfrm>
              <a:off x="8177651" y="3358068"/>
              <a:ext cx="38928" cy="33316"/>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45"/>
            <p:cNvSpPr/>
            <p:nvPr/>
          </p:nvSpPr>
          <p:spPr>
            <a:xfrm>
              <a:off x="8177651" y="3310658"/>
              <a:ext cx="38928" cy="33238"/>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45"/>
            <p:cNvSpPr/>
            <p:nvPr/>
          </p:nvSpPr>
          <p:spPr>
            <a:xfrm>
              <a:off x="8177651" y="3073036"/>
              <a:ext cx="38928" cy="33316"/>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45"/>
            <p:cNvSpPr/>
            <p:nvPr/>
          </p:nvSpPr>
          <p:spPr>
            <a:xfrm>
              <a:off x="8177651" y="3025502"/>
              <a:ext cx="38928" cy="33331"/>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45"/>
            <p:cNvSpPr/>
            <p:nvPr/>
          </p:nvSpPr>
          <p:spPr>
            <a:xfrm>
              <a:off x="8130258" y="3310658"/>
              <a:ext cx="38804" cy="33238"/>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45"/>
            <p:cNvSpPr/>
            <p:nvPr/>
          </p:nvSpPr>
          <p:spPr>
            <a:xfrm>
              <a:off x="8130258" y="3263140"/>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45"/>
            <p:cNvSpPr/>
            <p:nvPr/>
          </p:nvSpPr>
          <p:spPr>
            <a:xfrm>
              <a:off x="8130258" y="3073036"/>
              <a:ext cx="38928" cy="33316"/>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45"/>
            <p:cNvSpPr/>
            <p:nvPr/>
          </p:nvSpPr>
          <p:spPr>
            <a:xfrm>
              <a:off x="8130258" y="3025502"/>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45"/>
            <p:cNvSpPr/>
            <p:nvPr/>
          </p:nvSpPr>
          <p:spPr>
            <a:xfrm>
              <a:off x="8082739" y="3263140"/>
              <a:ext cx="38788" cy="33269"/>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45"/>
            <p:cNvSpPr/>
            <p:nvPr/>
          </p:nvSpPr>
          <p:spPr>
            <a:xfrm>
              <a:off x="8082739" y="3025502"/>
              <a:ext cx="38788" cy="33331"/>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45"/>
            <p:cNvSpPr/>
            <p:nvPr/>
          </p:nvSpPr>
          <p:spPr>
            <a:xfrm>
              <a:off x="8082739" y="2977983"/>
              <a:ext cx="38788" cy="33316"/>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45"/>
            <p:cNvSpPr/>
            <p:nvPr/>
          </p:nvSpPr>
          <p:spPr>
            <a:xfrm>
              <a:off x="8035206" y="3263140"/>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45"/>
            <p:cNvSpPr/>
            <p:nvPr/>
          </p:nvSpPr>
          <p:spPr>
            <a:xfrm>
              <a:off x="8035206" y="2977983"/>
              <a:ext cx="38804" cy="33316"/>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45"/>
            <p:cNvSpPr/>
            <p:nvPr/>
          </p:nvSpPr>
          <p:spPr>
            <a:xfrm>
              <a:off x="7987672" y="3263140"/>
              <a:ext cx="38928" cy="33269"/>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45"/>
            <p:cNvSpPr/>
            <p:nvPr/>
          </p:nvSpPr>
          <p:spPr>
            <a:xfrm>
              <a:off x="7987672" y="3025502"/>
              <a:ext cx="38928" cy="33331"/>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45"/>
            <p:cNvSpPr/>
            <p:nvPr/>
          </p:nvSpPr>
          <p:spPr>
            <a:xfrm>
              <a:off x="7940153" y="3263140"/>
              <a:ext cx="38928" cy="33269"/>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973;p45"/>
            <p:cNvSpPr/>
            <p:nvPr/>
          </p:nvSpPr>
          <p:spPr>
            <a:xfrm>
              <a:off x="7940153" y="3073036"/>
              <a:ext cx="38928" cy="33316"/>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974;p45"/>
            <p:cNvSpPr/>
            <p:nvPr/>
          </p:nvSpPr>
          <p:spPr>
            <a:xfrm>
              <a:off x="7940153" y="3025502"/>
              <a:ext cx="38928" cy="33331"/>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45"/>
            <p:cNvSpPr/>
            <p:nvPr/>
          </p:nvSpPr>
          <p:spPr>
            <a:xfrm>
              <a:off x="7892744" y="3263140"/>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45"/>
            <p:cNvSpPr/>
            <p:nvPr/>
          </p:nvSpPr>
          <p:spPr>
            <a:xfrm>
              <a:off x="7892744" y="3120679"/>
              <a:ext cx="38804" cy="33207"/>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45"/>
            <p:cNvSpPr/>
            <p:nvPr/>
          </p:nvSpPr>
          <p:spPr>
            <a:xfrm>
              <a:off x="7892744" y="3073036"/>
              <a:ext cx="38928" cy="33316"/>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978;p45"/>
            <p:cNvSpPr/>
            <p:nvPr/>
          </p:nvSpPr>
          <p:spPr>
            <a:xfrm>
              <a:off x="7845226" y="3263140"/>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45"/>
            <p:cNvSpPr/>
            <p:nvPr/>
          </p:nvSpPr>
          <p:spPr>
            <a:xfrm>
              <a:off x="7845226" y="3215606"/>
              <a:ext cx="38804" cy="33269"/>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45"/>
            <p:cNvSpPr/>
            <p:nvPr/>
          </p:nvSpPr>
          <p:spPr>
            <a:xfrm>
              <a:off x="7845226" y="3168088"/>
              <a:ext cx="38804" cy="33316"/>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981;p45"/>
            <p:cNvSpPr/>
            <p:nvPr/>
          </p:nvSpPr>
          <p:spPr>
            <a:xfrm>
              <a:off x="7845226" y="3120679"/>
              <a:ext cx="38804" cy="33207"/>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 name="Google Shape;982;p45"/>
            <p:cNvSpPr/>
            <p:nvPr/>
          </p:nvSpPr>
          <p:spPr>
            <a:xfrm>
              <a:off x="6990130" y="3120679"/>
              <a:ext cx="38788" cy="33207"/>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983;p45"/>
            <p:cNvSpPr/>
            <p:nvPr/>
          </p:nvSpPr>
          <p:spPr>
            <a:xfrm>
              <a:off x="6990130" y="3073036"/>
              <a:ext cx="38913" cy="33316"/>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45"/>
            <p:cNvSpPr/>
            <p:nvPr/>
          </p:nvSpPr>
          <p:spPr>
            <a:xfrm>
              <a:off x="6990130" y="3025502"/>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985;p45"/>
            <p:cNvSpPr/>
            <p:nvPr/>
          </p:nvSpPr>
          <p:spPr>
            <a:xfrm>
              <a:off x="6942596" y="3168088"/>
              <a:ext cx="38928" cy="33316"/>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 name="Google Shape;986;p45"/>
            <p:cNvSpPr/>
            <p:nvPr/>
          </p:nvSpPr>
          <p:spPr>
            <a:xfrm>
              <a:off x="6942596" y="3120679"/>
              <a:ext cx="38881" cy="33207"/>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45"/>
            <p:cNvSpPr/>
            <p:nvPr/>
          </p:nvSpPr>
          <p:spPr>
            <a:xfrm>
              <a:off x="6942596" y="3073036"/>
              <a:ext cx="38928" cy="33316"/>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45"/>
            <p:cNvSpPr/>
            <p:nvPr/>
          </p:nvSpPr>
          <p:spPr>
            <a:xfrm>
              <a:off x="6895062" y="2693076"/>
              <a:ext cx="38928" cy="33269"/>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989;p45"/>
            <p:cNvSpPr/>
            <p:nvPr/>
          </p:nvSpPr>
          <p:spPr>
            <a:xfrm>
              <a:off x="6895062" y="2740470"/>
              <a:ext cx="38928" cy="33331"/>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990;p45"/>
            <p:cNvSpPr/>
            <p:nvPr/>
          </p:nvSpPr>
          <p:spPr>
            <a:xfrm>
              <a:off x="6657689" y="2455563"/>
              <a:ext cx="38804" cy="33269"/>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 name="Google Shape;991;p45"/>
            <p:cNvSpPr/>
            <p:nvPr/>
          </p:nvSpPr>
          <p:spPr>
            <a:xfrm>
              <a:off x="6657689" y="2503096"/>
              <a:ext cx="38804" cy="33222"/>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45"/>
            <p:cNvSpPr/>
            <p:nvPr/>
          </p:nvSpPr>
          <p:spPr>
            <a:xfrm>
              <a:off x="6657689" y="2550490"/>
              <a:ext cx="38804" cy="33331"/>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45"/>
            <p:cNvSpPr/>
            <p:nvPr/>
          </p:nvSpPr>
          <p:spPr>
            <a:xfrm>
              <a:off x="6657689" y="2598024"/>
              <a:ext cx="38804" cy="33316"/>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45"/>
            <p:cNvSpPr/>
            <p:nvPr/>
          </p:nvSpPr>
          <p:spPr>
            <a:xfrm>
              <a:off x="6657689" y="2645542"/>
              <a:ext cx="38804" cy="33269"/>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45"/>
            <p:cNvSpPr/>
            <p:nvPr/>
          </p:nvSpPr>
          <p:spPr>
            <a:xfrm>
              <a:off x="6657689" y="2693076"/>
              <a:ext cx="38804" cy="33269"/>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45"/>
            <p:cNvSpPr/>
            <p:nvPr/>
          </p:nvSpPr>
          <p:spPr>
            <a:xfrm>
              <a:off x="6657689" y="2740470"/>
              <a:ext cx="38804" cy="33331"/>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45"/>
            <p:cNvSpPr/>
            <p:nvPr/>
          </p:nvSpPr>
          <p:spPr>
            <a:xfrm>
              <a:off x="6657689" y="2788004"/>
              <a:ext cx="38804" cy="33316"/>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45"/>
            <p:cNvSpPr/>
            <p:nvPr/>
          </p:nvSpPr>
          <p:spPr>
            <a:xfrm>
              <a:off x="6657689" y="2835522"/>
              <a:ext cx="38804" cy="33269"/>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45"/>
            <p:cNvSpPr/>
            <p:nvPr/>
          </p:nvSpPr>
          <p:spPr>
            <a:xfrm>
              <a:off x="6657689" y="2883056"/>
              <a:ext cx="38804" cy="33269"/>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45"/>
            <p:cNvSpPr/>
            <p:nvPr/>
          </p:nvSpPr>
          <p:spPr>
            <a:xfrm>
              <a:off x="6657689" y="2930574"/>
              <a:ext cx="38804" cy="33207"/>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45"/>
            <p:cNvSpPr/>
            <p:nvPr/>
          </p:nvSpPr>
          <p:spPr>
            <a:xfrm>
              <a:off x="6657689" y="2977983"/>
              <a:ext cx="38804" cy="33316"/>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45"/>
            <p:cNvSpPr/>
            <p:nvPr/>
          </p:nvSpPr>
          <p:spPr>
            <a:xfrm>
              <a:off x="6657689" y="3025502"/>
              <a:ext cx="38804" cy="33331"/>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45"/>
            <p:cNvSpPr/>
            <p:nvPr/>
          </p:nvSpPr>
          <p:spPr>
            <a:xfrm>
              <a:off x="6657689" y="3073036"/>
              <a:ext cx="38928" cy="33316"/>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45"/>
            <p:cNvSpPr/>
            <p:nvPr/>
          </p:nvSpPr>
          <p:spPr>
            <a:xfrm>
              <a:off x="6657689" y="3120679"/>
              <a:ext cx="38804" cy="33207"/>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45"/>
            <p:cNvSpPr/>
            <p:nvPr/>
          </p:nvSpPr>
          <p:spPr>
            <a:xfrm>
              <a:off x="6657689" y="3215606"/>
              <a:ext cx="38804" cy="33269"/>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45"/>
            <p:cNvSpPr/>
            <p:nvPr/>
          </p:nvSpPr>
          <p:spPr>
            <a:xfrm>
              <a:off x="6705082" y="2455563"/>
              <a:ext cx="38928" cy="33269"/>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45"/>
            <p:cNvSpPr/>
            <p:nvPr/>
          </p:nvSpPr>
          <p:spPr>
            <a:xfrm>
              <a:off x="6705082" y="2503096"/>
              <a:ext cx="38928" cy="33222"/>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45"/>
            <p:cNvSpPr/>
            <p:nvPr/>
          </p:nvSpPr>
          <p:spPr>
            <a:xfrm>
              <a:off x="6705082" y="2550490"/>
              <a:ext cx="38928" cy="33331"/>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45"/>
            <p:cNvSpPr/>
            <p:nvPr/>
          </p:nvSpPr>
          <p:spPr>
            <a:xfrm>
              <a:off x="6705082" y="2598024"/>
              <a:ext cx="38928" cy="33316"/>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45"/>
            <p:cNvSpPr/>
            <p:nvPr/>
          </p:nvSpPr>
          <p:spPr>
            <a:xfrm>
              <a:off x="6705082" y="2645542"/>
              <a:ext cx="38928" cy="33269"/>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45"/>
            <p:cNvSpPr/>
            <p:nvPr/>
          </p:nvSpPr>
          <p:spPr>
            <a:xfrm>
              <a:off x="6705082" y="2693076"/>
              <a:ext cx="38928" cy="33222"/>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45"/>
            <p:cNvSpPr/>
            <p:nvPr/>
          </p:nvSpPr>
          <p:spPr>
            <a:xfrm>
              <a:off x="6705082" y="2740470"/>
              <a:ext cx="38928" cy="33331"/>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45"/>
            <p:cNvSpPr/>
            <p:nvPr/>
          </p:nvSpPr>
          <p:spPr>
            <a:xfrm>
              <a:off x="6705082" y="2788004"/>
              <a:ext cx="38928" cy="33316"/>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45"/>
            <p:cNvSpPr/>
            <p:nvPr/>
          </p:nvSpPr>
          <p:spPr>
            <a:xfrm>
              <a:off x="6705082" y="2835522"/>
              <a:ext cx="38928" cy="33269"/>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45"/>
            <p:cNvSpPr/>
            <p:nvPr/>
          </p:nvSpPr>
          <p:spPr>
            <a:xfrm>
              <a:off x="6705082" y="2883056"/>
              <a:ext cx="38928" cy="33269"/>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45"/>
            <p:cNvSpPr/>
            <p:nvPr/>
          </p:nvSpPr>
          <p:spPr>
            <a:xfrm>
              <a:off x="6705082" y="2930574"/>
              <a:ext cx="38928" cy="33207"/>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45"/>
            <p:cNvSpPr/>
            <p:nvPr/>
          </p:nvSpPr>
          <p:spPr>
            <a:xfrm>
              <a:off x="6705082" y="2977983"/>
              <a:ext cx="38928" cy="33316"/>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45"/>
            <p:cNvSpPr/>
            <p:nvPr/>
          </p:nvSpPr>
          <p:spPr>
            <a:xfrm>
              <a:off x="6705082" y="3025502"/>
              <a:ext cx="38928" cy="33331"/>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45"/>
            <p:cNvSpPr/>
            <p:nvPr/>
          </p:nvSpPr>
          <p:spPr>
            <a:xfrm>
              <a:off x="6752616" y="2455563"/>
              <a:ext cx="38928" cy="33269"/>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45"/>
            <p:cNvSpPr/>
            <p:nvPr/>
          </p:nvSpPr>
          <p:spPr>
            <a:xfrm>
              <a:off x="6752616" y="2503096"/>
              <a:ext cx="38928" cy="33222"/>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45"/>
            <p:cNvSpPr/>
            <p:nvPr/>
          </p:nvSpPr>
          <p:spPr>
            <a:xfrm>
              <a:off x="6752616" y="2550490"/>
              <a:ext cx="38928" cy="33331"/>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45"/>
            <p:cNvSpPr/>
            <p:nvPr/>
          </p:nvSpPr>
          <p:spPr>
            <a:xfrm>
              <a:off x="6752616" y="2598024"/>
              <a:ext cx="38928" cy="33316"/>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45"/>
            <p:cNvSpPr/>
            <p:nvPr/>
          </p:nvSpPr>
          <p:spPr>
            <a:xfrm>
              <a:off x="6752616" y="2645542"/>
              <a:ext cx="38928" cy="33269"/>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45"/>
            <p:cNvSpPr/>
            <p:nvPr/>
          </p:nvSpPr>
          <p:spPr>
            <a:xfrm>
              <a:off x="6752616" y="2693076"/>
              <a:ext cx="38928" cy="33269"/>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45"/>
            <p:cNvSpPr/>
            <p:nvPr/>
          </p:nvSpPr>
          <p:spPr>
            <a:xfrm>
              <a:off x="6752616" y="2740470"/>
              <a:ext cx="38928" cy="33331"/>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45"/>
            <p:cNvSpPr/>
            <p:nvPr/>
          </p:nvSpPr>
          <p:spPr>
            <a:xfrm>
              <a:off x="6752616" y="2788004"/>
              <a:ext cx="38928" cy="33316"/>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45"/>
            <p:cNvSpPr/>
            <p:nvPr/>
          </p:nvSpPr>
          <p:spPr>
            <a:xfrm>
              <a:off x="6752616" y="2835522"/>
              <a:ext cx="38928" cy="33269"/>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45"/>
            <p:cNvSpPr/>
            <p:nvPr/>
          </p:nvSpPr>
          <p:spPr>
            <a:xfrm>
              <a:off x="6752616" y="2883056"/>
              <a:ext cx="38928" cy="33269"/>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45"/>
            <p:cNvSpPr/>
            <p:nvPr/>
          </p:nvSpPr>
          <p:spPr>
            <a:xfrm>
              <a:off x="6752616" y="2930574"/>
              <a:ext cx="38928" cy="33207"/>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45"/>
            <p:cNvSpPr/>
            <p:nvPr/>
          </p:nvSpPr>
          <p:spPr>
            <a:xfrm>
              <a:off x="6752616" y="2977983"/>
              <a:ext cx="38928" cy="33316"/>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45"/>
            <p:cNvSpPr/>
            <p:nvPr/>
          </p:nvSpPr>
          <p:spPr>
            <a:xfrm>
              <a:off x="6800150" y="2598024"/>
              <a:ext cx="38788" cy="33316"/>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45"/>
            <p:cNvSpPr/>
            <p:nvPr/>
          </p:nvSpPr>
          <p:spPr>
            <a:xfrm>
              <a:off x="6800150" y="2645542"/>
              <a:ext cx="38788" cy="33269"/>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45"/>
            <p:cNvSpPr/>
            <p:nvPr/>
          </p:nvSpPr>
          <p:spPr>
            <a:xfrm>
              <a:off x="6800150" y="2693076"/>
              <a:ext cx="38788" cy="33222"/>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45"/>
            <p:cNvSpPr/>
            <p:nvPr/>
          </p:nvSpPr>
          <p:spPr>
            <a:xfrm>
              <a:off x="6800150" y="2740470"/>
              <a:ext cx="38788" cy="33331"/>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45"/>
            <p:cNvSpPr/>
            <p:nvPr/>
          </p:nvSpPr>
          <p:spPr>
            <a:xfrm>
              <a:off x="6847668" y="2598024"/>
              <a:ext cx="38804" cy="33316"/>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45"/>
            <p:cNvSpPr/>
            <p:nvPr/>
          </p:nvSpPr>
          <p:spPr>
            <a:xfrm>
              <a:off x="6847668" y="2645542"/>
              <a:ext cx="38804" cy="33269"/>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45"/>
            <p:cNvSpPr/>
            <p:nvPr/>
          </p:nvSpPr>
          <p:spPr>
            <a:xfrm>
              <a:off x="6847668" y="2693076"/>
              <a:ext cx="38804" cy="33222"/>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45"/>
            <p:cNvSpPr/>
            <p:nvPr/>
          </p:nvSpPr>
          <p:spPr>
            <a:xfrm>
              <a:off x="6847668" y="2740470"/>
              <a:ext cx="38804" cy="33331"/>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45"/>
            <p:cNvSpPr/>
            <p:nvPr/>
          </p:nvSpPr>
          <p:spPr>
            <a:xfrm>
              <a:off x="6847591" y="2788004"/>
              <a:ext cx="38881" cy="33316"/>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45"/>
            <p:cNvSpPr/>
            <p:nvPr/>
          </p:nvSpPr>
          <p:spPr>
            <a:xfrm>
              <a:off x="6800150" y="2788004"/>
              <a:ext cx="38788" cy="33316"/>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45"/>
            <p:cNvSpPr/>
            <p:nvPr/>
          </p:nvSpPr>
          <p:spPr>
            <a:xfrm>
              <a:off x="6800150" y="2835522"/>
              <a:ext cx="38788" cy="33269"/>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45"/>
            <p:cNvSpPr/>
            <p:nvPr/>
          </p:nvSpPr>
          <p:spPr>
            <a:xfrm>
              <a:off x="6800150" y="2883056"/>
              <a:ext cx="38788" cy="33269"/>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45"/>
            <p:cNvSpPr/>
            <p:nvPr/>
          </p:nvSpPr>
          <p:spPr>
            <a:xfrm>
              <a:off x="6800150" y="2930574"/>
              <a:ext cx="38788" cy="33207"/>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 name="Google Shape;1044;p45"/>
            <p:cNvSpPr/>
            <p:nvPr/>
          </p:nvSpPr>
          <p:spPr>
            <a:xfrm>
              <a:off x="6800150" y="2977983"/>
              <a:ext cx="38788" cy="33316"/>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045;p45"/>
            <p:cNvSpPr/>
            <p:nvPr/>
          </p:nvSpPr>
          <p:spPr>
            <a:xfrm>
              <a:off x="6800150" y="3025502"/>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046;p45"/>
            <p:cNvSpPr/>
            <p:nvPr/>
          </p:nvSpPr>
          <p:spPr>
            <a:xfrm>
              <a:off x="6752616" y="3025502"/>
              <a:ext cx="38928" cy="33331"/>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1047;p45"/>
            <p:cNvSpPr/>
            <p:nvPr/>
          </p:nvSpPr>
          <p:spPr>
            <a:xfrm>
              <a:off x="6752616" y="3073036"/>
              <a:ext cx="38928" cy="33316"/>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 name="Google Shape;1048;p45"/>
            <p:cNvSpPr/>
            <p:nvPr/>
          </p:nvSpPr>
          <p:spPr>
            <a:xfrm>
              <a:off x="6705082" y="3073036"/>
              <a:ext cx="38928" cy="33316"/>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049;p45"/>
            <p:cNvSpPr/>
            <p:nvPr/>
          </p:nvSpPr>
          <p:spPr>
            <a:xfrm>
              <a:off x="6705082" y="3120679"/>
              <a:ext cx="38928" cy="33207"/>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 name="Google Shape;1050;p45"/>
            <p:cNvSpPr/>
            <p:nvPr/>
          </p:nvSpPr>
          <p:spPr>
            <a:xfrm>
              <a:off x="6705082" y="3215606"/>
              <a:ext cx="38928" cy="33269"/>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 name="Google Shape;1051;p45"/>
            <p:cNvSpPr/>
            <p:nvPr/>
          </p:nvSpPr>
          <p:spPr>
            <a:xfrm>
              <a:off x="6705082" y="3168088"/>
              <a:ext cx="38928" cy="33316"/>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45"/>
            <p:cNvSpPr/>
            <p:nvPr/>
          </p:nvSpPr>
          <p:spPr>
            <a:xfrm>
              <a:off x="6657689" y="3168088"/>
              <a:ext cx="38804" cy="33316"/>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053;p45"/>
            <p:cNvSpPr/>
            <p:nvPr/>
          </p:nvSpPr>
          <p:spPr>
            <a:xfrm>
              <a:off x="6420050" y="2360510"/>
              <a:ext cx="38804" cy="33331"/>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45"/>
            <p:cNvSpPr/>
            <p:nvPr/>
          </p:nvSpPr>
          <p:spPr>
            <a:xfrm>
              <a:off x="6420050" y="2408044"/>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45"/>
            <p:cNvSpPr/>
            <p:nvPr/>
          </p:nvSpPr>
          <p:spPr>
            <a:xfrm>
              <a:off x="6420050" y="2455563"/>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45"/>
            <p:cNvSpPr/>
            <p:nvPr/>
          </p:nvSpPr>
          <p:spPr>
            <a:xfrm>
              <a:off x="6420050" y="2503096"/>
              <a:ext cx="38804" cy="33222"/>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45"/>
            <p:cNvSpPr/>
            <p:nvPr/>
          </p:nvSpPr>
          <p:spPr>
            <a:xfrm>
              <a:off x="6420050" y="2550490"/>
              <a:ext cx="38804" cy="33331"/>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45"/>
            <p:cNvSpPr/>
            <p:nvPr/>
          </p:nvSpPr>
          <p:spPr>
            <a:xfrm>
              <a:off x="6420050" y="2598024"/>
              <a:ext cx="38804" cy="33316"/>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45"/>
            <p:cNvSpPr/>
            <p:nvPr/>
          </p:nvSpPr>
          <p:spPr>
            <a:xfrm>
              <a:off x="6420050" y="2645542"/>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45"/>
            <p:cNvSpPr/>
            <p:nvPr/>
          </p:nvSpPr>
          <p:spPr>
            <a:xfrm>
              <a:off x="6230071" y="2503096"/>
              <a:ext cx="38804" cy="33222"/>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45"/>
            <p:cNvSpPr/>
            <p:nvPr/>
          </p:nvSpPr>
          <p:spPr>
            <a:xfrm>
              <a:off x="6230071" y="2550490"/>
              <a:ext cx="38804" cy="33331"/>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45"/>
            <p:cNvSpPr/>
            <p:nvPr/>
          </p:nvSpPr>
          <p:spPr>
            <a:xfrm>
              <a:off x="6230071" y="2598024"/>
              <a:ext cx="38804" cy="33316"/>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45"/>
            <p:cNvSpPr/>
            <p:nvPr/>
          </p:nvSpPr>
          <p:spPr>
            <a:xfrm>
              <a:off x="6277605" y="2455563"/>
              <a:ext cx="38788" cy="33269"/>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45"/>
            <p:cNvSpPr/>
            <p:nvPr/>
          </p:nvSpPr>
          <p:spPr>
            <a:xfrm>
              <a:off x="6277605" y="2503096"/>
              <a:ext cx="38788" cy="33222"/>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45"/>
            <p:cNvSpPr/>
            <p:nvPr/>
          </p:nvSpPr>
          <p:spPr>
            <a:xfrm>
              <a:off x="6277605" y="2550490"/>
              <a:ext cx="38788" cy="33331"/>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45"/>
            <p:cNvSpPr/>
            <p:nvPr/>
          </p:nvSpPr>
          <p:spPr>
            <a:xfrm>
              <a:off x="6277605" y="2598024"/>
              <a:ext cx="38788" cy="33316"/>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45"/>
            <p:cNvSpPr/>
            <p:nvPr/>
          </p:nvSpPr>
          <p:spPr>
            <a:xfrm>
              <a:off x="6277605" y="2645542"/>
              <a:ext cx="38788" cy="33269"/>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45"/>
            <p:cNvSpPr/>
            <p:nvPr/>
          </p:nvSpPr>
          <p:spPr>
            <a:xfrm>
              <a:off x="6324998" y="2360510"/>
              <a:ext cx="38928" cy="33331"/>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45"/>
            <p:cNvSpPr/>
            <p:nvPr/>
          </p:nvSpPr>
          <p:spPr>
            <a:xfrm>
              <a:off x="6324998" y="2408044"/>
              <a:ext cx="38928" cy="33269"/>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45"/>
            <p:cNvSpPr/>
            <p:nvPr/>
          </p:nvSpPr>
          <p:spPr>
            <a:xfrm>
              <a:off x="6324998" y="2455563"/>
              <a:ext cx="38928" cy="33269"/>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45"/>
            <p:cNvSpPr/>
            <p:nvPr/>
          </p:nvSpPr>
          <p:spPr>
            <a:xfrm>
              <a:off x="6324998" y="2503096"/>
              <a:ext cx="38928" cy="33222"/>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45"/>
            <p:cNvSpPr/>
            <p:nvPr/>
          </p:nvSpPr>
          <p:spPr>
            <a:xfrm>
              <a:off x="6324998" y="2550490"/>
              <a:ext cx="38928" cy="33331"/>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45"/>
            <p:cNvSpPr/>
            <p:nvPr/>
          </p:nvSpPr>
          <p:spPr>
            <a:xfrm>
              <a:off x="6324998" y="2598024"/>
              <a:ext cx="38928" cy="33316"/>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45"/>
            <p:cNvSpPr/>
            <p:nvPr/>
          </p:nvSpPr>
          <p:spPr>
            <a:xfrm>
              <a:off x="6324998" y="2645542"/>
              <a:ext cx="38928" cy="33269"/>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45"/>
            <p:cNvSpPr/>
            <p:nvPr/>
          </p:nvSpPr>
          <p:spPr>
            <a:xfrm>
              <a:off x="6372532" y="2360510"/>
              <a:ext cx="38928" cy="33331"/>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45"/>
            <p:cNvSpPr/>
            <p:nvPr/>
          </p:nvSpPr>
          <p:spPr>
            <a:xfrm>
              <a:off x="6372532" y="2408044"/>
              <a:ext cx="38928" cy="33269"/>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077;p45"/>
            <p:cNvSpPr/>
            <p:nvPr/>
          </p:nvSpPr>
          <p:spPr>
            <a:xfrm>
              <a:off x="6372532" y="2455563"/>
              <a:ext cx="38928" cy="33269"/>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45"/>
            <p:cNvSpPr/>
            <p:nvPr/>
          </p:nvSpPr>
          <p:spPr>
            <a:xfrm>
              <a:off x="6372532" y="2503096"/>
              <a:ext cx="38928" cy="33222"/>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45"/>
            <p:cNvSpPr/>
            <p:nvPr/>
          </p:nvSpPr>
          <p:spPr>
            <a:xfrm>
              <a:off x="6372532" y="2550490"/>
              <a:ext cx="38928" cy="33331"/>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45"/>
            <p:cNvSpPr/>
            <p:nvPr/>
          </p:nvSpPr>
          <p:spPr>
            <a:xfrm>
              <a:off x="6372532" y="2598024"/>
              <a:ext cx="38928" cy="33316"/>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45"/>
            <p:cNvSpPr/>
            <p:nvPr/>
          </p:nvSpPr>
          <p:spPr>
            <a:xfrm>
              <a:off x="6372532" y="2645542"/>
              <a:ext cx="38928" cy="33269"/>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45"/>
            <p:cNvSpPr/>
            <p:nvPr/>
          </p:nvSpPr>
          <p:spPr>
            <a:xfrm>
              <a:off x="6372532" y="2693076"/>
              <a:ext cx="38928" cy="33222"/>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45"/>
            <p:cNvSpPr/>
            <p:nvPr/>
          </p:nvSpPr>
          <p:spPr>
            <a:xfrm>
              <a:off x="6420050" y="2693076"/>
              <a:ext cx="38804" cy="33222"/>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45"/>
            <p:cNvSpPr/>
            <p:nvPr/>
          </p:nvSpPr>
          <p:spPr>
            <a:xfrm>
              <a:off x="6467584" y="2360510"/>
              <a:ext cx="38788" cy="33331"/>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45"/>
            <p:cNvSpPr/>
            <p:nvPr/>
          </p:nvSpPr>
          <p:spPr>
            <a:xfrm>
              <a:off x="6467584" y="2408044"/>
              <a:ext cx="38788" cy="33269"/>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45"/>
            <p:cNvSpPr/>
            <p:nvPr/>
          </p:nvSpPr>
          <p:spPr>
            <a:xfrm>
              <a:off x="6467584" y="2455563"/>
              <a:ext cx="38788" cy="33269"/>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45"/>
            <p:cNvSpPr/>
            <p:nvPr/>
          </p:nvSpPr>
          <p:spPr>
            <a:xfrm>
              <a:off x="6467584" y="2550490"/>
              <a:ext cx="38788" cy="33331"/>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45"/>
            <p:cNvSpPr/>
            <p:nvPr/>
          </p:nvSpPr>
          <p:spPr>
            <a:xfrm>
              <a:off x="6467584" y="2598024"/>
              <a:ext cx="38788" cy="33316"/>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45"/>
            <p:cNvSpPr/>
            <p:nvPr/>
          </p:nvSpPr>
          <p:spPr>
            <a:xfrm>
              <a:off x="6467584" y="2645542"/>
              <a:ext cx="38788" cy="33269"/>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45"/>
            <p:cNvSpPr/>
            <p:nvPr/>
          </p:nvSpPr>
          <p:spPr>
            <a:xfrm>
              <a:off x="6467584" y="2693076"/>
              <a:ext cx="38788" cy="33222"/>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45"/>
            <p:cNvSpPr/>
            <p:nvPr/>
          </p:nvSpPr>
          <p:spPr>
            <a:xfrm>
              <a:off x="6515103" y="2360510"/>
              <a:ext cx="38804" cy="33331"/>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45"/>
            <p:cNvSpPr/>
            <p:nvPr/>
          </p:nvSpPr>
          <p:spPr>
            <a:xfrm>
              <a:off x="6515103" y="2408044"/>
              <a:ext cx="38804" cy="33269"/>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45"/>
            <p:cNvSpPr/>
            <p:nvPr/>
          </p:nvSpPr>
          <p:spPr>
            <a:xfrm>
              <a:off x="6515103" y="2455563"/>
              <a:ext cx="38804" cy="33269"/>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45"/>
            <p:cNvSpPr/>
            <p:nvPr/>
          </p:nvSpPr>
          <p:spPr>
            <a:xfrm>
              <a:off x="6515103" y="2550490"/>
              <a:ext cx="38804" cy="33331"/>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45"/>
            <p:cNvSpPr/>
            <p:nvPr/>
          </p:nvSpPr>
          <p:spPr>
            <a:xfrm>
              <a:off x="6515103" y="2598024"/>
              <a:ext cx="38804" cy="33269"/>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45"/>
            <p:cNvSpPr/>
            <p:nvPr/>
          </p:nvSpPr>
          <p:spPr>
            <a:xfrm>
              <a:off x="6515103" y="2645542"/>
              <a:ext cx="38804" cy="33269"/>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45"/>
            <p:cNvSpPr/>
            <p:nvPr/>
          </p:nvSpPr>
          <p:spPr>
            <a:xfrm>
              <a:off x="6515103" y="2693076"/>
              <a:ext cx="38804" cy="33238"/>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45"/>
            <p:cNvSpPr/>
            <p:nvPr/>
          </p:nvSpPr>
          <p:spPr>
            <a:xfrm>
              <a:off x="6515103" y="2740470"/>
              <a:ext cx="38804" cy="33331"/>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 name="Google Shape;1099;p45"/>
            <p:cNvSpPr/>
            <p:nvPr/>
          </p:nvSpPr>
          <p:spPr>
            <a:xfrm>
              <a:off x="6562636" y="2408044"/>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45"/>
            <p:cNvSpPr/>
            <p:nvPr/>
          </p:nvSpPr>
          <p:spPr>
            <a:xfrm>
              <a:off x="6562636" y="2455563"/>
              <a:ext cx="38804" cy="33269"/>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101;p45"/>
            <p:cNvSpPr/>
            <p:nvPr/>
          </p:nvSpPr>
          <p:spPr>
            <a:xfrm>
              <a:off x="6562636" y="2550490"/>
              <a:ext cx="38804" cy="33331"/>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45"/>
            <p:cNvSpPr/>
            <p:nvPr/>
          </p:nvSpPr>
          <p:spPr>
            <a:xfrm>
              <a:off x="6562636" y="2598024"/>
              <a:ext cx="38804" cy="33316"/>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45"/>
            <p:cNvSpPr/>
            <p:nvPr/>
          </p:nvSpPr>
          <p:spPr>
            <a:xfrm>
              <a:off x="6562636" y="2645542"/>
              <a:ext cx="38804" cy="33269"/>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 name="Google Shape;1104;p45"/>
            <p:cNvSpPr/>
            <p:nvPr/>
          </p:nvSpPr>
          <p:spPr>
            <a:xfrm>
              <a:off x="6562636" y="2693076"/>
              <a:ext cx="38804" cy="33222"/>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45"/>
            <p:cNvSpPr/>
            <p:nvPr/>
          </p:nvSpPr>
          <p:spPr>
            <a:xfrm>
              <a:off x="6562636" y="2740470"/>
              <a:ext cx="38804" cy="33331"/>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45"/>
            <p:cNvSpPr/>
            <p:nvPr/>
          </p:nvSpPr>
          <p:spPr>
            <a:xfrm>
              <a:off x="6562636" y="2788004"/>
              <a:ext cx="38804" cy="33316"/>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45"/>
            <p:cNvSpPr/>
            <p:nvPr/>
          </p:nvSpPr>
          <p:spPr>
            <a:xfrm>
              <a:off x="6562636" y="2835522"/>
              <a:ext cx="38804" cy="33269"/>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45"/>
            <p:cNvSpPr/>
            <p:nvPr/>
          </p:nvSpPr>
          <p:spPr>
            <a:xfrm>
              <a:off x="6562636" y="3073036"/>
              <a:ext cx="38928" cy="33316"/>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45"/>
            <p:cNvSpPr/>
            <p:nvPr/>
          </p:nvSpPr>
          <p:spPr>
            <a:xfrm>
              <a:off x="6610155" y="2455563"/>
              <a:ext cx="38804" cy="33269"/>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45"/>
            <p:cNvSpPr/>
            <p:nvPr/>
          </p:nvSpPr>
          <p:spPr>
            <a:xfrm>
              <a:off x="6610155" y="3168088"/>
              <a:ext cx="38804" cy="33316"/>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111;p45"/>
            <p:cNvSpPr/>
            <p:nvPr/>
          </p:nvSpPr>
          <p:spPr>
            <a:xfrm>
              <a:off x="6610155" y="3120679"/>
              <a:ext cx="38772" cy="33207"/>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112;p45"/>
            <p:cNvSpPr/>
            <p:nvPr/>
          </p:nvSpPr>
          <p:spPr>
            <a:xfrm>
              <a:off x="6610155" y="3073036"/>
              <a:ext cx="38928" cy="33316"/>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45"/>
            <p:cNvSpPr/>
            <p:nvPr/>
          </p:nvSpPr>
          <p:spPr>
            <a:xfrm>
              <a:off x="6610155" y="3025502"/>
              <a:ext cx="38804" cy="33331"/>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45"/>
            <p:cNvSpPr/>
            <p:nvPr/>
          </p:nvSpPr>
          <p:spPr>
            <a:xfrm>
              <a:off x="6610155" y="2977983"/>
              <a:ext cx="38804" cy="33316"/>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45"/>
            <p:cNvSpPr/>
            <p:nvPr/>
          </p:nvSpPr>
          <p:spPr>
            <a:xfrm>
              <a:off x="6610155" y="2930574"/>
              <a:ext cx="38772" cy="33207"/>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45"/>
            <p:cNvSpPr/>
            <p:nvPr/>
          </p:nvSpPr>
          <p:spPr>
            <a:xfrm>
              <a:off x="6610155" y="2883056"/>
              <a:ext cx="38804" cy="33269"/>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45"/>
            <p:cNvSpPr/>
            <p:nvPr/>
          </p:nvSpPr>
          <p:spPr>
            <a:xfrm>
              <a:off x="6610155" y="2835522"/>
              <a:ext cx="38804" cy="33269"/>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45"/>
            <p:cNvSpPr/>
            <p:nvPr/>
          </p:nvSpPr>
          <p:spPr>
            <a:xfrm>
              <a:off x="6610077" y="2788004"/>
              <a:ext cx="38881" cy="33316"/>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45"/>
            <p:cNvSpPr/>
            <p:nvPr/>
          </p:nvSpPr>
          <p:spPr>
            <a:xfrm>
              <a:off x="6610155" y="2740470"/>
              <a:ext cx="38804" cy="33331"/>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45"/>
            <p:cNvSpPr/>
            <p:nvPr/>
          </p:nvSpPr>
          <p:spPr>
            <a:xfrm>
              <a:off x="6610155" y="2693076"/>
              <a:ext cx="38804" cy="33222"/>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45"/>
            <p:cNvSpPr/>
            <p:nvPr/>
          </p:nvSpPr>
          <p:spPr>
            <a:xfrm>
              <a:off x="6610155" y="2645542"/>
              <a:ext cx="38804" cy="33269"/>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45"/>
            <p:cNvSpPr/>
            <p:nvPr/>
          </p:nvSpPr>
          <p:spPr>
            <a:xfrm>
              <a:off x="6610155" y="2598024"/>
              <a:ext cx="38804" cy="33316"/>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45"/>
            <p:cNvSpPr/>
            <p:nvPr/>
          </p:nvSpPr>
          <p:spPr>
            <a:xfrm>
              <a:off x="6610155" y="2550490"/>
              <a:ext cx="38804" cy="33331"/>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45"/>
            <p:cNvSpPr/>
            <p:nvPr/>
          </p:nvSpPr>
          <p:spPr>
            <a:xfrm>
              <a:off x="6610155" y="2503096"/>
              <a:ext cx="38804" cy="33222"/>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45"/>
            <p:cNvSpPr/>
            <p:nvPr/>
          </p:nvSpPr>
          <p:spPr>
            <a:xfrm>
              <a:off x="6562636" y="2503096"/>
              <a:ext cx="38804" cy="33222"/>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45"/>
            <p:cNvSpPr/>
            <p:nvPr/>
          </p:nvSpPr>
          <p:spPr>
            <a:xfrm>
              <a:off x="6515103" y="2503096"/>
              <a:ext cx="38804" cy="33191"/>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45"/>
            <p:cNvSpPr/>
            <p:nvPr/>
          </p:nvSpPr>
          <p:spPr>
            <a:xfrm>
              <a:off x="6467584" y="2503096"/>
              <a:ext cx="38788" cy="33222"/>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45"/>
            <p:cNvSpPr/>
            <p:nvPr/>
          </p:nvSpPr>
          <p:spPr>
            <a:xfrm>
              <a:off x="6990130" y="2740470"/>
              <a:ext cx="38788" cy="33331"/>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45"/>
            <p:cNvSpPr/>
            <p:nvPr/>
          </p:nvSpPr>
          <p:spPr>
            <a:xfrm>
              <a:off x="6990130" y="2693076"/>
              <a:ext cx="38788" cy="33269"/>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45"/>
            <p:cNvSpPr/>
            <p:nvPr/>
          </p:nvSpPr>
          <p:spPr>
            <a:xfrm>
              <a:off x="6990130" y="2645542"/>
              <a:ext cx="38788" cy="33269"/>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45"/>
            <p:cNvSpPr/>
            <p:nvPr/>
          </p:nvSpPr>
          <p:spPr>
            <a:xfrm>
              <a:off x="6942596" y="2788004"/>
              <a:ext cx="38928" cy="33316"/>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45"/>
            <p:cNvSpPr/>
            <p:nvPr/>
          </p:nvSpPr>
          <p:spPr>
            <a:xfrm>
              <a:off x="6942596" y="2740470"/>
              <a:ext cx="38928" cy="33331"/>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45"/>
            <p:cNvSpPr/>
            <p:nvPr/>
          </p:nvSpPr>
          <p:spPr>
            <a:xfrm>
              <a:off x="6942596" y="2693076"/>
              <a:ext cx="38928" cy="33222"/>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45"/>
            <p:cNvSpPr/>
            <p:nvPr/>
          </p:nvSpPr>
          <p:spPr>
            <a:xfrm>
              <a:off x="6942596" y="2645542"/>
              <a:ext cx="38928" cy="33269"/>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45"/>
            <p:cNvSpPr/>
            <p:nvPr/>
          </p:nvSpPr>
          <p:spPr>
            <a:xfrm>
              <a:off x="6942596" y="2598024"/>
              <a:ext cx="38928" cy="33316"/>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45"/>
            <p:cNvSpPr/>
            <p:nvPr/>
          </p:nvSpPr>
          <p:spPr>
            <a:xfrm>
              <a:off x="6895062" y="2835522"/>
              <a:ext cx="38928" cy="33269"/>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45"/>
            <p:cNvSpPr/>
            <p:nvPr/>
          </p:nvSpPr>
          <p:spPr>
            <a:xfrm>
              <a:off x="6895062" y="2788004"/>
              <a:ext cx="38928" cy="33316"/>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45"/>
            <p:cNvSpPr/>
            <p:nvPr/>
          </p:nvSpPr>
          <p:spPr>
            <a:xfrm>
              <a:off x="6895062" y="2645542"/>
              <a:ext cx="38928" cy="33269"/>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45"/>
            <p:cNvSpPr/>
            <p:nvPr/>
          </p:nvSpPr>
          <p:spPr>
            <a:xfrm>
              <a:off x="6895062" y="2598024"/>
              <a:ext cx="38928" cy="33316"/>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45"/>
            <p:cNvSpPr/>
            <p:nvPr/>
          </p:nvSpPr>
          <p:spPr>
            <a:xfrm>
              <a:off x="6895062" y="2550490"/>
              <a:ext cx="38928" cy="33331"/>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45"/>
            <p:cNvSpPr/>
            <p:nvPr/>
          </p:nvSpPr>
          <p:spPr>
            <a:xfrm>
              <a:off x="6847668" y="3073036"/>
              <a:ext cx="38928" cy="33316"/>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45"/>
            <p:cNvSpPr/>
            <p:nvPr/>
          </p:nvSpPr>
          <p:spPr>
            <a:xfrm>
              <a:off x="6847668" y="3025502"/>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45"/>
            <p:cNvSpPr/>
            <p:nvPr/>
          </p:nvSpPr>
          <p:spPr>
            <a:xfrm>
              <a:off x="6847668" y="2977983"/>
              <a:ext cx="38804" cy="33316"/>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45"/>
            <p:cNvSpPr/>
            <p:nvPr/>
          </p:nvSpPr>
          <p:spPr>
            <a:xfrm>
              <a:off x="6847668" y="2930574"/>
              <a:ext cx="38804" cy="33207"/>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45"/>
            <p:cNvSpPr/>
            <p:nvPr/>
          </p:nvSpPr>
          <p:spPr>
            <a:xfrm>
              <a:off x="6847668" y="2883056"/>
              <a:ext cx="38804" cy="33269"/>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45"/>
            <p:cNvSpPr/>
            <p:nvPr/>
          </p:nvSpPr>
          <p:spPr>
            <a:xfrm>
              <a:off x="6847668" y="2835522"/>
              <a:ext cx="38804" cy="33269"/>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45"/>
            <p:cNvSpPr/>
            <p:nvPr/>
          </p:nvSpPr>
          <p:spPr>
            <a:xfrm>
              <a:off x="6847668" y="2550490"/>
              <a:ext cx="38804" cy="33331"/>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45"/>
            <p:cNvSpPr/>
            <p:nvPr/>
          </p:nvSpPr>
          <p:spPr>
            <a:xfrm>
              <a:off x="6847668" y="2503096"/>
              <a:ext cx="38804" cy="33222"/>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45"/>
            <p:cNvSpPr/>
            <p:nvPr/>
          </p:nvSpPr>
          <p:spPr>
            <a:xfrm>
              <a:off x="6800150" y="3120679"/>
              <a:ext cx="38788" cy="33207"/>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45"/>
            <p:cNvSpPr/>
            <p:nvPr/>
          </p:nvSpPr>
          <p:spPr>
            <a:xfrm>
              <a:off x="6800150" y="3073036"/>
              <a:ext cx="38913" cy="33316"/>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45"/>
            <p:cNvSpPr/>
            <p:nvPr/>
          </p:nvSpPr>
          <p:spPr>
            <a:xfrm>
              <a:off x="6800150" y="2503096"/>
              <a:ext cx="38788" cy="33222"/>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45"/>
            <p:cNvSpPr/>
            <p:nvPr/>
          </p:nvSpPr>
          <p:spPr>
            <a:xfrm>
              <a:off x="6800150" y="2455563"/>
              <a:ext cx="38788" cy="33269"/>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45"/>
            <p:cNvSpPr/>
            <p:nvPr/>
          </p:nvSpPr>
          <p:spPr>
            <a:xfrm>
              <a:off x="6752616" y="3263140"/>
              <a:ext cx="38928" cy="33269"/>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45"/>
            <p:cNvSpPr/>
            <p:nvPr/>
          </p:nvSpPr>
          <p:spPr>
            <a:xfrm>
              <a:off x="6752616" y="3215606"/>
              <a:ext cx="38928" cy="33269"/>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45"/>
            <p:cNvSpPr/>
            <p:nvPr/>
          </p:nvSpPr>
          <p:spPr>
            <a:xfrm>
              <a:off x="6752616" y="3168088"/>
              <a:ext cx="38928" cy="33316"/>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45"/>
            <p:cNvSpPr/>
            <p:nvPr/>
          </p:nvSpPr>
          <p:spPr>
            <a:xfrm>
              <a:off x="6752616" y="3120679"/>
              <a:ext cx="38928" cy="33207"/>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45"/>
            <p:cNvSpPr/>
            <p:nvPr/>
          </p:nvSpPr>
          <p:spPr>
            <a:xfrm>
              <a:off x="6752616" y="2408044"/>
              <a:ext cx="38928" cy="33269"/>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45"/>
            <p:cNvSpPr/>
            <p:nvPr/>
          </p:nvSpPr>
          <p:spPr>
            <a:xfrm>
              <a:off x="6705082" y="3263140"/>
              <a:ext cx="38928" cy="33269"/>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45"/>
            <p:cNvSpPr/>
            <p:nvPr/>
          </p:nvSpPr>
          <p:spPr>
            <a:xfrm>
              <a:off x="6705082" y="2408044"/>
              <a:ext cx="38928" cy="33269"/>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45"/>
            <p:cNvSpPr/>
            <p:nvPr/>
          </p:nvSpPr>
          <p:spPr>
            <a:xfrm>
              <a:off x="6705082" y="2360510"/>
              <a:ext cx="38928" cy="33331"/>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45"/>
            <p:cNvSpPr/>
            <p:nvPr/>
          </p:nvSpPr>
          <p:spPr>
            <a:xfrm>
              <a:off x="6657689" y="3263140"/>
              <a:ext cx="38804" cy="33269"/>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45"/>
            <p:cNvSpPr/>
            <p:nvPr/>
          </p:nvSpPr>
          <p:spPr>
            <a:xfrm>
              <a:off x="6657689" y="2408044"/>
              <a:ext cx="38804" cy="33269"/>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45"/>
            <p:cNvSpPr/>
            <p:nvPr/>
          </p:nvSpPr>
          <p:spPr>
            <a:xfrm>
              <a:off x="6657689" y="2360510"/>
              <a:ext cx="38804" cy="33331"/>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45"/>
            <p:cNvSpPr/>
            <p:nvPr/>
          </p:nvSpPr>
          <p:spPr>
            <a:xfrm>
              <a:off x="6610155" y="3263140"/>
              <a:ext cx="38804" cy="33269"/>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45"/>
            <p:cNvSpPr/>
            <p:nvPr/>
          </p:nvSpPr>
          <p:spPr>
            <a:xfrm>
              <a:off x="6610155" y="3215606"/>
              <a:ext cx="38804" cy="33269"/>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45"/>
            <p:cNvSpPr/>
            <p:nvPr/>
          </p:nvSpPr>
          <p:spPr>
            <a:xfrm>
              <a:off x="6610155" y="2408044"/>
              <a:ext cx="38804" cy="33269"/>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45"/>
            <p:cNvSpPr/>
            <p:nvPr/>
          </p:nvSpPr>
          <p:spPr>
            <a:xfrm>
              <a:off x="6610155" y="2360510"/>
              <a:ext cx="38804" cy="33331"/>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45"/>
            <p:cNvSpPr/>
            <p:nvPr/>
          </p:nvSpPr>
          <p:spPr>
            <a:xfrm>
              <a:off x="6562636" y="3215606"/>
              <a:ext cx="38804" cy="33269"/>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45"/>
            <p:cNvSpPr/>
            <p:nvPr/>
          </p:nvSpPr>
          <p:spPr>
            <a:xfrm>
              <a:off x="6562636" y="3168088"/>
              <a:ext cx="38804" cy="33316"/>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170;p45"/>
            <p:cNvSpPr/>
            <p:nvPr/>
          </p:nvSpPr>
          <p:spPr>
            <a:xfrm>
              <a:off x="6562636" y="3120679"/>
              <a:ext cx="38804" cy="33207"/>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45"/>
            <p:cNvSpPr/>
            <p:nvPr/>
          </p:nvSpPr>
          <p:spPr>
            <a:xfrm>
              <a:off x="6562636" y="3025502"/>
              <a:ext cx="38804" cy="33331"/>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45"/>
            <p:cNvSpPr/>
            <p:nvPr/>
          </p:nvSpPr>
          <p:spPr>
            <a:xfrm>
              <a:off x="6562636" y="2977983"/>
              <a:ext cx="38804" cy="33316"/>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45"/>
            <p:cNvSpPr/>
            <p:nvPr/>
          </p:nvSpPr>
          <p:spPr>
            <a:xfrm>
              <a:off x="6562636" y="2930574"/>
              <a:ext cx="38804" cy="33207"/>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45"/>
            <p:cNvSpPr/>
            <p:nvPr/>
          </p:nvSpPr>
          <p:spPr>
            <a:xfrm>
              <a:off x="6562636" y="2883056"/>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45"/>
            <p:cNvSpPr/>
            <p:nvPr/>
          </p:nvSpPr>
          <p:spPr>
            <a:xfrm>
              <a:off x="6562636" y="2360510"/>
              <a:ext cx="38804" cy="33331"/>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45"/>
            <p:cNvSpPr/>
            <p:nvPr/>
          </p:nvSpPr>
          <p:spPr>
            <a:xfrm>
              <a:off x="6515103" y="3073036"/>
              <a:ext cx="38804" cy="33316"/>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45"/>
            <p:cNvSpPr/>
            <p:nvPr/>
          </p:nvSpPr>
          <p:spPr>
            <a:xfrm>
              <a:off x="6515103" y="3025502"/>
              <a:ext cx="38804" cy="33331"/>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45"/>
            <p:cNvSpPr/>
            <p:nvPr/>
          </p:nvSpPr>
          <p:spPr>
            <a:xfrm>
              <a:off x="6515103" y="2883056"/>
              <a:ext cx="38804" cy="33269"/>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45"/>
            <p:cNvSpPr/>
            <p:nvPr/>
          </p:nvSpPr>
          <p:spPr>
            <a:xfrm>
              <a:off x="6515103" y="2835522"/>
              <a:ext cx="38804" cy="33269"/>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45"/>
            <p:cNvSpPr/>
            <p:nvPr/>
          </p:nvSpPr>
          <p:spPr>
            <a:xfrm>
              <a:off x="6515025" y="2788004"/>
              <a:ext cx="38881" cy="33316"/>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45"/>
            <p:cNvSpPr/>
            <p:nvPr/>
          </p:nvSpPr>
          <p:spPr>
            <a:xfrm>
              <a:off x="6515103" y="2312992"/>
              <a:ext cx="38804" cy="33316"/>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45"/>
            <p:cNvSpPr/>
            <p:nvPr/>
          </p:nvSpPr>
          <p:spPr>
            <a:xfrm>
              <a:off x="6467491" y="2788004"/>
              <a:ext cx="38881" cy="33316"/>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45"/>
            <p:cNvSpPr/>
            <p:nvPr/>
          </p:nvSpPr>
          <p:spPr>
            <a:xfrm>
              <a:off x="6467584" y="2740470"/>
              <a:ext cx="38788" cy="33331"/>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45"/>
            <p:cNvSpPr/>
            <p:nvPr/>
          </p:nvSpPr>
          <p:spPr>
            <a:xfrm>
              <a:off x="6467584" y="2312992"/>
              <a:ext cx="38788" cy="33316"/>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45"/>
            <p:cNvSpPr/>
            <p:nvPr/>
          </p:nvSpPr>
          <p:spPr>
            <a:xfrm>
              <a:off x="6420050" y="2740470"/>
              <a:ext cx="38804" cy="33331"/>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45"/>
            <p:cNvSpPr/>
            <p:nvPr/>
          </p:nvSpPr>
          <p:spPr>
            <a:xfrm>
              <a:off x="6420050" y="2312992"/>
              <a:ext cx="38804" cy="33316"/>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45"/>
            <p:cNvSpPr/>
            <p:nvPr/>
          </p:nvSpPr>
          <p:spPr>
            <a:xfrm>
              <a:off x="6420050" y="2265583"/>
              <a:ext cx="38804" cy="33238"/>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45"/>
            <p:cNvSpPr/>
            <p:nvPr/>
          </p:nvSpPr>
          <p:spPr>
            <a:xfrm>
              <a:off x="6372532" y="2740470"/>
              <a:ext cx="38928" cy="33331"/>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45"/>
            <p:cNvSpPr/>
            <p:nvPr/>
          </p:nvSpPr>
          <p:spPr>
            <a:xfrm>
              <a:off x="6372532" y="2312992"/>
              <a:ext cx="38928" cy="33316"/>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45"/>
            <p:cNvSpPr/>
            <p:nvPr/>
          </p:nvSpPr>
          <p:spPr>
            <a:xfrm>
              <a:off x="6372532" y="2265583"/>
              <a:ext cx="38928" cy="33238"/>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45"/>
            <p:cNvSpPr/>
            <p:nvPr/>
          </p:nvSpPr>
          <p:spPr>
            <a:xfrm>
              <a:off x="6324998" y="2740470"/>
              <a:ext cx="38928" cy="33331"/>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45"/>
            <p:cNvSpPr/>
            <p:nvPr/>
          </p:nvSpPr>
          <p:spPr>
            <a:xfrm>
              <a:off x="6324998" y="2693076"/>
              <a:ext cx="38928" cy="33222"/>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45"/>
            <p:cNvSpPr/>
            <p:nvPr/>
          </p:nvSpPr>
          <p:spPr>
            <a:xfrm>
              <a:off x="6324998" y="2312992"/>
              <a:ext cx="38928" cy="33316"/>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45"/>
            <p:cNvSpPr/>
            <p:nvPr/>
          </p:nvSpPr>
          <p:spPr>
            <a:xfrm>
              <a:off x="6324998" y="2265583"/>
              <a:ext cx="38928" cy="33238"/>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45"/>
            <p:cNvSpPr/>
            <p:nvPr/>
          </p:nvSpPr>
          <p:spPr>
            <a:xfrm>
              <a:off x="6277605" y="2693076"/>
              <a:ext cx="38788" cy="33222"/>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45"/>
            <p:cNvSpPr/>
            <p:nvPr/>
          </p:nvSpPr>
          <p:spPr>
            <a:xfrm>
              <a:off x="6277605" y="2408044"/>
              <a:ext cx="38788" cy="33269"/>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45"/>
            <p:cNvSpPr/>
            <p:nvPr/>
          </p:nvSpPr>
          <p:spPr>
            <a:xfrm>
              <a:off x="6277605" y="2360510"/>
              <a:ext cx="38788" cy="33331"/>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45"/>
            <p:cNvSpPr/>
            <p:nvPr/>
          </p:nvSpPr>
          <p:spPr>
            <a:xfrm>
              <a:off x="6277605" y="2312992"/>
              <a:ext cx="38788" cy="33316"/>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45"/>
            <p:cNvSpPr/>
            <p:nvPr/>
          </p:nvSpPr>
          <p:spPr>
            <a:xfrm>
              <a:off x="6230071" y="2693076"/>
              <a:ext cx="38804" cy="33222"/>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45"/>
            <p:cNvSpPr/>
            <p:nvPr/>
          </p:nvSpPr>
          <p:spPr>
            <a:xfrm>
              <a:off x="6230071" y="2645542"/>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45"/>
            <p:cNvSpPr/>
            <p:nvPr/>
          </p:nvSpPr>
          <p:spPr>
            <a:xfrm>
              <a:off x="6230071" y="2455563"/>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45"/>
            <p:cNvSpPr/>
            <p:nvPr/>
          </p:nvSpPr>
          <p:spPr>
            <a:xfrm>
              <a:off x="6230071" y="2408044"/>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45"/>
            <p:cNvSpPr/>
            <p:nvPr/>
          </p:nvSpPr>
          <p:spPr>
            <a:xfrm>
              <a:off x="6182552" y="2645542"/>
              <a:ext cx="38788" cy="33269"/>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45"/>
            <p:cNvSpPr/>
            <p:nvPr/>
          </p:nvSpPr>
          <p:spPr>
            <a:xfrm>
              <a:off x="6182552" y="2598024"/>
              <a:ext cx="38788" cy="33316"/>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45"/>
            <p:cNvSpPr/>
            <p:nvPr/>
          </p:nvSpPr>
          <p:spPr>
            <a:xfrm>
              <a:off x="6182552" y="2550490"/>
              <a:ext cx="38788" cy="33331"/>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45"/>
            <p:cNvSpPr/>
            <p:nvPr/>
          </p:nvSpPr>
          <p:spPr>
            <a:xfrm>
              <a:off x="6182552" y="2503096"/>
              <a:ext cx="38788" cy="33222"/>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45"/>
            <p:cNvSpPr/>
            <p:nvPr/>
          </p:nvSpPr>
          <p:spPr>
            <a:xfrm>
              <a:off x="6182552" y="2455563"/>
              <a:ext cx="38788" cy="33269"/>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45"/>
            <p:cNvSpPr/>
            <p:nvPr/>
          </p:nvSpPr>
          <p:spPr>
            <a:xfrm>
              <a:off x="6800150" y="2550490"/>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45"/>
            <p:cNvSpPr/>
            <p:nvPr/>
          </p:nvSpPr>
          <p:spPr>
            <a:xfrm>
              <a:off x="6135018" y="1410487"/>
              <a:ext cx="38928" cy="33269"/>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45"/>
            <p:cNvSpPr/>
            <p:nvPr/>
          </p:nvSpPr>
          <p:spPr>
            <a:xfrm>
              <a:off x="6087625" y="1410487"/>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45"/>
            <p:cNvSpPr/>
            <p:nvPr/>
          </p:nvSpPr>
          <p:spPr>
            <a:xfrm>
              <a:off x="6895062" y="1742913"/>
              <a:ext cx="38928" cy="33331"/>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45"/>
            <p:cNvSpPr/>
            <p:nvPr/>
          </p:nvSpPr>
          <p:spPr>
            <a:xfrm>
              <a:off x="6895062" y="1790446"/>
              <a:ext cx="38928" cy="33269"/>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45"/>
            <p:cNvSpPr/>
            <p:nvPr/>
          </p:nvSpPr>
          <p:spPr>
            <a:xfrm>
              <a:off x="6895062" y="1837980"/>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45"/>
            <p:cNvSpPr/>
            <p:nvPr/>
          </p:nvSpPr>
          <p:spPr>
            <a:xfrm>
              <a:off x="6895062" y="1885499"/>
              <a:ext cx="38928" cy="33269"/>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45"/>
            <p:cNvSpPr/>
            <p:nvPr/>
          </p:nvSpPr>
          <p:spPr>
            <a:xfrm>
              <a:off x="6895062" y="1932892"/>
              <a:ext cx="38928" cy="33331"/>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45"/>
            <p:cNvSpPr/>
            <p:nvPr/>
          </p:nvSpPr>
          <p:spPr>
            <a:xfrm>
              <a:off x="6895062" y="1980426"/>
              <a:ext cx="38928" cy="33331"/>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45"/>
            <p:cNvSpPr/>
            <p:nvPr/>
          </p:nvSpPr>
          <p:spPr>
            <a:xfrm>
              <a:off x="6895062" y="2027960"/>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45"/>
            <p:cNvSpPr/>
            <p:nvPr/>
          </p:nvSpPr>
          <p:spPr>
            <a:xfrm>
              <a:off x="6657689" y="1885499"/>
              <a:ext cx="38804" cy="33269"/>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45"/>
            <p:cNvSpPr/>
            <p:nvPr/>
          </p:nvSpPr>
          <p:spPr>
            <a:xfrm>
              <a:off x="6657689" y="1932892"/>
              <a:ext cx="38804" cy="33331"/>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45"/>
            <p:cNvSpPr/>
            <p:nvPr/>
          </p:nvSpPr>
          <p:spPr>
            <a:xfrm>
              <a:off x="6467584" y="1932892"/>
              <a:ext cx="38788" cy="33331"/>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45"/>
            <p:cNvSpPr/>
            <p:nvPr/>
          </p:nvSpPr>
          <p:spPr>
            <a:xfrm>
              <a:off x="6515103" y="1980426"/>
              <a:ext cx="38804" cy="33331"/>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45"/>
            <p:cNvSpPr/>
            <p:nvPr/>
          </p:nvSpPr>
          <p:spPr>
            <a:xfrm>
              <a:off x="6515103" y="1932892"/>
              <a:ext cx="38804" cy="33331"/>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45"/>
            <p:cNvSpPr/>
            <p:nvPr/>
          </p:nvSpPr>
          <p:spPr>
            <a:xfrm>
              <a:off x="6562636" y="1932892"/>
              <a:ext cx="38804" cy="33331"/>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45"/>
            <p:cNvSpPr/>
            <p:nvPr/>
          </p:nvSpPr>
          <p:spPr>
            <a:xfrm>
              <a:off x="6610155" y="1932892"/>
              <a:ext cx="38804" cy="33331"/>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45"/>
            <p:cNvSpPr/>
            <p:nvPr/>
          </p:nvSpPr>
          <p:spPr>
            <a:xfrm>
              <a:off x="6610155" y="1980426"/>
              <a:ext cx="38804" cy="33331"/>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45"/>
            <p:cNvSpPr/>
            <p:nvPr/>
          </p:nvSpPr>
          <p:spPr>
            <a:xfrm>
              <a:off x="6657689" y="1980426"/>
              <a:ext cx="38804" cy="33331"/>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45"/>
            <p:cNvSpPr/>
            <p:nvPr/>
          </p:nvSpPr>
          <p:spPr>
            <a:xfrm>
              <a:off x="6657689" y="2027960"/>
              <a:ext cx="38804" cy="33253"/>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45"/>
            <p:cNvSpPr/>
            <p:nvPr/>
          </p:nvSpPr>
          <p:spPr>
            <a:xfrm>
              <a:off x="6705082" y="1885499"/>
              <a:ext cx="38928" cy="33222"/>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45"/>
            <p:cNvSpPr/>
            <p:nvPr/>
          </p:nvSpPr>
          <p:spPr>
            <a:xfrm>
              <a:off x="6705082" y="1932892"/>
              <a:ext cx="38928" cy="33331"/>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45"/>
            <p:cNvSpPr/>
            <p:nvPr/>
          </p:nvSpPr>
          <p:spPr>
            <a:xfrm>
              <a:off x="6705082" y="1980426"/>
              <a:ext cx="38928" cy="33331"/>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45"/>
            <p:cNvSpPr/>
            <p:nvPr/>
          </p:nvSpPr>
          <p:spPr>
            <a:xfrm>
              <a:off x="6705082" y="2027960"/>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45"/>
            <p:cNvSpPr/>
            <p:nvPr/>
          </p:nvSpPr>
          <p:spPr>
            <a:xfrm>
              <a:off x="6752616" y="1790446"/>
              <a:ext cx="38928" cy="33269"/>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45"/>
            <p:cNvSpPr/>
            <p:nvPr/>
          </p:nvSpPr>
          <p:spPr>
            <a:xfrm>
              <a:off x="6752616" y="1837980"/>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45"/>
            <p:cNvSpPr/>
            <p:nvPr/>
          </p:nvSpPr>
          <p:spPr>
            <a:xfrm>
              <a:off x="6752616" y="1885499"/>
              <a:ext cx="38928" cy="33269"/>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45"/>
            <p:cNvSpPr/>
            <p:nvPr/>
          </p:nvSpPr>
          <p:spPr>
            <a:xfrm>
              <a:off x="6752616" y="1932892"/>
              <a:ext cx="38928" cy="33331"/>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45"/>
            <p:cNvSpPr/>
            <p:nvPr/>
          </p:nvSpPr>
          <p:spPr>
            <a:xfrm>
              <a:off x="6752616" y="1980426"/>
              <a:ext cx="38928" cy="33331"/>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45"/>
            <p:cNvSpPr/>
            <p:nvPr/>
          </p:nvSpPr>
          <p:spPr>
            <a:xfrm>
              <a:off x="6752616" y="2027960"/>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45"/>
            <p:cNvSpPr/>
            <p:nvPr/>
          </p:nvSpPr>
          <p:spPr>
            <a:xfrm>
              <a:off x="6800150" y="1790446"/>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45"/>
            <p:cNvSpPr/>
            <p:nvPr/>
          </p:nvSpPr>
          <p:spPr>
            <a:xfrm>
              <a:off x="6800150" y="183798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45"/>
            <p:cNvSpPr/>
            <p:nvPr/>
          </p:nvSpPr>
          <p:spPr>
            <a:xfrm>
              <a:off x="6800150" y="1885499"/>
              <a:ext cx="38788" cy="33222"/>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45"/>
            <p:cNvSpPr/>
            <p:nvPr/>
          </p:nvSpPr>
          <p:spPr>
            <a:xfrm>
              <a:off x="6800150" y="1932892"/>
              <a:ext cx="38788" cy="33331"/>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45"/>
            <p:cNvSpPr/>
            <p:nvPr/>
          </p:nvSpPr>
          <p:spPr>
            <a:xfrm>
              <a:off x="6800150" y="1980426"/>
              <a:ext cx="38788" cy="33331"/>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45"/>
            <p:cNvSpPr/>
            <p:nvPr/>
          </p:nvSpPr>
          <p:spPr>
            <a:xfrm>
              <a:off x="6800150" y="202796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45"/>
            <p:cNvSpPr/>
            <p:nvPr/>
          </p:nvSpPr>
          <p:spPr>
            <a:xfrm>
              <a:off x="6800150" y="2075478"/>
              <a:ext cx="38788" cy="33269"/>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45"/>
            <p:cNvSpPr/>
            <p:nvPr/>
          </p:nvSpPr>
          <p:spPr>
            <a:xfrm>
              <a:off x="6847668" y="1742913"/>
              <a:ext cx="38804" cy="33331"/>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45"/>
            <p:cNvSpPr/>
            <p:nvPr/>
          </p:nvSpPr>
          <p:spPr>
            <a:xfrm>
              <a:off x="6847668" y="1790446"/>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45"/>
            <p:cNvSpPr/>
            <p:nvPr/>
          </p:nvSpPr>
          <p:spPr>
            <a:xfrm>
              <a:off x="6847668" y="183798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45"/>
            <p:cNvSpPr/>
            <p:nvPr/>
          </p:nvSpPr>
          <p:spPr>
            <a:xfrm>
              <a:off x="6847668" y="1885499"/>
              <a:ext cx="38804" cy="33222"/>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45"/>
            <p:cNvSpPr/>
            <p:nvPr/>
          </p:nvSpPr>
          <p:spPr>
            <a:xfrm>
              <a:off x="6847668" y="1932892"/>
              <a:ext cx="38804" cy="33331"/>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45"/>
            <p:cNvSpPr/>
            <p:nvPr/>
          </p:nvSpPr>
          <p:spPr>
            <a:xfrm>
              <a:off x="6847668" y="1980426"/>
              <a:ext cx="38804" cy="33331"/>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45"/>
            <p:cNvSpPr/>
            <p:nvPr/>
          </p:nvSpPr>
          <p:spPr>
            <a:xfrm>
              <a:off x="6847668" y="202796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45"/>
            <p:cNvSpPr/>
            <p:nvPr/>
          </p:nvSpPr>
          <p:spPr>
            <a:xfrm>
              <a:off x="6847668" y="2075478"/>
              <a:ext cx="38804" cy="33269"/>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45"/>
            <p:cNvSpPr/>
            <p:nvPr/>
          </p:nvSpPr>
          <p:spPr>
            <a:xfrm>
              <a:off x="6895062" y="2075478"/>
              <a:ext cx="38928" cy="33269"/>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45"/>
            <p:cNvSpPr/>
            <p:nvPr/>
          </p:nvSpPr>
          <p:spPr>
            <a:xfrm>
              <a:off x="6942596" y="1742913"/>
              <a:ext cx="38928" cy="33331"/>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45"/>
            <p:cNvSpPr/>
            <p:nvPr/>
          </p:nvSpPr>
          <p:spPr>
            <a:xfrm>
              <a:off x="6942596" y="1790446"/>
              <a:ext cx="38928" cy="33269"/>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45"/>
            <p:cNvSpPr/>
            <p:nvPr/>
          </p:nvSpPr>
          <p:spPr>
            <a:xfrm>
              <a:off x="6942596" y="1837980"/>
              <a:ext cx="38928" cy="33253"/>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45"/>
            <p:cNvSpPr/>
            <p:nvPr/>
          </p:nvSpPr>
          <p:spPr>
            <a:xfrm>
              <a:off x="6942596" y="1885499"/>
              <a:ext cx="38928" cy="33222"/>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45"/>
            <p:cNvSpPr/>
            <p:nvPr/>
          </p:nvSpPr>
          <p:spPr>
            <a:xfrm>
              <a:off x="6942596" y="1932892"/>
              <a:ext cx="38928" cy="33331"/>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45"/>
            <p:cNvSpPr/>
            <p:nvPr/>
          </p:nvSpPr>
          <p:spPr>
            <a:xfrm>
              <a:off x="6942596" y="1980426"/>
              <a:ext cx="38928" cy="33331"/>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45"/>
            <p:cNvSpPr/>
            <p:nvPr/>
          </p:nvSpPr>
          <p:spPr>
            <a:xfrm>
              <a:off x="6942596" y="2027960"/>
              <a:ext cx="38928" cy="33253"/>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45"/>
            <p:cNvSpPr/>
            <p:nvPr/>
          </p:nvSpPr>
          <p:spPr>
            <a:xfrm>
              <a:off x="6942596" y="2075478"/>
              <a:ext cx="38928" cy="33269"/>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45"/>
            <p:cNvSpPr/>
            <p:nvPr/>
          </p:nvSpPr>
          <p:spPr>
            <a:xfrm>
              <a:off x="6942596" y="1695519"/>
              <a:ext cx="38881" cy="33207"/>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45"/>
            <p:cNvSpPr/>
            <p:nvPr/>
          </p:nvSpPr>
          <p:spPr>
            <a:xfrm>
              <a:off x="6895062" y="1695519"/>
              <a:ext cx="38928" cy="33207"/>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45"/>
            <p:cNvSpPr/>
            <p:nvPr/>
          </p:nvSpPr>
          <p:spPr>
            <a:xfrm>
              <a:off x="6847668"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45"/>
            <p:cNvSpPr/>
            <p:nvPr/>
          </p:nvSpPr>
          <p:spPr>
            <a:xfrm>
              <a:off x="6847668"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45"/>
            <p:cNvSpPr/>
            <p:nvPr/>
          </p:nvSpPr>
          <p:spPr>
            <a:xfrm>
              <a:off x="6800150" y="174291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45"/>
            <p:cNvSpPr/>
            <p:nvPr/>
          </p:nvSpPr>
          <p:spPr>
            <a:xfrm>
              <a:off x="6800150" y="1695519"/>
              <a:ext cx="38788" cy="33207"/>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45"/>
            <p:cNvSpPr/>
            <p:nvPr/>
          </p:nvSpPr>
          <p:spPr>
            <a:xfrm>
              <a:off x="6800150" y="164800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45"/>
            <p:cNvSpPr/>
            <p:nvPr/>
          </p:nvSpPr>
          <p:spPr>
            <a:xfrm>
              <a:off x="6800150" y="160046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45"/>
            <p:cNvSpPr/>
            <p:nvPr/>
          </p:nvSpPr>
          <p:spPr>
            <a:xfrm>
              <a:off x="6752616" y="2075478"/>
              <a:ext cx="38928" cy="33269"/>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45"/>
            <p:cNvSpPr/>
            <p:nvPr/>
          </p:nvSpPr>
          <p:spPr>
            <a:xfrm>
              <a:off x="6752616" y="1742913"/>
              <a:ext cx="38928" cy="33331"/>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45"/>
            <p:cNvSpPr/>
            <p:nvPr/>
          </p:nvSpPr>
          <p:spPr>
            <a:xfrm>
              <a:off x="6752616" y="1695519"/>
              <a:ext cx="38928" cy="33207"/>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45"/>
            <p:cNvSpPr/>
            <p:nvPr/>
          </p:nvSpPr>
          <p:spPr>
            <a:xfrm>
              <a:off x="6752616" y="1648001"/>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45"/>
            <p:cNvSpPr/>
            <p:nvPr/>
          </p:nvSpPr>
          <p:spPr>
            <a:xfrm>
              <a:off x="6752616" y="1600467"/>
              <a:ext cx="38928" cy="33269"/>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45"/>
            <p:cNvSpPr/>
            <p:nvPr/>
          </p:nvSpPr>
          <p:spPr>
            <a:xfrm>
              <a:off x="6752616" y="1552933"/>
              <a:ext cx="38928" cy="33331"/>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45"/>
            <p:cNvSpPr/>
            <p:nvPr/>
          </p:nvSpPr>
          <p:spPr>
            <a:xfrm>
              <a:off x="6705082" y="2075478"/>
              <a:ext cx="38928" cy="33269"/>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45"/>
            <p:cNvSpPr/>
            <p:nvPr/>
          </p:nvSpPr>
          <p:spPr>
            <a:xfrm>
              <a:off x="6705082" y="1837980"/>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45"/>
            <p:cNvSpPr/>
            <p:nvPr/>
          </p:nvSpPr>
          <p:spPr>
            <a:xfrm>
              <a:off x="6705082" y="1790446"/>
              <a:ext cx="38928" cy="33269"/>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45"/>
            <p:cNvSpPr/>
            <p:nvPr/>
          </p:nvSpPr>
          <p:spPr>
            <a:xfrm>
              <a:off x="6705082" y="1742913"/>
              <a:ext cx="38928" cy="33331"/>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45"/>
            <p:cNvSpPr/>
            <p:nvPr/>
          </p:nvSpPr>
          <p:spPr>
            <a:xfrm>
              <a:off x="6705082" y="1695519"/>
              <a:ext cx="38928" cy="33207"/>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45"/>
            <p:cNvSpPr/>
            <p:nvPr/>
          </p:nvSpPr>
          <p:spPr>
            <a:xfrm>
              <a:off x="6705082" y="1648001"/>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45"/>
            <p:cNvSpPr/>
            <p:nvPr/>
          </p:nvSpPr>
          <p:spPr>
            <a:xfrm>
              <a:off x="6705082" y="1600467"/>
              <a:ext cx="38928" cy="33269"/>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45"/>
            <p:cNvSpPr/>
            <p:nvPr/>
          </p:nvSpPr>
          <p:spPr>
            <a:xfrm>
              <a:off x="6705082" y="1552933"/>
              <a:ext cx="38928" cy="33331"/>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45"/>
            <p:cNvSpPr/>
            <p:nvPr/>
          </p:nvSpPr>
          <p:spPr>
            <a:xfrm>
              <a:off x="6657689" y="2123012"/>
              <a:ext cx="38881" cy="33316"/>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45"/>
            <p:cNvSpPr/>
            <p:nvPr/>
          </p:nvSpPr>
          <p:spPr>
            <a:xfrm>
              <a:off x="6657689" y="2075478"/>
              <a:ext cx="38804" cy="33269"/>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45"/>
            <p:cNvSpPr/>
            <p:nvPr/>
          </p:nvSpPr>
          <p:spPr>
            <a:xfrm>
              <a:off x="6657689" y="1837980"/>
              <a:ext cx="38804" cy="33253"/>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45"/>
            <p:cNvSpPr/>
            <p:nvPr/>
          </p:nvSpPr>
          <p:spPr>
            <a:xfrm>
              <a:off x="6657689" y="1742913"/>
              <a:ext cx="38804" cy="33331"/>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45"/>
            <p:cNvSpPr/>
            <p:nvPr/>
          </p:nvSpPr>
          <p:spPr>
            <a:xfrm>
              <a:off x="6657689" y="1695519"/>
              <a:ext cx="38804" cy="33207"/>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45"/>
            <p:cNvSpPr/>
            <p:nvPr/>
          </p:nvSpPr>
          <p:spPr>
            <a:xfrm>
              <a:off x="6657689" y="1648001"/>
              <a:ext cx="38804" cy="33253"/>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45"/>
            <p:cNvSpPr/>
            <p:nvPr/>
          </p:nvSpPr>
          <p:spPr>
            <a:xfrm>
              <a:off x="6657689" y="1600467"/>
              <a:ext cx="38804" cy="33269"/>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45"/>
            <p:cNvSpPr/>
            <p:nvPr/>
          </p:nvSpPr>
          <p:spPr>
            <a:xfrm>
              <a:off x="6657689" y="1552933"/>
              <a:ext cx="38804" cy="33331"/>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45"/>
            <p:cNvSpPr/>
            <p:nvPr/>
          </p:nvSpPr>
          <p:spPr>
            <a:xfrm>
              <a:off x="6657689" y="1410487"/>
              <a:ext cx="38804" cy="33269"/>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45"/>
            <p:cNvSpPr/>
            <p:nvPr/>
          </p:nvSpPr>
          <p:spPr>
            <a:xfrm>
              <a:off x="6610155" y="2027960"/>
              <a:ext cx="38804" cy="33253"/>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45"/>
            <p:cNvSpPr/>
            <p:nvPr/>
          </p:nvSpPr>
          <p:spPr>
            <a:xfrm>
              <a:off x="6610155" y="1885499"/>
              <a:ext cx="38804" cy="33222"/>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45"/>
            <p:cNvSpPr/>
            <p:nvPr/>
          </p:nvSpPr>
          <p:spPr>
            <a:xfrm>
              <a:off x="6610155" y="1837980"/>
              <a:ext cx="38804" cy="33253"/>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45"/>
            <p:cNvSpPr/>
            <p:nvPr/>
          </p:nvSpPr>
          <p:spPr>
            <a:xfrm>
              <a:off x="6610155" y="1790446"/>
              <a:ext cx="38804" cy="33269"/>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45"/>
            <p:cNvSpPr/>
            <p:nvPr/>
          </p:nvSpPr>
          <p:spPr>
            <a:xfrm>
              <a:off x="6610155" y="1742913"/>
              <a:ext cx="38804" cy="33331"/>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45"/>
            <p:cNvSpPr/>
            <p:nvPr/>
          </p:nvSpPr>
          <p:spPr>
            <a:xfrm>
              <a:off x="6610155" y="1695519"/>
              <a:ext cx="38772" cy="33207"/>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45"/>
            <p:cNvSpPr/>
            <p:nvPr/>
          </p:nvSpPr>
          <p:spPr>
            <a:xfrm>
              <a:off x="6610155" y="1648001"/>
              <a:ext cx="38804" cy="33253"/>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45"/>
            <p:cNvSpPr/>
            <p:nvPr/>
          </p:nvSpPr>
          <p:spPr>
            <a:xfrm>
              <a:off x="6610155" y="1600467"/>
              <a:ext cx="38804" cy="33269"/>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45"/>
            <p:cNvSpPr/>
            <p:nvPr/>
          </p:nvSpPr>
          <p:spPr>
            <a:xfrm>
              <a:off x="6610155" y="1552933"/>
              <a:ext cx="38804" cy="33331"/>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45"/>
            <p:cNvSpPr/>
            <p:nvPr/>
          </p:nvSpPr>
          <p:spPr>
            <a:xfrm>
              <a:off x="6610155" y="1410487"/>
              <a:ext cx="38804" cy="33269"/>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45"/>
            <p:cNvSpPr/>
            <p:nvPr/>
          </p:nvSpPr>
          <p:spPr>
            <a:xfrm>
              <a:off x="6562636" y="2123012"/>
              <a:ext cx="38881" cy="33316"/>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45"/>
            <p:cNvSpPr/>
            <p:nvPr/>
          </p:nvSpPr>
          <p:spPr>
            <a:xfrm>
              <a:off x="6562636" y="2075478"/>
              <a:ext cx="38804" cy="33269"/>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45"/>
            <p:cNvSpPr/>
            <p:nvPr/>
          </p:nvSpPr>
          <p:spPr>
            <a:xfrm>
              <a:off x="6562636" y="1980426"/>
              <a:ext cx="38804" cy="33331"/>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45"/>
            <p:cNvSpPr/>
            <p:nvPr/>
          </p:nvSpPr>
          <p:spPr>
            <a:xfrm>
              <a:off x="6562636" y="1885499"/>
              <a:ext cx="38804" cy="33222"/>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45"/>
            <p:cNvSpPr/>
            <p:nvPr/>
          </p:nvSpPr>
          <p:spPr>
            <a:xfrm>
              <a:off x="6562636" y="1790446"/>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45"/>
            <p:cNvSpPr/>
            <p:nvPr/>
          </p:nvSpPr>
          <p:spPr>
            <a:xfrm>
              <a:off x="6562636" y="1742913"/>
              <a:ext cx="38804" cy="33331"/>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45"/>
            <p:cNvSpPr/>
            <p:nvPr/>
          </p:nvSpPr>
          <p:spPr>
            <a:xfrm>
              <a:off x="6562636" y="1695519"/>
              <a:ext cx="38804" cy="33207"/>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45"/>
            <p:cNvSpPr/>
            <p:nvPr/>
          </p:nvSpPr>
          <p:spPr>
            <a:xfrm>
              <a:off x="6562636" y="1648001"/>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45"/>
            <p:cNvSpPr/>
            <p:nvPr/>
          </p:nvSpPr>
          <p:spPr>
            <a:xfrm>
              <a:off x="6562636" y="1600467"/>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45"/>
            <p:cNvSpPr/>
            <p:nvPr/>
          </p:nvSpPr>
          <p:spPr>
            <a:xfrm>
              <a:off x="6562636" y="1458021"/>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45"/>
            <p:cNvSpPr/>
            <p:nvPr/>
          </p:nvSpPr>
          <p:spPr>
            <a:xfrm>
              <a:off x="6562636" y="1410487"/>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45"/>
            <p:cNvSpPr/>
            <p:nvPr/>
          </p:nvSpPr>
          <p:spPr>
            <a:xfrm>
              <a:off x="6515103" y="2075478"/>
              <a:ext cx="38804" cy="33269"/>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45"/>
            <p:cNvSpPr/>
            <p:nvPr/>
          </p:nvSpPr>
          <p:spPr>
            <a:xfrm>
              <a:off x="6515103" y="2027960"/>
              <a:ext cx="38804" cy="33253"/>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45"/>
            <p:cNvSpPr/>
            <p:nvPr/>
          </p:nvSpPr>
          <p:spPr>
            <a:xfrm>
              <a:off x="6515103" y="1885499"/>
              <a:ext cx="38804" cy="33238"/>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45"/>
            <p:cNvSpPr/>
            <p:nvPr/>
          </p:nvSpPr>
          <p:spPr>
            <a:xfrm>
              <a:off x="6515103" y="1837980"/>
              <a:ext cx="38804" cy="33253"/>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45"/>
            <p:cNvSpPr/>
            <p:nvPr/>
          </p:nvSpPr>
          <p:spPr>
            <a:xfrm>
              <a:off x="6515103" y="1790446"/>
              <a:ext cx="38804" cy="33269"/>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45"/>
            <p:cNvSpPr/>
            <p:nvPr/>
          </p:nvSpPr>
          <p:spPr>
            <a:xfrm>
              <a:off x="6515103" y="1742913"/>
              <a:ext cx="38804" cy="33331"/>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45"/>
            <p:cNvSpPr/>
            <p:nvPr/>
          </p:nvSpPr>
          <p:spPr>
            <a:xfrm>
              <a:off x="6515103" y="1695519"/>
              <a:ext cx="38804" cy="33207"/>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45"/>
            <p:cNvSpPr/>
            <p:nvPr/>
          </p:nvSpPr>
          <p:spPr>
            <a:xfrm>
              <a:off x="6515103" y="1648001"/>
              <a:ext cx="38804" cy="33253"/>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45"/>
            <p:cNvSpPr/>
            <p:nvPr/>
          </p:nvSpPr>
          <p:spPr>
            <a:xfrm>
              <a:off x="6515103" y="1410487"/>
              <a:ext cx="38804" cy="33269"/>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45"/>
            <p:cNvSpPr/>
            <p:nvPr/>
          </p:nvSpPr>
          <p:spPr>
            <a:xfrm>
              <a:off x="6467584" y="2027960"/>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45"/>
            <p:cNvSpPr/>
            <p:nvPr/>
          </p:nvSpPr>
          <p:spPr>
            <a:xfrm>
              <a:off x="6467584" y="1980426"/>
              <a:ext cx="38788" cy="33331"/>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45"/>
            <p:cNvSpPr/>
            <p:nvPr/>
          </p:nvSpPr>
          <p:spPr>
            <a:xfrm>
              <a:off x="6467584" y="1885499"/>
              <a:ext cx="38788" cy="33222"/>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45"/>
            <p:cNvSpPr/>
            <p:nvPr/>
          </p:nvSpPr>
          <p:spPr>
            <a:xfrm>
              <a:off x="6467584" y="1742913"/>
              <a:ext cx="38788" cy="33331"/>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45"/>
            <p:cNvSpPr/>
            <p:nvPr/>
          </p:nvSpPr>
          <p:spPr>
            <a:xfrm>
              <a:off x="6467584" y="1695519"/>
              <a:ext cx="38757" cy="33207"/>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45"/>
            <p:cNvSpPr/>
            <p:nvPr/>
          </p:nvSpPr>
          <p:spPr>
            <a:xfrm>
              <a:off x="6420050" y="2075478"/>
              <a:ext cx="38804" cy="33269"/>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45"/>
            <p:cNvSpPr/>
            <p:nvPr/>
          </p:nvSpPr>
          <p:spPr>
            <a:xfrm>
              <a:off x="6420050" y="202796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45"/>
            <p:cNvSpPr/>
            <p:nvPr/>
          </p:nvSpPr>
          <p:spPr>
            <a:xfrm>
              <a:off x="6420050" y="1980426"/>
              <a:ext cx="38804" cy="33331"/>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45"/>
            <p:cNvSpPr/>
            <p:nvPr/>
          </p:nvSpPr>
          <p:spPr>
            <a:xfrm>
              <a:off x="6420050" y="1932892"/>
              <a:ext cx="38804" cy="33331"/>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45"/>
            <p:cNvSpPr/>
            <p:nvPr/>
          </p:nvSpPr>
          <p:spPr>
            <a:xfrm>
              <a:off x="6420050" y="1742913"/>
              <a:ext cx="38804" cy="33331"/>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45"/>
            <p:cNvSpPr/>
            <p:nvPr/>
          </p:nvSpPr>
          <p:spPr>
            <a:xfrm>
              <a:off x="6372532" y="2123012"/>
              <a:ext cx="39006" cy="33316"/>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45"/>
            <p:cNvSpPr/>
            <p:nvPr/>
          </p:nvSpPr>
          <p:spPr>
            <a:xfrm>
              <a:off x="6372532" y="2075478"/>
              <a:ext cx="38928" cy="33269"/>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45"/>
            <p:cNvSpPr/>
            <p:nvPr/>
          </p:nvSpPr>
          <p:spPr>
            <a:xfrm>
              <a:off x="6372532" y="2027960"/>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45"/>
            <p:cNvSpPr/>
            <p:nvPr/>
          </p:nvSpPr>
          <p:spPr>
            <a:xfrm>
              <a:off x="6372532" y="1980426"/>
              <a:ext cx="38928" cy="33331"/>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45"/>
            <p:cNvSpPr/>
            <p:nvPr/>
          </p:nvSpPr>
          <p:spPr>
            <a:xfrm>
              <a:off x="6372532" y="1932892"/>
              <a:ext cx="38928" cy="33331"/>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45"/>
            <p:cNvSpPr/>
            <p:nvPr/>
          </p:nvSpPr>
          <p:spPr>
            <a:xfrm>
              <a:off x="6372532" y="1885499"/>
              <a:ext cx="38928" cy="33222"/>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45"/>
            <p:cNvSpPr/>
            <p:nvPr/>
          </p:nvSpPr>
          <p:spPr>
            <a:xfrm>
              <a:off x="6372532" y="1837980"/>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45"/>
            <p:cNvSpPr/>
            <p:nvPr/>
          </p:nvSpPr>
          <p:spPr>
            <a:xfrm>
              <a:off x="6324998" y="2170531"/>
              <a:ext cx="38928" cy="33331"/>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45"/>
            <p:cNvSpPr/>
            <p:nvPr/>
          </p:nvSpPr>
          <p:spPr>
            <a:xfrm>
              <a:off x="6324998" y="2123012"/>
              <a:ext cx="39022" cy="33316"/>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45"/>
            <p:cNvSpPr/>
            <p:nvPr/>
          </p:nvSpPr>
          <p:spPr>
            <a:xfrm>
              <a:off x="6324998" y="2075478"/>
              <a:ext cx="38928" cy="33269"/>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45"/>
            <p:cNvSpPr/>
            <p:nvPr/>
          </p:nvSpPr>
          <p:spPr>
            <a:xfrm>
              <a:off x="6324998" y="1980426"/>
              <a:ext cx="38928" cy="33331"/>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45"/>
            <p:cNvSpPr/>
            <p:nvPr/>
          </p:nvSpPr>
          <p:spPr>
            <a:xfrm>
              <a:off x="6324998" y="1885499"/>
              <a:ext cx="38928" cy="33222"/>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45"/>
            <p:cNvSpPr/>
            <p:nvPr/>
          </p:nvSpPr>
          <p:spPr>
            <a:xfrm>
              <a:off x="6324998" y="1837980"/>
              <a:ext cx="38928" cy="33253"/>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45"/>
            <p:cNvSpPr/>
            <p:nvPr/>
          </p:nvSpPr>
          <p:spPr>
            <a:xfrm>
              <a:off x="6324998" y="1790446"/>
              <a:ext cx="38928" cy="33269"/>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45"/>
            <p:cNvSpPr/>
            <p:nvPr/>
          </p:nvSpPr>
          <p:spPr>
            <a:xfrm>
              <a:off x="6277605" y="2170531"/>
              <a:ext cx="38788" cy="33331"/>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45"/>
            <p:cNvSpPr/>
            <p:nvPr/>
          </p:nvSpPr>
          <p:spPr>
            <a:xfrm>
              <a:off x="6277605" y="2123012"/>
              <a:ext cx="38881" cy="33316"/>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45"/>
            <p:cNvSpPr/>
            <p:nvPr/>
          </p:nvSpPr>
          <p:spPr>
            <a:xfrm>
              <a:off x="6277605" y="2075478"/>
              <a:ext cx="38788" cy="33269"/>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45"/>
            <p:cNvSpPr/>
            <p:nvPr/>
          </p:nvSpPr>
          <p:spPr>
            <a:xfrm>
              <a:off x="6277605" y="1837980"/>
              <a:ext cx="38788" cy="33253"/>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45"/>
            <p:cNvSpPr/>
            <p:nvPr/>
          </p:nvSpPr>
          <p:spPr>
            <a:xfrm>
              <a:off x="6230071" y="1885499"/>
              <a:ext cx="38804" cy="33222"/>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45"/>
            <p:cNvSpPr/>
            <p:nvPr/>
          </p:nvSpPr>
          <p:spPr>
            <a:xfrm>
              <a:off x="6135018" y="1742913"/>
              <a:ext cx="38928" cy="33331"/>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45"/>
            <p:cNvSpPr/>
            <p:nvPr/>
          </p:nvSpPr>
          <p:spPr>
            <a:xfrm>
              <a:off x="6087625" y="1790446"/>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45"/>
            <p:cNvSpPr/>
            <p:nvPr/>
          </p:nvSpPr>
          <p:spPr>
            <a:xfrm>
              <a:off x="6087625" y="174291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45"/>
            <p:cNvSpPr/>
            <p:nvPr/>
          </p:nvSpPr>
          <p:spPr>
            <a:xfrm>
              <a:off x="6040091"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45"/>
            <p:cNvSpPr/>
            <p:nvPr/>
          </p:nvSpPr>
          <p:spPr>
            <a:xfrm>
              <a:off x="6040091" y="1742913"/>
              <a:ext cx="38804" cy="33331"/>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45"/>
            <p:cNvSpPr/>
            <p:nvPr/>
          </p:nvSpPr>
          <p:spPr>
            <a:xfrm>
              <a:off x="6040091" y="1552933"/>
              <a:ext cx="38804" cy="33331"/>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45"/>
            <p:cNvSpPr/>
            <p:nvPr/>
          </p:nvSpPr>
          <p:spPr>
            <a:xfrm>
              <a:off x="6040091" y="1505414"/>
              <a:ext cx="38804" cy="33331"/>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45"/>
            <p:cNvSpPr/>
            <p:nvPr/>
          </p:nvSpPr>
          <p:spPr>
            <a:xfrm>
              <a:off x="6040091" y="145802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45"/>
            <p:cNvSpPr/>
            <p:nvPr/>
          </p:nvSpPr>
          <p:spPr>
            <a:xfrm>
              <a:off x="6040091" y="1410487"/>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45"/>
            <p:cNvSpPr/>
            <p:nvPr/>
          </p:nvSpPr>
          <p:spPr>
            <a:xfrm>
              <a:off x="5992573" y="164800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45"/>
            <p:cNvSpPr/>
            <p:nvPr/>
          </p:nvSpPr>
          <p:spPr>
            <a:xfrm>
              <a:off x="5992573" y="160046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45"/>
            <p:cNvSpPr/>
            <p:nvPr/>
          </p:nvSpPr>
          <p:spPr>
            <a:xfrm>
              <a:off x="5992573" y="155293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45"/>
            <p:cNvSpPr/>
            <p:nvPr/>
          </p:nvSpPr>
          <p:spPr>
            <a:xfrm>
              <a:off x="5992573" y="1505414"/>
              <a:ext cx="38788" cy="33331"/>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45"/>
            <p:cNvSpPr/>
            <p:nvPr/>
          </p:nvSpPr>
          <p:spPr>
            <a:xfrm>
              <a:off x="5992573" y="145802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45"/>
            <p:cNvSpPr/>
            <p:nvPr/>
          </p:nvSpPr>
          <p:spPr>
            <a:xfrm>
              <a:off x="5992573" y="141048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45"/>
            <p:cNvSpPr/>
            <p:nvPr/>
          </p:nvSpPr>
          <p:spPr>
            <a:xfrm>
              <a:off x="5992573" y="1362969"/>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45"/>
            <p:cNvSpPr/>
            <p:nvPr/>
          </p:nvSpPr>
          <p:spPr>
            <a:xfrm>
              <a:off x="5945039" y="1695519"/>
              <a:ext cx="38757" cy="33207"/>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45"/>
            <p:cNvSpPr/>
            <p:nvPr/>
          </p:nvSpPr>
          <p:spPr>
            <a:xfrm>
              <a:off x="5945039" y="164800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45"/>
            <p:cNvSpPr/>
            <p:nvPr/>
          </p:nvSpPr>
          <p:spPr>
            <a:xfrm>
              <a:off x="5945039" y="1600467"/>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45"/>
            <p:cNvSpPr/>
            <p:nvPr/>
          </p:nvSpPr>
          <p:spPr>
            <a:xfrm>
              <a:off x="5945039" y="1552933"/>
              <a:ext cx="38804" cy="33331"/>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45"/>
            <p:cNvSpPr/>
            <p:nvPr/>
          </p:nvSpPr>
          <p:spPr>
            <a:xfrm>
              <a:off x="5945039" y="1505414"/>
              <a:ext cx="38804" cy="33331"/>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45"/>
            <p:cNvSpPr/>
            <p:nvPr/>
          </p:nvSpPr>
          <p:spPr>
            <a:xfrm>
              <a:off x="5945039" y="145802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45"/>
            <p:cNvSpPr/>
            <p:nvPr/>
          </p:nvSpPr>
          <p:spPr>
            <a:xfrm>
              <a:off x="5945039" y="1410487"/>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45"/>
            <p:cNvSpPr/>
            <p:nvPr/>
          </p:nvSpPr>
          <p:spPr>
            <a:xfrm>
              <a:off x="5945039" y="1362969"/>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45"/>
            <p:cNvSpPr/>
            <p:nvPr/>
          </p:nvSpPr>
          <p:spPr>
            <a:xfrm>
              <a:off x="5897520"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45"/>
            <p:cNvSpPr/>
            <p:nvPr/>
          </p:nvSpPr>
          <p:spPr>
            <a:xfrm>
              <a:off x="5897520" y="164800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45"/>
            <p:cNvSpPr/>
            <p:nvPr/>
          </p:nvSpPr>
          <p:spPr>
            <a:xfrm>
              <a:off x="5897520" y="160046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45"/>
            <p:cNvSpPr/>
            <p:nvPr/>
          </p:nvSpPr>
          <p:spPr>
            <a:xfrm>
              <a:off x="5897520" y="155293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45"/>
            <p:cNvSpPr/>
            <p:nvPr/>
          </p:nvSpPr>
          <p:spPr>
            <a:xfrm>
              <a:off x="5897520" y="1505414"/>
              <a:ext cx="38788" cy="33331"/>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45"/>
            <p:cNvSpPr/>
            <p:nvPr/>
          </p:nvSpPr>
          <p:spPr>
            <a:xfrm>
              <a:off x="5897520" y="145802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45"/>
            <p:cNvSpPr/>
            <p:nvPr/>
          </p:nvSpPr>
          <p:spPr>
            <a:xfrm>
              <a:off x="5897520" y="141048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45"/>
            <p:cNvSpPr/>
            <p:nvPr/>
          </p:nvSpPr>
          <p:spPr>
            <a:xfrm>
              <a:off x="5897520" y="1362969"/>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45"/>
            <p:cNvSpPr/>
            <p:nvPr/>
          </p:nvSpPr>
          <p:spPr>
            <a:xfrm>
              <a:off x="5850111"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45"/>
            <p:cNvSpPr/>
            <p:nvPr/>
          </p:nvSpPr>
          <p:spPr>
            <a:xfrm>
              <a:off x="5850111"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45"/>
            <p:cNvSpPr/>
            <p:nvPr/>
          </p:nvSpPr>
          <p:spPr>
            <a:xfrm>
              <a:off x="5850111"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45"/>
            <p:cNvSpPr/>
            <p:nvPr/>
          </p:nvSpPr>
          <p:spPr>
            <a:xfrm>
              <a:off x="5850111" y="155293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45"/>
            <p:cNvSpPr/>
            <p:nvPr/>
          </p:nvSpPr>
          <p:spPr>
            <a:xfrm>
              <a:off x="5850111" y="1505414"/>
              <a:ext cx="38804" cy="33331"/>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45"/>
            <p:cNvSpPr/>
            <p:nvPr/>
          </p:nvSpPr>
          <p:spPr>
            <a:xfrm>
              <a:off x="5850111" y="145802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45"/>
            <p:cNvSpPr/>
            <p:nvPr/>
          </p:nvSpPr>
          <p:spPr>
            <a:xfrm>
              <a:off x="5850111" y="141048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45"/>
            <p:cNvSpPr/>
            <p:nvPr/>
          </p:nvSpPr>
          <p:spPr>
            <a:xfrm>
              <a:off x="5850111" y="1362969"/>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45"/>
            <p:cNvSpPr/>
            <p:nvPr/>
          </p:nvSpPr>
          <p:spPr>
            <a:xfrm>
              <a:off x="5802593" y="1742913"/>
              <a:ext cx="38788" cy="33331"/>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45"/>
            <p:cNvSpPr/>
            <p:nvPr/>
          </p:nvSpPr>
          <p:spPr>
            <a:xfrm>
              <a:off x="5802593"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45"/>
            <p:cNvSpPr/>
            <p:nvPr/>
          </p:nvSpPr>
          <p:spPr>
            <a:xfrm>
              <a:off x="5802593" y="164800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45"/>
            <p:cNvSpPr/>
            <p:nvPr/>
          </p:nvSpPr>
          <p:spPr>
            <a:xfrm>
              <a:off x="5802593" y="160046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45"/>
            <p:cNvSpPr/>
            <p:nvPr/>
          </p:nvSpPr>
          <p:spPr>
            <a:xfrm>
              <a:off x="5802593" y="155293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45"/>
            <p:cNvSpPr/>
            <p:nvPr/>
          </p:nvSpPr>
          <p:spPr>
            <a:xfrm>
              <a:off x="5802593" y="1505414"/>
              <a:ext cx="38788" cy="33331"/>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45"/>
            <p:cNvSpPr/>
            <p:nvPr/>
          </p:nvSpPr>
          <p:spPr>
            <a:xfrm>
              <a:off x="5802593" y="145802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45"/>
            <p:cNvSpPr/>
            <p:nvPr/>
          </p:nvSpPr>
          <p:spPr>
            <a:xfrm>
              <a:off x="5802593" y="141048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45"/>
            <p:cNvSpPr/>
            <p:nvPr/>
          </p:nvSpPr>
          <p:spPr>
            <a:xfrm>
              <a:off x="5802593" y="1362969"/>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45"/>
            <p:cNvSpPr/>
            <p:nvPr/>
          </p:nvSpPr>
          <p:spPr>
            <a:xfrm>
              <a:off x="5755059"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45"/>
            <p:cNvSpPr/>
            <p:nvPr/>
          </p:nvSpPr>
          <p:spPr>
            <a:xfrm>
              <a:off x="5755059" y="1742913"/>
              <a:ext cx="38804" cy="33331"/>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45"/>
            <p:cNvSpPr/>
            <p:nvPr/>
          </p:nvSpPr>
          <p:spPr>
            <a:xfrm>
              <a:off x="5755059" y="1695519"/>
              <a:ext cx="38804" cy="33207"/>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45"/>
            <p:cNvSpPr/>
            <p:nvPr/>
          </p:nvSpPr>
          <p:spPr>
            <a:xfrm>
              <a:off x="5755059" y="164800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45"/>
            <p:cNvSpPr/>
            <p:nvPr/>
          </p:nvSpPr>
          <p:spPr>
            <a:xfrm>
              <a:off x="5755059" y="1600467"/>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45"/>
            <p:cNvSpPr/>
            <p:nvPr/>
          </p:nvSpPr>
          <p:spPr>
            <a:xfrm>
              <a:off x="5755059" y="1552933"/>
              <a:ext cx="38804" cy="33331"/>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45"/>
            <p:cNvSpPr/>
            <p:nvPr/>
          </p:nvSpPr>
          <p:spPr>
            <a:xfrm>
              <a:off x="5755059" y="1505414"/>
              <a:ext cx="38804" cy="33331"/>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45"/>
            <p:cNvSpPr/>
            <p:nvPr/>
          </p:nvSpPr>
          <p:spPr>
            <a:xfrm>
              <a:off x="5755059" y="1458021"/>
              <a:ext cx="38804" cy="33316"/>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45"/>
            <p:cNvSpPr/>
            <p:nvPr/>
          </p:nvSpPr>
          <p:spPr>
            <a:xfrm>
              <a:off x="5755059" y="1410487"/>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45"/>
            <p:cNvSpPr/>
            <p:nvPr/>
          </p:nvSpPr>
          <p:spPr>
            <a:xfrm>
              <a:off x="5755059" y="1362969"/>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45"/>
            <p:cNvSpPr/>
            <p:nvPr/>
          </p:nvSpPr>
          <p:spPr>
            <a:xfrm>
              <a:off x="5707541" y="1790446"/>
              <a:ext cx="38913" cy="33269"/>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45"/>
            <p:cNvSpPr/>
            <p:nvPr/>
          </p:nvSpPr>
          <p:spPr>
            <a:xfrm>
              <a:off x="5707541" y="1742913"/>
              <a:ext cx="38913" cy="33331"/>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45"/>
            <p:cNvSpPr/>
            <p:nvPr/>
          </p:nvSpPr>
          <p:spPr>
            <a:xfrm>
              <a:off x="5707541" y="1695519"/>
              <a:ext cx="38913" cy="33207"/>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45"/>
            <p:cNvSpPr/>
            <p:nvPr/>
          </p:nvSpPr>
          <p:spPr>
            <a:xfrm>
              <a:off x="5707541" y="1648001"/>
              <a:ext cx="38913" cy="33253"/>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45"/>
            <p:cNvSpPr/>
            <p:nvPr/>
          </p:nvSpPr>
          <p:spPr>
            <a:xfrm>
              <a:off x="5707541" y="1600467"/>
              <a:ext cx="38913" cy="33269"/>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45"/>
            <p:cNvSpPr/>
            <p:nvPr/>
          </p:nvSpPr>
          <p:spPr>
            <a:xfrm>
              <a:off x="5707541" y="1552933"/>
              <a:ext cx="38913" cy="33331"/>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45"/>
            <p:cNvSpPr/>
            <p:nvPr/>
          </p:nvSpPr>
          <p:spPr>
            <a:xfrm>
              <a:off x="5707541" y="1505414"/>
              <a:ext cx="38913" cy="33331"/>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45"/>
            <p:cNvSpPr/>
            <p:nvPr/>
          </p:nvSpPr>
          <p:spPr>
            <a:xfrm>
              <a:off x="5707541" y="1458021"/>
              <a:ext cx="38913" cy="33253"/>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45"/>
            <p:cNvSpPr/>
            <p:nvPr/>
          </p:nvSpPr>
          <p:spPr>
            <a:xfrm>
              <a:off x="5707541" y="1410487"/>
              <a:ext cx="38913" cy="33269"/>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45"/>
            <p:cNvSpPr/>
            <p:nvPr/>
          </p:nvSpPr>
          <p:spPr>
            <a:xfrm>
              <a:off x="5707541" y="1362969"/>
              <a:ext cx="38913" cy="33253"/>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45"/>
            <p:cNvSpPr/>
            <p:nvPr/>
          </p:nvSpPr>
          <p:spPr>
            <a:xfrm>
              <a:off x="5660131" y="174291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45"/>
            <p:cNvSpPr/>
            <p:nvPr/>
          </p:nvSpPr>
          <p:spPr>
            <a:xfrm>
              <a:off x="5660131"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45"/>
            <p:cNvSpPr/>
            <p:nvPr/>
          </p:nvSpPr>
          <p:spPr>
            <a:xfrm>
              <a:off x="5660131"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45"/>
            <p:cNvSpPr/>
            <p:nvPr/>
          </p:nvSpPr>
          <p:spPr>
            <a:xfrm>
              <a:off x="5660131"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45"/>
            <p:cNvSpPr/>
            <p:nvPr/>
          </p:nvSpPr>
          <p:spPr>
            <a:xfrm>
              <a:off x="5660131" y="155293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45"/>
            <p:cNvSpPr/>
            <p:nvPr/>
          </p:nvSpPr>
          <p:spPr>
            <a:xfrm>
              <a:off x="5660131" y="1505414"/>
              <a:ext cx="38804" cy="33331"/>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45"/>
            <p:cNvSpPr/>
            <p:nvPr/>
          </p:nvSpPr>
          <p:spPr>
            <a:xfrm>
              <a:off x="5660131" y="145802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45"/>
            <p:cNvSpPr/>
            <p:nvPr/>
          </p:nvSpPr>
          <p:spPr>
            <a:xfrm>
              <a:off x="5660131" y="141048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45"/>
            <p:cNvSpPr/>
            <p:nvPr/>
          </p:nvSpPr>
          <p:spPr>
            <a:xfrm>
              <a:off x="5660131" y="1362969"/>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45"/>
            <p:cNvSpPr/>
            <p:nvPr/>
          </p:nvSpPr>
          <p:spPr>
            <a:xfrm>
              <a:off x="5612613" y="1552933"/>
              <a:ext cx="38788" cy="33331"/>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45"/>
            <p:cNvSpPr/>
            <p:nvPr/>
          </p:nvSpPr>
          <p:spPr>
            <a:xfrm>
              <a:off x="5612613" y="1505414"/>
              <a:ext cx="38788" cy="33331"/>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45"/>
            <p:cNvSpPr/>
            <p:nvPr/>
          </p:nvSpPr>
          <p:spPr>
            <a:xfrm>
              <a:off x="5612613" y="1458021"/>
              <a:ext cx="38788" cy="33253"/>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45"/>
            <p:cNvSpPr/>
            <p:nvPr/>
          </p:nvSpPr>
          <p:spPr>
            <a:xfrm>
              <a:off x="5612613" y="1410487"/>
              <a:ext cx="38788" cy="33269"/>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45"/>
            <p:cNvSpPr/>
            <p:nvPr/>
          </p:nvSpPr>
          <p:spPr>
            <a:xfrm>
              <a:off x="5564954" y="1505414"/>
              <a:ext cx="38804" cy="33331"/>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45"/>
            <p:cNvSpPr/>
            <p:nvPr/>
          </p:nvSpPr>
          <p:spPr>
            <a:xfrm>
              <a:off x="5564954" y="1458021"/>
              <a:ext cx="38804" cy="33253"/>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45"/>
            <p:cNvSpPr/>
            <p:nvPr/>
          </p:nvSpPr>
          <p:spPr>
            <a:xfrm>
              <a:off x="5564954" y="1410487"/>
              <a:ext cx="38804" cy="33269"/>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45"/>
            <p:cNvSpPr/>
            <p:nvPr/>
          </p:nvSpPr>
          <p:spPr>
            <a:xfrm>
              <a:off x="5517421" y="1505414"/>
              <a:ext cx="38928" cy="33331"/>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45"/>
            <p:cNvSpPr/>
            <p:nvPr/>
          </p:nvSpPr>
          <p:spPr>
            <a:xfrm>
              <a:off x="5517421" y="1458021"/>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45"/>
            <p:cNvSpPr/>
            <p:nvPr/>
          </p:nvSpPr>
          <p:spPr>
            <a:xfrm>
              <a:off x="5897520" y="2977983"/>
              <a:ext cx="38788" cy="33316"/>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45"/>
            <p:cNvSpPr/>
            <p:nvPr/>
          </p:nvSpPr>
          <p:spPr>
            <a:xfrm>
              <a:off x="5897520" y="2930574"/>
              <a:ext cx="38881" cy="33238"/>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45"/>
            <p:cNvSpPr/>
            <p:nvPr/>
          </p:nvSpPr>
          <p:spPr>
            <a:xfrm>
              <a:off x="5897520" y="2883056"/>
              <a:ext cx="38881" cy="33222"/>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45"/>
            <p:cNvSpPr/>
            <p:nvPr/>
          </p:nvSpPr>
          <p:spPr>
            <a:xfrm>
              <a:off x="5850111" y="3120679"/>
              <a:ext cx="38804" cy="33238"/>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45"/>
            <p:cNvSpPr/>
            <p:nvPr/>
          </p:nvSpPr>
          <p:spPr>
            <a:xfrm>
              <a:off x="5849986" y="3073036"/>
              <a:ext cx="38928" cy="33347"/>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45"/>
            <p:cNvSpPr/>
            <p:nvPr/>
          </p:nvSpPr>
          <p:spPr>
            <a:xfrm>
              <a:off x="5850111" y="3025502"/>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45"/>
            <p:cNvSpPr/>
            <p:nvPr/>
          </p:nvSpPr>
          <p:spPr>
            <a:xfrm>
              <a:off x="5850111" y="2977983"/>
              <a:ext cx="38804" cy="33316"/>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45"/>
            <p:cNvSpPr/>
            <p:nvPr/>
          </p:nvSpPr>
          <p:spPr>
            <a:xfrm>
              <a:off x="5850111" y="2930574"/>
              <a:ext cx="38804" cy="33238"/>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45"/>
            <p:cNvSpPr/>
            <p:nvPr/>
          </p:nvSpPr>
          <p:spPr>
            <a:xfrm>
              <a:off x="5850111" y="2883056"/>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45"/>
            <p:cNvSpPr/>
            <p:nvPr/>
          </p:nvSpPr>
          <p:spPr>
            <a:xfrm>
              <a:off x="5802593" y="3120679"/>
              <a:ext cx="38788" cy="33238"/>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45"/>
            <p:cNvSpPr/>
            <p:nvPr/>
          </p:nvSpPr>
          <p:spPr>
            <a:xfrm>
              <a:off x="5802593" y="3073036"/>
              <a:ext cx="38913" cy="33347"/>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45"/>
            <p:cNvSpPr/>
            <p:nvPr/>
          </p:nvSpPr>
          <p:spPr>
            <a:xfrm>
              <a:off x="5802593" y="3025502"/>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45"/>
            <p:cNvSpPr/>
            <p:nvPr/>
          </p:nvSpPr>
          <p:spPr>
            <a:xfrm>
              <a:off x="5802593" y="2977983"/>
              <a:ext cx="38788" cy="33316"/>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45"/>
            <p:cNvSpPr/>
            <p:nvPr/>
          </p:nvSpPr>
          <p:spPr>
            <a:xfrm>
              <a:off x="5802593" y="2930574"/>
              <a:ext cx="38788" cy="33238"/>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45"/>
            <p:cNvSpPr/>
            <p:nvPr/>
          </p:nvSpPr>
          <p:spPr>
            <a:xfrm>
              <a:off x="5802593" y="2883056"/>
              <a:ext cx="38788" cy="33269"/>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45"/>
            <p:cNvSpPr/>
            <p:nvPr/>
          </p:nvSpPr>
          <p:spPr>
            <a:xfrm>
              <a:off x="5755059" y="3168088"/>
              <a:ext cx="38804" cy="33347"/>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45"/>
            <p:cNvSpPr/>
            <p:nvPr/>
          </p:nvSpPr>
          <p:spPr>
            <a:xfrm>
              <a:off x="5755059" y="3120679"/>
              <a:ext cx="38804" cy="33238"/>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45"/>
            <p:cNvSpPr/>
            <p:nvPr/>
          </p:nvSpPr>
          <p:spPr>
            <a:xfrm>
              <a:off x="5755059" y="3073036"/>
              <a:ext cx="38928" cy="33347"/>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45"/>
            <p:cNvSpPr/>
            <p:nvPr/>
          </p:nvSpPr>
          <p:spPr>
            <a:xfrm>
              <a:off x="5755059" y="3025502"/>
              <a:ext cx="38804" cy="33331"/>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45"/>
            <p:cNvSpPr/>
            <p:nvPr/>
          </p:nvSpPr>
          <p:spPr>
            <a:xfrm>
              <a:off x="5755059" y="2977983"/>
              <a:ext cx="38804" cy="33347"/>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45"/>
            <p:cNvSpPr/>
            <p:nvPr/>
          </p:nvSpPr>
          <p:spPr>
            <a:xfrm>
              <a:off x="5755059" y="2930574"/>
              <a:ext cx="38804" cy="33238"/>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45"/>
            <p:cNvSpPr/>
            <p:nvPr/>
          </p:nvSpPr>
          <p:spPr>
            <a:xfrm>
              <a:off x="5755059" y="2883056"/>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45"/>
            <p:cNvSpPr/>
            <p:nvPr/>
          </p:nvSpPr>
          <p:spPr>
            <a:xfrm>
              <a:off x="5755059" y="2835522"/>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45"/>
            <p:cNvSpPr/>
            <p:nvPr/>
          </p:nvSpPr>
          <p:spPr>
            <a:xfrm>
              <a:off x="5707541" y="3263140"/>
              <a:ext cx="38913" cy="33269"/>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45"/>
            <p:cNvSpPr/>
            <p:nvPr/>
          </p:nvSpPr>
          <p:spPr>
            <a:xfrm>
              <a:off x="5707541" y="3215606"/>
              <a:ext cx="38913" cy="33269"/>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45"/>
            <p:cNvSpPr/>
            <p:nvPr/>
          </p:nvSpPr>
          <p:spPr>
            <a:xfrm>
              <a:off x="5707541" y="3168088"/>
              <a:ext cx="38788" cy="33347"/>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45"/>
            <p:cNvSpPr/>
            <p:nvPr/>
          </p:nvSpPr>
          <p:spPr>
            <a:xfrm>
              <a:off x="5707541" y="3120679"/>
              <a:ext cx="38788" cy="33238"/>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45"/>
            <p:cNvSpPr/>
            <p:nvPr/>
          </p:nvSpPr>
          <p:spPr>
            <a:xfrm>
              <a:off x="5707541" y="3073036"/>
              <a:ext cx="38913" cy="33347"/>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45"/>
            <p:cNvSpPr/>
            <p:nvPr/>
          </p:nvSpPr>
          <p:spPr>
            <a:xfrm>
              <a:off x="5707541" y="3025502"/>
              <a:ext cx="38913" cy="33331"/>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45"/>
            <p:cNvSpPr/>
            <p:nvPr/>
          </p:nvSpPr>
          <p:spPr>
            <a:xfrm>
              <a:off x="5707541" y="2977983"/>
              <a:ext cx="38913" cy="33316"/>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45"/>
            <p:cNvSpPr/>
            <p:nvPr/>
          </p:nvSpPr>
          <p:spPr>
            <a:xfrm>
              <a:off x="5707541" y="2930574"/>
              <a:ext cx="38788" cy="33238"/>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45"/>
            <p:cNvSpPr/>
            <p:nvPr/>
          </p:nvSpPr>
          <p:spPr>
            <a:xfrm>
              <a:off x="5707541" y="2883056"/>
              <a:ext cx="38913" cy="33269"/>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45"/>
            <p:cNvSpPr/>
            <p:nvPr/>
          </p:nvSpPr>
          <p:spPr>
            <a:xfrm>
              <a:off x="5707541" y="2835522"/>
              <a:ext cx="38913" cy="33269"/>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45"/>
            <p:cNvSpPr/>
            <p:nvPr/>
          </p:nvSpPr>
          <p:spPr>
            <a:xfrm>
              <a:off x="5707541" y="2788004"/>
              <a:ext cx="38913" cy="33316"/>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45"/>
            <p:cNvSpPr/>
            <p:nvPr/>
          </p:nvSpPr>
          <p:spPr>
            <a:xfrm>
              <a:off x="5660131" y="3358068"/>
              <a:ext cx="38804" cy="33316"/>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45"/>
            <p:cNvSpPr/>
            <p:nvPr/>
          </p:nvSpPr>
          <p:spPr>
            <a:xfrm>
              <a:off x="5660131" y="3310658"/>
              <a:ext cx="38804" cy="33238"/>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45"/>
            <p:cNvSpPr/>
            <p:nvPr/>
          </p:nvSpPr>
          <p:spPr>
            <a:xfrm>
              <a:off x="5660131" y="3263140"/>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45"/>
            <p:cNvSpPr/>
            <p:nvPr/>
          </p:nvSpPr>
          <p:spPr>
            <a:xfrm>
              <a:off x="5660131" y="3215606"/>
              <a:ext cx="38804" cy="33269"/>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45"/>
            <p:cNvSpPr/>
            <p:nvPr/>
          </p:nvSpPr>
          <p:spPr>
            <a:xfrm>
              <a:off x="5660007" y="3168088"/>
              <a:ext cx="38928" cy="33347"/>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45"/>
            <p:cNvSpPr/>
            <p:nvPr/>
          </p:nvSpPr>
          <p:spPr>
            <a:xfrm>
              <a:off x="5660007" y="3120679"/>
              <a:ext cx="38928" cy="33238"/>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45"/>
            <p:cNvSpPr/>
            <p:nvPr/>
          </p:nvSpPr>
          <p:spPr>
            <a:xfrm>
              <a:off x="5660007" y="3073036"/>
              <a:ext cx="38928" cy="33347"/>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45"/>
            <p:cNvSpPr/>
            <p:nvPr/>
          </p:nvSpPr>
          <p:spPr>
            <a:xfrm>
              <a:off x="5660131" y="3025502"/>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45"/>
            <p:cNvSpPr/>
            <p:nvPr/>
          </p:nvSpPr>
          <p:spPr>
            <a:xfrm>
              <a:off x="5660131" y="2977983"/>
              <a:ext cx="38804" cy="33316"/>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45"/>
            <p:cNvSpPr/>
            <p:nvPr/>
          </p:nvSpPr>
          <p:spPr>
            <a:xfrm>
              <a:off x="5660007" y="2930574"/>
              <a:ext cx="38928" cy="33238"/>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45"/>
            <p:cNvSpPr/>
            <p:nvPr/>
          </p:nvSpPr>
          <p:spPr>
            <a:xfrm>
              <a:off x="5660007" y="2883056"/>
              <a:ext cx="38928" cy="33269"/>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45"/>
            <p:cNvSpPr/>
            <p:nvPr/>
          </p:nvSpPr>
          <p:spPr>
            <a:xfrm>
              <a:off x="5660007" y="2835522"/>
              <a:ext cx="38928" cy="33269"/>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45"/>
            <p:cNvSpPr/>
            <p:nvPr/>
          </p:nvSpPr>
          <p:spPr>
            <a:xfrm>
              <a:off x="5660007" y="2788004"/>
              <a:ext cx="38928" cy="33316"/>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45"/>
            <p:cNvSpPr/>
            <p:nvPr/>
          </p:nvSpPr>
          <p:spPr>
            <a:xfrm>
              <a:off x="5660007" y="2740470"/>
              <a:ext cx="38928" cy="33331"/>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45"/>
            <p:cNvSpPr/>
            <p:nvPr/>
          </p:nvSpPr>
          <p:spPr>
            <a:xfrm>
              <a:off x="5612613" y="3405586"/>
              <a:ext cx="38788" cy="33331"/>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45"/>
            <p:cNvSpPr/>
            <p:nvPr/>
          </p:nvSpPr>
          <p:spPr>
            <a:xfrm>
              <a:off x="5612613" y="3358068"/>
              <a:ext cx="38788" cy="33316"/>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45"/>
            <p:cNvSpPr/>
            <p:nvPr/>
          </p:nvSpPr>
          <p:spPr>
            <a:xfrm>
              <a:off x="5612613" y="3310658"/>
              <a:ext cx="38788" cy="33238"/>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45"/>
            <p:cNvSpPr/>
            <p:nvPr/>
          </p:nvSpPr>
          <p:spPr>
            <a:xfrm>
              <a:off x="5612613" y="3263140"/>
              <a:ext cx="38788" cy="33269"/>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45"/>
            <p:cNvSpPr/>
            <p:nvPr/>
          </p:nvSpPr>
          <p:spPr>
            <a:xfrm>
              <a:off x="5612613" y="3215606"/>
              <a:ext cx="38788" cy="33269"/>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45"/>
            <p:cNvSpPr/>
            <p:nvPr/>
          </p:nvSpPr>
          <p:spPr>
            <a:xfrm>
              <a:off x="5612473" y="3168088"/>
              <a:ext cx="38928" cy="33347"/>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45"/>
            <p:cNvSpPr/>
            <p:nvPr/>
          </p:nvSpPr>
          <p:spPr>
            <a:xfrm>
              <a:off x="5612613" y="3120679"/>
              <a:ext cx="38788" cy="33238"/>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45"/>
            <p:cNvSpPr/>
            <p:nvPr/>
          </p:nvSpPr>
          <p:spPr>
            <a:xfrm>
              <a:off x="5612473" y="3073036"/>
              <a:ext cx="39053" cy="33347"/>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45"/>
            <p:cNvSpPr/>
            <p:nvPr/>
          </p:nvSpPr>
          <p:spPr>
            <a:xfrm>
              <a:off x="5612613" y="3025502"/>
              <a:ext cx="38788" cy="33331"/>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45"/>
            <p:cNvSpPr/>
            <p:nvPr/>
          </p:nvSpPr>
          <p:spPr>
            <a:xfrm>
              <a:off x="5612613" y="2977983"/>
              <a:ext cx="38788" cy="33316"/>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45"/>
            <p:cNvSpPr/>
            <p:nvPr/>
          </p:nvSpPr>
          <p:spPr>
            <a:xfrm>
              <a:off x="5612613" y="2930574"/>
              <a:ext cx="38788" cy="33238"/>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45"/>
            <p:cNvSpPr/>
            <p:nvPr/>
          </p:nvSpPr>
          <p:spPr>
            <a:xfrm>
              <a:off x="5612613" y="2883056"/>
              <a:ext cx="38788" cy="33269"/>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45"/>
            <p:cNvSpPr/>
            <p:nvPr/>
          </p:nvSpPr>
          <p:spPr>
            <a:xfrm>
              <a:off x="5612613" y="2835522"/>
              <a:ext cx="38788" cy="33269"/>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45"/>
            <p:cNvSpPr/>
            <p:nvPr/>
          </p:nvSpPr>
          <p:spPr>
            <a:xfrm>
              <a:off x="5612520" y="2788004"/>
              <a:ext cx="38881" cy="33316"/>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45"/>
            <p:cNvSpPr/>
            <p:nvPr/>
          </p:nvSpPr>
          <p:spPr>
            <a:xfrm>
              <a:off x="5612520" y="2740470"/>
              <a:ext cx="38881" cy="33331"/>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45"/>
            <p:cNvSpPr/>
            <p:nvPr/>
          </p:nvSpPr>
          <p:spPr>
            <a:xfrm>
              <a:off x="5612613" y="2693076"/>
              <a:ext cx="38788" cy="33222"/>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45"/>
            <p:cNvSpPr/>
            <p:nvPr/>
          </p:nvSpPr>
          <p:spPr>
            <a:xfrm>
              <a:off x="5612613" y="1980426"/>
              <a:ext cx="38788" cy="33331"/>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45"/>
            <p:cNvSpPr/>
            <p:nvPr/>
          </p:nvSpPr>
          <p:spPr>
            <a:xfrm>
              <a:off x="5564954" y="3453120"/>
              <a:ext cx="38804" cy="33269"/>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45"/>
            <p:cNvSpPr/>
            <p:nvPr/>
          </p:nvSpPr>
          <p:spPr>
            <a:xfrm>
              <a:off x="5564954" y="3405586"/>
              <a:ext cx="38804" cy="33331"/>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45"/>
            <p:cNvSpPr/>
            <p:nvPr/>
          </p:nvSpPr>
          <p:spPr>
            <a:xfrm>
              <a:off x="5564954" y="3358068"/>
              <a:ext cx="38804" cy="33316"/>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45"/>
            <p:cNvSpPr/>
            <p:nvPr/>
          </p:nvSpPr>
          <p:spPr>
            <a:xfrm>
              <a:off x="5564954" y="3310658"/>
              <a:ext cx="38804" cy="33207"/>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45"/>
            <p:cNvSpPr/>
            <p:nvPr/>
          </p:nvSpPr>
          <p:spPr>
            <a:xfrm>
              <a:off x="5564954" y="3263140"/>
              <a:ext cx="38804" cy="33269"/>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45"/>
            <p:cNvSpPr/>
            <p:nvPr/>
          </p:nvSpPr>
          <p:spPr>
            <a:xfrm>
              <a:off x="5564954" y="3215606"/>
              <a:ext cx="38804" cy="33269"/>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45"/>
            <p:cNvSpPr/>
            <p:nvPr/>
          </p:nvSpPr>
          <p:spPr>
            <a:xfrm>
              <a:off x="5564954" y="3168088"/>
              <a:ext cx="38804" cy="33347"/>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45"/>
            <p:cNvSpPr/>
            <p:nvPr/>
          </p:nvSpPr>
          <p:spPr>
            <a:xfrm>
              <a:off x="5564954" y="3120679"/>
              <a:ext cx="38804" cy="33238"/>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45"/>
            <p:cNvSpPr/>
            <p:nvPr/>
          </p:nvSpPr>
          <p:spPr>
            <a:xfrm>
              <a:off x="5564954" y="3073036"/>
              <a:ext cx="38928" cy="33347"/>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45"/>
            <p:cNvSpPr/>
            <p:nvPr/>
          </p:nvSpPr>
          <p:spPr>
            <a:xfrm>
              <a:off x="5564954" y="3025502"/>
              <a:ext cx="38804" cy="33331"/>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45"/>
            <p:cNvSpPr/>
            <p:nvPr/>
          </p:nvSpPr>
          <p:spPr>
            <a:xfrm>
              <a:off x="5564954" y="2977983"/>
              <a:ext cx="38804" cy="33316"/>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45"/>
            <p:cNvSpPr/>
            <p:nvPr/>
          </p:nvSpPr>
          <p:spPr>
            <a:xfrm>
              <a:off x="5564954" y="2930574"/>
              <a:ext cx="38804" cy="33238"/>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45"/>
            <p:cNvSpPr/>
            <p:nvPr/>
          </p:nvSpPr>
          <p:spPr>
            <a:xfrm>
              <a:off x="5564954" y="2883056"/>
              <a:ext cx="38804" cy="33269"/>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45"/>
            <p:cNvSpPr/>
            <p:nvPr/>
          </p:nvSpPr>
          <p:spPr>
            <a:xfrm>
              <a:off x="5564954" y="2835522"/>
              <a:ext cx="38928" cy="33269"/>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45"/>
            <p:cNvSpPr/>
            <p:nvPr/>
          </p:nvSpPr>
          <p:spPr>
            <a:xfrm>
              <a:off x="5564954" y="2788004"/>
              <a:ext cx="38928" cy="33316"/>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45"/>
            <p:cNvSpPr/>
            <p:nvPr/>
          </p:nvSpPr>
          <p:spPr>
            <a:xfrm>
              <a:off x="5564954" y="2740470"/>
              <a:ext cx="38928" cy="33363"/>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45"/>
            <p:cNvSpPr/>
            <p:nvPr/>
          </p:nvSpPr>
          <p:spPr>
            <a:xfrm>
              <a:off x="5564954" y="2693076"/>
              <a:ext cx="38804" cy="33238"/>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45"/>
            <p:cNvSpPr/>
            <p:nvPr/>
          </p:nvSpPr>
          <p:spPr>
            <a:xfrm>
              <a:off x="5564954" y="2075478"/>
              <a:ext cx="38804" cy="33269"/>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45"/>
            <p:cNvSpPr/>
            <p:nvPr/>
          </p:nvSpPr>
          <p:spPr>
            <a:xfrm>
              <a:off x="5564954" y="1980426"/>
              <a:ext cx="38804" cy="33331"/>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45"/>
            <p:cNvSpPr/>
            <p:nvPr/>
          </p:nvSpPr>
          <p:spPr>
            <a:xfrm>
              <a:off x="5564954" y="1932892"/>
              <a:ext cx="38804" cy="33331"/>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45"/>
            <p:cNvSpPr/>
            <p:nvPr/>
          </p:nvSpPr>
          <p:spPr>
            <a:xfrm>
              <a:off x="5517421" y="3595566"/>
              <a:ext cx="38928" cy="33331"/>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45"/>
            <p:cNvSpPr/>
            <p:nvPr/>
          </p:nvSpPr>
          <p:spPr>
            <a:xfrm>
              <a:off x="5517421" y="3453120"/>
              <a:ext cx="38928" cy="33269"/>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45"/>
            <p:cNvSpPr/>
            <p:nvPr/>
          </p:nvSpPr>
          <p:spPr>
            <a:xfrm>
              <a:off x="5517421" y="3405586"/>
              <a:ext cx="38928" cy="33331"/>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45"/>
            <p:cNvSpPr/>
            <p:nvPr/>
          </p:nvSpPr>
          <p:spPr>
            <a:xfrm>
              <a:off x="5517421" y="3358068"/>
              <a:ext cx="38928" cy="33316"/>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45"/>
            <p:cNvSpPr/>
            <p:nvPr/>
          </p:nvSpPr>
          <p:spPr>
            <a:xfrm>
              <a:off x="5517421" y="3310658"/>
              <a:ext cx="38928" cy="33238"/>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45"/>
            <p:cNvSpPr/>
            <p:nvPr/>
          </p:nvSpPr>
          <p:spPr>
            <a:xfrm>
              <a:off x="5517421" y="3263140"/>
              <a:ext cx="38928" cy="33269"/>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45"/>
            <p:cNvSpPr/>
            <p:nvPr/>
          </p:nvSpPr>
          <p:spPr>
            <a:xfrm>
              <a:off x="5517421" y="3215606"/>
              <a:ext cx="38928" cy="33269"/>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45"/>
            <p:cNvSpPr/>
            <p:nvPr/>
          </p:nvSpPr>
          <p:spPr>
            <a:xfrm>
              <a:off x="5517421" y="3168088"/>
              <a:ext cx="38928" cy="33347"/>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45"/>
            <p:cNvSpPr/>
            <p:nvPr/>
          </p:nvSpPr>
          <p:spPr>
            <a:xfrm>
              <a:off x="5517421" y="3120679"/>
              <a:ext cx="38928" cy="33238"/>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45"/>
            <p:cNvSpPr/>
            <p:nvPr/>
          </p:nvSpPr>
          <p:spPr>
            <a:xfrm>
              <a:off x="5517421" y="3073036"/>
              <a:ext cx="38928" cy="33347"/>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45"/>
            <p:cNvSpPr/>
            <p:nvPr/>
          </p:nvSpPr>
          <p:spPr>
            <a:xfrm>
              <a:off x="5517421" y="3025502"/>
              <a:ext cx="38928" cy="33331"/>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45"/>
            <p:cNvSpPr/>
            <p:nvPr/>
          </p:nvSpPr>
          <p:spPr>
            <a:xfrm>
              <a:off x="5517421" y="2977983"/>
              <a:ext cx="38928" cy="33316"/>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45"/>
            <p:cNvSpPr/>
            <p:nvPr/>
          </p:nvSpPr>
          <p:spPr>
            <a:xfrm>
              <a:off x="5517421" y="2930574"/>
              <a:ext cx="38928" cy="33238"/>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45"/>
            <p:cNvSpPr/>
            <p:nvPr/>
          </p:nvSpPr>
          <p:spPr>
            <a:xfrm>
              <a:off x="5517421" y="2883056"/>
              <a:ext cx="38928" cy="33269"/>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45"/>
            <p:cNvSpPr/>
            <p:nvPr/>
          </p:nvSpPr>
          <p:spPr>
            <a:xfrm>
              <a:off x="5517421" y="2835522"/>
              <a:ext cx="38928" cy="33269"/>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45"/>
            <p:cNvSpPr/>
            <p:nvPr/>
          </p:nvSpPr>
          <p:spPr>
            <a:xfrm>
              <a:off x="5517421" y="2788004"/>
              <a:ext cx="38928" cy="33316"/>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45"/>
            <p:cNvSpPr/>
            <p:nvPr/>
          </p:nvSpPr>
          <p:spPr>
            <a:xfrm>
              <a:off x="5517421" y="2740470"/>
              <a:ext cx="38928" cy="33331"/>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45"/>
            <p:cNvSpPr/>
            <p:nvPr/>
          </p:nvSpPr>
          <p:spPr>
            <a:xfrm>
              <a:off x="5517421" y="2693076"/>
              <a:ext cx="38928" cy="33222"/>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45"/>
            <p:cNvSpPr/>
            <p:nvPr/>
          </p:nvSpPr>
          <p:spPr>
            <a:xfrm>
              <a:off x="5517421" y="2075478"/>
              <a:ext cx="38928" cy="33269"/>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45"/>
            <p:cNvSpPr/>
            <p:nvPr/>
          </p:nvSpPr>
          <p:spPr>
            <a:xfrm>
              <a:off x="5517421" y="1980426"/>
              <a:ext cx="38928" cy="33331"/>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45"/>
            <p:cNvSpPr/>
            <p:nvPr/>
          </p:nvSpPr>
          <p:spPr>
            <a:xfrm>
              <a:off x="5517421" y="1932892"/>
              <a:ext cx="38928" cy="33331"/>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45"/>
            <p:cNvSpPr/>
            <p:nvPr/>
          </p:nvSpPr>
          <p:spPr>
            <a:xfrm>
              <a:off x="5517421" y="1885499"/>
              <a:ext cx="38928" cy="33222"/>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45"/>
            <p:cNvSpPr/>
            <p:nvPr/>
          </p:nvSpPr>
          <p:spPr>
            <a:xfrm>
              <a:off x="5517421" y="1837980"/>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45"/>
            <p:cNvSpPr/>
            <p:nvPr/>
          </p:nvSpPr>
          <p:spPr>
            <a:xfrm>
              <a:off x="5517421" y="1695519"/>
              <a:ext cx="38928" cy="33207"/>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45"/>
            <p:cNvSpPr/>
            <p:nvPr/>
          </p:nvSpPr>
          <p:spPr>
            <a:xfrm>
              <a:off x="5517421" y="1648001"/>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45"/>
            <p:cNvSpPr/>
            <p:nvPr/>
          </p:nvSpPr>
          <p:spPr>
            <a:xfrm>
              <a:off x="5517421" y="1362969"/>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45"/>
            <p:cNvSpPr/>
            <p:nvPr/>
          </p:nvSpPr>
          <p:spPr>
            <a:xfrm>
              <a:off x="5470027" y="3595566"/>
              <a:ext cx="38804" cy="33331"/>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45"/>
            <p:cNvSpPr/>
            <p:nvPr/>
          </p:nvSpPr>
          <p:spPr>
            <a:xfrm>
              <a:off x="5470027" y="3548172"/>
              <a:ext cx="38804" cy="33222"/>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45"/>
            <p:cNvSpPr/>
            <p:nvPr/>
          </p:nvSpPr>
          <p:spPr>
            <a:xfrm>
              <a:off x="5470027" y="3500638"/>
              <a:ext cx="38804" cy="33238"/>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45"/>
            <p:cNvSpPr/>
            <p:nvPr/>
          </p:nvSpPr>
          <p:spPr>
            <a:xfrm>
              <a:off x="5470027" y="3453120"/>
              <a:ext cx="38804" cy="33269"/>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45"/>
            <p:cNvSpPr/>
            <p:nvPr/>
          </p:nvSpPr>
          <p:spPr>
            <a:xfrm>
              <a:off x="5470027" y="3405586"/>
              <a:ext cx="38804" cy="33331"/>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45"/>
            <p:cNvSpPr/>
            <p:nvPr/>
          </p:nvSpPr>
          <p:spPr>
            <a:xfrm>
              <a:off x="5470027" y="3358068"/>
              <a:ext cx="38804" cy="33316"/>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45"/>
            <p:cNvSpPr/>
            <p:nvPr/>
          </p:nvSpPr>
          <p:spPr>
            <a:xfrm>
              <a:off x="5470027" y="3310658"/>
              <a:ext cx="38804" cy="33238"/>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45"/>
            <p:cNvSpPr/>
            <p:nvPr/>
          </p:nvSpPr>
          <p:spPr>
            <a:xfrm>
              <a:off x="5470027" y="3025502"/>
              <a:ext cx="38804" cy="33331"/>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45"/>
            <p:cNvSpPr/>
            <p:nvPr/>
          </p:nvSpPr>
          <p:spPr>
            <a:xfrm>
              <a:off x="5470027" y="2977983"/>
              <a:ext cx="38804" cy="33316"/>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45"/>
            <p:cNvSpPr/>
            <p:nvPr/>
          </p:nvSpPr>
          <p:spPr>
            <a:xfrm>
              <a:off x="5470027" y="2930574"/>
              <a:ext cx="38804" cy="33238"/>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45"/>
            <p:cNvSpPr/>
            <p:nvPr/>
          </p:nvSpPr>
          <p:spPr>
            <a:xfrm>
              <a:off x="5470027" y="2883056"/>
              <a:ext cx="38804" cy="33269"/>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45"/>
            <p:cNvSpPr/>
            <p:nvPr/>
          </p:nvSpPr>
          <p:spPr>
            <a:xfrm>
              <a:off x="5469933" y="2835522"/>
              <a:ext cx="38897" cy="33269"/>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45"/>
            <p:cNvSpPr/>
            <p:nvPr/>
          </p:nvSpPr>
          <p:spPr>
            <a:xfrm>
              <a:off x="5469933" y="2788004"/>
              <a:ext cx="38897" cy="33316"/>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45"/>
            <p:cNvSpPr/>
            <p:nvPr/>
          </p:nvSpPr>
          <p:spPr>
            <a:xfrm>
              <a:off x="5469933" y="2740470"/>
              <a:ext cx="38897" cy="33331"/>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45"/>
            <p:cNvSpPr/>
            <p:nvPr/>
          </p:nvSpPr>
          <p:spPr>
            <a:xfrm>
              <a:off x="5470027" y="2693076"/>
              <a:ext cx="38804" cy="33222"/>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45"/>
            <p:cNvSpPr/>
            <p:nvPr/>
          </p:nvSpPr>
          <p:spPr>
            <a:xfrm>
              <a:off x="5470027" y="2645542"/>
              <a:ext cx="38804" cy="33269"/>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45"/>
            <p:cNvSpPr/>
            <p:nvPr/>
          </p:nvSpPr>
          <p:spPr>
            <a:xfrm>
              <a:off x="5470027" y="2550490"/>
              <a:ext cx="38804" cy="33331"/>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45"/>
            <p:cNvSpPr/>
            <p:nvPr/>
          </p:nvSpPr>
          <p:spPr>
            <a:xfrm>
              <a:off x="5470027" y="2123012"/>
              <a:ext cx="38881" cy="33316"/>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45"/>
            <p:cNvSpPr/>
            <p:nvPr/>
          </p:nvSpPr>
          <p:spPr>
            <a:xfrm>
              <a:off x="5470027" y="2075478"/>
              <a:ext cx="38804" cy="33269"/>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45"/>
            <p:cNvSpPr/>
            <p:nvPr/>
          </p:nvSpPr>
          <p:spPr>
            <a:xfrm>
              <a:off x="5470027" y="2027960"/>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45"/>
            <p:cNvSpPr/>
            <p:nvPr/>
          </p:nvSpPr>
          <p:spPr>
            <a:xfrm>
              <a:off x="5470027" y="1980426"/>
              <a:ext cx="38804" cy="33331"/>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45"/>
            <p:cNvSpPr/>
            <p:nvPr/>
          </p:nvSpPr>
          <p:spPr>
            <a:xfrm>
              <a:off x="5470027" y="1885499"/>
              <a:ext cx="38804" cy="33222"/>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45"/>
            <p:cNvSpPr/>
            <p:nvPr/>
          </p:nvSpPr>
          <p:spPr>
            <a:xfrm>
              <a:off x="5470027" y="1742913"/>
              <a:ext cx="38804" cy="33331"/>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45"/>
            <p:cNvSpPr/>
            <p:nvPr/>
          </p:nvSpPr>
          <p:spPr>
            <a:xfrm>
              <a:off x="5470027" y="1695519"/>
              <a:ext cx="38804" cy="33207"/>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45"/>
            <p:cNvSpPr/>
            <p:nvPr/>
          </p:nvSpPr>
          <p:spPr>
            <a:xfrm>
              <a:off x="5470027" y="1648001"/>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45"/>
            <p:cNvSpPr/>
            <p:nvPr/>
          </p:nvSpPr>
          <p:spPr>
            <a:xfrm>
              <a:off x="5470027" y="1600467"/>
              <a:ext cx="38804" cy="33269"/>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45"/>
            <p:cNvSpPr/>
            <p:nvPr/>
          </p:nvSpPr>
          <p:spPr>
            <a:xfrm>
              <a:off x="5470027" y="1410487"/>
              <a:ext cx="38804" cy="33269"/>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45"/>
            <p:cNvSpPr/>
            <p:nvPr/>
          </p:nvSpPr>
          <p:spPr>
            <a:xfrm>
              <a:off x="5470027" y="1362969"/>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45"/>
            <p:cNvSpPr/>
            <p:nvPr/>
          </p:nvSpPr>
          <p:spPr>
            <a:xfrm>
              <a:off x="5422493" y="3548172"/>
              <a:ext cx="38804" cy="33222"/>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45"/>
            <p:cNvSpPr/>
            <p:nvPr/>
          </p:nvSpPr>
          <p:spPr>
            <a:xfrm>
              <a:off x="5422493" y="3500638"/>
              <a:ext cx="38804" cy="33238"/>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45"/>
            <p:cNvSpPr/>
            <p:nvPr/>
          </p:nvSpPr>
          <p:spPr>
            <a:xfrm>
              <a:off x="5422493" y="3453120"/>
              <a:ext cx="38804" cy="33269"/>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45"/>
            <p:cNvSpPr/>
            <p:nvPr/>
          </p:nvSpPr>
          <p:spPr>
            <a:xfrm>
              <a:off x="5422493" y="2977983"/>
              <a:ext cx="38804" cy="33316"/>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45"/>
            <p:cNvSpPr/>
            <p:nvPr/>
          </p:nvSpPr>
          <p:spPr>
            <a:xfrm>
              <a:off x="5422493" y="2930574"/>
              <a:ext cx="38804" cy="33238"/>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45"/>
            <p:cNvSpPr/>
            <p:nvPr/>
          </p:nvSpPr>
          <p:spPr>
            <a:xfrm>
              <a:off x="5422493" y="2883056"/>
              <a:ext cx="38804" cy="33269"/>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45"/>
            <p:cNvSpPr/>
            <p:nvPr/>
          </p:nvSpPr>
          <p:spPr>
            <a:xfrm>
              <a:off x="5422493" y="2835522"/>
              <a:ext cx="38804" cy="33269"/>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45"/>
            <p:cNvSpPr/>
            <p:nvPr/>
          </p:nvSpPr>
          <p:spPr>
            <a:xfrm>
              <a:off x="5422415" y="2788004"/>
              <a:ext cx="38881" cy="33316"/>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45"/>
            <p:cNvSpPr/>
            <p:nvPr/>
          </p:nvSpPr>
          <p:spPr>
            <a:xfrm>
              <a:off x="5422415" y="2740470"/>
              <a:ext cx="38881" cy="33331"/>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45"/>
            <p:cNvSpPr/>
            <p:nvPr/>
          </p:nvSpPr>
          <p:spPr>
            <a:xfrm>
              <a:off x="5422493" y="2693076"/>
              <a:ext cx="38804" cy="33222"/>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45"/>
            <p:cNvSpPr/>
            <p:nvPr/>
          </p:nvSpPr>
          <p:spPr>
            <a:xfrm>
              <a:off x="5422493" y="2550490"/>
              <a:ext cx="38804" cy="33331"/>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45"/>
            <p:cNvSpPr/>
            <p:nvPr/>
          </p:nvSpPr>
          <p:spPr>
            <a:xfrm>
              <a:off x="5422493" y="2503096"/>
              <a:ext cx="38804" cy="33222"/>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45"/>
            <p:cNvSpPr/>
            <p:nvPr/>
          </p:nvSpPr>
          <p:spPr>
            <a:xfrm>
              <a:off x="5422493" y="2170531"/>
              <a:ext cx="38804" cy="33331"/>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45"/>
            <p:cNvSpPr/>
            <p:nvPr/>
          </p:nvSpPr>
          <p:spPr>
            <a:xfrm>
              <a:off x="5422493" y="2123012"/>
              <a:ext cx="38897" cy="33316"/>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45"/>
            <p:cNvSpPr/>
            <p:nvPr/>
          </p:nvSpPr>
          <p:spPr>
            <a:xfrm>
              <a:off x="5422493" y="2075478"/>
              <a:ext cx="38804" cy="33269"/>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45"/>
            <p:cNvSpPr/>
            <p:nvPr/>
          </p:nvSpPr>
          <p:spPr>
            <a:xfrm>
              <a:off x="5422493" y="2027960"/>
              <a:ext cx="38804" cy="33253"/>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45"/>
            <p:cNvSpPr/>
            <p:nvPr/>
          </p:nvSpPr>
          <p:spPr>
            <a:xfrm>
              <a:off x="5422493" y="1980426"/>
              <a:ext cx="38804" cy="33331"/>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45"/>
            <p:cNvSpPr/>
            <p:nvPr/>
          </p:nvSpPr>
          <p:spPr>
            <a:xfrm>
              <a:off x="5422493" y="1932892"/>
              <a:ext cx="38804" cy="33331"/>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45"/>
            <p:cNvSpPr/>
            <p:nvPr/>
          </p:nvSpPr>
          <p:spPr>
            <a:xfrm>
              <a:off x="5422493" y="1885499"/>
              <a:ext cx="38804" cy="33222"/>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45"/>
            <p:cNvSpPr/>
            <p:nvPr/>
          </p:nvSpPr>
          <p:spPr>
            <a:xfrm>
              <a:off x="5422493" y="1837980"/>
              <a:ext cx="38804" cy="33253"/>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45"/>
            <p:cNvSpPr/>
            <p:nvPr/>
          </p:nvSpPr>
          <p:spPr>
            <a:xfrm>
              <a:off x="5422493" y="1742913"/>
              <a:ext cx="38804" cy="33331"/>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45"/>
            <p:cNvSpPr/>
            <p:nvPr/>
          </p:nvSpPr>
          <p:spPr>
            <a:xfrm>
              <a:off x="5422493" y="1695519"/>
              <a:ext cx="38804" cy="33207"/>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45"/>
            <p:cNvSpPr/>
            <p:nvPr/>
          </p:nvSpPr>
          <p:spPr>
            <a:xfrm>
              <a:off x="5422493" y="1648001"/>
              <a:ext cx="38804" cy="33253"/>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45"/>
            <p:cNvSpPr/>
            <p:nvPr/>
          </p:nvSpPr>
          <p:spPr>
            <a:xfrm>
              <a:off x="5422493" y="1600467"/>
              <a:ext cx="38804" cy="33269"/>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45"/>
            <p:cNvSpPr/>
            <p:nvPr/>
          </p:nvSpPr>
          <p:spPr>
            <a:xfrm>
              <a:off x="5422493" y="1410487"/>
              <a:ext cx="38804" cy="33269"/>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45"/>
            <p:cNvSpPr/>
            <p:nvPr/>
          </p:nvSpPr>
          <p:spPr>
            <a:xfrm>
              <a:off x="5422493" y="1362969"/>
              <a:ext cx="38804" cy="33253"/>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45"/>
            <p:cNvSpPr/>
            <p:nvPr/>
          </p:nvSpPr>
          <p:spPr>
            <a:xfrm>
              <a:off x="5374975" y="2930574"/>
              <a:ext cx="38804" cy="33238"/>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45"/>
            <p:cNvSpPr/>
            <p:nvPr/>
          </p:nvSpPr>
          <p:spPr>
            <a:xfrm>
              <a:off x="5374975" y="2883056"/>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45"/>
            <p:cNvSpPr/>
            <p:nvPr/>
          </p:nvSpPr>
          <p:spPr>
            <a:xfrm>
              <a:off x="5374975" y="2835522"/>
              <a:ext cx="38804" cy="33269"/>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45"/>
            <p:cNvSpPr/>
            <p:nvPr/>
          </p:nvSpPr>
          <p:spPr>
            <a:xfrm>
              <a:off x="5374975" y="2788004"/>
              <a:ext cx="38804" cy="33316"/>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45"/>
            <p:cNvSpPr/>
            <p:nvPr/>
          </p:nvSpPr>
          <p:spPr>
            <a:xfrm>
              <a:off x="5374975" y="2740470"/>
              <a:ext cx="38928" cy="33331"/>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45"/>
            <p:cNvSpPr/>
            <p:nvPr/>
          </p:nvSpPr>
          <p:spPr>
            <a:xfrm>
              <a:off x="5374975" y="2693076"/>
              <a:ext cx="38804" cy="33222"/>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45"/>
            <p:cNvSpPr/>
            <p:nvPr/>
          </p:nvSpPr>
          <p:spPr>
            <a:xfrm>
              <a:off x="5374975" y="2503096"/>
              <a:ext cx="38804" cy="33222"/>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45"/>
            <p:cNvSpPr/>
            <p:nvPr/>
          </p:nvSpPr>
          <p:spPr>
            <a:xfrm>
              <a:off x="5374975" y="2408044"/>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45"/>
            <p:cNvSpPr/>
            <p:nvPr/>
          </p:nvSpPr>
          <p:spPr>
            <a:xfrm>
              <a:off x="5374975" y="2218065"/>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45"/>
            <p:cNvSpPr/>
            <p:nvPr/>
          </p:nvSpPr>
          <p:spPr>
            <a:xfrm>
              <a:off x="5374975" y="2170531"/>
              <a:ext cx="38804" cy="33331"/>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45"/>
            <p:cNvSpPr/>
            <p:nvPr/>
          </p:nvSpPr>
          <p:spPr>
            <a:xfrm>
              <a:off x="5374975" y="2123012"/>
              <a:ext cx="38881" cy="33316"/>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45"/>
            <p:cNvSpPr/>
            <p:nvPr/>
          </p:nvSpPr>
          <p:spPr>
            <a:xfrm>
              <a:off x="5374975" y="2075478"/>
              <a:ext cx="38804" cy="33269"/>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45"/>
            <p:cNvSpPr/>
            <p:nvPr/>
          </p:nvSpPr>
          <p:spPr>
            <a:xfrm>
              <a:off x="5374975" y="2027960"/>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45"/>
            <p:cNvSpPr/>
            <p:nvPr/>
          </p:nvSpPr>
          <p:spPr>
            <a:xfrm>
              <a:off x="5374975" y="1980426"/>
              <a:ext cx="38804" cy="33331"/>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45"/>
            <p:cNvSpPr/>
            <p:nvPr/>
          </p:nvSpPr>
          <p:spPr>
            <a:xfrm>
              <a:off x="5374975" y="1742913"/>
              <a:ext cx="38804" cy="33331"/>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45"/>
            <p:cNvSpPr/>
            <p:nvPr/>
          </p:nvSpPr>
          <p:spPr>
            <a:xfrm>
              <a:off x="5374975" y="1600467"/>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45"/>
            <p:cNvSpPr/>
            <p:nvPr/>
          </p:nvSpPr>
          <p:spPr>
            <a:xfrm>
              <a:off x="5374975" y="1458021"/>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45"/>
            <p:cNvSpPr/>
            <p:nvPr/>
          </p:nvSpPr>
          <p:spPr>
            <a:xfrm>
              <a:off x="5374975" y="1410487"/>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45"/>
            <p:cNvSpPr/>
            <p:nvPr/>
          </p:nvSpPr>
          <p:spPr>
            <a:xfrm>
              <a:off x="5327441" y="2693076"/>
              <a:ext cx="38928" cy="33222"/>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45"/>
            <p:cNvSpPr/>
            <p:nvPr/>
          </p:nvSpPr>
          <p:spPr>
            <a:xfrm>
              <a:off x="5327441" y="2503096"/>
              <a:ext cx="38928" cy="33222"/>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45"/>
            <p:cNvSpPr/>
            <p:nvPr/>
          </p:nvSpPr>
          <p:spPr>
            <a:xfrm>
              <a:off x="5327441" y="2408044"/>
              <a:ext cx="38928" cy="33269"/>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45"/>
            <p:cNvSpPr/>
            <p:nvPr/>
          </p:nvSpPr>
          <p:spPr>
            <a:xfrm>
              <a:off x="5327441" y="2360510"/>
              <a:ext cx="38928" cy="33331"/>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45"/>
            <p:cNvSpPr/>
            <p:nvPr/>
          </p:nvSpPr>
          <p:spPr>
            <a:xfrm>
              <a:off x="5327441" y="2312992"/>
              <a:ext cx="38928" cy="33316"/>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45"/>
            <p:cNvSpPr/>
            <p:nvPr/>
          </p:nvSpPr>
          <p:spPr>
            <a:xfrm>
              <a:off x="5327441" y="2265583"/>
              <a:ext cx="38928" cy="33238"/>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45"/>
            <p:cNvSpPr/>
            <p:nvPr/>
          </p:nvSpPr>
          <p:spPr>
            <a:xfrm>
              <a:off x="5327441" y="2218065"/>
              <a:ext cx="38928" cy="33269"/>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45"/>
            <p:cNvSpPr/>
            <p:nvPr/>
          </p:nvSpPr>
          <p:spPr>
            <a:xfrm>
              <a:off x="5327441" y="2170531"/>
              <a:ext cx="38928" cy="33331"/>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45"/>
            <p:cNvSpPr/>
            <p:nvPr/>
          </p:nvSpPr>
          <p:spPr>
            <a:xfrm>
              <a:off x="5327441" y="2123012"/>
              <a:ext cx="39022" cy="33316"/>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45"/>
            <p:cNvSpPr/>
            <p:nvPr/>
          </p:nvSpPr>
          <p:spPr>
            <a:xfrm>
              <a:off x="5327441" y="2075478"/>
              <a:ext cx="38928" cy="33269"/>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45"/>
            <p:cNvSpPr/>
            <p:nvPr/>
          </p:nvSpPr>
          <p:spPr>
            <a:xfrm>
              <a:off x="5327441" y="2027960"/>
              <a:ext cx="38928" cy="33253"/>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45"/>
            <p:cNvSpPr/>
            <p:nvPr/>
          </p:nvSpPr>
          <p:spPr>
            <a:xfrm>
              <a:off x="5327441" y="1980426"/>
              <a:ext cx="38928" cy="33331"/>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45"/>
            <p:cNvSpPr/>
            <p:nvPr/>
          </p:nvSpPr>
          <p:spPr>
            <a:xfrm>
              <a:off x="5327441" y="1932892"/>
              <a:ext cx="38928" cy="33331"/>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45"/>
            <p:cNvSpPr/>
            <p:nvPr/>
          </p:nvSpPr>
          <p:spPr>
            <a:xfrm>
              <a:off x="5327441" y="1742913"/>
              <a:ext cx="38928" cy="33331"/>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45"/>
            <p:cNvSpPr/>
            <p:nvPr/>
          </p:nvSpPr>
          <p:spPr>
            <a:xfrm>
              <a:off x="5327441" y="1695519"/>
              <a:ext cx="38928" cy="33207"/>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45"/>
            <p:cNvSpPr/>
            <p:nvPr/>
          </p:nvSpPr>
          <p:spPr>
            <a:xfrm>
              <a:off x="5327441" y="1600467"/>
              <a:ext cx="38928" cy="33269"/>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45"/>
            <p:cNvSpPr/>
            <p:nvPr/>
          </p:nvSpPr>
          <p:spPr>
            <a:xfrm>
              <a:off x="5327441" y="1458021"/>
              <a:ext cx="38928" cy="33253"/>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45"/>
            <p:cNvSpPr/>
            <p:nvPr/>
          </p:nvSpPr>
          <p:spPr>
            <a:xfrm>
              <a:off x="5327441" y="1410487"/>
              <a:ext cx="38928" cy="33269"/>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45"/>
            <p:cNvSpPr/>
            <p:nvPr/>
          </p:nvSpPr>
          <p:spPr>
            <a:xfrm>
              <a:off x="5280047" y="2693076"/>
              <a:ext cx="38804" cy="33222"/>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45"/>
            <p:cNvSpPr/>
            <p:nvPr/>
          </p:nvSpPr>
          <p:spPr>
            <a:xfrm>
              <a:off x="5280047" y="2645542"/>
              <a:ext cx="38804" cy="33269"/>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45"/>
            <p:cNvSpPr/>
            <p:nvPr/>
          </p:nvSpPr>
          <p:spPr>
            <a:xfrm>
              <a:off x="5280047" y="2598024"/>
              <a:ext cx="38804" cy="33316"/>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45"/>
            <p:cNvSpPr/>
            <p:nvPr/>
          </p:nvSpPr>
          <p:spPr>
            <a:xfrm>
              <a:off x="5280047" y="2312992"/>
              <a:ext cx="38804" cy="33316"/>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45"/>
            <p:cNvSpPr/>
            <p:nvPr/>
          </p:nvSpPr>
          <p:spPr>
            <a:xfrm>
              <a:off x="5280047" y="2265583"/>
              <a:ext cx="38804" cy="33238"/>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45"/>
            <p:cNvSpPr/>
            <p:nvPr/>
          </p:nvSpPr>
          <p:spPr>
            <a:xfrm>
              <a:off x="5280047" y="2218065"/>
              <a:ext cx="38804" cy="33269"/>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45"/>
            <p:cNvSpPr/>
            <p:nvPr/>
          </p:nvSpPr>
          <p:spPr>
            <a:xfrm>
              <a:off x="5280047" y="2170531"/>
              <a:ext cx="38804" cy="33331"/>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45"/>
            <p:cNvSpPr/>
            <p:nvPr/>
          </p:nvSpPr>
          <p:spPr>
            <a:xfrm>
              <a:off x="5280047" y="2123012"/>
              <a:ext cx="38881" cy="33316"/>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45"/>
            <p:cNvSpPr/>
            <p:nvPr/>
          </p:nvSpPr>
          <p:spPr>
            <a:xfrm>
              <a:off x="5280047" y="2075478"/>
              <a:ext cx="38804" cy="33269"/>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45"/>
            <p:cNvSpPr/>
            <p:nvPr/>
          </p:nvSpPr>
          <p:spPr>
            <a:xfrm>
              <a:off x="5280047" y="2027960"/>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45"/>
            <p:cNvSpPr/>
            <p:nvPr/>
          </p:nvSpPr>
          <p:spPr>
            <a:xfrm>
              <a:off x="5280047" y="1980426"/>
              <a:ext cx="38804" cy="33331"/>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45"/>
            <p:cNvSpPr/>
            <p:nvPr/>
          </p:nvSpPr>
          <p:spPr>
            <a:xfrm>
              <a:off x="5280047" y="1932892"/>
              <a:ext cx="38804" cy="33331"/>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45"/>
            <p:cNvSpPr/>
            <p:nvPr/>
          </p:nvSpPr>
          <p:spPr>
            <a:xfrm>
              <a:off x="5280047" y="1742913"/>
              <a:ext cx="38804" cy="33331"/>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45"/>
            <p:cNvSpPr/>
            <p:nvPr/>
          </p:nvSpPr>
          <p:spPr>
            <a:xfrm>
              <a:off x="5280047" y="1600467"/>
              <a:ext cx="38804" cy="33269"/>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45"/>
            <p:cNvSpPr/>
            <p:nvPr/>
          </p:nvSpPr>
          <p:spPr>
            <a:xfrm>
              <a:off x="5280047" y="1458021"/>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45"/>
            <p:cNvSpPr/>
            <p:nvPr/>
          </p:nvSpPr>
          <p:spPr>
            <a:xfrm>
              <a:off x="5280047" y="1410487"/>
              <a:ext cx="38804" cy="33269"/>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45"/>
            <p:cNvSpPr/>
            <p:nvPr/>
          </p:nvSpPr>
          <p:spPr>
            <a:xfrm>
              <a:off x="5232513" y="2598024"/>
              <a:ext cx="38804" cy="33316"/>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45"/>
            <p:cNvSpPr/>
            <p:nvPr/>
          </p:nvSpPr>
          <p:spPr>
            <a:xfrm>
              <a:off x="5232513" y="2550490"/>
              <a:ext cx="38804" cy="33331"/>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45"/>
            <p:cNvSpPr/>
            <p:nvPr/>
          </p:nvSpPr>
          <p:spPr>
            <a:xfrm>
              <a:off x="5232513" y="2503096"/>
              <a:ext cx="38804" cy="33222"/>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45"/>
            <p:cNvSpPr/>
            <p:nvPr/>
          </p:nvSpPr>
          <p:spPr>
            <a:xfrm>
              <a:off x="5232513" y="2312992"/>
              <a:ext cx="38804" cy="33316"/>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45"/>
            <p:cNvSpPr/>
            <p:nvPr/>
          </p:nvSpPr>
          <p:spPr>
            <a:xfrm>
              <a:off x="5232513" y="2265583"/>
              <a:ext cx="38804" cy="33238"/>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45"/>
            <p:cNvSpPr/>
            <p:nvPr/>
          </p:nvSpPr>
          <p:spPr>
            <a:xfrm>
              <a:off x="5232513" y="2218065"/>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45"/>
            <p:cNvSpPr/>
            <p:nvPr/>
          </p:nvSpPr>
          <p:spPr>
            <a:xfrm>
              <a:off x="5232513" y="2170531"/>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45"/>
            <p:cNvSpPr/>
            <p:nvPr/>
          </p:nvSpPr>
          <p:spPr>
            <a:xfrm>
              <a:off x="5232513" y="2123012"/>
              <a:ext cx="38897" cy="33316"/>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45"/>
            <p:cNvSpPr/>
            <p:nvPr/>
          </p:nvSpPr>
          <p:spPr>
            <a:xfrm>
              <a:off x="5232513" y="2075478"/>
              <a:ext cx="38804" cy="33269"/>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45"/>
            <p:cNvSpPr/>
            <p:nvPr/>
          </p:nvSpPr>
          <p:spPr>
            <a:xfrm>
              <a:off x="5232513" y="202796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45"/>
            <p:cNvSpPr/>
            <p:nvPr/>
          </p:nvSpPr>
          <p:spPr>
            <a:xfrm>
              <a:off x="5232513" y="1980426"/>
              <a:ext cx="38804" cy="33331"/>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45"/>
            <p:cNvSpPr/>
            <p:nvPr/>
          </p:nvSpPr>
          <p:spPr>
            <a:xfrm>
              <a:off x="5232513" y="1932892"/>
              <a:ext cx="38804" cy="33331"/>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45"/>
            <p:cNvSpPr/>
            <p:nvPr/>
          </p:nvSpPr>
          <p:spPr>
            <a:xfrm>
              <a:off x="5232513" y="1885499"/>
              <a:ext cx="38804" cy="33222"/>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45"/>
            <p:cNvSpPr/>
            <p:nvPr/>
          </p:nvSpPr>
          <p:spPr>
            <a:xfrm>
              <a:off x="5232513" y="1742913"/>
              <a:ext cx="38804" cy="33331"/>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45"/>
            <p:cNvSpPr/>
            <p:nvPr/>
          </p:nvSpPr>
          <p:spPr>
            <a:xfrm>
              <a:off x="5232513" y="155293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45"/>
            <p:cNvSpPr/>
            <p:nvPr/>
          </p:nvSpPr>
          <p:spPr>
            <a:xfrm>
              <a:off x="5232513" y="141048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45"/>
            <p:cNvSpPr/>
            <p:nvPr/>
          </p:nvSpPr>
          <p:spPr>
            <a:xfrm>
              <a:off x="5184995" y="2550490"/>
              <a:ext cx="38788" cy="33331"/>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45"/>
            <p:cNvSpPr/>
            <p:nvPr/>
          </p:nvSpPr>
          <p:spPr>
            <a:xfrm>
              <a:off x="5184995" y="2503096"/>
              <a:ext cx="38788" cy="33222"/>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45"/>
            <p:cNvSpPr/>
            <p:nvPr/>
          </p:nvSpPr>
          <p:spPr>
            <a:xfrm>
              <a:off x="5184995" y="2312992"/>
              <a:ext cx="38788" cy="33316"/>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45"/>
            <p:cNvSpPr/>
            <p:nvPr/>
          </p:nvSpPr>
          <p:spPr>
            <a:xfrm>
              <a:off x="5184995" y="2265583"/>
              <a:ext cx="38788" cy="33238"/>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45"/>
            <p:cNvSpPr/>
            <p:nvPr/>
          </p:nvSpPr>
          <p:spPr>
            <a:xfrm>
              <a:off x="5184995" y="2218065"/>
              <a:ext cx="38788" cy="33269"/>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45"/>
            <p:cNvSpPr/>
            <p:nvPr/>
          </p:nvSpPr>
          <p:spPr>
            <a:xfrm>
              <a:off x="5184995" y="2170531"/>
              <a:ext cx="38788" cy="33331"/>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45"/>
            <p:cNvSpPr/>
            <p:nvPr/>
          </p:nvSpPr>
          <p:spPr>
            <a:xfrm>
              <a:off x="5184995" y="2123012"/>
              <a:ext cx="38881" cy="33316"/>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45"/>
            <p:cNvSpPr/>
            <p:nvPr/>
          </p:nvSpPr>
          <p:spPr>
            <a:xfrm>
              <a:off x="5184995" y="2075478"/>
              <a:ext cx="38788" cy="33269"/>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45"/>
            <p:cNvSpPr/>
            <p:nvPr/>
          </p:nvSpPr>
          <p:spPr>
            <a:xfrm>
              <a:off x="5184995" y="2027960"/>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45"/>
            <p:cNvSpPr/>
            <p:nvPr/>
          </p:nvSpPr>
          <p:spPr>
            <a:xfrm>
              <a:off x="5184995" y="1980426"/>
              <a:ext cx="38788" cy="33331"/>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45"/>
            <p:cNvSpPr/>
            <p:nvPr/>
          </p:nvSpPr>
          <p:spPr>
            <a:xfrm>
              <a:off x="5184995" y="1932892"/>
              <a:ext cx="38788" cy="33331"/>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45"/>
            <p:cNvSpPr/>
            <p:nvPr/>
          </p:nvSpPr>
          <p:spPr>
            <a:xfrm>
              <a:off x="5184995" y="1885499"/>
              <a:ext cx="38788" cy="33222"/>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45"/>
            <p:cNvSpPr/>
            <p:nvPr/>
          </p:nvSpPr>
          <p:spPr>
            <a:xfrm>
              <a:off x="5184995" y="1790446"/>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45"/>
            <p:cNvSpPr/>
            <p:nvPr/>
          </p:nvSpPr>
          <p:spPr>
            <a:xfrm>
              <a:off x="5184995" y="1742913"/>
              <a:ext cx="38788" cy="33331"/>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45"/>
            <p:cNvSpPr/>
            <p:nvPr/>
          </p:nvSpPr>
          <p:spPr>
            <a:xfrm>
              <a:off x="5184995"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45"/>
            <p:cNvSpPr/>
            <p:nvPr/>
          </p:nvSpPr>
          <p:spPr>
            <a:xfrm>
              <a:off x="5184995" y="1648001"/>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45"/>
            <p:cNvSpPr/>
            <p:nvPr/>
          </p:nvSpPr>
          <p:spPr>
            <a:xfrm>
              <a:off x="5184995" y="1505414"/>
              <a:ext cx="38788" cy="33331"/>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45"/>
            <p:cNvSpPr/>
            <p:nvPr/>
          </p:nvSpPr>
          <p:spPr>
            <a:xfrm>
              <a:off x="5184995" y="1410487"/>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45"/>
            <p:cNvSpPr/>
            <p:nvPr/>
          </p:nvSpPr>
          <p:spPr>
            <a:xfrm>
              <a:off x="5137461" y="2550490"/>
              <a:ext cx="38928" cy="33331"/>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45"/>
            <p:cNvSpPr/>
            <p:nvPr/>
          </p:nvSpPr>
          <p:spPr>
            <a:xfrm>
              <a:off x="5137461" y="2503096"/>
              <a:ext cx="38928" cy="33222"/>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45"/>
            <p:cNvSpPr/>
            <p:nvPr/>
          </p:nvSpPr>
          <p:spPr>
            <a:xfrm>
              <a:off x="5137461" y="2312992"/>
              <a:ext cx="38928" cy="33316"/>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45"/>
            <p:cNvSpPr/>
            <p:nvPr/>
          </p:nvSpPr>
          <p:spPr>
            <a:xfrm>
              <a:off x="5137461" y="2265583"/>
              <a:ext cx="38928" cy="33238"/>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45"/>
            <p:cNvSpPr/>
            <p:nvPr/>
          </p:nvSpPr>
          <p:spPr>
            <a:xfrm>
              <a:off x="5137461" y="2218065"/>
              <a:ext cx="38928" cy="33269"/>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45"/>
            <p:cNvSpPr/>
            <p:nvPr/>
          </p:nvSpPr>
          <p:spPr>
            <a:xfrm>
              <a:off x="5137461" y="2170531"/>
              <a:ext cx="38928" cy="33331"/>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45"/>
            <p:cNvSpPr/>
            <p:nvPr/>
          </p:nvSpPr>
          <p:spPr>
            <a:xfrm>
              <a:off x="5137461" y="2123012"/>
              <a:ext cx="39022" cy="33316"/>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45"/>
            <p:cNvSpPr/>
            <p:nvPr/>
          </p:nvSpPr>
          <p:spPr>
            <a:xfrm>
              <a:off x="5137461" y="2075478"/>
              <a:ext cx="38928" cy="33269"/>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45"/>
            <p:cNvSpPr/>
            <p:nvPr/>
          </p:nvSpPr>
          <p:spPr>
            <a:xfrm>
              <a:off x="5137461" y="2027960"/>
              <a:ext cx="38928" cy="33253"/>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45"/>
            <p:cNvSpPr/>
            <p:nvPr/>
          </p:nvSpPr>
          <p:spPr>
            <a:xfrm>
              <a:off x="5137461" y="1980426"/>
              <a:ext cx="38928" cy="33331"/>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45"/>
            <p:cNvSpPr/>
            <p:nvPr/>
          </p:nvSpPr>
          <p:spPr>
            <a:xfrm>
              <a:off x="5137461" y="1932892"/>
              <a:ext cx="38928" cy="33331"/>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45"/>
            <p:cNvSpPr/>
            <p:nvPr/>
          </p:nvSpPr>
          <p:spPr>
            <a:xfrm>
              <a:off x="5137461" y="1885499"/>
              <a:ext cx="38928" cy="33222"/>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45"/>
            <p:cNvSpPr/>
            <p:nvPr/>
          </p:nvSpPr>
          <p:spPr>
            <a:xfrm>
              <a:off x="5137461" y="1837980"/>
              <a:ext cx="38928" cy="33253"/>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45"/>
            <p:cNvSpPr/>
            <p:nvPr/>
          </p:nvSpPr>
          <p:spPr>
            <a:xfrm>
              <a:off x="5137461" y="1790446"/>
              <a:ext cx="38928" cy="33269"/>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45"/>
            <p:cNvSpPr/>
            <p:nvPr/>
          </p:nvSpPr>
          <p:spPr>
            <a:xfrm>
              <a:off x="5137461" y="1742913"/>
              <a:ext cx="38928" cy="33331"/>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45"/>
            <p:cNvSpPr/>
            <p:nvPr/>
          </p:nvSpPr>
          <p:spPr>
            <a:xfrm>
              <a:off x="5137461" y="1552933"/>
              <a:ext cx="38928" cy="33331"/>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45"/>
            <p:cNvSpPr/>
            <p:nvPr/>
          </p:nvSpPr>
          <p:spPr>
            <a:xfrm>
              <a:off x="5089943" y="2503096"/>
              <a:ext cx="38928" cy="33222"/>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45"/>
            <p:cNvSpPr/>
            <p:nvPr/>
          </p:nvSpPr>
          <p:spPr>
            <a:xfrm>
              <a:off x="5089943" y="2455563"/>
              <a:ext cx="38928" cy="33269"/>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45"/>
            <p:cNvSpPr/>
            <p:nvPr/>
          </p:nvSpPr>
          <p:spPr>
            <a:xfrm>
              <a:off x="5089943" y="2408044"/>
              <a:ext cx="38928" cy="33269"/>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45"/>
            <p:cNvSpPr/>
            <p:nvPr/>
          </p:nvSpPr>
          <p:spPr>
            <a:xfrm>
              <a:off x="5089943" y="2360510"/>
              <a:ext cx="38928" cy="33331"/>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45"/>
            <p:cNvSpPr/>
            <p:nvPr/>
          </p:nvSpPr>
          <p:spPr>
            <a:xfrm>
              <a:off x="5089943" y="2312992"/>
              <a:ext cx="38928" cy="33316"/>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45"/>
            <p:cNvSpPr/>
            <p:nvPr/>
          </p:nvSpPr>
          <p:spPr>
            <a:xfrm>
              <a:off x="5089943" y="2265583"/>
              <a:ext cx="38928" cy="33238"/>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45"/>
            <p:cNvSpPr/>
            <p:nvPr/>
          </p:nvSpPr>
          <p:spPr>
            <a:xfrm>
              <a:off x="5089943" y="2218065"/>
              <a:ext cx="38928" cy="33269"/>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45"/>
            <p:cNvSpPr/>
            <p:nvPr/>
          </p:nvSpPr>
          <p:spPr>
            <a:xfrm>
              <a:off x="5089943" y="2170531"/>
              <a:ext cx="38928" cy="33331"/>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45"/>
            <p:cNvSpPr/>
            <p:nvPr/>
          </p:nvSpPr>
          <p:spPr>
            <a:xfrm>
              <a:off x="5089943" y="2123012"/>
              <a:ext cx="39006" cy="33316"/>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45"/>
            <p:cNvSpPr/>
            <p:nvPr/>
          </p:nvSpPr>
          <p:spPr>
            <a:xfrm>
              <a:off x="5089943" y="2075478"/>
              <a:ext cx="38928" cy="33269"/>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45"/>
            <p:cNvSpPr/>
            <p:nvPr/>
          </p:nvSpPr>
          <p:spPr>
            <a:xfrm>
              <a:off x="5089943" y="2027960"/>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45"/>
            <p:cNvSpPr/>
            <p:nvPr/>
          </p:nvSpPr>
          <p:spPr>
            <a:xfrm>
              <a:off x="5089943" y="1980426"/>
              <a:ext cx="38928" cy="33331"/>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45"/>
            <p:cNvSpPr/>
            <p:nvPr/>
          </p:nvSpPr>
          <p:spPr>
            <a:xfrm>
              <a:off x="5089943" y="1932892"/>
              <a:ext cx="38928" cy="33331"/>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45"/>
            <p:cNvSpPr/>
            <p:nvPr/>
          </p:nvSpPr>
          <p:spPr>
            <a:xfrm>
              <a:off x="5089943" y="1885499"/>
              <a:ext cx="38928" cy="33222"/>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45"/>
            <p:cNvSpPr/>
            <p:nvPr/>
          </p:nvSpPr>
          <p:spPr>
            <a:xfrm>
              <a:off x="5089943" y="1837980"/>
              <a:ext cx="38928" cy="33253"/>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45"/>
            <p:cNvSpPr/>
            <p:nvPr/>
          </p:nvSpPr>
          <p:spPr>
            <a:xfrm>
              <a:off x="5089943" y="1790446"/>
              <a:ext cx="38928" cy="33269"/>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45"/>
            <p:cNvSpPr/>
            <p:nvPr/>
          </p:nvSpPr>
          <p:spPr>
            <a:xfrm>
              <a:off x="5089943" y="1742913"/>
              <a:ext cx="38928" cy="33331"/>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45"/>
            <p:cNvSpPr/>
            <p:nvPr/>
          </p:nvSpPr>
          <p:spPr>
            <a:xfrm>
              <a:off x="5089943" y="1695519"/>
              <a:ext cx="38928" cy="33207"/>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45"/>
            <p:cNvSpPr/>
            <p:nvPr/>
          </p:nvSpPr>
          <p:spPr>
            <a:xfrm>
              <a:off x="5089943" y="1505414"/>
              <a:ext cx="38928" cy="33331"/>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45"/>
            <p:cNvSpPr/>
            <p:nvPr/>
          </p:nvSpPr>
          <p:spPr>
            <a:xfrm>
              <a:off x="5042534" y="2455563"/>
              <a:ext cx="38804" cy="33269"/>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45"/>
            <p:cNvSpPr/>
            <p:nvPr/>
          </p:nvSpPr>
          <p:spPr>
            <a:xfrm>
              <a:off x="5042534" y="2408044"/>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45"/>
            <p:cNvSpPr/>
            <p:nvPr/>
          </p:nvSpPr>
          <p:spPr>
            <a:xfrm>
              <a:off x="5042534" y="2360510"/>
              <a:ext cx="38804" cy="33331"/>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45"/>
            <p:cNvSpPr/>
            <p:nvPr/>
          </p:nvSpPr>
          <p:spPr>
            <a:xfrm>
              <a:off x="5042534" y="2312992"/>
              <a:ext cx="38804" cy="33316"/>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45"/>
            <p:cNvSpPr/>
            <p:nvPr/>
          </p:nvSpPr>
          <p:spPr>
            <a:xfrm>
              <a:off x="5042534" y="2265583"/>
              <a:ext cx="38804" cy="33238"/>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45"/>
            <p:cNvSpPr/>
            <p:nvPr/>
          </p:nvSpPr>
          <p:spPr>
            <a:xfrm>
              <a:off x="5042534" y="2218065"/>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45"/>
            <p:cNvSpPr/>
            <p:nvPr/>
          </p:nvSpPr>
          <p:spPr>
            <a:xfrm>
              <a:off x="5042534" y="2170531"/>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45"/>
            <p:cNvSpPr/>
            <p:nvPr/>
          </p:nvSpPr>
          <p:spPr>
            <a:xfrm>
              <a:off x="5042534" y="2123012"/>
              <a:ext cx="38897" cy="33316"/>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45"/>
            <p:cNvSpPr/>
            <p:nvPr/>
          </p:nvSpPr>
          <p:spPr>
            <a:xfrm>
              <a:off x="5042534" y="2075478"/>
              <a:ext cx="38804" cy="33269"/>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45"/>
            <p:cNvSpPr/>
            <p:nvPr/>
          </p:nvSpPr>
          <p:spPr>
            <a:xfrm>
              <a:off x="5042534" y="202796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45"/>
            <p:cNvSpPr/>
            <p:nvPr/>
          </p:nvSpPr>
          <p:spPr>
            <a:xfrm>
              <a:off x="5042534" y="1980426"/>
              <a:ext cx="38804" cy="33331"/>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45"/>
            <p:cNvSpPr/>
            <p:nvPr/>
          </p:nvSpPr>
          <p:spPr>
            <a:xfrm>
              <a:off x="5042534" y="1932892"/>
              <a:ext cx="38804" cy="33331"/>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45"/>
            <p:cNvSpPr/>
            <p:nvPr/>
          </p:nvSpPr>
          <p:spPr>
            <a:xfrm>
              <a:off x="5042534" y="1885499"/>
              <a:ext cx="38804" cy="33222"/>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45"/>
            <p:cNvSpPr/>
            <p:nvPr/>
          </p:nvSpPr>
          <p:spPr>
            <a:xfrm>
              <a:off x="5042534" y="183798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45"/>
            <p:cNvSpPr/>
            <p:nvPr/>
          </p:nvSpPr>
          <p:spPr>
            <a:xfrm>
              <a:off x="5042534" y="1790446"/>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45"/>
            <p:cNvSpPr/>
            <p:nvPr/>
          </p:nvSpPr>
          <p:spPr>
            <a:xfrm>
              <a:off x="5042534" y="174291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45"/>
            <p:cNvSpPr/>
            <p:nvPr/>
          </p:nvSpPr>
          <p:spPr>
            <a:xfrm>
              <a:off x="5042534"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45"/>
            <p:cNvSpPr/>
            <p:nvPr/>
          </p:nvSpPr>
          <p:spPr>
            <a:xfrm>
              <a:off x="5042534"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45"/>
            <p:cNvSpPr/>
            <p:nvPr/>
          </p:nvSpPr>
          <p:spPr>
            <a:xfrm>
              <a:off x="4995015" y="2312992"/>
              <a:ext cx="38788" cy="33316"/>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45"/>
            <p:cNvSpPr/>
            <p:nvPr/>
          </p:nvSpPr>
          <p:spPr>
            <a:xfrm>
              <a:off x="4995015" y="2265583"/>
              <a:ext cx="38788" cy="33238"/>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45"/>
            <p:cNvSpPr/>
            <p:nvPr/>
          </p:nvSpPr>
          <p:spPr>
            <a:xfrm>
              <a:off x="4995015" y="2218065"/>
              <a:ext cx="38788" cy="33269"/>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45"/>
            <p:cNvSpPr/>
            <p:nvPr/>
          </p:nvSpPr>
          <p:spPr>
            <a:xfrm>
              <a:off x="4995015" y="2170531"/>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45"/>
            <p:cNvSpPr/>
            <p:nvPr/>
          </p:nvSpPr>
          <p:spPr>
            <a:xfrm>
              <a:off x="4995015" y="2123012"/>
              <a:ext cx="38881" cy="33316"/>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45"/>
            <p:cNvSpPr/>
            <p:nvPr/>
          </p:nvSpPr>
          <p:spPr>
            <a:xfrm>
              <a:off x="4995015" y="2075478"/>
              <a:ext cx="38788" cy="33269"/>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45"/>
            <p:cNvSpPr/>
            <p:nvPr/>
          </p:nvSpPr>
          <p:spPr>
            <a:xfrm>
              <a:off x="4995015" y="2027960"/>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45"/>
            <p:cNvSpPr/>
            <p:nvPr/>
          </p:nvSpPr>
          <p:spPr>
            <a:xfrm>
              <a:off x="4995015" y="1980426"/>
              <a:ext cx="38788" cy="33331"/>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45"/>
            <p:cNvSpPr/>
            <p:nvPr/>
          </p:nvSpPr>
          <p:spPr>
            <a:xfrm>
              <a:off x="4995015" y="1932892"/>
              <a:ext cx="38788" cy="33331"/>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45"/>
            <p:cNvSpPr/>
            <p:nvPr/>
          </p:nvSpPr>
          <p:spPr>
            <a:xfrm>
              <a:off x="4995015" y="1885499"/>
              <a:ext cx="38788" cy="33222"/>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45"/>
            <p:cNvSpPr/>
            <p:nvPr/>
          </p:nvSpPr>
          <p:spPr>
            <a:xfrm>
              <a:off x="4995015" y="1837980"/>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45"/>
            <p:cNvSpPr/>
            <p:nvPr/>
          </p:nvSpPr>
          <p:spPr>
            <a:xfrm>
              <a:off x="4995015" y="1790446"/>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45"/>
            <p:cNvSpPr/>
            <p:nvPr/>
          </p:nvSpPr>
          <p:spPr>
            <a:xfrm>
              <a:off x="4995015" y="1742913"/>
              <a:ext cx="38788" cy="33331"/>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45"/>
            <p:cNvSpPr/>
            <p:nvPr/>
          </p:nvSpPr>
          <p:spPr>
            <a:xfrm>
              <a:off x="4995015"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45"/>
            <p:cNvSpPr/>
            <p:nvPr/>
          </p:nvSpPr>
          <p:spPr>
            <a:xfrm>
              <a:off x="4995015" y="1648001"/>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45"/>
            <p:cNvSpPr/>
            <p:nvPr/>
          </p:nvSpPr>
          <p:spPr>
            <a:xfrm>
              <a:off x="4995015" y="1600467"/>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45"/>
            <p:cNvSpPr/>
            <p:nvPr/>
          </p:nvSpPr>
          <p:spPr>
            <a:xfrm>
              <a:off x="4995015" y="1458021"/>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45"/>
            <p:cNvSpPr/>
            <p:nvPr/>
          </p:nvSpPr>
          <p:spPr>
            <a:xfrm>
              <a:off x="4947481" y="2408044"/>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45"/>
            <p:cNvSpPr/>
            <p:nvPr/>
          </p:nvSpPr>
          <p:spPr>
            <a:xfrm>
              <a:off x="4947481" y="2360510"/>
              <a:ext cx="38804" cy="33331"/>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45"/>
            <p:cNvSpPr/>
            <p:nvPr/>
          </p:nvSpPr>
          <p:spPr>
            <a:xfrm>
              <a:off x="4947481" y="2312992"/>
              <a:ext cx="38804" cy="33316"/>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45"/>
            <p:cNvSpPr/>
            <p:nvPr/>
          </p:nvSpPr>
          <p:spPr>
            <a:xfrm>
              <a:off x="4947481" y="2265583"/>
              <a:ext cx="38804" cy="33238"/>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45"/>
            <p:cNvSpPr/>
            <p:nvPr/>
          </p:nvSpPr>
          <p:spPr>
            <a:xfrm>
              <a:off x="4947481" y="2218065"/>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45"/>
            <p:cNvSpPr/>
            <p:nvPr/>
          </p:nvSpPr>
          <p:spPr>
            <a:xfrm>
              <a:off x="4947481" y="2170531"/>
              <a:ext cx="38804" cy="33331"/>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45"/>
            <p:cNvSpPr/>
            <p:nvPr/>
          </p:nvSpPr>
          <p:spPr>
            <a:xfrm>
              <a:off x="4947481" y="2123012"/>
              <a:ext cx="38897" cy="33316"/>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45"/>
            <p:cNvSpPr/>
            <p:nvPr/>
          </p:nvSpPr>
          <p:spPr>
            <a:xfrm>
              <a:off x="4947481" y="2075478"/>
              <a:ext cx="38804" cy="33269"/>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45"/>
            <p:cNvSpPr/>
            <p:nvPr/>
          </p:nvSpPr>
          <p:spPr>
            <a:xfrm>
              <a:off x="4947481" y="202796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45"/>
            <p:cNvSpPr/>
            <p:nvPr/>
          </p:nvSpPr>
          <p:spPr>
            <a:xfrm>
              <a:off x="4947481" y="1980426"/>
              <a:ext cx="38804" cy="33331"/>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45"/>
            <p:cNvSpPr/>
            <p:nvPr/>
          </p:nvSpPr>
          <p:spPr>
            <a:xfrm>
              <a:off x="4947481" y="1932892"/>
              <a:ext cx="38804" cy="33331"/>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45"/>
            <p:cNvSpPr/>
            <p:nvPr/>
          </p:nvSpPr>
          <p:spPr>
            <a:xfrm>
              <a:off x="4947481" y="1885499"/>
              <a:ext cx="38804" cy="33222"/>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45"/>
            <p:cNvSpPr/>
            <p:nvPr/>
          </p:nvSpPr>
          <p:spPr>
            <a:xfrm>
              <a:off x="4947481" y="183798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45"/>
            <p:cNvSpPr/>
            <p:nvPr/>
          </p:nvSpPr>
          <p:spPr>
            <a:xfrm>
              <a:off x="4947481"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45"/>
            <p:cNvSpPr/>
            <p:nvPr/>
          </p:nvSpPr>
          <p:spPr>
            <a:xfrm>
              <a:off x="4947481" y="1742913"/>
              <a:ext cx="38804" cy="33331"/>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45"/>
            <p:cNvSpPr/>
            <p:nvPr/>
          </p:nvSpPr>
          <p:spPr>
            <a:xfrm>
              <a:off x="4947481" y="1695519"/>
              <a:ext cx="38804" cy="33207"/>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45"/>
            <p:cNvSpPr/>
            <p:nvPr/>
          </p:nvSpPr>
          <p:spPr>
            <a:xfrm>
              <a:off x="4947481" y="164800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45"/>
            <p:cNvSpPr/>
            <p:nvPr/>
          </p:nvSpPr>
          <p:spPr>
            <a:xfrm>
              <a:off x="4947481" y="1505414"/>
              <a:ext cx="38804" cy="33331"/>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45"/>
            <p:cNvSpPr/>
            <p:nvPr/>
          </p:nvSpPr>
          <p:spPr>
            <a:xfrm>
              <a:off x="4899963" y="2312992"/>
              <a:ext cx="38913" cy="33316"/>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45"/>
            <p:cNvSpPr/>
            <p:nvPr/>
          </p:nvSpPr>
          <p:spPr>
            <a:xfrm>
              <a:off x="4899963" y="2265583"/>
              <a:ext cx="38913" cy="33238"/>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45"/>
            <p:cNvSpPr/>
            <p:nvPr/>
          </p:nvSpPr>
          <p:spPr>
            <a:xfrm>
              <a:off x="4899963" y="2218065"/>
              <a:ext cx="38913" cy="33269"/>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45"/>
            <p:cNvSpPr/>
            <p:nvPr/>
          </p:nvSpPr>
          <p:spPr>
            <a:xfrm>
              <a:off x="4899963" y="2170531"/>
              <a:ext cx="38913" cy="33331"/>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45"/>
            <p:cNvSpPr/>
            <p:nvPr/>
          </p:nvSpPr>
          <p:spPr>
            <a:xfrm>
              <a:off x="4899963" y="2123012"/>
              <a:ext cx="39006" cy="33316"/>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45"/>
            <p:cNvSpPr/>
            <p:nvPr/>
          </p:nvSpPr>
          <p:spPr>
            <a:xfrm>
              <a:off x="4899963" y="2075478"/>
              <a:ext cx="38913" cy="33269"/>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45"/>
            <p:cNvSpPr/>
            <p:nvPr/>
          </p:nvSpPr>
          <p:spPr>
            <a:xfrm>
              <a:off x="4899963" y="2027960"/>
              <a:ext cx="38913" cy="33253"/>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45"/>
            <p:cNvSpPr/>
            <p:nvPr/>
          </p:nvSpPr>
          <p:spPr>
            <a:xfrm>
              <a:off x="4899963" y="1980426"/>
              <a:ext cx="38913" cy="33331"/>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45"/>
            <p:cNvSpPr/>
            <p:nvPr/>
          </p:nvSpPr>
          <p:spPr>
            <a:xfrm>
              <a:off x="4899963" y="1932892"/>
              <a:ext cx="38913" cy="33331"/>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45"/>
            <p:cNvSpPr/>
            <p:nvPr/>
          </p:nvSpPr>
          <p:spPr>
            <a:xfrm>
              <a:off x="4899963" y="1885499"/>
              <a:ext cx="38913" cy="33222"/>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45"/>
            <p:cNvSpPr/>
            <p:nvPr/>
          </p:nvSpPr>
          <p:spPr>
            <a:xfrm>
              <a:off x="4899963" y="1837980"/>
              <a:ext cx="38913" cy="33253"/>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45"/>
            <p:cNvSpPr/>
            <p:nvPr/>
          </p:nvSpPr>
          <p:spPr>
            <a:xfrm>
              <a:off x="4899963" y="1790446"/>
              <a:ext cx="38913" cy="33269"/>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45"/>
            <p:cNvSpPr/>
            <p:nvPr/>
          </p:nvSpPr>
          <p:spPr>
            <a:xfrm>
              <a:off x="4899963" y="1742913"/>
              <a:ext cx="38913" cy="33331"/>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45"/>
            <p:cNvSpPr/>
            <p:nvPr/>
          </p:nvSpPr>
          <p:spPr>
            <a:xfrm>
              <a:off x="4899963" y="1695519"/>
              <a:ext cx="38913" cy="33207"/>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45"/>
            <p:cNvSpPr/>
            <p:nvPr/>
          </p:nvSpPr>
          <p:spPr>
            <a:xfrm>
              <a:off x="4899963" y="1552933"/>
              <a:ext cx="38913" cy="33331"/>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45"/>
            <p:cNvSpPr/>
            <p:nvPr/>
          </p:nvSpPr>
          <p:spPr>
            <a:xfrm>
              <a:off x="4852429" y="2218065"/>
              <a:ext cx="38928" cy="33269"/>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45"/>
            <p:cNvSpPr/>
            <p:nvPr/>
          </p:nvSpPr>
          <p:spPr>
            <a:xfrm>
              <a:off x="4852429" y="2170531"/>
              <a:ext cx="38928" cy="33331"/>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45"/>
            <p:cNvSpPr/>
            <p:nvPr/>
          </p:nvSpPr>
          <p:spPr>
            <a:xfrm>
              <a:off x="4852429" y="2123012"/>
              <a:ext cx="39022" cy="33316"/>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45"/>
            <p:cNvSpPr/>
            <p:nvPr/>
          </p:nvSpPr>
          <p:spPr>
            <a:xfrm>
              <a:off x="4852429" y="2075478"/>
              <a:ext cx="38928" cy="33269"/>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45"/>
            <p:cNvSpPr/>
            <p:nvPr/>
          </p:nvSpPr>
          <p:spPr>
            <a:xfrm>
              <a:off x="4852429" y="2027960"/>
              <a:ext cx="38928" cy="33253"/>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45"/>
            <p:cNvSpPr/>
            <p:nvPr/>
          </p:nvSpPr>
          <p:spPr>
            <a:xfrm>
              <a:off x="4852429" y="1980426"/>
              <a:ext cx="38928" cy="33331"/>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45"/>
            <p:cNvSpPr/>
            <p:nvPr/>
          </p:nvSpPr>
          <p:spPr>
            <a:xfrm>
              <a:off x="4852429" y="1932892"/>
              <a:ext cx="38928" cy="33331"/>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45"/>
            <p:cNvSpPr/>
            <p:nvPr/>
          </p:nvSpPr>
          <p:spPr>
            <a:xfrm>
              <a:off x="4852429" y="1885499"/>
              <a:ext cx="38928" cy="33222"/>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45"/>
            <p:cNvSpPr/>
            <p:nvPr/>
          </p:nvSpPr>
          <p:spPr>
            <a:xfrm>
              <a:off x="4852429" y="1837980"/>
              <a:ext cx="38928" cy="33253"/>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45"/>
            <p:cNvSpPr/>
            <p:nvPr/>
          </p:nvSpPr>
          <p:spPr>
            <a:xfrm>
              <a:off x="4852429" y="1790446"/>
              <a:ext cx="38928" cy="33269"/>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45"/>
            <p:cNvSpPr/>
            <p:nvPr/>
          </p:nvSpPr>
          <p:spPr>
            <a:xfrm>
              <a:off x="4852429" y="1742913"/>
              <a:ext cx="38928" cy="33331"/>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45"/>
            <p:cNvSpPr/>
            <p:nvPr/>
          </p:nvSpPr>
          <p:spPr>
            <a:xfrm>
              <a:off x="4852429" y="1695519"/>
              <a:ext cx="38928" cy="33207"/>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45"/>
            <p:cNvSpPr/>
            <p:nvPr/>
          </p:nvSpPr>
          <p:spPr>
            <a:xfrm>
              <a:off x="4852429" y="1600467"/>
              <a:ext cx="38928" cy="33269"/>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45"/>
            <p:cNvSpPr/>
            <p:nvPr/>
          </p:nvSpPr>
          <p:spPr>
            <a:xfrm>
              <a:off x="4852429" y="1552933"/>
              <a:ext cx="38928" cy="33331"/>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45"/>
            <p:cNvSpPr/>
            <p:nvPr/>
          </p:nvSpPr>
          <p:spPr>
            <a:xfrm>
              <a:off x="4852429" y="1505414"/>
              <a:ext cx="38928" cy="33331"/>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45"/>
            <p:cNvSpPr/>
            <p:nvPr/>
          </p:nvSpPr>
          <p:spPr>
            <a:xfrm>
              <a:off x="4805035" y="2027960"/>
              <a:ext cx="38788" cy="33253"/>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45"/>
            <p:cNvSpPr/>
            <p:nvPr/>
          </p:nvSpPr>
          <p:spPr>
            <a:xfrm>
              <a:off x="4805035" y="1980426"/>
              <a:ext cx="38788" cy="33331"/>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45"/>
            <p:cNvSpPr/>
            <p:nvPr/>
          </p:nvSpPr>
          <p:spPr>
            <a:xfrm>
              <a:off x="4805035" y="1932892"/>
              <a:ext cx="38788" cy="33331"/>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45"/>
            <p:cNvSpPr/>
            <p:nvPr/>
          </p:nvSpPr>
          <p:spPr>
            <a:xfrm>
              <a:off x="4805035" y="1885499"/>
              <a:ext cx="38788" cy="33222"/>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45"/>
            <p:cNvSpPr/>
            <p:nvPr/>
          </p:nvSpPr>
          <p:spPr>
            <a:xfrm>
              <a:off x="4805035" y="1837980"/>
              <a:ext cx="38788" cy="33253"/>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45"/>
            <p:cNvSpPr/>
            <p:nvPr/>
          </p:nvSpPr>
          <p:spPr>
            <a:xfrm>
              <a:off x="4805035" y="1790446"/>
              <a:ext cx="38788" cy="33269"/>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45"/>
            <p:cNvSpPr/>
            <p:nvPr/>
          </p:nvSpPr>
          <p:spPr>
            <a:xfrm>
              <a:off x="4805035" y="1742913"/>
              <a:ext cx="38788" cy="33331"/>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45"/>
            <p:cNvSpPr/>
            <p:nvPr/>
          </p:nvSpPr>
          <p:spPr>
            <a:xfrm>
              <a:off x="4805035" y="1695519"/>
              <a:ext cx="38788" cy="33207"/>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45"/>
            <p:cNvSpPr/>
            <p:nvPr/>
          </p:nvSpPr>
          <p:spPr>
            <a:xfrm>
              <a:off x="4805035" y="1552933"/>
              <a:ext cx="38788" cy="33331"/>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45"/>
            <p:cNvSpPr/>
            <p:nvPr/>
          </p:nvSpPr>
          <p:spPr>
            <a:xfrm>
              <a:off x="4757502" y="1980426"/>
              <a:ext cx="38804" cy="33331"/>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45"/>
            <p:cNvSpPr/>
            <p:nvPr/>
          </p:nvSpPr>
          <p:spPr>
            <a:xfrm>
              <a:off x="4757502" y="1932892"/>
              <a:ext cx="38804" cy="33331"/>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45"/>
            <p:cNvSpPr/>
            <p:nvPr/>
          </p:nvSpPr>
          <p:spPr>
            <a:xfrm>
              <a:off x="4757502" y="1885499"/>
              <a:ext cx="38804" cy="33269"/>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45"/>
            <p:cNvSpPr/>
            <p:nvPr/>
          </p:nvSpPr>
          <p:spPr>
            <a:xfrm>
              <a:off x="4757502" y="183798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45"/>
            <p:cNvSpPr/>
            <p:nvPr/>
          </p:nvSpPr>
          <p:spPr>
            <a:xfrm>
              <a:off x="4757502"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45"/>
            <p:cNvSpPr/>
            <p:nvPr/>
          </p:nvSpPr>
          <p:spPr>
            <a:xfrm>
              <a:off x="4757502" y="1742913"/>
              <a:ext cx="38804" cy="33331"/>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45"/>
            <p:cNvSpPr/>
            <p:nvPr/>
          </p:nvSpPr>
          <p:spPr>
            <a:xfrm>
              <a:off x="4757502" y="1695519"/>
              <a:ext cx="38804" cy="33207"/>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45"/>
            <p:cNvSpPr/>
            <p:nvPr/>
          </p:nvSpPr>
          <p:spPr>
            <a:xfrm>
              <a:off x="4709983" y="1932892"/>
              <a:ext cx="38788" cy="33331"/>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45"/>
            <p:cNvSpPr/>
            <p:nvPr/>
          </p:nvSpPr>
          <p:spPr>
            <a:xfrm>
              <a:off x="4709983" y="1885499"/>
              <a:ext cx="38788" cy="33222"/>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45"/>
            <p:cNvSpPr/>
            <p:nvPr/>
          </p:nvSpPr>
          <p:spPr>
            <a:xfrm>
              <a:off x="4709983" y="183798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45"/>
            <p:cNvSpPr/>
            <p:nvPr/>
          </p:nvSpPr>
          <p:spPr>
            <a:xfrm>
              <a:off x="4709983" y="1790446"/>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45"/>
            <p:cNvSpPr/>
            <p:nvPr/>
          </p:nvSpPr>
          <p:spPr>
            <a:xfrm>
              <a:off x="4709983" y="1742913"/>
              <a:ext cx="38788" cy="33331"/>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45"/>
            <p:cNvSpPr/>
            <p:nvPr/>
          </p:nvSpPr>
          <p:spPr>
            <a:xfrm>
              <a:off x="4709983"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45"/>
            <p:cNvSpPr/>
            <p:nvPr/>
          </p:nvSpPr>
          <p:spPr>
            <a:xfrm>
              <a:off x="4662449" y="1837980"/>
              <a:ext cx="38928" cy="33253"/>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45"/>
            <p:cNvSpPr/>
            <p:nvPr/>
          </p:nvSpPr>
          <p:spPr>
            <a:xfrm>
              <a:off x="4662449" y="1790446"/>
              <a:ext cx="38928" cy="33269"/>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45"/>
            <p:cNvSpPr/>
            <p:nvPr/>
          </p:nvSpPr>
          <p:spPr>
            <a:xfrm>
              <a:off x="4662449" y="1742913"/>
              <a:ext cx="38928" cy="33331"/>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45"/>
            <p:cNvSpPr/>
            <p:nvPr/>
          </p:nvSpPr>
          <p:spPr>
            <a:xfrm>
              <a:off x="4662449" y="1695519"/>
              <a:ext cx="38928" cy="33207"/>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45"/>
            <p:cNvSpPr/>
            <p:nvPr/>
          </p:nvSpPr>
          <p:spPr>
            <a:xfrm>
              <a:off x="4614931" y="1837980"/>
              <a:ext cx="38788" cy="33253"/>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45"/>
            <p:cNvSpPr/>
            <p:nvPr/>
          </p:nvSpPr>
          <p:spPr>
            <a:xfrm>
              <a:off x="4614931" y="1790446"/>
              <a:ext cx="38788" cy="33269"/>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45"/>
            <p:cNvSpPr/>
            <p:nvPr/>
          </p:nvSpPr>
          <p:spPr>
            <a:xfrm>
              <a:off x="4614931" y="1742913"/>
              <a:ext cx="38788" cy="33331"/>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45"/>
            <p:cNvSpPr/>
            <p:nvPr/>
          </p:nvSpPr>
          <p:spPr>
            <a:xfrm>
              <a:off x="4614931" y="1695519"/>
              <a:ext cx="38788" cy="33207"/>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45"/>
            <p:cNvSpPr/>
            <p:nvPr/>
          </p:nvSpPr>
          <p:spPr>
            <a:xfrm>
              <a:off x="4567397" y="183798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45"/>
            <p:cNvSpPr/>
            <p:nvPr/>
          </p:nvSpPr>
          <p:spPr>
            <a:xfrm>
              <a:off x="4567397"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45"/>
            <p:cNvSpPr/>
            <p:nvPr/>
          </p:nvSpPr>
          <p:spPr>
            <a:xfrm>
              <a:off x="4567397" y="1742913"/>
              <a:ext cx="38804" cy="33331"/>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45"/>
            <p:cNvSpPr/>
            <p:nvPr/>
          </p:nvSpPr>
          <p:spPr>
            <a:xfrm>
              <a:off x="4567397" y="1695519"/>
              <a:ext cx="38804" cy="33207"/>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45"/>
            <p:cNvSpPr/>
            <p:nvPr/>
          </p:nvSpPr>
          <p:spPr>
            <a:xfrm>
              <a:off x="4519879" y="1837980"/>
              <a:ext cx="38913" cy="33253"/>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45"/>
            <p:cNvSpPr/>
            <p:nvPr/>
          </p:nvSpPr>
          <p:spPr>
            <a:xfrm>
              <a:off x="4519879" y="1790446"/>
              <a:ext cx="38913" cy="33269"/>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45"/>
            <p:cNvSpPr/>
            <p:nvPr/>
          </p:nvSpPr>
          <p:spPr>
            <a:xfrm>
              <a:off x="4519879" y="1742913"/>
              <a:ext cx="38913" cy="33331"/>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45"/>
            <p:cNvSpPr/>
            <p:nvPr/>
          </p:nvSpPr>
          <p:spPr>
            <a:xfrm>
              <a:off x="4519879" y="1695519"/>
              <a:ext cx="38913" cy="33207"/>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45"/>
            <p:cNvSpPr/>
            <p:nvPr/>
          </p:nvSpPr>
          <p:spPr>
            <a:xfrm>
              <a:off x="4472345" y="1837980"/>
              <a:ext cx="38928" cy="33253"/>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45"/>
            <p:cNvSpPr/>
            <p:nvPr/>
          </p:nvSpPr>
          <p:spPr>
            <a:xfrm>
              <a:off x="4472345" y="1790446"/>
              <a:ext cx="38928" cy="33269"/>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45"/>
            <p:cNvSpPr/>
            <p:nvPr/>
          </p:nvSpPr>
          <p:spPr>
            <a:xfrm>
              <a:off x="4472345" y="1742913"/>
              <a:ext cx="38928" cy="33331"/>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45"/>
            <p:cNvSpPr/>
            <p:nvPr/>
          </p:nvSpPr>
          <p:spPr>
            <a:xfrm>
              <a:off x="4472345" y="1695519"/>
              <a:ext cx="38928" cy="33207"/>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45"/>
            <p:cNvSpPr/>
            <p:nvPr/>
          </p:nvSpPr>
          <p:spPr>
            <a:xfrm>
              <a:off x="4424951" y="1885499"/>
              <a:ext cx="38881" cy="33222"/>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45"/>
            <p:cNvSpPr/>
            <p:nvPr/>
          </p:nvSpPr>
          <p:spPr>
            <a:xfrm>
              <a:off x="4424951" y="1837965"/>
              <a:ext cx="38881" cy="33238"/>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45"/>
            <p:cNvSpPr/>
            <p:nvPr/>
          </p:nvSpPr>
          <p:spPr>
            <a:xfrm>
              <a:off x="4424951" y="1790446"/>
              <a:ext cx="38913" cy="33269"/>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45"/>
            <p:cNvSpPr/>
            <p:nvPr/>
          </p:nvSpPr>
          <p:spPr>
            <a:xfrm>
              <a:off x="4424951" y="1742913"/>
              <a:ext cx="38913" cy="33331"/>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45"/>
            <p:cNvSpPr/>
            <p:nvPr/>
          </p:nvSpPr>
          <p:spPr>
            <a:xfrm>
              <a:off x="4424951" y="1695519"/>
              <a:ext cx="38881" cy="33222"/>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45"/>
            <p:cNvSpPr/>
            <p:nvPr/>
          </p:nvSpPr>
          <p:spPr>
            <a:xfrm>
              <a:off x="4377417" y="1932892"/>
              <a:ext cx="38804" cy="33331"/>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45"/>
            <p:cNvSpPr/>
            <p:nvPr/>
          </p:nvSpPr>
          <p:spPr>
            <a:xfrm>
              <a:off x="4377417" y="1885499"/>
              <a:ext cx="38804" cy="33222"/>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45"/>
            <p:cNvSpPr/>
            <p:nvPr/>
          </p:nvSpPr>
          <p:spPr>
            <a:xfrm>
              <a:off x="4377417" y="1837980"/>
              <a:ext cx="38804" cy="33253"/>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45"/>
            <p:cNvSpPr/>
            <p:nvPr/>
          </p:nvSpPr>
          <p:spPr>
            <a:xfrm>
              <a:off x="4377417" y="1790446"/>
              <a:ext cx="38804" cy="33269"/>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45"/>
            <p:cNvSpPr/>
            <p:nvPr/>
          </p:nvSpPr>
          <p:spPr>
            <a:xfrm>
              <a:off x="4377417" y="1742913"/>
              <a:ext cx="38804" cy="33331"/>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45"/>
            <p:cNvSpPr/>
            <p:nvPr/>
          </p:nvSpPr>
          <p:spPr>
            <a:xfrm>
              <a:off x="4377417" y="1695519"/>
              <a:ext cx="38757" cy="33207"/>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45"/>
            <p:cNvSpPr/>
            <p:nvPr/>
          </p:nvSpPr>
          <p:spPr>
            <a:xfrm>
              <a:off x="4329899" y="1932892"/>
              <a:ext cx="38788" cy="33331"/>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45"/>
            <p:cNvSpPr/>
            <p:nvPr/>
          </p:nvSpPr>
          <p:spPr>
            <a:xfrm>
              <a:off x="4329899" y="183798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45"/>
            <p:cNvSpPr/>
            <p:nvPr/>
          </p:nvSpPr>
          <p:spPr>
            <a:xfrm>
              <a:off x="4329899" y="1790446"/>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45"/>
            <p:cNvSpPr/>
            <p:nvPr/>
          </p:nvSpPr>
          <p:spPr>
            <a:xfrm>
              <a:off x="4329899" y="1742913"/>
              <a:ext cx="38788" cy="33331"/>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45"/>
            <p:cNvSpPr/>
            <p:nvPr/>
          </p:nvSpPr>
          <p:spPr>
            <a:xfrm>
              <a:off x="6942596" y="2360510"/>
              <a:ext cx="38928" cy="33331"/>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45"/>
            <p:cNvSpPr/>
            <p:nvPr/>
          </p:nvSpPr>
          <p:spPr>
            <a:xfrm>
              <a:off x="6942596" y="2408044"/>
              <a:ext cx="38928" cy="33269"/>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45"/>
            <p:cNvSpPr/>
            <p:nvPr/>
          </p:nvSpPr>
          <p:spPr>
            <a:xfrm>
              <a:off x="6990130" y="2408044"/>
              <a:ext cx="38788" cy="33269"/>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45"/>
            <p:cNvSpPr/>
            <p:nvPr/>
          </p:nvSpPr>
          <p:spPr>
            <a:xfrm>
              <a:off x="6990130" y="2503096"/>
              <a:ext cx="38788" cy="33222"/>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45"/>
            <p:cNvSpPr/>
            <p:nvPr/>
          </p:nvSpPr>
          <p:spPr>
            <a:xfrm>
              <a:off x="7037648" y="2455563"/>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45"/>
            <p:cNvSpPr/>
            <p:nvPr/>
          </p:nvSpPr>
          <p:spPr>
            <a:xfrm>
              <a:off x="6990130" y="2455563"/>
              <a:ext cx="38788" cy="33269"/>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45"/>
            <p:cNvSpPr/>
            <p:nvPr/>
          </p:nvSpPr>
          <p:spPr>
            <a:xfrm>
              <a:off x="7370089" y="1648001"/>
              <a:ext cx="38913" cy="33253"/>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45"/>
            <p:cNvSpPr/>
            <p:nvPr/>
          </p:nvSpPr>
          <p:spPr>
            <a:xfrm>
              <a:off x="7370089" y="1695519"/>
              <a:ext cx="38913" cy="33207"/>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45"/>
            <p:cNvSpPr/>
            <p:nvPr/>
          </p:nvSpPr>
          <p:spPr>
            <a:xfrm>
              <a:off x="7370089" y="1742913"/>
              <a:ext cx="38913" cy="33331"/>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45"/>
            <p:cNvSpPr/>
            <p:nvPr/>
          </p:nvSpPr>
          <p:spPr>
            <a:xfrm>
              <a:off x="7370089" y="1790446"/>
              <a:ext cx="38913" cy="33269"/>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45"/>
            <p:cNvSpPr/>
            <p:nvPr/>
          </p:nvSpPr>
          <p:spPr>
            <a:xfrm>
              <a:off x="7370089" y="1837980"/>
              <a:ext cx="38913" cy="33253"/>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45"/>
            <p:cNvSpPr/>
            <p:nvPr/>
          </p:nvSpPr>
          <p:spPr>
            <a:xfrm>
              <a:off x="7370089" y="1885499"/>
              <a:ext cx="38913" cy="33269"/>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45"/>
            <p:cNvSpPr/>
            <p:nvPr/>
          </p:nvSpPr>
          <p:spPr>
            <a:xfrm>
              <a:off x="7370089" y="1932892"/>
              <a:ext cx="38913" cy="33331"/>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45"/>
            <p:cNvSpPr/>
            <p:nvPr/>
          </p:nvSpPr>
          <p:spPr>
            <a:xfrm>
              <a:off x="7370089" y="1980426"/>
              <a:ext cx="38913" cy="33331"/>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45"/>
            <p:cNvSpPr/>
            <p:nvPr/>
          </p:nvSpPr>
          <p:spPr>
            <a:xfrm>
              <a:off x="7370089" y="2027960"/>
              <a:ext cx="38913" cy="33253"/>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45"/>
            <p:cNvSpPr/>
            <p:nvPr/>
          </p:nvSpPr>
          <p:spPr>
            <a:xfrm>
              <a:off x="7370089" y="2075478"/>
              <a:ext cx="38913" cy="33269"/>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45"/>
            <p:cNvSpPr/>
            <p:nvPr/>
          </p:nvSpPr>
          <p:spPr>
            <a:xfrm>
              <a:off x="7370089" y="2123012"/>
              <a:ext cx="39006" cy="33316"/>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45"/>
            <p:cNvSpPr/>
            <p:nvPr/>
          </p:nvSpPr>
          <p:spPr>
            <a:xfrm>
              <a:off x="7370089" y="2170531"/>
              <a:ext cx="38913" cy="33331"/>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45"/>
            <p:cNvSpPr/>
            <p:nvPr/>
          </p:nvSpPr>
          <p:spPr>
            <a:xfrm>
              <a:off x="7370089" y="2218065"/>
              <a:ext cx="38913" cy="33269"/>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45"/>
            <p:cNvSpPr/>
            <p:nvPr/>
          </p:nvSpPr>
          <p:spPr>
            <a:xfrm>
              <a:off x="7370089" y="2265583"/>
              <a:ext cx="38913" cy="33238"/>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45"/>
            <p:cNvSpPr/>
            <p:nvPr/>
          </p:nvSpPr>
          <p:spPr>
            <a:xfrm>
              <a:off x="7132576" y="1648001"/>
              <a:ext cx="38928" cy="33253"/>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45"/>
            <p:cNvSpPr/>
            <p:nvPr/>
          </p:nvSpPr>
          <p:spPr>
            <a:xfrm>
              <a:off x="7132576" y="1695519"/>
              <a:ext cx="38928" cy="33207"/>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45"/>
            <p:cNvSpPr/>
            <p:nvPr/>
          </p:nvSpPr>
          <p:spPr>
            <a:xfrm>
              <a:off x="7132576" y="1742913"/>
              <a:ext cx="38928" cy="33331"/>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45"/>
            <p:cNvSpPr/>
            <p:nvPr/>
          </p:nvSpPr>
          <p:spPr>
            <a:xfrm>
              <a:off x="7132576" y="1790446"/>
              <a:ext cx="38928" cy="33269"/>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45"/>
            <p:cNvSpPr/>
            <p:nvPr/>
          </p:nvSpPr>
          <p:spPr>
            <a:xfrm>
              <a:off x="7132576" y="1837980"/>
              <a:ext cx="38928" cy="33253"/>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45"/>
            <p:cNvSpPr/>
            <p:nvPr/>
          </p:nvSpPr>
          <p:spPr>
            <a:xfrm>
              <a:off x="7132576" y="1885499"/>
              <a:ext cx="38928" cy="33269"/>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45"/>
            <p:cNvSpPr/>
            <p:nvPr/>
          </p:nvSpPr>
          <p:spPr>
            <a:xfrm>
              <a:off x="7132576" y="1932892"/>
              <a:ext cx="38928" cy="33331"/>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45"/>
            <p:cNvSpPr/>
            <p:nvPr/>
          </p:nvSpPr>
          <p:spPr>
            <a:xfrm>
              <a:off x="7132576" y="1980426"/>
              <a:ext cx="38928" cy="33331"/>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45"/>
            <p:cNvSpPr/>
            <p:nvPr/>
          </p:nvSpPr>
          <p:spPr>
            <a:xfrm>
              <a:off x="7132576" y="2027960"/>
              <a:ext cx="38928" cy="33253"/>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45"/>
            <p:cNvSpPr/>
            <p:nvPr/>
          </p:nvSpPr>
          <p:spPr>
            <a:xfrm>
              <a:off x="7132576" y="2075478"/>
              <a:ext cx="38928" cy="33269"/>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45"/>
            <p:cNvSpPr/>
            <p:nvPr/>
          </p:nvSpPr>
          <p:spPr>
            <a:xfrm>
              <a:off x="7132576" y="2123012"/>
              <a:ext cx="39022" cy="33316"/>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45"/>
            <p:cNvSpPr/>
            <p:nvPr/>
          </p:nvSpPr>
          <p:spPr>
            <a:xfrm>
              <a:off x="7132576" y="2170531"/>
              <a:ext cx="38928" cy="33331"/>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45"/>
            <p:cNvSpPr/>
            <p:nvPr/>
          </p:nvSpPr>
          <p:spPr>
            <a:xfrm>
              <a:off x="6895062" y="2123012"/>
              <a:ext cx="39022" cy="33316"/>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45"/>
            <p:cNvSpPr/>
            <p:nvPr/>
          </p:nvSpPr>
          <p:spPr>
            <a:xfrm>
              <a:off x="6895062" y="2265583"/>
              <a:ext cx="38928" cy="33238"/>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45"/>
            <p:cNvSpPr/>
            <p:nvPr/>
          </p:nvSpPr>
          <p:spPr>
            <a:xfrm>
              <a:off x="6895062" y="2218065"/>
              <a:ext cx="38928" cy="33269"/>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45"/>
            <p:cNvSpPr/>
            <p:nvPr/>
          </p:nvSpPr>
          <p:spPr>
            <a:xfrm>
              <a:off x="6895062" y="2170531"/>
              <a:ext cx="38928" cy="33331"/>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45"/>
            <p:cNvSpPr/>
            <p:nvPr/>
          </p:nvSpPr>
          <p:spPr>
            <a:xfrm>
              <a:off x="6942596" y="2123012"/>
              <a:ext cx="39022" cy="33316"/>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45"/>
            <p:cNvSpPr/>
            <p:nvPr/>
          </p:nvSpPr>
          <p:spPr>
            <a:xfrm>
              <a:off x="6942596" y="2170531"/>
              <a:ext cx="38928" cy="33331"/>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45"/>
            <p:cNvSpPr/>
            <p:nvPr/>
          </p:nvSpPr>
          <p:spPr>
            <a:xfrm>
              <a:off x="6990130"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45"/>
            <p:cNvSpPr/>
            <p:nvPr/>
          </p:nvSpPr>
          <p:spPr>
            <a:xfrm>
              <a:off x="6990130" y="174291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45"/>
            <p:cNvSpPr/>
            <p:nvPr/>
          </p:nvSpPr>
          <p:spPr>
            <a:xfrm>
              <a:off x="6990130" y="1790446"/>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45"/>
            <p:cNvSpPr/>
            <p:nvPr/>
          </p:nvSpPr>
          <p:spPr>
            <a:xfrm>
              <a:off x="6990130" y="183798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45"/>
            <p:cNvSpPr/>
            <p:nvPr/>
          </p:nvSpPr>
          <p:spPr>
            <a:xfrm>
              <a:off x="6990130" y="1885499"/>
              <a:ext cx="38788" cy="33269"/>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45"/>
            <p:cNvSpPr/>
            <p:nvPr/>
          </p:nvSpPr>
          <p:spPr>
            <a:xfrm>
              <a:off x="6990130" y="1932892"/>
              <a:ext cx="38788" cy="33331"/>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45"/>
            <p:cNvSpPr/>
            <p:nvPr/>
          </p:nvSpPr>
          <p:spPr>
            <a:xfrm>
              <a:off x="6990130" y="1980426"/>
              <a:ext cx="38788" cy="33331"/>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45"/>
            <p:cNvSpPr/>
            <p:nvPr/>
          </p:nvSpPr>
          <p:spPr>
            <a:xfrm>
              <a:off x="6990130" y="202796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45"/>
            <p:cNvSpPr/>
            <p:nvPr/>
          </p:nvSpPr>
          <p:spPr>
            <a:xfrm>
              <a:off x="6990130" y="2075478"/>
              <a:ext cx="38788" cy="33269"/>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45"/>
            <p:cNvSpPr/>
            <p:nvPr/>
          </p:nvSpPr>
          <p:spPr>
            <a:xfrm>
              <a:off x="6990130" y="2123012"/>
              <a:ext cx="38881" cy="33316"/>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45"/>
            <p:cNvSpPr/>
            <p:nvPr/>
          </p:nvSpPr>
          <p:spPr>
            <a:xfrm>
              <a:off x="6990130" y="2170531"/>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45"/>
            <p:cNvSpPr/>
            <p:nvPr/>
          </p:nvSpPr>
          <p:spPr>
            <a:xfrm>
              <a:off x="6990130" y="2218065"/>
              <a:ext cx="38788" cy="33269"/>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45"/>
            <p:cNvSpPr/>
            <p:nvPr/>
          </p:nvSpPr>
          <p:spPr>
            <a:xfrm>
              <a:off x="7037648" y="1695519"/>
              <a:ext cx="38804" cy="33207"/>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45"/>
            <p:cNvSpPr/>
            <p:nvPr/>
          </p:nvSpPr>
          <p:spPr>
            <a:xfrm>
              <a:off x="7037648" y="1742913"/>
              <a:ext cx="38804" cy="33331"/>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45"/>
            <p:cNvSpPr/>
            <p:nvPr/>
          </p:nvSpPr>
          <p:spPr>
            <a:xfrm>
              <a:off x="7037648"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45"/>
            <p:cNvSpPr/>
            <p:nvPr/>
          </p:nvSpPr>
          <p:spPr>
            <a:xfrm>
              <a:off x="7037648" y="183798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45"/>
            <p:cNvSpPr/>
            <p:nvPr/>
          </p:nvSpPr>
          <p:spPr>
            <a:xfrm>
              <a:off x="7037648" y="1885499"/>
              <a:ext cx="38804" cy="33222"/>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45"/>
            <p:cNvSpPr/>
            <p:nvPr/>
          </p:nvSpPr>
          <p:spPr>
            <a:xfrm>
              <a:off x="7037648" y="1932892"/>
              <a:ext cx="38804" cy="33331"/>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45"/>
            <p:cNvSpPr/>
            <p:nvPr/>
          </p:nvSpPr>
          <p:spPr>
            <a:xfrm>
              <a:off x="7037648" y="1980426"/>
              <a:ext cx="38804" cy="33331"/>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45"/>
            <p:cNvSpPr/>
            <p:nvPr/>
          </p:nvSpPr>
          <p:spPr>
            <a:xfrm>
              <a:off x="7037648" y="202796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45"/>
            <p:cNvSpPr/>
            <p:nvPr/>
          </p:nvSpPr>
          <p:spPr>
            <a:xfrm>
              <a:off x="7037648" y="2075478"/>
              <a:ext cx="38804" cy="33269"/>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45"/>
            <p:cNvSpPr/>
            <p:nvPr/>
          </p:nvSpPr>
          <p:spPr>
            <a:xfrm>
              <a:off x="7037648" y="2123012"/>
              <a:ext cx="38881" cy="33316"/>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45"/>
            <p:cNvSpPr/>
            <p:nvPr/>
          </p:nvSpPr>
          <p:spPr>
            <a:xfrm>
              <a:off x="7037648" y="2170531"/>
              <a:ext cx="38804" cy="33331"/>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45"/>
            <p:cNvSpPr/>
            <p:nvPr/>
          </p:nvSpPr>
          <p:spPr>
            <a:xfrm>
              <a:off x="7037648" y="2218065"/>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45"/>
            <p:cNvSpPr/>
            <p:nvPr/>
          </p:nvSpPr>
          <p:spPr>
            <a:xfrm>
              <a:off x="7085182" y="1695519"/>
              <a:ext cx="38788" cy="33207"/>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45"/>
            <p:cNvSpPr/>
            <p:nvPr/>
          </p:nvSpPr>
          <p:spPr>
            <a:xfrm>
              <a:off x="7085182" y="1742913"/>
              <a:ext cx="38788" cy="33331"/>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45"/>
            <p:cNvSpPr/>
            <p:nvPr/>
          </p:nvSpPr>
          <p:spPr>
            <a:xfrm>
              <a:off x="7085182" y="1790446"/>
              <a:ext cx="38788" cy="33269"/>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45"/>
            <p:cNvSpPr/>
            <p:nvPr/>
          </p:nvSpPr>
          <p:spPr>
            <a:xfrm>
              <a:off x="7085182" y="1837980"/>
              <a:ext cx="38788" cy="33253"/>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45"/>
            <p:cNvSpPr/>
            <p:nvPr/>
          </p:nvSpPr>
          <p:spPr>
            <a:xfrm>
              <a:off x="7085182" y="1885499"/>
              <a:ext cx="38788" cy="33222"/>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45"/>
            <p:cNvSpPr/>
            <p:nvPr/>
          </p:nvSpPr>
          <p:spPr>
            <a:xfrm>
              <a:off x="7085182" y="1932892"/>
              <a:ext cx="38788" cy="33331"/>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45"/>
            <p:cNvSpPr/>
            <p:nvPr/>
          </p:nvSpPr>
          <p:spPr>
            <a:xfrm>
              <a:off x="7085182" y="1980426"/>
              <a:ext cx="38788" cy="33331"/>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45"/>
            <p:cNvSpPr/>
            <p:nvPr/>
          </p:nvSpPr>
          <p:spPr>
            <a:xfrm>
              <a:off x="7085182" y="2027960"/>
              <a:ext cx="38788" cy="33253"/>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45"/>
            <p:cNvSpPr/>
            <p:nvPr/>
          </p:nvSpPr>
          <p:spPr>
            <a:xfrm>
              <a:off x="7085182" y="2075478"/>
              <a:ext cx="38788" cy="33269"/>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45"/>
            <p:cNvSpPr/>
            <p:nvPr/>
          </p:nvSpPr>
          <p:spPr>
            <a:xfrm>
              <a:off x="7085182" y="2123012"/>
              <a:ext cx="38881" cy="33316"/>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45"/>
            <p:cNvSpPr/>
            <p:nvPr/>
          </p:nvSpPr>
          <p:spPr>
            <a:xfrm>
              <a:off x="7085182" y="2170531"/>
              <a:ext cx="38788" cy="33331"/>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45"/>
            <p:cNvSpPr/>
            <p:nvPr/>
          </p:nvSpPr>
          <p:spPr>
            <a:xfrm>
              <a:off x="7085182" y="2218065"/>
              <a:ext cx="38788" cy="33269"/>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45"/>
            <p:cNvSpPr/>
            <p:nvPr/>
          </p:nvSpPr>
          <p:spPr>
            <a:xfrm>
              <a:off x="7132576" y="2218065"/>
              <a:ext cx="38928" cy="33269"/>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45"/>
            <p:cNvSpPr/>
            <p:nvPr/>
          </p:nvSpPr>
          <p:spPr>
            <a:xfrm>
              <a:off x="7132576" y="2265583"/>
              <a:ext cx="38928" cy="33238"/>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45"/>
            <p:cNvSpPr/>
            <p:nvPr/>
          </p:nvSpPr>
          <p:spPr>
            <a:xfrm>
              <a:off x="7180110" y="1648001"/>
              <a:ext cx="38913" cy="33253"/>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45"/>
            <p:cNvSpPr/>
            <p:nvPr/>
          </p:nvSpPr>
          <p:spPr>
            <a:xfrm>
              <a:off x="7180110" y="1695519"/>
              <a:ext cx="38913" cy="33207"/>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45"/>
            <p:cNvSpPr/>
            <p:nvPr/>
          </p:nvSpPr>
          <p:spPr>
            <a:xfrm>
              <a:off x="7180110" y="1742913"/>
              <a:ext cx="38913" cy="33331"/>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45"/>
            <p:cNvSpPr/>
            <p:nvPr/>
          </p:nvSpPr>
          <p:spPr>
            <a:xfrm>
              <a:off x="7180110" y="1790446"/>
              <a:ext cx="38913" cy="33269"/>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45"/>
            <p:cNvSpPr/>
            <p:nvPr/>
          </p:nvSpPr>
          <p:spPr>
            <a:xfrm>
              <a:off x="7180110" y="1837980"/>
              <a:ext cx="38913" cy="33253"/>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45"/>
            <p:cNvSpPr/>
            <p:nvPr/>
          </p:nvSpPr>
          <p:spPr>
            <a:xfrm>
              <a:off x="7180110" y="1885499"/>
              <a:ext cx="38913" cy="33222"/>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45"/>
            <p:cNvSpPr/>
            <p:nvPr/>
          </p:nvSpPr>
          <p:spPr>
            <a:xfrm>
              <a:off x="7180110" y="1932892"/>
              <a:ext cx="38913" cy="33331"/>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45"/>
            <p:cNvSpPr/>
            <p:nvPr/>
          </p:nvSpPr>
          <p:spPr>
            <a:xfrm>
              <a:off x="7180110" y="1980426"/>
              <a:ext cx="38913" cy="33331"/>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45"/>
            <p:cNvSpPr/>
            <p:nvPr/>
          </p:nvSpPr>
          <p:spPr>
            <a:xfrm>
              <a:off x="7180110" y="2027960"/>
              <a:ext cx="38913" cy="33253"/>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45"/>
            <p:cNvSpPr/>
            <p:nvPr/>
          </p:nvSpPr>
          <p:spPr>
            <a:xfrm>
              <a:off x="7180110" y="2075478"/>
              <a:ext cx="38913" cy="33269"/>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45"/>
            <p:cNvSpPr/>
            <p:nvPr/>
          </p:nvSpPr>
          <p:spPr>
            <a:xfrm>
              <a:off x="7180110" y="2123012"/>
              <a:ext cx="39006" cy="33316"/>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45"/>
            <p:cNvSpPr/>
            <p:nvPr/>
          </p:nvSpPr>
          <p:spPr>
            <a:xfrm>
              <a:off x="7180110" y="2170531"/>
              <a:ext cx="38913" cy="33331"/>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45"/>
            <p:cNvSpPr/>
            <p:nvPr/>
          </p:nvSpPr>
          <p:spPr>
            <a:xfrm>
              <a:off x="7180110" y="2218065"/>
              <a:ext cx="38913" cy="33269"/>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45"/>
            <p:cNvSpPr/>
            <p:nvPr/>
          </p:nvSpPr>
          <p:spPr>
            <a:xfrm>
              <a:off x="7180110" y="2265583"/>
              <a:ext cx="38913" cy="33238"/>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45"/>
            <p:cNvSpPr/>
            <p:nvPr/>
          </p:nvSpPr>
          <p:spPr>
            <a:xfrm>
              <a:off x="7227628" y="164800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45"/>
            <p:cNvSpPr/>
            <p:nvPr/>
          </p:nvSpPr>
          <p:spPr>
            <a:xfrm>
              <a:off x="7227628" y="1695519"/>
              <a:ext cx="38804" cy="33207"/>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45"/>
            <p:cNvSpPr/>
            <p:nvPr/>
          </p:nvSpPr>
          <p:spPr>
            <a:xfrm>
              <a:off x="7227628" y="1742913"/>
              <a:ext cx="38804" cy="33331"/>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45"/>
            <p:cNvSpPr/>
            <p:nvPr/>
          </p:nvSpPr>
          <p:spPr>
            <a:xfrm>
              <a:off x="7227628"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45"/>
            <p:cNvSpPr/>
            <p:nvPr/>
          </p:nvSpPr>
          <p:spPr>
            <a:xfrm>
              <a:off x="7227628" y="183798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45"/>
            <p:cNvSpPr/>
            <p:nvPr/>
          </p:nvSpPr>
          <p:spPr>
            <a:xfrm>
              <a:off x="7227628" y="1885499"/>
              <a:ext cx="38804" cy="33269"/>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45"/>
            <p:cNvSpPr/>
            <p:nvPr/>
          </p:nvSpPr>
          <p:spPr>
            <a:xfrm>
              <a:off x="7227628" y="1932892"/>
              <a:ext cx="38804" cy="33331"/>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45"/>
            <p:cNvSpPr/>
            <p:nvPr/>
          </p:nvSpPr>
          <p:spPr>
            <a:xfrm>
              <a:off x="7227628" y="1980426"/>
              <a:ext cx="38804" cy="33331"/>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45"/>
            <p:cNvSpPr/>
            <p:nvPr/>
          </p:nvSpPr>
          <p:spPr>
            <a:xfrm>
              <a:off x="7227628" y="202796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45"/>
            <p:cNvSpPr/>
            <p:nvPr/>
          </p:nvSpPr>
          <p:spPr>
            <a:xfrm>
              <a:off x="7227628" y="2075478"/>
              <a:ext cx="38804" cy="33269"/>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45"/>
            <p:cNvSpPr/>
            <p:nvPr/>
          </p:nvSpPr>
          <p:spPr>
            <a:xfrm>
              <a:off x="7227628" y="2123012"/>
              <a:ext cx="38897" cy="33316"/>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45"/>
            <p:cNvSpPr/>
            <p:nvPr/>
          </p:nvSpPr>
          <p:spPr>
            <a:xfrm>
              <a:off x="7227628" y="2170531"/>
              <a:ext cx="38804" cy="33331"/>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45"/>
            <p:cNvSpPr/>
            <p:nvPr/>
          </p:nvSpPr>
          <p:spPr>
            <a:xfrm>
              <a:off x="7227628" y="2218065"/>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45"/>
            <p:cNvSpPr/>
            <p:nvPr/>
          </p:nvSpPr>
          <p:spPr>
            <a:xfrm>
              <a:off x="7227628" y="2265583"/>
              <a:ext cx="38804" cy="33238"/>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45"/>
            <p:cNvSpPr/>
            <p:nvPr/>
          </p:nvSpPr>
          <p:spPr>
            <a:xfrm>
              <a:off x="7227628" y="2312992"/>
              <a:ext cx="38804" cy="33316"/>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45"/>
            <p:cNvSpPr/>
            <p:nvPr/>
          </p:nvSpPr>
          <p:spPr>
            <a:xfrm>
              <a:off x="7275162"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45"/>
            <p:cNvSpPr/>
            <p:nvPr/>
          </p:nvSpPr>
          <p:spPr>
            <a:xfrm>
              <a:off x="7275162" y="174291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45"/>
            <p:cNvSpPr/>
            <p:nvPr/>
          </p:nvSpPr>
          <p:spPr>
            <a:xfrm>
              <a:off x="7275162" y="1790446"/>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45"/>
            <p:cNvSpPr/>
            <p:nvPr/>
          </p:nvSpPr>
          <p:spPr>
            <a:xfrm>
              <a:off x="7275162" y="183798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45"/>
            <p:cNvSpPr/>
            <p:nvPr/>
          </p:nvSpPr>
          <p:spPr>
            <a:xfrm>
              <a:off x="7275162" y="1885499"/>
              <a:ext cx="38788" cy="33222"/>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45"/>
            <p:cNvSpPr/>
            <p:nvPr/>
          </p:nvSpPr>
          <p:spPr>
            <a:xfrm>
              <a:off x="7275162" y="1932892"/>
              <a:ext cx="38788" cy="33331"/>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45"/>
            <p:cNvSpPr/>
            <p:nvPr/>
          </p:nvSpPr>
          <p:spPr>
            <a:xfrm>
              <a:off x="7275162" y="1980426"/>
              <a:ext cx="38788" cy="33331"/>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45"/>
            <p:cNvSpPr/>
            <p:nvPr/>
          </p:nvSpPr>
          <p:spPr>
            <a:xfrm>
              <a:off x="7275162" y="202796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45"/>
            <p:cNvSpPr/>
            <p:nvPr/>
          </p:nvSpPr>
          <p:spPr>
            <a:xfrm>
              <a:off x="7275162" y="2075478"/>
              <a:ext cx="38788" cy="33269"/>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45"/>
            <p:cNvSpPr/>
            <p:nvPr/>
          </p:nvSpPr>
          <p:spPr>
            <a:xfrm>
              <a:off x="7275162" y="2123012"/>
              <a:ext cx="38881" cy="33316"/>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45"/>
            <p:cNvSpPr/>
            <p:nvPr/>
          </p:nvSpPr>
          <p:spPr>
            <a:xfrm>
              <a:off x="7275162" y="2170531"/>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45"/>
            <p:cNvSpPr/>
            <p:nvPr/>
          </p:nvSpPr>
          <p:spPr>
            <a:xfrm>
              <a:off x="7275162" y="2218065"/>
              <a:ext cx="38788" cy="33269"/>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45"/>
            <p:cNvSpPr/>
            <p:nvPr/>
          </p:nvSpPr>
          <p:spPr>
            <a:xfrm>
              <a:off x="7275162" y="2265583"/>
              <a:ext cx="38788" cy="33238"/>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45"/>
            <p:cNvSpPr/>
            <p:nvPr/>
          </p:nvSpPr>
          <p:spPr>
            <a:xfrm>
              <a:off x="7275162" y="2312992"/>
              <a:ext cx="38788" cy="33316"/>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45"/>
            <p:cNvSpPr/>
            <p:nvPr/>
          </p:nvSpPr>
          <p:spPr>
            <a:xfrm>
              <a:off x="7322680"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45"/>
            <p:cNvSpPr/>
            <p:nvPr/>
          </p:nvSpPr>
          <p:spPr>
            <a:xfrm>
              <a:off x="7322680" y="1742913"/>
              <a:ext cx="38804" cy="33331"/>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45"/>
            <p:cNvSpPr/>
            <p:nvPr/>
          </p:nvSpPr>
          <p:spPr>
            <a:xfrm>
              <a:off x="7322680" y="1790446"/>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45"/>
            <p:cNvSpPr/>
            <p:nvPr/>
          </p:nvSpPr>
          <p:spPr>
            <a:xfrm>
              <a:off x="7322680" y="183798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45"/>
            <p:cNvSpPr/>
            <p:nvPr/>
          </p:nvSpPr>
          <p:spPr>
            <a:xfrm>
              <a:off x="7322680" y="1885499"/>
              <a:ext cx="38804" cy="33222"/>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45"/>
            <p:cNvSpPr/>
            <p:nvPr/>
          </p:nvSpPr>
          <p:spPr>
            <a:xfrm>
              <a:off x="7322680" y="1932892"/>
              <a:ext cx="38804" cy="33331"/>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45"/>
            <p:cNvSpPr/>
            <p:nvPr/>
          </p:nvSpPr>
          <p:spPr>
            <a:xfrm>
              <a:off x="7322680" y="1980426"/>
              <a:ext cx="38804" cy="33331"/>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45"/>
            <p:cNvSpPr/>
            <p:nvPr/>
          </p:nvSpPr>
          <p:spPr>
            <a:xfrm>
              <a:off x="7322680" y="202796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45"/>
            <p:cNvSpPr/>
            <p:nvPr/>
          </p:nvSpPr>
          <p:spPr>
            <a:xfrm>
              <a:off x="7322680" y="2075478"/>
              <a:ext cx="38804" cy="33269"/>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45"/>
            <p:cNvSpPr/>
            <p:nvPr/>
          </p:nvSpPr>
          <p:spPr>
            <a:xfrm>
              <a:off x="7322680" y="2123012"/>
              <a:ext cx="38897" cy="33316"/>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45"/>
            <p:cNvSpPr/>
            <p:nvPr/>
          </p:nvSpPr>
          <p:spPr>
            <a:xfrm>
              <a:off x="7322680" y="2170531"/>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45"/>
            <p:cNvSpPr/>
            <p:nvPr/>
          </p:nvSpPr>
          <p:spPr>
            <a:xfrm>
              <a:off x="7322680" y="2218065"/>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45"/>
            <p:cNvSpPr/>
            <p:nvPr/>
          </p:nvSpPr>
          <p:spPr>
            <a:xfrm>
              <a:off x="7322680" y="2265583"/>
              <a:ext cx="38804" cy="33238"/>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45"/>
            <p:cNvSpPr/>
            <p:nvPr/>
          </p:nvSpPr>
          <p:spPr>
            <a:xfrm>
              <a:off x="7322680" y="2312992"/>
              <a:ext cx="38804" cy="33316"/>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45"/>
            <p:cNvSpPr/>
            <p:nvPr/>
          </p:nvSpPr>
          <p:spPr>
            <a:xfrm>
              <a:off x="7370089" y="2312992"/>
              <a:ext cx="38913" cy="33316"/>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45"/>
            <p:cNvSpPr/>
            <p:nvPr/>
          </p:nvSpPr>
          <p:spPr>
            <a:xfrm>
              <a:off x="7370089" y="2360510"/>
              <a:ext cx="38913" cy="33331"/>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45"/>
            <p:cNvSpPr/>
            <p:nvPr/>
          </p:nvSpPr>
          <p:spPr>
            <a:xfrm>
              <a:off x="7417608" y="1600467"/>
              <a:ext cx="38804" cy="33269"/>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45"/>
            <p:cNvSpPr/>
            <p:nvPr/>
          </p:nvSpPr>
          <p:spPr>
            <a:xfrm>
              <a:off x="7417608" y="1648001"/>
              <a:ext cx="38804" cy="33253"/>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45"/>
            <p:cNvSpPr/>
            <p:nvPr/>
          </p:nvSpPr>
          <p:spPr>
            <a:xfrm>
              <a:off x="7417608" y="1695519"/>
              <a:ext cx="38804" cy="33238"/>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45"/>
            <p:cNvSpPr/>
            <p:nvPr/>
          </p:nvSpPr>
          <p:spPr>
            <a:xfrm>
              <a:off x="7417608" y="1742913"/>
              <a:ext cx="38804" cy="33331"/>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45"/>
            <p:cNvSpPr/>
            <p:nvPr/>
          </p:nvSpPr>
          <p:spPr>
            <a:xfrm>
              <a:off x="7417608" y="1790446"/>
              <a:ext cx="38804" cy="33269"/>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45"/>
            <p:cNvSpPr/>
            <p:nvPr/>
          </p:nvSpPr>
          <p:spPr>
            <a:xfrm>
              <a:off x="7417608" y="1837980"/>
              <a:ext cx="38804" cy="33253"/>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45"/>
            <p:cNvSpPr/>
            <p:nvPr/>
          </p:nvSpPr>
          <p:spPr>
            <a:xfrm>
              <a:off x="7417608" y="1885499"/>
              <a:ext cx="38804" cy="33238"/>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45"/>
            <p:cNvSpPr/>
            <p:nvPr/>
          </p:nvSpPr>
          <p:spPr>
            <a:xfrm>
              <a:off x="7417608" y="1932892"/>
              <a:ext cx="38804" cy="33331"/>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45"/>
            <p:cNvSpPr/>
            <p:nvPr/>
          </p:nvSpPr>
          <p:spPr>
            <a:xfrm>
              <a:off x="7417608" y="1980426"/>
              <a:ext cx="38804" cy="33269"/>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45"/>
            <p:cNvSpPr/>
            <p:nvPr/>
          </p:nvSpPr>
          <p:spPr>
            <a:xfrm>
              <a:off x="7417608" y="2027960"/>
              <a:ext cx="38804" cy="33253"/>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45"/>
            <p:cNvSpPr/>
            <p:nvPr/>
          </p:nvSpPr>
          <p:spPr>
            <a:xfrm>
              <a:off x="7417608" y="2075478"/>
              <a:ext cx="38804" cy="33269"/>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45"/>
            <p:cNvSpPr/>
            <p:nvPr/>
          </p:nvSpPr>
          <p:spPr>
            <a:xfrm>
              <a:off x="7417608" y="2123012"/>
              <a:ext cx="38928" cy="33316"/>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45"/>
            <p:cNvSpPr/>
            <p:nvPr/>
          </p:nvSpPr>
          <p:spPr>
            <a:xfrm>
              <a:off x="7417608" y="2170531"/>
              <a:ext cx="38804" cy="33269"/>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45"/>
            <p:cNvSpPr/>
            <p:nvPr/>
          </p:nvSpPr>
          <p:spPr>
            <a:xfrm>
              <a:off x="7417608" y="2218065"/>
              <a:ext cx="38804" cy="33269"/>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45"/>
            <p:cNvSpPr/>
            <p:nvPr/>
          </p:nvSpPr>
          <p:spPr>
            <a:xfrm>
              <a:off x="7417608" y="2265583"/>
              <a:ext cx="38928" cy="33238"/>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45"/>
            <p:cNvSpPr/>
            <p:nvPr/>
          </p:nvSpPr>
          <p:spPr>
            <a:xfrm>
              <a:off x="7417608" y="2312992"/>
              <a:ext cx="38804" cy="33316"/>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45"/>
            <p:cNvSpPr/>
            <p:nvPr/>
          </p:nvSpPr>
          <p:spPr>
            <a:xfrm>
              <a:off x="7417608" y="2408044"/>
              <a:ext cx="38804" cy="33269"/>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45"/>
            <p:cNvSpPr/>
            <p:nvPr/>
          </p:nvSpPr>
          <p:spPr>
            <a:xfrm>
              <a:off x="7417608" y="2360510"/>
              <a:ext cx="38928" cy="33331"/>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45"/>
            <p:cNvSpPr/>
            <p:nvPr/>
          </p:nvSpPr>
          <p:spPr>
            <a:xfrm>
              <a:off x="7465142" y="1552933"/>
              <a:ext cx="38788" cy="33269"/>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45"/>
            <p:cNvSpPr/>
            <p:nvPr/>
          </p:nvSpPr>
          <p:spPr>
            <a:xfrm>
              <a:off x="7465142" y="1600467"/>
              <a:ext cx="38788" cy="33269"/>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45"/>
            <p:cNvSpPr/>
            <p:nvPr/>
          </p:nvSpPr>
          <p:spPr>
            <a:xfrm>
              <a:off x="7465142" y="1648001"/>
              <a:ext cx="38788" cy="33253"/>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45"/>
            <p:cNvSpPr/>
            <p:nvPr/>
          </p:nvSpPr>
          <p:spPr>
            <a:xfrm>
              <a:off x="7465142" y="1695519"/>
              <a:ext cx="38788" cy="33238"/>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45"/>
            <p:cNvSpPr/>
            <p:nvPr/>
          </p:nvSpPr>
          <p:spPr>
            <a:xfrm>
              <a:off x="7465142" y="1742913"/>
              <a:ext cx="38788" cy="33331"/>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45"/>
            <p:cNvSpPr/>
            <p:nvPr/>
          </p:nvSpPr>
          <p:spPr>
            <a:xfrm>
              <a:off x="7465142" y="1790446"/>
              <a:ext cx="38788" cy="33269"/>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45"/>
            <p:cNvSpPr/>
            <p:nvPr/>
          </p:nvSpPr>
          <p:spPr>
            <a:xfrm>
              <a:off x="7465142" y="1837980"/>
              <a:ext cx="38788" cy="33253"/>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45"/>
            <p:cNvSpPr/>
            <p:nvPr/>
          </p:nvSpPr>
          <p:spPr>
            <a:xfrm>
              <a:off x="7465142" y="1885499"/>
              <a:ext cx="38788" cy="33238"/>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45"/>
            <p:cNvSpPr/>
            <p:nvPr/>
          </p:nvSpPr>
          <p:spPr>
            <a:xfrm>
              <a:off x="7465142" y="1932892"/>
              <a:ext cx="38788" cy="33331"/>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45"/>
            <p:cNvSpPr/>
            <p:nvPr/>
          </p:nvSpPr>
          <p:spPr>
            <a:xfrm>
              <a:off x="7465142" y="1980426"/>
              <a:ext cx="38788" cy="33269"/>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45"/>
            <p:cNvSpPr/>
            <p:nvPr/>
          </p:nvSpPr>
          <p:spPr>
            <a:xfrm>
              <a:off x="7465142" y="2027960"/>
              <a:ext cx="38788" cy="33253"/>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45"/>
            <p:cNvSpPr/>
            <p:nvPr/>
          </p:nvSpPr>
          <p:spPr>
            <a:xfrm>
              <a:off x="7465142" y="2075478"/>
              <a:ext cx="38788" cy="33269"/>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45"/>
            <p:cNvSpPr/>
            <p:nvPr/>
          </p:nvSpPr>
          <p:spPr>
            <a:xfrm>
              <a:off x="7465142" y="2123012"/>
              <a:ext cx="38913" cy="33316"/>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45"/>
            <p:cNvSpPr/>
            <p:nvPr/>
          </p:nvSpPr>
          <p:spPr>
            <a:xfrm>
              <a:off x="7465142" y="2170531"/>
              <a:ext cx="38788" cy="33269"/>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45"/>
            <p:cNvSpPr/>
            <p:nvPr/>
          </p:nvSpPr>
          <p:spPr>
            <a:xfrm>
              <a:off x="7465142" y="2218065"/>
              <a:ext cx="38788" cy="33269"/>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45"/>
            <p:cNvSpPr/>
            <p:nvPr/>
          </p:nvSpPr>
          <p:spPr>
            <a:xfrm>
              <a:off x="7465142" y="2265583"/>
              <a:ext cx="38788" cy="33269"/>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45"/>
            <p:cNvSpPr/>
            <p:nvPr/>
          </p:nvSpPr>
          <p:spPr>
            <a:xfrm>
              <a:off x="7465142" y="2312992"/>
              <a:ext cx="38788" cy="33316"/>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45"/>
            <p:cNvSpPr/>
            <p:nvPr/>
          </p:nvSpPr>
          <p:spPr>
            <a:xfrm>
              <a:off x="7465142" y="2360510"/>
              <a:ext cx="38788" cy="33331"/>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45"/>
            <p:cNvSpPr/>
            <p:nvPr/>
          </p:nvSpPr>
          <p:spPr>
            <a:xfrm>
              <a:off x="7512660" y="1552933"/>
              <a:ext cx="38928" cy="33331"/>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45"/>
            <p:cNvSpPr/>
            <p:nvPr/>
          </p:nvSpPr>
          <p:spPr>
            <a:xfrm>
              <a:off x="7512660" y="1600467"/>
              <a:ext cx="38928" cy="33269"/>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45"/>
            <p:cNvSpPr/>
            <p:nvPr/>
          </p:nvSpPr>
          <p:spPr>
            <a:xfrm>
              <a:off x="7512660" y="1648001"/>
              <a:ext cx="38928" cy="33253"/>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45"/>
            <p:cNvSpPr/>
            <p:nvPr/>
          </p:nvSpPr>
          <p:spPr>
            <a:xfrm>
              <a:off x="7512660" y="1695519"/>
              <a:ext cx="38897" cy="33207"/>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45"/>
            <p:cNvSpPr/>
            <p:nvPr/>
          </p:nvSpPr>
          <p:spPr>
            <a:xfrm>
              <a:off x="7512660" y="1742913"/>
              <a:ext cx="38928" cy="33331"/>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45"/>
            <p:cNvSpPr/>
            <p:nvPr/>
          </p:nvSpPr>
          <p:spPr>
            <a:xfrm>
              <a:off x="7512660" y="1790446"/>
              <a:ext cx="38928" cy="33269"/>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45"/>
            <p:cNvSpPr/>
            <p:nvPr/>
          </p:nvSpPr>
          <p:spPr>
            <a:xfrm>
              <a:off x="7512660" y="1837980"/>
              <a:ext cx="38928" cy="33253"/>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45"/>
            <p:cNvSpPr/>
            <p:nvPr/>
          </p:nvSpPr>
          <p:spPr>
            <a:xfrm>
              <a:off x="7512660" y="1885499"/>
              <a:ext cx="38928" cy="33222"/>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45"/>
            <p:cNvSpPr/>
            <p:nvPr/>
          </p:nvSpPr>
          <p:spPr>
            <a:xfrm>
              <a:off x="7512660" y="1932892"/>
              <a:ext cx="38928" cy="33331"/>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45"/>
            <p:cNvSpPr/>
            <p:nvPr/>
          </p:nvSpPr>
          <p:spPr>
            <a:xfrm>
              <a:off x="7512660" y="1980426"/>
              <a:ext cx="38928" cy="33331"/>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45"/>
            <p:cNvSpPr/>
            <p:nvPr/>
          </p:nvSpPr>
          <p:spPr>
            <a:xfrm>
              <a:off x="7512660" y="2027960"/>
              <a:ext cx="38928" cy="33253"/>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45"/>
            <p:cNvSpPr/>
            <p:nvPr/>
          </p:nvSpPr>
          <p:spPr>
            <a:xfrm>
              <a:off x="7512660" y="2075478"/>
              <a:ext cx="38928" cy="33269"/>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45"/>
            <p:cNvSpPr/>
            <p:nvPr/>
          </p:nvSpPr>
          <p:spPr>
            <a:xfrm>
              <a:off x="7512660" y="2123012"/>
              <a:ext cx="39022" cy="33316"/>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45"/>
            <p:cNvSpPr/>
            <p:nvPr/>
          </p:nvSpPr>
          <p:spPr>
            <a:xfrm>
              <a:off x="7512660" y="2170531"/>
              <a:ext cx="38928" cy="33331"/>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45"/>
            <p:cNvSpPr/>
            <p:nvPr/>
          </p:nvSpPr>
          <p:spPr>
            <a:xfrm>
              <a:off x="7512660" y="2265583"/>
              <a:ext cx="38928" cy="33238"/>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45"/>
            <p:cNvSpPr/>
            <p:nvPr/>
          </p:nvSpPr>
          <p:spPr>
            <a:xfrm>
              <a:off x="7512660" y="2312992"/>
              <a:ext cx="38928" cy="33316"/>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45"/>
            <p:cNvSpPr/>
            <p:nvPr/>
          </p:nvSpPr>
          <p:spPr>
            <a:xfrm>
              <a:off x="7512660" y="2360510"/>
              <a:ext cx="38928" cy="33331"/>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45"/>
            <p:cNvSpPr/>
            <p:nvPr/>
          </p:nvSpPr>
          <p:spPr>
            <a:xfrm>
              <a:off x="7560194" y="1552933"/>
              <a:ext cx="38928" cy="33331"/>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45"/>
            <p:cNvSpPr/>
            <p:nvPr/>
          </p:nvSpPr>
          <p:spPr>
            <a:xfrm>
              <a:off x="7560194" y="1600467"/>
              <a:ext cx="38928" cy="33269"/>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45"/>
            <p:cNvSpPr/>
            <p:nvPr/>
          </p:nvSpPr>
          <p:spPr>
            <a:xfrm>
              <a:off x="7560194" y="1648001"/>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45"/>
            <p:cNvSpPr/>
            <p:nvPr/>
          </p:nvSpPr>
          <p:spPr>
            <a:xfrm>
              <a:off x="7560194" y="1695519"/>
              <a:ext cx="38928" cy="33207"/>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45"/>
            <p:cNvSpPr/>
            <p:nvPr/>
          </p:nvSpPr>
          <p:spPr>
            <a:xfrm>
              <a:off x="7560194" y="1742913"/>
              <a:ext cx="38928" cy="33331"/>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45"/>
            <p:cNvSpPr/>
            <p:nvPr/>
          </p:nvSpPr>
          <p:spPr>
            <a:xfrm>
              <a:off x="7560194" y="1790446"/>
              <a:ext cx="38928" cy="33269"/>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45"/>
            <p:cNvSpPr/>
            <p:nvPr/>
          </p:nvSpPr>
          <p:spPr>
            <a:xfrm>
              <a:off x="7560194" y="1837980"/>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45"/>
            <p:cNvSpPr/>
            <p:nvPr/>
          </p:nvSpPr>
          <p:spPr>
            <a:xfrm>
              <a:off x="7560194" y="1885499"/>
              <a:ext cx="38928" cy="33222"/>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45"/>
            <p:cNvSpPr/>
            <p:nvPr/>
          </p:nvSpPr>
          <p:spPr>
            <a:xfrm>
              <a:off x="7560194" y="1932892"/>
              <a:ext cx="38928" cy="33331"/>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45"/>
            <p:cNvSpPr/>
            <p:nvPr/>
          </p:nvSpPr>
          <p:spPr>
            <a:xfrm>
              <a:off x="7560194" y="1980426"/>
              <a:ext cx="38928" cy="33331"/>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45"/>
            <p:cNvSpPr/>
            <p:nvPr/>
          </p:nvSpPr>
          <p:spPr>
            <a:xfrm>
              <a:off x="7560194" y="2027960"/>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45"/>
            <p:cNvSpPr/>
            <p:nvPr/>
          </p:nvSpPr>
          <p:spPr>
            <a:xfrm>
              <a:off x="7560194" y="2075478"/>
              <a:ext cx="38928" cy="33269"/>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45"/>
            <p:cNvSpPr/>
            <p:nvPr/>
          </p:nvSpPr>
          <p:spPr>
            <a:xfrm>
              <a:off x="7560194" y="2123012"/>
              <a:ext cx="39006" cy="33316"/>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45"/>
            <p:cNvSpPr/>
            <p:nvPr/>
          </p:nvSpPr>
          <p:spPr>
            <a:xfrm>
              <a:off x="7560194" y="2170531"/>
              <a:ext cx="38928" cy="33331"/>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45"/>
            <p:cNvSpPr/>
            <p:nvPr/>
          </p:nvSpPr>
          <p:spPr>
            <a:xfrm>
              <a:off x="7560194" y="2265583"/>
              <a:ext cx="38928" cy="33238"/>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45"/>
            <p:cNvSpPr/>
            <p:nvPr/>
          </p:nvSpPr>
          <p:spPr>
            <a:xfrm>
              <a:off x="7560194" y="2312992"/>
              <a:ext cx="38928" cy="33316"/>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45"/>
            <p:cNvSpPr/>
            <p:nvPr/>
          </p:nvSpPr>
          <p:spPr>
            <a:xfrm>
              <a:off x="7560194" y="2360510"/>
              <a:ext cx="38928" cy="33331"/>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45"/>
            <p:cNvSpPr/>
            <p:nvPr/>
          </p:nvSpPr>
          <p:spPr>
            <a:xfrm>
              <a:off x="7560194" y="2408044"/>
              <a:ext cx="38928" cy="33269"/>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45"/>
            <p:cNvSpPr/>
            <p:nvPr/>
          </p:nvSpPr>
          <p:spPr>
            <a:xfrm>
              <a:off x="7607712" y="1505414"/>
              <a:ext cx="38804" cy="33331"/>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45"/>
            <p:cNvSpPr/>
            <p:nvPr/>
          </p:nvSpPr>
          <p:spPr>
            <a:xfrm>
              <a:off x="7607712" y="1552933"/>
              <a:ext cx="38804" cy="33331"/>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45"/>
            <p:cNvSpPr/>
            <p:nvPr/>
          </p:nvSpPr>
          <p:spPr>
            <a:xfrm>
              <a:off x="7607712" y="1600467"/>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45"/>
            <p:cNvSpPr/>
            <p:nvPr/>
          </p:nvSpPr>
          <p:spPr>
            <a:xfrm>
              <a:off x="7607712" y="164800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45"/>
            <p:cNvSpPr/>
            <p:nvPr/>
          </p:nvSpPr>
          <p:spPr>
            <a:xfrm>
              <a:off x="7607712" y="1695519"/>
              <a:ext cx="38804" cy="33207"/>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45"/>
            <p:cNvSpPr/>
            <p:nvPr/>
          </p:nvSpPr>
          <p:spPr>
            <a:xfrm>
              <a:off x="8130258"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45"/>
            <p:cNvSpPr/>
            <p:nvPr/>
          </p:nvSpPr>
          <p:spPr>
            <a:xfrm>
              <a:off x="8130258"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45"/>
            <p:cNvSpPr/>
            <p:nvPr/>
          </p:nvSpPr>
          <p:spPr>
            <a:xfrm>
              <a:off x="8177651" y="1600467"/>
              <a:ext cx="38928" cy="33269"/>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45"/>
            <p:cNvSpPr/>
            <p:nvPr/>
          </p:nvSpPr>
          <p:spPr>
            <a:xfrm>
              <a:off x="8177651" y="1648001"/>
              <a:ext cx="38928" cy="33253"/>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45"/>
            <p:cNvSpPr/>
            <p:nvPr/>
          </p:nvSpPr>
          <p:spPr>
            <a:xfrm>
              <a:off x="8225185" y="1552933"/>
              <a:ext cx="38928" cy="33331"/>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45"/>
            <p:cNvSpPr/>
            <p:nvPr/>
          </p:nvSpPr>
          <p:spPr>
            <a:xfrm>
              <a:off x="8225185" y="1600467"/>
              <a:ext cx="38928" cy="33269"/>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45"/>
            <p:cNvSpPr/>
            <p:nvPr/>
          </p:nvSpPr>
          <p:spPr>
            <a:xfrm>
              <a:off x="8225185" y="1648001"/>
              <a:ext cx="38928" cy="33253"/>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45"/>
            <p:cNvSpPr/>
            <p:nvPr/>
          </p:nvSpPr>
          <p:spPr>
            <a:xfrm>
              <a:off x="8272719" y="160046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45"/>
            <p:cNvSpPr/>
            <p:nvPr/>
          </p:nvSpPr>
          <p:spPr>
            <a:xfrm>
              <a:off x="8272719" y="164800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45"/>
            <p:cNvSpPr/>
            <p:nvPr/>
          </p:nvSpPr>
          <p:spPr>
            <a:xfrm>
              <a:off x="8320237" y="1600467"/>
              <a:ext cx="38804" cy="33269"/>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45"/>
            <p:cNvSpPr/>
            <p:nvPr/>
          </p:nvSpPr>
          <p:spPr>
            <a:xfrm>
              <a:off x="8605269" y="1648001"/>
              <a:ext cx="38928" cy="33253"/>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45"/>
            <p:cNvSpPr/>
            <p:nvPr/>
          </p:nvSpPr>
          <p:spPr>
            <a:xfrm>
              <a:off x="8367771" y="1600467"/>
              <a:ext cx="38788" cy="33269"/>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45"/>
            <p:cNvSpPr/>
            <p:nvPr/>
          </p:nvSpPr>
          <p:spPr>
            <a:xfrm>
              <a:off x="8415165" y="1600467"/>
              <a:ext cx="38928" cy="33269"/>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45"/>
            <p:cNvSpPr/>
            <p:nvPr/>
          </p:nvSpPr>
          <p:spPr>
            <a:xfrm>
              <a:off x="8462824" y="1600467"/>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45"/>
            <p:cNvSpPr/>
            <p:nvPr/>
          </p:nvSpPr>
          <p:spPr>
            <a:xfrm>
              <a:off x="8557751" y="1648001"/>
              <a:ext cx="38913" cy="33253"/>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45"/>
            <p:cNvSpPr/>
            <p:nvPr/>
          </p:nvSpPr>
          <p:spPr>
            <a:xfrm>
              <a:off x="8510342"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45"/>
            <p:cNvSpPr/>
            <p:nvPr/>
          </p:nvSpPr>
          <p:spPr>
            <a:xfrm>
              <a:off x="8462824" y="1648001"/>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45"/>
            <p:cNvSpPr/>
            <p:nvPr/>
          </p:nvSpPr>
          <p:spPr>
            <a:xfrm>
              <a:off x="8415165" y="1648001"/>
              <a:ext cx="38928" cy="33253"/>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45"/>
            <p:cNvSpPr/>
            <p:nvPr/>
          </p:nvSpPr>
          <p:spPr>
            <a:xfrm>
              <a:off x="8367771" y="1648001"/>
              <a:ext cx="38788" cy="33253"/>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45"/>
            <p:cNvSpPr/>
            <p:nvPr/>
          </p:nvSpPr>
          <p:spPr>
            <a:xfrm>
              <a:off x="8320237" y="1648001"/>
              <a:ext cx="38804" cy="33253"/>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45"/>
            <p:cNvSpPr/>
            <p:nvPr/>
          </p:nvSpPr>
          <p:spPr>
            <a:xfrm>
              <a:off x="8320237" y="1695519"/>
              <a:ext cx="38804" cy="33207"/>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45"/>
            <p:cNvSpPr/>
            <p:nvPr/>
          </p:nvSpPr>
          <p:spPr>
            <a:xfrm>
              <a:off x="8272719" y="1695519"/>
              <a:ext cx="38788" cy="33207"/>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45"/>
            <p:cNvSpPr/>
            <p:nvPr/>
          </p:nvSpPr>
          <p:spPr>
            <a:xfrm>
              <a:off x="8225185" y="1695519"/>
              <a:ext cx="38928" cy="33207"/>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45"/>
            <p:cNvSpPr/>
            <p:nvPr/>
          </p:nvSpPr>
          <p:spPr>
            <a:xfrm>
              <a:off x="8177651" y="1695519"/>
              <a:ext cx="38928" cy="33207"/>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45"/>
            <p:cNvSpPr/>
            <p:nvPr/>
          </p:nvSpPr>
          <p:spPr>
            <a:xfrm>
              <a:off x="8130258"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45"/>
            <p:cNvSpPr/>
            <p:nvPr/>
          </p:nvSpPr>
          <p:spPr>
            <a:xfrm>
              <a:off x="7845226" y="2075478"/>
              <a:ext cx="38804" cy="33269"/>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45"/>
            <p:cNvSpPr/>
            <p:nvPr/>
          </p:nvSpPr>
          <p:spPr>
            <a:xfrm>
              <a:off x="7845226" y="2218065"/>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45"/>
            <p:cNvSpPr/>
            <p:nvPr/>
          </p:nvSpPr>
          <p:spPr>
            <a:xfrm>
              <a:off x="7892744"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45"/>
            <p:cNvSpPr/>
            <p:nvPr/>
          </p:nvSpPr>
          <p:spPr>
            <a:xfrm>
              <a:off x="7892744"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45"/>
            <p:cNvSpPr/>
            <p:nvPr/>
          </p:nvSpPr>
          <p:spPr>
            <a:xfrm>
              <a:off x="7892744"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45"/>
            <p:cNvSpPr/>
            <p:nvPr/>
          </p:nvSpPr>
          <p:spPr>
            <a:xfrm>
              <a:off x="7892744" y="1742913"/>
              <a:ext cx="38804" cy="33331"/>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45"/>
            <p:cNvSpPr/>
            <p:nvPr/>
          </p:nvSpPr>
          <p:spPr>
            <a:xfrm>
              <a:off x="7892744" y="1790446"/>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45"/>
            <p:cNvSpPr/>
            <p:nvPr/>
          </p:nvSpPr>
          <p:spPr>
            <a:xfrm>
              <a:off x="7892744" y="183798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45"/>
            <p:cNvSpPr/>
            <p:nvPr/>
          </p:nvSpPr>
          <p:spPr>
            <a:xfrm>
              <a:off x="7892744" y="1885499"/>
              <a:ext cx="38804" cy="33222"/>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45"/>
            <p:cNvSpPr/>
            <p:nvPr/>
          </p:nvSpPr>
          <p:spPr>
            <a:xfrm>
              <a:off x="7892744" y="1932892"/>
              <a:ext cx="38804" cy="33331"/>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45"/>
            <p:cNvSpPr/>
            <p:nvPr/>
          </p:nvSpPr>
          <p:spPr>
            <a:xfrm>
              <a:off x="7892744" y="1980426"/>
              <a:ext cx="38804" cy="33331"/>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45"/>
            <p:cNvSpPr/>
            <p:nvPr/>
          </p:nvSpPr>
          <p:spPr>
            <a:xfrm>
              <a:off x="7940153" y="1600467"/>
              <a:ext cx="38928" cy="33269"/>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45"/>
            <p:cNvSpPr/>
            <p:nvPr/>
          </p:nvSpPr>
          <p:spPr>
            <a:xfrm>
              <a:off x="7940153" y="1648001"/>
              <a:ext cx="38928" cy="33253"/>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45"/>
            <p:cNvSpPr/>
            <p:nvPr/>
          </p:nvSpPr>
          <p:spPr>
            <a:xfrm>
              <a:off x="7940153" y="1695519"/>
              <a:ext cx="38928" cy="33207"/>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45"/>
            <p:cNvSpPr/>
            <p:nvPr/>
          </p:nvSpPr>
          <p:spPr>
            <a:xfrm>
              <a:off x="7940153" y="1742913"/>
              <a:ext cx="38928" cy="33331"/>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45"/>
            <p:cNvSpPr/>
            <p:nvPr/>
          </p:nvSpPr>
          <p:spPr>
            <a:xfrm>
              <a:off x="7940153" y="1790446"/>
              <a:ext cx="38928" cy="33269"/>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45"/>
            <p:cNvSpPr/>
            <p:nvPr/>
          </p:nvSpPr>
          <p:spPr>
            <a:xfrm>
              <a:off x="7940153" y="1837980"/>
              <a:ext cx="38928" cy="33253"/>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45"/>
            <p:cNvSpPr/>
            <p:nvPr/>
          </p:nvSpPr>
          <p:spPr>
            <a:xfrm>
              <a:off x="7940153" y="1885499"/>
              <a:ext cx="38928" cy="33269"/>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45"/>
            <p:cNvSpPr/>
            <p:nvPr/>
          </p:nvSpPr>
          <p:spPr>
            <a:xfrm>
              <a:off x="7940153" y="1932892"/>
              <a:ext cx="38928" cy="33331"/>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45"/>
            <p:cNvSpPr/>
            <p:nvPr/>
          </p:nvSpPr>
          <p:spPr>
            <a:xfrm>
              <a:off x="7987672" y="1600467"/>
              <a:ext cx="38928" cy="33269"/>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45"/>
            <p:cNvSpPr/>
            <p:nvPr/>
          </p:nvSpPr>
          <p:spPr>
            <a:xfrm>
              <a:off x="7987672" y="1648001"/>
              <a:ext cx="38928" cy="33253"/>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45"/>
            <p:cNvSpPr/>
            <p:nvPr/>
          </p:nvSpPr>
          <p:spPr>
            <a:xfrm>
              <a:off x="7987672" y="1695519"/>
              <a:ext cx="38928" cy="33207"/>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45"/>
            <p:cNvSpPr/>
            <p:nvPr/>
          </p:nvSpPr>
          <p:spPr>
            <a:xfrm>
              <a:off x="7987672" y="1742913"/>
              <a:ext cx="38928" cy="33331"/>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45"/>
            <p:cNvSpPr/>
            <p:nvPr/>
          </p:nvSpPr>
          <p:spPr>
            <a:xfrm>
              <a:off x="7987672" y="1790446"/>
              <a:ext cx="38928" cy="33269"/>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45"/>
            <p:cNvSpPr/>
            <p:nvPr/>
          </p:nvSpPr>
          <p:spPr>
            <a:xfrm>
              <a:off x="7987672" y="1837980"/>
              <a:ext cx="38928" cy="33253"/>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45"/>
            <p:cNvSpPr/>
            <p:nvPr/>
          </p:nvSpPr>
          <p:spPr>
            <a:xfrm>
              <a:off x="7987672" y="1885499"/>
              <a:ext cx="38928" cy="33222"/>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45"/>
            <p:cNvSpPr/>
            <p:nvPr/>
          </p:nvSpPr>
          <p:spPr>
            <a:xfrm>
              <a:off x="7987672" y="1932892"/>
              <a:ext cx="38928" cy="33331"/>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45"/>
            <p:cNvSpPr/>
            <p:nvPr/>
          </p:nvSpPr>
          <p:spPr>
            <a:xfrm>
              <a:off x="8035206" y="1600467"/>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45"/>
            <p:cNvSpPr/>
            <p:nvPr/>
          </p:nvSpPr>
          <p:spPr>
            <a:xfrm>
              <a:off x="8035206" y="1648001"/>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45"/>
            <p:cNvSpPr/>
            <p:nvPr/>
          </p:nvSpPr>
          <p:spPr>
            <a:xfrm>
              <a:off x="8035206" y="1695519"/>
              <a:ext cx="38804" cy="33207"/>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45"/>
            <p:cNvSpPr/>
            <p:nvPr/>
          </p:nvSpPr>
          <p:spPr>
            <a:xfrm>
              <a:off x="8082739" y="1600467"/>
              <a:ext cx="38788" cy="33269"/>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45"/>
            <p:cNvSpPr/>
            <p:nvPr/>
          </p:nvSpPr>
          <p:spPr>
            <a:xfrm>
              <a:off x="8082739" y="1648001"/>
              <a:ext cx="38788" cy="33253"/>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45"/>
            <p:cNvSpPr/>
            <p:nvPr/>
          </p:nvSpPr>
          <p:spPr>
            <a:xfrm>
              <a:off x="8082739" y="1695519"/>
              <a:ext cx="38788" cy="33207"/>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45"/>
            <p:cNvSpPr/>
            <p:nvPr/>
          </p:nvSpPr>
          <p:spPr>
            <a:xfrm>
              <a:off x="8082739" y="1742913"/>
              <a:ext cx="38788" cy="33331"/>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45"/>
            <p:cNvSpPr/>
            <p:nvPr/>
          </p:nvSpPr>
          <p:spPr>
            <a:xfrm>
              <a:off x="8035206" y="1742913"/>
              <a:ext cx="38804" cy="33331"/>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45"/>
            <p:cNvSpPr/>
            <p:nvPr/>
          </p:nvSpPr>
          <p:spPr>
            <a:xfrm>
              <a:off x="8035206" y="1790446"/>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45"/>
            <p:cNvSpPr/>
            <p:nvPr/>
          </p:nvSpPr>
          <p:spPr>
            <a:xfrm>
              <a:off x="8035206" y="1837980"/>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45"/>
            <p:cNvSpPr/>
            <p:nvPr/>
          </p:nvSpPr>
          <p:spPr>
            <a:xfrm>
              <a:off x="8035206" y="1885499"/>
              <a:ext cx="38804" cy="33222"/>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45"/>
            <p:cNvSpPr/>
            <p:nvPr/>
          </p:nvSpPr>
          <p:spPr>
            <a:xfrm>
              <a:off x="8035206" y="1932892"/>
              <a:ext cx="38804" cy="33331"/>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45"/>
            <p:cNvSpPr/>
            <p:nvPr/>
          </p:nvSpPr>
          <p:spPr>
            <a:xfrm>
              <a:off x="8035206" y="1980426"/>
              <a:ext cx="38804" cy="33331"/>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45"/>
            <p:cNvSpPr/>
            <p:nvPr/>
          </p:nvSpPr>
          <p:spPr>
            <a:xfrm>
              <a:off x="7987672" y="1980426"/>
              <a:ext cx="38928" cy="33331"/>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45"/>
            <p:cNvSpPr/>
            <p:nvPr/>
          </p:nvSpPr>
          <p:spPr>
            <a:xfrm>
              <a:off x="7940153" y="1980426"/>
              <a:ext cx="38928" cy="33331"/>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45"/>
            <p:cNvSpPr/>
            <p:nvPr/>
          </p:nvSpPr>
          <p:spPr>
            <a:xfrm>
              <a:off x="7940153" y="2027960"/>
              <a:ext cx="38928" cy="33253"/>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45"/>
            <p:cNvSpPr/>
            <p:nvPr/>
          </p:nvSpPr>
          <p:spPr>
            <a:xfrm>
              <a:off x="7892744" y="202796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45"/>
            <p:cNvSpPr/>
            <p:nvPr/>
          </p:nvSpPr>
          <p:spPr>
            <a:xfrm>
              <a:off x="7607712" y="1742913"/>
              <a:ext cx="38804" cy="33331"/>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45"/>
            <p:cNvSpPr/>
            <p:nvPr/>
          </p:nvSpPr>
          <p:spPr>
            <a:xfrm>
              <a:off x="7607712"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45"/>
            <p:cNvSpPr/>
            <p:nvPr/>
          </p:nvSpPr>
          <p:spPr>
            <a:xfrm>
              <a:off x="7607712" y="183798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45"/>
            <p:cNvSpPr/>
            <p:nvPr/>
          </p:nvSpPr>
          <p:spPr>
            <a:xfrm>
              <a:off x="7607712" y="1885499"/>
              <a:ext cx="38804" cy="33238"/>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45"/>
            <p:cNvSpPr/>
            <p:nvPr/>
          </p:nvSpPr>
          <p:spPr>
            <a:xfrm>
              <a:off x="7607712" y="1932892"/>
              <a:ext cx="38804" cy="33331"/>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45"/>
            <p:cNvSpPr/>
            <p:nvPr/>
          </p:nvSpPr>
          <p:spPr>
            <a:xfrm>
              <a:off x="7607712" y="1980426"/>
              <a:ext cx="38804" cy="33331"/>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45"/>
            <p:cNvSpPr/>
            <p:nvPr/>
          </p:nvSpPr>
          <p:spPr>
            <a:xfrm>
              <a:off x="7607712" y="202796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45"/>
            <p:cNvSpPr/>
            <p:nvPr/>
          </p:nvSpPr>
          <p:spPr>
            <a:xfrm>
              <a:off x="7607712" y="2075478"/>
              <a:ext cx="38804" cy="33269"/>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45"/>
            <p:cNvSpPr/>
            <p:nvPr/>
          </p:nvSpPr>
          <p:spPr>
            <a:xfrm>
              <a:off x="7607712" y="2123012"/>
              <a:ext cx="38897" cy="33316"/>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45"/>
            <p:cNvSpPr/>
            <p:nvPr/>
          </p:nvSpPr>
          <p:spPr>
            <a:xfrm>
              <a:off x="7607712" y="2170531"/>
              <a:ext cx="38804" cy="33331"/>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45"/>
            <p:cNvSpPr/>
            <p:nvPr/>
          </p:nvSpPr>
          <p:spPr>
            <a:xfrm>
              <a:off x="7607712" y="2265583"/>
              <a:ext cx="38804" cy="33238"/>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45"/>
            <p:cNvSpPr/>
            <p:nvPr/>
          </p:nvSpPr>
          <p:spPr>
            <a:xfrm>
              <a:off x="7607712" y="2312992"/>
              <a:ext cx="38804" cy="33316"/>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45"/>
            <p:cNvSpPr/>
            <p:nvPr/>
          </p:nvSpPr>
          <p:spPr>
            <a:xfrm>
              <a:off x="7607712" y="2360510"/>
              <a:ext cx="38804" cy="33331"/>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45"/>
            <p:cNvSpPr/>
            <p:nvPr/>
          </p:nvSpPr>
          <p:spPr>
            <a:xfrm>
              <a:off x="7607712" y="2408044"/>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45"/>
            <p:cNvSpPr/>
            <p:nvPr/>
          </p:nvSpPr>
          <p:spPr>
            <a:xfrm>
              <a:off x="7607712" y="2455563"/>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45"/>
            <p:cNvSpPr/>
            <p:nvPr/>
          </p:nvSpPr>
          <p:spPr>
            <a:xfrm>
              <a:off x="7655246" y="1505414"/>
              <a:ext cx="38788" cy="33331"/>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45"/>
            <p:cNvSpPr/>
            <p:nvPr/>
          </p:nvSpPr>
          <p:spPr>
            <a:xfrm>
              <a:off x="7655246" y="1552933"/>
              <a:ext cx="38788" cy="33331"/>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45"/>
            <p:cNvSpPr/>
            <p:nvPr/>
          </p:nvSpPr>
          <p:spPr>
            <a:xfrm>
              <a:off x="7655246" y="1600467"/>
              <a:ext cx="38788" cy="33269"/>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45"/>
            <p:cNvSpPr/>
            <p:nvPr/>
          </p:nvSpPr>
          <p:spPr>
            <a:xfrm>
              <a:off x="7655246" y="1648001"/>
              <a:ext cx="38788" cy="33253"/>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45"/>
            <p:cNvSpPr/>
            <p:nvPr/>
          </p:nvSpPr>
          <p:spPr>
            <a:xfrm>
              <a:off x="7655246" y="1695519"/>
              <a:ext cx="38788" cy="33207"/>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45"/>
            <p:cNvSpPr/>
            <p:nvPr/>
          </p:nvSpPr>
          <p:spPr>
            <a:xfrm>
              <a:off x="7655246" y="1742913"/>
              <a:ext cx="38788" cy="33331"/>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45"/>
            <p:cNvSpPr/>
            <p:nvPr/>
          </p:nvSpPr>
          <p:spPr>
            <a:xfrm>
              <a:off x="7655246" y="1790446"/>
              <a:ext cx="38788" cy="33269"/>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45"/>
            <p:cNvSpPr/>
            <p:nvPr/>
          </p:nvSpPr>
          <p:spPr>
            <a:xfrm>
              <a:off x="7655246" y="1837980"/>
              <a:ext cx="38788" cy="33253"/>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45"/>
            <p:cNvSpPr/>
            <p:nvPr/>
          </p:nvSpPr>
          <p:spPr>
            <a:xfrm>
              <a:off x="7655246" y="1885499"/>
              <a:ext cx="38788" cy="33269"/>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45"/>
            <p:cNvSpPr/>
            <p:nvPr/>
          </p:nvSpPr>
          <p:spPr>
            <a:xfrm>
              <a:off x="7655246" y="1932892"/>
              <a:ext cx="38788" cy="33331"/>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45"/>
            <p:cNvSpPr/>
            <p:nvPr/>
          </p:nvSpPr>
          <p:spPr>
            <a:xfrm>
              <a:off x="7655246" y="1980426"/>
              <a:ext cx="38788" cy="33331"/>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45"/>
            <p:cNvSpPr/>
            <p:nvPr/>
          </p:nvSpPr>
          <p:spPr>
            <a:xfrm>
              <a:off x="7655246" y="2027960"/>
              <a:ext cx="38788" cy="33253"/>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45"/>
            <p:cNvSpPr/>
            <p:nvPr/>
          </p:nvSpPr>
          <p:spPr>
            <a:xfrm>
              <a:off x="7655246" y="2075478"/>
              <a:ext cx="38788" cy="33269"/>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45"/>
            <p:cNvSpPr/>
            <p:nvPr/>
          </p:nvSpPr>
          <p:spPr>
            <a:xfrm>
              <a:off x="7655246" y="2123012"/>
              <a:ext cx="38928" cy="33316"/>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45"/>
            <p:cNvSpPr/>
            <p:nvPr/>
          </p:nvSpPr>
          <p:spPr>
            <a:xfrm>
              <a:off x="7655246" y="2170531"/>
              <a:ext cx="38788" cy="33331"/>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45"/>
            <p:cNvSpPr/>
            <p:nvPr/>
          </p:nvSpPr>
          <p:spPr>
            <a:xfrm>
              <a:off x="7655246" y="2265583"/>
              <a:ext cx="38788" cy="33238"/>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45"/>
            <p:cNvSpPr/>
            <p:nvPr/>
          </p:nvSpPr>
          <p:spPr>
            <a:xfrm>
              <a:off x="7655246" y="2312992"/>
              <a:ext cx="38788" cy="33316"/>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45"/>
            <p:cNvSpPr/>
            <p:nvPr/>
          </p:nvSpPr>
          <p:spPr>
            <a:xfrm>
              <a:off x="7655246" y="2360510"/>
              <a:ext cx="38788" cy="33331"/>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45"/>
            <p:cNvSpPr/>
            <p:nvPr/>
          </p:nvSpPr>
          <p:spPr>
            <a:xfrm>
              <a:off x="7655246" y="2503096"/>
              <a:ext cx="38788" cy="33222"/>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45"/>
            <p:cNvSpPr/>
            <p:nvPr/>
          </p:nvSpPr>
          <p:spPr>
            <a:xfrm>
              <a:off x="7655246" y="2455563"/>
              <a:ext cx="38788" cy="33269"/>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45"/>
            <p:cNvSpPr/>
            <p:nvPr/>
          </p:nvSpPr>
          <p:spPr>
            <a:xfrm>
              <a:off x="7655246" y="2408044"/>
              <a:ext cx="38788" cy="33269"/>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45"/>
            <p:cNvSpPr/>
            <p:nvPr/>
          </p:nvSpPr>
          <p:spPr>
            <a:xfrm>
              <a:off x="7702764"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45"/>
            <p:cNvSpPr/>
            <p:nvPr/>
          </p:nvSpPr>
          <p:spPr>
            <a:xfrm>
              <a:off x="7702764"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45"/>
            <p:cNvSpPr/>
            <p:nvPr/>
          </p:nvSpPr>
          <p:spPr>
            <a:xfrm>
              <a:off x="7702764"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45"/>
            <p:cNvSpPr/>
            <p:nvPr/>
          </p:nvSpPr>
          <p:spPr>
            <a:xfrm>
              <a:off x="7702764" y="174291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45"/>
            <p:cNvSpPr/>
            <p:nvPr/>
          </p:nvSpPr>
          <p:spPr>
            <a:xfrm>
              <a:off x="7702764" y="1790446"/>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45"/>
            <p:cNvSpPr/>
            <p:nvPr/>
          </p:nvSpPr>
          <p:spPr>
            <a:xfrm>
              <a:off x="7702764" y="183798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45"/>
            <p:cNvSpPr/>
            <p:nvPr/>
          </p:nvSpPr>
          <p:spPr>
            <a:xfrm>
              <a:off x="7702764" y="1885499"/>
              <a:ext cx="38804" cy="33269"/>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45"/>
            <p:cNvSpPr/>
            <p:nvPr/>
          </p:nvSpPr>
          <p:spPr>
            <a:xfrm>
              <a:off x="7702764" y="1932892"/>
              <a:ext cx="38804" cy="33331"/>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45"/>
            <p:cNvSpPr/>
            <p:nvPr/>
          </p:nvSpPr>
          <p:spPr>
            <a:xfrm>
              <a:off x="7702764" y="1980426"/>
              <a:ext cx="38804" cy="33331"/>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45"/>
            <p:cNvSpPr/>
            <p:nvPr/>
          </p:nvSpPr>
          <p:spPr>
            <a:xfrm>
              <a:off x="7702764" y="202796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45"/>
            <p:cNvSpPr/>
            <p:nvPr/>
          </p:nvSpPr>
          <p:spPr>
            <a:xfrm>
              <a:off x="7702764" y="2075478"/>
              <a:ext cx="38804" cy="33269"/>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45"/>
            <p:cNvSpPr/>
            <p:nvPr/>
          </p:nvSpPr>
          <p:spPr>
            <a:xfrm>
              <a:off x="7702764" y="2123012"/>
              <a:ext cx="38897" cy="33316"/>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45"/>
            <p:cNvSpPr/>
            <p:nvPr/>
          </p:nvSpPr>
          <p:spPr>
            <a:xfrm>
              <a:off x="7702764" y="2170531"/>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45"/>
            <p:cNvSpPr/>
            <p:nvPr/>
          </p:nvSpPr>
          <p:spPr>
            <a:xfrm>
              <a:off x="7702764" y="2265583"/>
              <a:ext cx="38804" cy="33238"/>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45"/>
            <p:cNvSpPr/>
            <p:nvPr/>
          </p:nvSpPr>
          <p:spPr>
            <a:xfrm>
              <a:off x="7702764" y="2312992"/>
              <a:ext cx="38804" cy="33316"/>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45"/>
            <p:cNvSpPr/>
            <p:nvPr/>
          </p:nvSpPr>
          <p:spPr>
            <a:xfrm>
              <a:off x="7702764" y="2408044"/>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45"/>
            <p:cNvSpPr/>
            <p:nvPr/>
          </p:nvSpPr>
          <p:spPr>
            <a:xfrm>
              <a:off x="7702764" y="2360510"/>
              <a:ext cx="38804" cy="33331"/>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45"/>
            <p:cNvSpPr/>
            <p:nvPr/>
          </p:nvSpPr>
          <p:spPr>
            <a:xfrm>
              <a:off x="7750298" y="1600467"/>
              <a:ext cx="38804" cy="33269"/>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45"/>
            <p:cNvSpPr/>
            <p:nvPr/>
          </p:nvSpPr>
          <p:spPr>
            <a:xfrm>
              <a:off x="7750298" y="1648001"/>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45"/>
            <p:cNvSpPr/>
            <p:nvPr/>
          </p:nvSpPr>
          <p:spPr>
            <a:xfrm>
              <a:off x="7750298" y="1695519"/>
              <a:ext cx="38757" cy="33207"/>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45"/>
            <p:cNvSpPr/>
            <p:nvPr/>
          </p:nvSpPr>
          <p:spPr>
            <a:xfrm>
              <a:off x="7750298" y="1742913"/>
              <a:ext cx="38804" cy="33331"/>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45"/>
            <p:cNvSpPr/>
            <p:nvPr/>
          </p:nvSpPr>
          <p:spPr>
            <a:xfrm>
              <a:off x="7750298" y="1790446"/>
              <a:ext cx="38804" cy="33269"/>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45"/>
            <p:cNvSpPr/>
            <p:nvPr/>
          </p:nvSpPr>
          <p:spPr>
            <a:xfrm>
              <a:off x="7750298" y="1837980"/>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45"/>
            <p:cNvSpPr/>
            <p:nvPr/>
          </p:nvSpPr>
          <p:spPr>
            <a:xfrm>
              <a:off x="7750298" y="1885499"/>
              <a:ext cx="38804" cy="33222"/>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45"/>
            <p:cNvSpPr/>
            <p:nvPr/>
          </p:nvSpPr>
          <p:spPr>
            <a:xfrm>
              <a:off x="7750298" y="1932892"/>
              <a:ext cx="38804" cy="33331"/>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45"/>
            <p:cNvSpPr/>
            <p:nvPr/>
          </p:nvSpPr>
          <p:spPr>
            <a:xfrm>
              <a:off x="7750298" y="1980426"/>
              <a:ext cx="38804" cy="33331"/>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45"/>
            <p:cNvSpPr/>
            <p:nvPr/>
          </p:nvSpPr>
          <p:spPr>
            <a:xfrm>
              <a:off x="7750298" y="2027960"/>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45"/>
            <p:cNvSpPr/>
            <p:nvPr/>
          </p:nvSpPr>
          <p:spPr>
            <a:xfrm>
              <a:off x="7750298" y="2075478"/>
              <a:ext cx="38804" cy="33269"/>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45"/>
            <p:cNvSpPr/>
            <p:nvPr/>
          </p:nvSpPr>
          <p:spPr>
            <a:xfrm>
              <a:off x="7750298" y="2123012"/>
              <a:ext cx="38881" cy="33316"/>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45"/>
            <p:cNvSpPr/>
            <p:nvPr/>
          </p:nvSpPr>
          <p:spPr>
            <a:xfrm>
              <a:off x="7750298" y="2170531"/>
              <a:ext cx="38804" cy="33331"/>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45"/>
            <p:cNvSpPr/>
            <p:nvPr/>
          </p:nvSpPr>
          <p:spPr>
            <a:xfrm>
              <a:off x="7750174" y="2265583"/>
              <a:ext cx="38928" cy="33238"/>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45"/>
            <p:cNvSpPr/>
            <p:nvPr/>
          </p:nvSpPr>
          <p:spPr>
            <a:xfrm>
              <a:off x="7750298" y="2312992"/>
              <a:ext cx="38804" cy="33316"/>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45"/>
            <p:cNvSpPr/>
            <p:nvPr/>
          </p:nvSpPr>
          <p:spPr>
            <a:xfrm>
              <a:off x="7750174" y="2360510"/>
              <a:ext cx="38928" cy="33331"/>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45"/>
            <p:cNvSpPr/>
            <p:nvPr/>
          </p:nvSpPr>
          <p:spPr>
            <a:xfrm>
              <a:off x="7797832" y="1600467"/>
              <a:ext cx="38788" cy="33269"/>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45"/>
            <p:cNvSpPr/>
            <p:nvPr/>
          </p:nvSpPr>
          <p:spPr>
            <a:xfrm>
              <a:off x="7797832" y="1648001"/>
              <a:ext cx="38757" cy="33222"/>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45"/>
            <p:cNvSpPr/>
            <p:nvPr/>
          </p:nvSpPr>
          <p:spPr>
            <a:xfrm>
              <a:off x="7797832" y="1695519"/>
              <a:ext cx="38757" cy="33222"/>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45"/>
            <p:cNvSpPr/>
            <p:nvPr/>
          </p:nvSpPr>
          <p:spPr>
            <a:xfrm>
              <a:off x="7797832" y="1742913"/>
              <a:ext cx="38788" cy="33331"/>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45"/>
            <p:cNvSpPr/>
            <p:nvPr/>
          </p:nvSpPr>
          <p:spPr>
            <a:xfrm>
              <a:off x="7797832" y="1790446"/>
              <a:ext cx="38788" cy="33269"/>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45"/>
            <p:cNvSpPr/>
            <p:nvPr/>
          </p:nvSpPr>
          <p:spPr>
            <a:xfrm>
              <a:off x="7797832" y="1837965"/>
              <a:ext cx="38757" cy="33238"/>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45"/>
            <p:cNvSpPr/>
            <p:nvPr/>
          </p:nvSpPr>
          <p:spPr>
            <a:xfrm>
              <a:off x="7797832" y="1885499"/>
              <a:ext cx="38757" cy="33222"/>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45"/>
            <p:cNvSpPr/>
            <p:nvPr/>
          </p:nvSpPr>
          <p:spPr>
            <a:xfrm>
              <a:off x="7797832" y="1932892"/>
              <a:ext cx="38788" cy="33363"/>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45"/>
            <p:cNvSpPr/>
            <p:nvPr/>
          </p:nvSpPr>
          <p:spPr>
            <a:xfrm>
              <a:off x="7797832" y="1980426"/>
              <a:ext cx="38788" cy="33331"/>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45"/>
            <p:cNvSpPr/>
            <p:nvPr/>
          </p:nvSpPr>
          <p:spPr>
            <a:xfrm>
              <a:off x="7845226" y="1600467"/>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45"/>
            <p:cNvSpPr/>
            <p:nvPr/>
          </p:nvSpPr>
          <p:spPr>
            <a:xfrm>
              <a:off x="7845226" y="1648001"/>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45"/>
            <p:cNvSpPr/>
            <p:nvPr/>
          </p:nvSpPr>
          <p:spPr>
            <a:xfrm>
              <a:off x="7845226" y="1695519"/>
              <a:ext cx="38804" cy="33207"/>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45"/>
            <p:cNvSpPr/>
            <p:nvPr/>
          </p:nvSpPr>
          <p:spPr>
            <a:xfrm>
              <a:off x="7845226" y="1742913"/>
              <a:ext cx="38804" cy="33331"/>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45"/>
            <p:cNvSpPr/>
            <p:nvPr/>
          </p:nvSpPr>
          <p:spPr>
            <a:xfrm>
              <a:off x="7845226" y="1790446"/>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45"/>
            <p:cNvSpPr/>
            <p:nvPr/>
          </p:nvSpPr>
          <p:spPr>
            <a:xfrm>
              <a:off x="7845226" y="1837980"/>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45"/>
            <p:cNvSpPr/>
            <p:nvPr/>
          </p:nvSpPr>
          <p:spPr>
            <a:xfrm>
              <a:off x="7845226" y="1885499"/>
              <a:ext cx="38804" cy="33269"/>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45"/>
            <p:cNvSpPr/>
            <p:nvPr/>
          </p:nvSpPr>
          <p:spPr>
            <a:xfrm>
              <a:off x="7845226" y="1932892"/>
              <a:ext cx="38804" cy="33331"/>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45"/>
            <p:cNvSpPr/>
            <p:nvPr/>
          </p:nvSpPr>
          <p:spPr>
            <a:xfrm>
              <a:off x="7845226" y="1980426"/>
              <a:ext cx="38804" cy="33331"/>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45"/>
            <p:cNvSpPr/>
            <p:nvPr/>
          </p:nvSpPr>
          <p:spPr>
            <a:xfrm>
              <a:off x="7845226" y="2027960"/>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45"/>
            <p:cNvSpPr/>
            <p:nvPr/>
          </p:nvSpPr>
          <p:spPr>
            <a:xfrm>
              <a:off x="7797832" y="2027960"/>
              <a:ext cx="38788" cy="33253"/>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45"/>
            <p:cNvSpPr/>
            <p:nvPr/>
          </p:nvSpPr>
          <p:spPr>
            <a:xfrm>
              <a:off x="7797832" y="2075478"/>
              <a:ext cx="38757" cy="33222"/>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45"/>
            <p:cNvSpPr/>
            <p:nvPr/>
          </p:nvSpPr>
          <p:spPr>
            <a:xfrm>
              <a:off x="7797832" y="2123012"/>
              <a:ext cx="38881" cy="33316"/>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45"/>
            <p:cNvSpPr/>
            <p:nvPr/>
          </p:nvSpPr>
          <p:spPr>
            <a:xfrm>
              <a:off x="7797832" y="2170531"/>
              <a:ext cx="38788" cy="33331"/>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45"/>
            <p:cNvSpPr/>
            <p:nvPr/>
          </p:nvSpPr>
          <p:spPr>
            <a:xfrm>
              <a:off x="7797692" y="2360510"/>
              <a:ext cx="38928" cy="33331"/>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45"/>
            <p:cNvSpPr/>
            <p:nvPr/>
          </p:nvSpPr>
          <p:spPr>
            <a:xfrm>
              <a:off x="7797832" y="2312992"/>
              <a:ext cx="38788" cy="33316"/>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45"/>
            <p:cNvSpPr/>
            <p:nvPr/>
          </p:nvSpPr>
          <p:spPr>
            <a:xfrm>
              <a:off x="7797692" y="2265583"/>
              <a:ext cx="38928" cy="33238"/>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45"/>
            <p:cNvSpPr/>
            <p:nvPr/>
          </p:nvSpPr>
          <p:spPr>
            <a:xfrm>
              <a:off x="7797832" y="2218065"/>
              <a:ext cx="38757" cy="33222"/>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45"/>
            <p:cNvSpPr/>
            <p:nvPr/>
          </p:nvSpPr>
          <p:spPr>
            <a:xfrm>
              <a:off x="7750298" y="2218065"/>
              <a:ext cx="38804" cy="33269"/>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45"/>
            <p:cNvSpPr/>
            <p:nvPr/>
          </p:nvSpPr>
          <p:spPr>
            <a:xfrm>
              <a:off x="7702764" y="2218065"/>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45"/>
            <p:cNvSpPr/>
            <p:nvPr/>
          </p:nvSpPr>
          <p:spPr>
            <a:xfrm>
              <a:off x="7655246" y="2218065"/>
              <a:ext cx="38788" cy="33269"/>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45"/>
            <p:cNvSpPr/>
            <p:nvPr/>
          </p:nvSpPr>
          <p:spPr>
            <a:xfrm>
              <a:off x="7607712" y="2218065"/>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45"/>
            <p:cNvSpPr/>
            <p:nvPr/>
          </p:nvSpPr>
          <p:spPr>
            <a:xfrm>
              <a:off x="7560194" y="2218065"/>
              <a:ext cx="38928" cy="33269"/>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45"/>
            <p:cNvSpPr/>
            <p:nvPr/>
          </p:nvSpPr>
          <p:spPr>
            <a:xfrm>
              <a:off x="7512660" y="2218065"/>
              <a:ext cx="38928" cy="33269"/>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45"/>
            <p:cNvSpPr/>
            <p:nvPr/>
          </p:nvSpPr>
          <p:spPr>
            <a:xfrm>
              <a:off x="7940153" y="2835522"/>
              <a:ext cx="38928" cy="33269"/>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45"/>
            <p:cNvSpPr/>
            <p:nvPr/>
          </p:nvSpPr>
          <p:spPr>
            <a:xfrm>
              <a:off x="7940153" y="2788004"/>
              <a:ext cx="38928" cy="33316"/>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45"/>
            <p:cNvSpPr/>
            <p:nvPr/>
          </p:nvSpPr>
          <p:spPr>
            <a:xfrm>
              <a:off x="7987672" y="2693076"/>
              <a:ext cx="38928" cy="33222"/>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45"/>
            <p:cNvSpPr/>
            <p:nvPr/>
          </p:nvSpPr>
          <p:spPr>
            <a:xfrm>
              <a:off x="7987672" y="2645542"/>
              <a:ext cx="38928" cy="33269"/>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45"/>
            <p:cNvSpPr/>
            <p:nvPr/>
          </p:nvSpPr>
          <p:spPr>
            <a:xfrm>
              <a:off x="7892744" y="2645542"/>
              <a:ext cx="38804" cy="33269"/>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45"/>
            <p:cNvSpPr/>
            <p:nvPr/>
          </p:nvSpPr>
          <p:spPr>
            <a:xfrm>
              <a:off x="7892744" y="2550490"/>
              <a:ext cx="38804" cy="33331"/>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45"/>
            <p:cNvSpPr/>
            <p:nvPr/>
          </p:nvSpPr>
          <p:spPr>
            <a:xfrm>
              <a:off x="7845226" y="2835522"/>
              <a:ext cx="38804" cy="33269"/>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45"/>
            <p:cNvSpPr/>
            <p:nvPr/>
          </p:nvSpPr>
          <p:spPr>
            <a:xfrm>
              <a:off x="7845226" y="2788004"/>
              <a:ext cx="38804" cy="33316"/>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45"/>
            <p:cNvSpPr/>
            <p:nvPr/>
          </p:nvSpPr>
          <p:spPr>
            <a:xfrm>
              <a:off x="7845226" y="2740470"/>
              <a:ext cx="38804" cy="33331"/>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45"/>
            <p:cNvSpPr/>
            <p:nvPr/>
          </p:nvSpPr>
          <p:spPr>
            <a:xfrm>
              <a:off x="7797739" y="2835522"/>
              <a:ext cx="38881" cy="33331"/>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45"/>
            <p:cNvSpPr/>
            <p:nvPr/>
          </p:nvSpPr>
          <p:spPr>
            <a:xfrm>
              <a:off x="7797739" y="2788004"/>
              <a:ext cx="38881" cy="33316"/>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45"/>
            <p:cNvSpPr/>
            <p:nvPr/>
          </p:nvSpPr>
          <p:spPr>
            <a:xfrm>
              <a:off x="7940153" y="2930574"/>
              <a:ext cx="38928" cy="33207"/>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45"/>
            <p:cNvSpPr/>
            <p:nvPr/>
          </p:nvSpPr>
          <p:spPr>
            <a:xfrm>
              <a:off x="7892744" y="2930574"/>
              <a:ext cx="38804" cy="33207"/>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45"/>
            <p:cNvSpPr/>
            <p:nvPr/>
          </p:nvSpPr>
          <p:spPr>
            <a:xfrm>
              <a:off x="7845226" y="2930574"/>
              <a:ext cx="38804" cy="33207"/>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45"/>
            <p:cNvSpPr/>
            <p:nvPr/>
          </p:nvSpPr>
          <p:spPr>
            <a:xfrm>
              <a:off x="7797692" y="2930574"/>
              <a:ext cx="38897" cy="33238"/>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45"/>
            <p:cNvSpPr/>
            <p:nvPr/>
          </p:nvSpPr>
          <p:spPr>
            <a:xfrm>
              <a:off x="7750298" y="2930574"/>
              <a:ext cx="38757" cy="33238"/>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45"/>
            <p:cNvSpPr/>
            <p:nvPr/>
          </p:nvSpPr>
          <p:spPr>
            <a:xfrm>
              <a:off x="7750298" y="2883056"/>
              <a:ext cx="38804" cy="33269"/>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45"/>
            <p:cNvSpPr/>
            <p:nvPr/>
          </p:nvSpPr>
          <p:spPr>
            <a:xfrm>
              <a:off x="7702764" y="2883056"/>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45"/>
            <p:cNvSpPr/>
            <p:nvPr/>
          </p:nvSpPr>
          <p:spPr>
            <a:xfrm>
              <a:off x="7702686" y="2835522"/>
              <a:ext cx="38881" cy="33269"/>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45"/>
            <p:cNvSpPr/>
            <p:nvPr/>
          </p:nvSpPr>
          <p:spPr>
            <a:xfrm>
              <a:off x="7655153" y="2835522"/>
              <a:ext cx="38881" cy="33269"/>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45"/>
            <p:cNvSpPr/>
            <p:nvPr/>
          </p:nvSpPr>
          <p:spPr>
            <a:xfrm>
              <a:off x="7655153" y="2788004"/>
              <a:ext cx="38881" cy="33316"/>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45"/>
            <p:cNvSpPr/>
            <p:nvPr/>
          </p:nvSpPr>
          <p:spPr>
            <a:xfrm>
              <a:off x="7607634" y="2788004"/>
              <a:ext cx="38881" cy="33316"/>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45"/>
            <p:cNvSpPr/>
            <p:nvPr/>
          </p:nvSpPr>
          <p:spPr>
            <a:xfrm>
              <a:off x="7607634" y="2740470"/>
              <a:ext cx="38881" cy="33363"/>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45"/>
            <p:cNvSpPr/>
            <p:nvPr/>
          </p:nvSpPr>
          <p:spPr>
            <a:xfrm>
              <a:off x="7702686" y="2740470"/>
              <a:ext cx="38881" cy="33331"/>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45"/>
            <p:cNvSpPr/>
            <p:nvPr/>
          </p:nvSpPr>
          <p:spPr>
            <a:xfrm>
              <a:off x="7655246" y="2693076"/>
              <a:ext cx="38788" cy="33269"/>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45"/>
            <p:cNvSpPr/>
            <p:nvPr/>
          </p:nvSpPr>
          <p:spPr>
            <a:xfrm>
              <a:off x="7607712" y="2645542"/>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45"/>
            <p:cNvSpPr/>
            <p:nvPr/>
          </p:nvSpPr>
          <p:spPr>
            <a:xfrm>
              <a:off x="8747731" y="1648001"/>
              <a:ext cx="38913" cy="33253"/>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45"/>
            <p:cNvSpPr/>
            <p:nvPr/>
          </p:nvSpPr>
          <p:spPr>
            <a:xfrm>
              <a:off x="8700322"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45"/>
            <p:cNvSpPr/>
            <p:nvPr/>
          </p:nvSpPr>
          <p:spPr>
            <a:xfrm>
              <a:off x="8700322"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45"/>
            <p:cNvSpPr/>
            <p:nvPr/>
          </p:nvSpPr>
          <p:spPr>
            <a:xfrm>
              <a:off x="8652803" y="1648001"/>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45"/>
            <p:cNvSpPr/>
            <p:nvPr/>
          </p:nvSpPr>
          <p:spPr>
            <a:xfrm>
              <a:off x="8652803" y="1600467"/>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45"/>
            <p:cNvSpPr/>
            <p:nvPr/>
          </p:nvSpPr>
          <p:spPr>
            <a:xfrm>
              <a:off x="8605269" y="1695519"/>
              <a:ext cx="38928" cy="33207"/>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45"/>
            <p:cNvSpPr/>
            <p:nvPr/>
          </p:nvSpPr>
          <p:spPr>
            <a:xfrm>
              <a:off x="8605269" y="1600467"/>
              <a:ext cx="38928" cy="33269"/>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45"/>
            <p:cNvSpPr/>
            <p:nvPr/>
          </p:nvSpPr>
          <p:spPr>
            <a:xfrm>
              <a:off x="8557751" y="1695519"/>
              <a:ext cx="38913" cy="33207"/>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45"/>
            <p:cNvSpPr/>
            <p:nvPr/>
          </p:nvSpPr>
          <p:spPr>
            <a:xfrm>
              <a:off x="8557751" y="1600467"/>
              <a:ext cx="38913" cy="33269"/>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45"/>
            <p:cNvSpPr/>
            <p:nvPr/>
          </p:nvSpPr>
          <p:spPr>
            <a:xfrm>
              <a:off x="8510342" y="174291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45"/>
            <p:cNvSpPr/>
            <p:nvPr/>
          </p:nvSpPr>
          <p:spPr>
            <a:xfrm>
              <a:off x="8510342"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45"/>
            <p:cNvSpPr/>
            <p:nvPr/>
          </p:nvSpPr>
          <p:spPr>
            <a:xfrm>
              <a:off x="8510342"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45"/>
            <p:cNvSpPr/>
            <p:nvPr/>
          </p:nvSpPr>
          <p:spPr>
            <a:xfrm>
              <a:off x="8510342" y="155293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45"/>
            <p:cNvSpPr/>
            <p:nvPr/>
          </p:nvSpPr>
          <p:spPr>
            <a:xfrm>
              <a:off x="8462824" y="1790446"/>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45"/>
            <p:cNvSpPr/>
            <p:nvPr/>
          </p:nvSpPr>
          <p:spPr>
            <a:xfrm>
              <a:off x="8462824" y="1742913"/>
              <a:ext cx="38788" cy="33331"/>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45"/>
            <p:cNvSpPr/>
            <p:nvPr/>
          </p:nvSpPr>
          <p:spPr>
            <a:xfrm>
              <a:off x="8462824"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45"/>
            <p:cNvSpPr/>
            <p:nvPr/>
          </p:nvSpPr>
          <p:spPr>
            <a:xfrm>
              <a:off x="8462824" y="155293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45"/>
            <p:cNvSpPr/>
            <p:nvPr/>
          </p:nvSpPr>
          <p:spPr>
            <a:xfrm>
              <a:off x="8415165" y="1837980"/>
              <a:ext cx="38928" cy="33253"/>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45"/>
            <p:cNvSpPr/>
            <p:nvPr/>
          </p:nvSpPr>
          <p:spPr>
            <a:xfrm>
              <a:off x="8415165" y="1790446"/>
              <a:ext cx="38928" cy="33269"/>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45"/>
            <p:cNvSpPr/>
            <p:nvPr/>
          </p:nvSpPr>
          <p:spPr>
            <a:xfrm>
              <a:off x="8415165" y="1695519"/>
              <a:ext cx="38928" cy="33207"/>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45"/>
            <p:cNvSpPr/>
            <p:nvPr/>
          </p:nvSpPr>
          <p:spPr>
            <a:xfrm>
              <a:off x="8415165" y="1552933"/>
              <a:ext cx="38928" cy="33331"/>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45"/>
            <p:cNvSpPr/>
            <p:nvPr/>
          </p:nvSpPr>
          <p:spPr>
            <a:xfrm>
              <a:off x="8367771" y="1885499"/>
              <a:ext cx="38788" cy="33222"/>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45"/>
            <p:cNvSpPr/>
            <p:nvPr/>
          </p:nvSpPr>
          <p:spPr>
            <a:xfrm>
              <a:off x="8367771" y="1837980"/>
              <a:ext cx="38788" cy="33253"/>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45"/>
            <p:cNvSpPr/>
            <p:nvPr/>
          </p:nvSpPr>
          <p:spPr>
            <a:xfrm>
              <a:off x="8367771" y="1742913"/>
              <a:ext cx="38788" cy="33331"/>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45"/>
            <p:cNvSpPr/>
            <p:nvPr/>
          </p:nvSpPr>
          <p:spPr>
            <a:xfrm>
              <a:off x="8367771" y="1695519"/>
              <a:ext cx="38788" cy="33207"/>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45"/>
            <p:cNvSpPr/>
            <p:nvPr/>
          </p:nvSpPr>
          <p:spPr>
            <a:xfrm>
              <a:off x="8367771" y="1552933"/>
              <a:ext cx="38788" cy="33331"/>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45"/>
            <p:cNvSpPr/>
            <p:nvPr/>
          </p:nvSpPr>
          <p:spPr>
            <a:xfrm>
              <a:off x="8320237" y="1742913"/>
              <a:ext cx="38804" cy="33331"/>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45"/>
            <p:cNvSpPr/>
            <p:nvPr/>
          </p:nvSpPr>
          <p:spPr>
            <a:xfrm>
              <a:off x="8320237" y="1552933"/>
              <a:ext cx="38804" cy="33331"/>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45"/>
            <p:cNvSpPr/>
            <p:nvPr/>
          </p:nvSpPr>
          <p:spPr>
            <a:xfrm>
              <a:off x="8272719" y="174291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45"/>
            <p:cNvSpPr/>
            <p:nvPr/>
          </p:nvSpPr>
          <p:spPr>
            <a:xfrm>
              <a:off x="8272719" y="155293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45"/>
            <p:cNvSpPr/>
            <p:nvPr/>
          </p:nvSpPr>
          <p:spPr>
            <a:xfrm>
              <a:off x="8272719" y="1505414"/>
              <a:ext cx="38788" cy="33331"/>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45"/>
            <p:cNvSpPr/>
            <p:nvPr/>
          </p:nvSpPr>
          <p:spPr>
            <a:xfrm>
              <a:off x="8225185" y="1742913"/>
              <a:ext cx="38928" cy="33331"/>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45"/>
            <p:cNvSpPr/>
            <p:nvPr/>
          </p:nvSpPr>
          <p:spPr>
            <a:xfrm>
              <a:off x="8225185" y="1505414"/>
              <a:ext cx="38928" cy="33331"/>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45"/>
            <p:cNvSpPr/>
            <p:nvPr/>
          </p:nvSpPr>
          <p:spPr>
            <a:xfrm>
              <a:off x="8177651" y="2170531"/>
              <a:ext cx="38928" cy="33331"/>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45"/>
            <p:cNvSpPr/>
            <p:nvPr/>
          </p:nvSpPr>
          <p:spPr>
            <a:xfrm>
              <a:off x="8177651" y="2123012"/>
              <a:ext cx="39022" cy="33316"/>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45"/>
            <p:cNvSpPr/>
            <p:nvPr/>
          </p:nvSpPr>
          <p:spPr>
            <a:xfrm>
              <a:off x="8177651" y="2027960"/>
              <a:ext cx="38928" cy="33253"/>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45"/>
            <p:cNvSpPr/>
            <p:nvPr/>
          </p:nvSpPr>
          <p:spPr>
            <a:xfrm>
              <a:off x="8177651" y="1837980"/>
              <a:ext cx="38928" cy="33253"/>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45"/>
            <p:cNvSpPr/>
            <p:nvPr/>
          </p:nvSpPr>
          <p:spPr>
            <a:xfrm>
              <a:off x="8177651" y="1742913"/>
              <a:ext cx="38928" cy="33331"/>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45"/>
            <p:cNvSpPr/>
            <p:nvPr/>
          </p:nvSpPr>
          <p:spPr>
            <a:xfrm>
              <a:off x="8177651" y="1552933"/>
              <a:ext cx="38928" cy="33331"/>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45"/>
            <p:cNvSpPr/>
            <p:nvPr/>
          </p:nvSpPr>
          <p:spPr>
            <a:xfrm>
              <a:off x="8177651" y="1505414"/>
              <a:ext cx="38928" cy="33331"/>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45"/>
            <p:cNvSpPr/>
            <p:nvPr/>
          </p:nvSpPr>
          <p:spPr>
            <a:xfrm>
              <a:off x="8130258" y="2218065"/>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45"/>
            <p:cNvSpPr/>
            <p:nvPr/>
          </p:nvSpPr>
          <p:spPr>
            <a:xfrm>
              <a:off x="8130258" y="2170531"/>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45"/>
            <p:cNvSpPr/>
            <p:nvPr/>
          </p:nvSpPr>
          <p:spPr>
            <a:xfrm>
              <a:off x="8130258" y="1932892"/>
              <a:ext cx="38804" cy="33331"/>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45"/>
            <p:cNvSpPr/>
            <p:nvPr/>
          </p:nvSpPr>
          <p:spPr>
            <a:xfrm>
              <a:off x="8130258" y="1885499"/>
              <a:ext cx="38804" cy="33222"/>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45"/>
            <p:cNvSpPr/>
            <p:nvPr/>
          </p:nvSpPr>
          <p:spPr>
            <a:xfrm>
              <a:off x="8130258" y="1790446"/>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45"/>
            <p:cNvSpPr/>
            <p:nvPr/>
          </p:nvSpPr>
          <p:spPr>
            <a:xfrm>
              <a:off x="8130258" y="1742913"/>
              <a:ext cx="38804" cy="33331"/>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45"/>
            <p:cNvSpPr/>
            <p:nvPr/>
          </p:nvSpPr>
          <p:spPr>
            <a:xfrm>
              <a:off x="8130258" y="155293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45"/>
            <p:cNvSpPr/>
            <p:nvPr/>
          </p:nvSpPr>
          <p:spPr>
            <a:xfrm>
              <a:off x="8082739" y="2265583"/>
              <a:ext cx="38788" cy="33238"/>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45"/>
            <p:cNvSpPr/>
            <p:nvPr/>
          </p:nvSpPr>
          <p:spPr>
            <a:xfrm>
              <a:off x="8082739" y="2218065"/>
              <a:ext cx="38788" cy="33269"/>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45"/>
            <p:cNvSpPr/>
            <p:nvPr/>
          </p:nvSpPr>
          <p:spPr>
            <a:xfrm>
              <a:off x="8082739" y="1980426"/>
              <a:ext cx="38788" cy="33331"/>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45"/>
            <p:cNvSpPr/>
            <p:nvPr/>
          </p:nvSpPr>
          <p:spPr>
            <a:xfrm>
              <a:off x="8082739" y="1932892"/>
              <a:ext cx="38788" cy="33331"/>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45"/>
            <p:cNvSpPr/>
            <p:nvPr/>
          </p:nvSpPr>
          <p:spPr>
            <a:xfrm>
              <a:off x="8082739" y="1885499"/>
              <a:ext cx="38788" cy="33269"/>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45"/>
            <p:cNvSpPr/>
            <p:nvPr/>
          </p:nvSpPr>
          <p:spPr>
            <a:xfrm>
              <a:off x="8082739" y="1837980"/>
              <a:ext cx="38788" cy="33253"/>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45"/>
            <p:cNvSpPr/>
            <p:nvPr/>
          </p:nvSpPr>
          <p:spPr>
            <a:xfrm>
              <a:off x="8082739" y="1790446"/>
              <a:ext cx="38788" cy="33269"/>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45"/>
            <p:cNvSpPr/>
            <p:nvPr/>
          </p:nvSpPr>
          <p:spPr>
            <a:xfrm>
              <a:off x="8082739" y="1552933"/>
              <a:ext cx="38788" cy="33331"/>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45"/>
            <p:cNvSpPr/>
            <p:nvPr/>
          </p:nvSpPr>
          <p:spPr>
            <a:xfrm>
              <a:off x="8035206" y="2265583"/>
              <a:ext cx="38804" cy="33238"/>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45"/>
            <p:cNvSpPr/>
            <p:nvPr/>
          </p:nvSpPr>
          <p:spPr>
            <a:xfrm>
              <a:off x="8035206" y="2218065"/>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45"/>
            <p:cNvSpPr/>
            <p:nvPr/>
          </p:nvSpPr>
          <p:spPr>
            <a:xfrm>
              <a:off x="8035206" y="2027960"/>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45"/>
            <p:cNvSpPr/>
            <p:nvPr/>
          </p:nvSpPr>
          <p:spPr>
            <a:xfrm>
              <a:off x="8035206" y="1552933"/>
              <a:ext cx="38804" cy="33331"/>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45"/>
            <p:cNvSpPr/>
            <p:nvPr/>
          </p:nvSpPr>
          <p:spPr>
            <a:xfrm>
              <a:off x="7987672" y="2170531"/>
              <a:ext cx="38928" cy="33331"/>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45"/>
            <p:cNvSpPr/>
            <p:nvPr/>
          </p:nvSpPr>
          <p:spPr>
            <a:xfrm>
              <a:off x="7987672" y="2123012"/>
              <a:ext cx="39022" cy="33316"/>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45"/>
            <p:cNvSpPr/>
            <p:nvPr/>
          </p:nvSpPr>
          <p:spPr>
            <a:xfrm>
              <a:off x="7987672" y="2075478"/>
              <a:ext cx="38928" cy="33269"/>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45"/>
            <p:cNvSpPr/>
            <p:nvPr/>
          </p:nvSpPr>
          <p:spPr>
            <a:xfrm>
              <a:off x="7987672" y="2027960"/>
              <a:ext cx="38928" cy="33253"/>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45"/>
            <p:cNvSpPr/>
            <p:nvPr/>
          </p:nvSpPr>
          <p:spPr>
            <a:xfrm>
              <a:off x="7987672" y="1552933"/>
              <a:ext cx="38928" cy="33331"/>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45"/>
            <p:cNvSpPr/>
            <p:nvPr/>
          </p:nvSpPr>
          <p:spPr>
            <a:xfrm>
              <a:off x="7940153" y="2075478"/>
              <a:ext cx="38928" cy="33269"/>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45"/>
            <p:cNvSpPr/>
            <p:nvPr/>
          </p:nvSpPr>
          <p:spPr>
            <a:xfrm>
              <a:off x="7940153" y="1552933"/>
              <a:ext cx="38928" cy="33331"/>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45"/>
            <p:cNvSpPr/>
            <p:nvPr/>
          </p:nvSpPr>
          <p:spPr>
            <a:xfrm>
              <a:off x="7892744" y="2265583"/>
              <a:ext cx="38804" cy="33238"/>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45"/>
            <p:cNvSpPr/>
            <p:nvPr/>
          </p:nvSpPr>
          <p:spPr>
            <a:xfrm>
              <a:off x="7892744" y="2218065"/>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45"/>
            <p:cNvSpPr/>
            <p:nvPr/>
          </p:nvSpPr>
          <p:spPr>
            <a:xfrm>
              <a:off x="7892744" y="2170531"/>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45"/>
            <p:cNvSpPr/>
            <p:nvPr/>
          </p:nvSpPr>
          <p:spPr>
            <a:xfrm>
              <a:off x="7892744" y="2075478"/>
              <a:ext cx="38804" cy="33269"/>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45"/>
            <p:cNvSpPr/>
            <p:nvPr/>
          </p:nvSpPr>
          <p:spPr>
            <a:xfrm>
              <a:off x="7892744" y="155293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45"/>
            <p:cNvSpPr/>
            <p:nvPr/>
          </p:nvSpPr>
          <p:spPr>
            <a:xfrm>
              <a:off x="7845226" y="2408044"/>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45"/>
            <p:cNvSpPr/>
            <p:nvPr/>
          </p:nvSpPr>
          <p:spPr>
            <a:xfrm>
              <a:off x="7845226" y="2360510"/>
              <a:ext cx="38804" cy="33331"/>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45"/>
            <p:cNvSpPr/>
            <p:nvPr/>
          </p:nvSpPr>
          <p:spPr>
            <a:xfrm>
              <a:off x="7845226" y="2312992"/>
              <a:ext cx="38804" cy="33316"/>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45"/>
            <p:cNvSpPr/>
            <p:nvPr/>
          </p:nvSpPr>
          <p:spPr>
            <a:xfrm>
              <a:off x="7845226" y="2265583"/>
              <a:ext cx="38804" cy="33238"/>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45"/>
            <p:cNvSpPr/>
            <p:nvPr/>
          </p:nvSpPr>
          <p:spPr>
            <a:xfrm>
              <a:off x="7845226" y="2170531"/>
              <a:ext cx="38804" cy="33331"/>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45"/>
            <p:cNvSpPr/>
            <p:nvPr/>
          </p:nvSpPr>
          <p:spPr>
            <a:xfrm>
              <a:off x="7845226" y="2123012"/>
              <a:ext cx="38881" cy="33316"/>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45"/>
            <p:cNvSpPr/>
            <p:nvPr/>
          </p:nvSpPr>
          <p:spPr>
            <a:xfrm>
              <a:off x="7845226" y="1552933"/>
              <a:ext cx="38804" cy="33331"/>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45"/>
            <p:cNvSpPr/>
            <p:nvPr/>
          </p:nvSpPr>
          <p:spPr>
            <a:xfrm>
              <a:off x="7797832" y="2408044"/>
              <a:ext cx="38788" cy="33269"/>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45"/>
            <p:cNvSpPr/>
            <p:nvPr/>
          </p:nvSpPr>
          <p:spPr>
            <a:xfrm>
              <a:off x="7797832" y="1552933"/>
              <a:ext cx="38788" cy="33331"/>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45"/>
            <p:cNvSpPr/>
            <p:nvPr/>
          </p:nvSpPr>
          <p:spPr>
            <a:xfrm>
              <a:off x="7797739" y="1458021"/>
              <a:ext cx="38881" cy="33316"/>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45"/>
            <p:cNvSpPr/>
            <p:nvPr/>
          </p:nvSpPr>
          <p:spPr>
            <a:xfrm>
              <a:off x="7750298" y="2645542"/>
              <a:ext cx="38804" cy="33269"/>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45"/>
            <p:cNvSpPr/>
            <p:nvPr/>
          </p:nvSpPr>
          <p:spPr>
            <a:xfrm>
              <a:off x="7750298" y="2598024"/>
              <a:ext cx="38804" cy="33316"/>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45"/>
            <p:cNvSpPr/>
            <p:nvPr/>
          </p:nvSpPr>
          <p:spPr>
            <a:xfrm>
              <a:off x="7750298" y="2550490"/>
              <a:ext cx="38804" cy="33331"/>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45"/>
            <p:cNvSpPr/>
            <p:nvPr/>
          </p:nvSpPr>
          <p:spPr>
            <a:xfrm>
              <a:off x="7750298" y="2408044"/>
              <a:ext cx="38804" cy="33269"/>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45"/>
            <p:cNvSpPr/>
            <p:nvPr/>
          </p:nvSpPr>
          <p:spPr>
            <a:xfrm>
              <a:off x="7750298" y="1552933"/>
              <a:ext cx="38804" cy="33331"/>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45"/>
            <p:cNvSpPr/>
            <p:nvPr/>
          </p:nvSpPr>
          <p:spPr>
            <a:xfrm>
              <a:off x="7750205" y="1458021"/>
              <a:ext cx="38897" cy="33316"/>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45"/>
            <p:cNvSpPr/>
            <p:nvPr/>
          </p:nvSpPr>
          <p:spPr>
            <a:xfrm>
              <a:off x="7702764" y="2598024"/>
              <a:ext cx="38804" cy="33316"/>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45"/>
            <p:cNvSpPr/>
            <p:nvPr/>
          </p:nvSpPr>
          <p:spPr>
            <a:xfrm>
              <a:off x="7702764" y="2503096"/>
              <a:ext cx="38804" cy="33222"/>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45"/>
            <p:cNvSpPr/>
            <p:nvPr/>
          </p:nvSpPr>
          <p:spPr>
            <a:xfrm>
              <a:off x="7702764" y="2455563"/>
              <a:ext cx="38804" cy="33269"/>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45"/>
            <p:cNvSpPr/>
            <p:nvPr/>
          </p:nvSpPr>
          <p:spPr>
            <a:xfrm>
              <a:off x="7702764" y="155293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45"/>
            <p:cNvSpPr/>
            <p:nvPr/>
          </p:nvSpPr>
          <p:spPr>
            <a:xfrm>
              <a:off x="7702764" y="1505414"/>
              <a:ext cx="38804" cy="33331"/>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45"/>
            <p:cNvSpPr/>
            <p:nvPr/>
          </p:nvSpPr>
          <p:spPr>
            <a:xfrm>
              <a:off x="7702686" y="1458021"/>
              <a:ext cx="38881" cy="33316"/>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45"/>
            <p:cNvSpPr/>
            <p:nvPr/>
          </p:nvSpPr>
          <p:spPr>
            <a:xfrm>
              <a:off x="7655246" y="2598024"/>
              <a:ext cx="38788" cy="33316"/>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45"/>
            <p:cNvSpPr/>
            <p:nvPr/>
          </p:nvSpPr>
          <p:spPr>
            <a:xfrm>
              <a:off x="7655246" y="2550490"/>
              <a:ext cx="38788" cy="33331"/>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45"/>
            <p:cNvSpPr/>
            <p:nvPr/>
          </p:nvSpPr>
          <p:spPr>
            <a:xfrm>
              <a:off x="7655153" y="1458021"/>
              <a:ext cx="38881" cy="33253"/>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45"/>
            <p:cNvSpPr/>
            <p:nvPr/>
          </p:nvSpPr>
          <p:spPr>
            <a:xfrm>
              <a:off x="7607712" y="2550490"/>
              <a:ext cx="38804" cy="33331"/>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45"/>
            <p:cNvSpPr/>
            <p:nvPr/>
          </p:nvSpPr>
          <p:spPr>
            <a:xfrm>
              <a:off x="7607712" y="2503096"/>
              <a:ext cx="38804" cy="33222"/>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45"/>
            <p:cNvSpPr/>
            <p:nvPr/>
          </p:nvSpPr>
          <p:spPr>
            <a:xfrm>
              <a:off x="7607634" y="1458021"/>
              <a:ext cx="38881" cy="33253"/>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45"/>
            <p:cNvSpPr/>
            <p:nvPr/>
          </p:nvSpPr>
          <p:spPr>
            <a:xfrm>
              <a:off x="7560194" y="2503096"/>
              <a:ext cx="38928" cy="33222"/>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45"/>
            <p:cNvSpPr/>
            <p:nvPr/>
          </p:nvSpPr>
          <p:spPr>
            <a:xfrm>
              <a:off x="7560194" y="2455563"/>
              <a:ext cx="38928" cy="33269"/>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45"/>
            <p:cNvSpPr/>
            <p:nvPr/>
          </p:nvSpPr>
          <p:spPr>
            <a:xfrm>
              <a:off x="7560194" y="1505414"/>
              <a:ext cx="38928" cy="33331"/>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45"/>
            <p:cNvSpPr/>
            <p:nvPr/>
          </p:nvSpPr>
          <p:spPr>
            <a:xfrm>
              <a:off x="7560194" y="1458021"/>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45"/>
            <p:cNvSpPr/>
            <p:nvPr/>
          </p:nvSpPr>
          <p:spPr>
            <a:xfrm>
              <a:off x="7512660" y="2408044"/>
              <a:ext cx="38928" cy="33269"/>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45"/>
            <p:cNvSpPr/>
            <p:nvPr/>
          </p:nvSpPr>
          <p:spPr>
            <a:xfrm>
              <a:off x="7512660" y="1505414"/>
              <a:ext cx="38928" cy="33331"/>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45"/>
            <p:cNvSpPr/>
            <p:nvPr/>
          </p:nvSpPr>
          <p:spPr>
            <a:xfrm>
              <a:off x="7465142" y="2455563"/>
              <a:ext cx="38788" cy="33269"/>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45"/>
            <p:cNvSpPr/>
            <p:nvPr/>
          </p:nvSpPr>
          <p:spPr>
            <a:xfrm>
              <a:off x="7465142" y="2408044"/>
              <a:ext cx="38788" cy="33269"/>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45"/>
            <p:cNvSpPr/>
            <p:nvPr/>
          </p:nvSpPr>
          <p:spPr>
            <a:xfrm>
              <a:off x="7465142" y="1505414"/>
              <a:ext cx="38788" cy="33331"/>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45"/>
            <p:cNvSpPr/>
            <p:nvPr/>
          </p:nvSpPr>
          <p:spPr>
            <a:xfrm>
              <a:off x="7417608" y="2503096"/>
              <a:ext cx="38928" cy="33222"/>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45"/>
            <p:cNvSpPr/>
            <p:nvPr/>
          </p:nvSpPr>
          <p:spPr>
            <a:xfrm>
              <a:off x="7417608" y="2455563"/>
              <a:ext cx="38804" cy="33269"/>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45"/>
            <p:cNvSpPr/>
            <p:nvPr/>
          </p:nvSpPr>
          <p:spPr>
            <a:xfrm>
              <a:off x="7417608" y="1552933"/>
              <a:ext cx="38804" cy="33269"/>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45"/>
            <p:cNvSpPr/>
            <p:nvPr/>
          </p:nvSpPr>
          <p:spPr>
            <a:xfrm>
              <a:off x="7370089" y="2645542"/>
              <a:ext cx="38913" cy="33269"/>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45"/>
            <p:cNvSpPr/>
            <p:nvPr/>
          </p:nvSpPr>
          <p:spPr>
            <a:xfrm>
              <a:off x="7370089" y="2598024"/>
              <a:ext cx="38913" cy="33316"/>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45"/>
            <p:cNvSpPr/>
            <p:nvPr/>
          </p:nvSpPr>
          <p:spPr>
            <a:xfrm>
              <a:off x="7370089" y="2550490"/>
              <a:ext cx="38913" cy="33331"/>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45"/>
            <p:cNvSpPr/>
            <p:nvPr/>
          </p:nvSpPr>
          <p:spPr>
            <a:xfrm>
              <a:off x="7370089" y="2503096"/>
              <a:ext cx="38913" cy="33222"/>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45"/>
            <p:cNvSpPr/>
            <p:nvPr/>
          </p:nvSpPr>
          <p:spPr>
            <a:xfrm>
              <a:off x="7370089" y="2455563"/>
              <a:ext cx="38913" cy="33269"/>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45"/>
            <p:cNvSpPr/>
            <p:nvPr/>
          </p:nvSpPr>
          <p:spPr>
            <a:xfrm>
              <a:off x="7370089" y="2408044"/>
              <a:ext cx="38913" cy="33269"/>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45"/>
            <p:cNvSpPr/>
            <p:nvPr/>
          </p:nvSpPr>
          <p:spPr>
            <a:xfrm>
              <a:off x="7370089" y="1600467"/>
              <a:ext cx="38913" cy="33269"/>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45"/>
            <p:cNvSpPr/>
            <p:nvPr/>
          </p:nvSpPr>
          <p:spPr>
            <a:xfrm>
              <a:off x="7370089" y="1552933"/>
              <a:ext cx="38913" cy="33331"/>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45"/>
            <p:cNvSpPr/>
            <p:nvPr/>
          </p:nvSpPr>
          <p:spPr>
            <a:xfrm>
              <a:off x="7322680" y="2598024"/>
              <a:ext cx="38804" cy="33316"/>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45"/>
            <p:cNvSpPr/>
            <p:nvPr/>
          </p:nvSpPr>
          <p:spPr>
            <a:xfrm>
              <a:off x="7322680" y="2550490"/>
              <a:ext cx="38804" cy="33331"/>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45"/>
            <p:cNvSpPr/>
            <p:nvPr/>
          </p:nvSpPr>
          <p:spPr>
            <a:xfrm>
              <a:off x="7322680" y="2503096"/>
              <a:ext cx="38804" cy="33222"/>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45"/>
            <p:cNvSpPr/>
            <p:nvPr/>
          </p:nvSpPr>
          <p:spPr>
            <a:xfrm>
              <a:off x="7322680" y="2455563"/>
              <a:ext cx="38804" cy="33269"/>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45"/>
            <p:cNvSpPr/>
            <p:nvPr/>
          </p:nvSpPr>
          <p:spPr>
            <a:xfrm>
              <a:off x="7322680" y="2408044"/>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45"/>
            <p:cNvSpPr/>
            <p:nvPr/>
          </p:nvSpPr>
          <p:spPr>
            <a:xfrm>
              <a:off x="7322680" y="2360510"/>
              <a:ext cx="38804" cy="33331"/>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45"/>
            <p:cNvSpPr/>
            <p:nvPr/>
          </p:nvSpPr>
          <p:spPr>
            <a:xfrm>
              <a:off x="7322680"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45"/>
            <p:cNvSpPr/>
            <p:nvPr/>
          </p:nvSpPr>
          <p:spPr>
            <a:xfrm>
              <a:off x="7275162" y="2408044"/>
              <a:ext cx="38788" cy="33269"/>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45"/>
            <p:cNvSpPr/>
            <p:nvPr/>
          </p:nvSpPr>
          <p:spPr>
            <a:xfrm>
              <a:off x="7275162" y="2360510"/>
              <a:ext cx="38788" cy="33331"/>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45"/>
            <p:cNvSpPr/>
            <p:nvPr/>
          </p:nvSpPr>
          <p:spPr>
            <a:xfrm>
              <a:off x="7275162" y="164800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45"/>
            <p:cNvSpPr/>
            <p:nvPr/>
          </p:nvSpPr>
          <p:spPr>
            <a:xfrm>
              <a:off x="7275162" y="160046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45"/>
            <p:cNvSpPr/>
            <p:nvPr/>
          </p:nvSpPr>
          <p:spPr>
            <a:xfrm>
              <a:off x="7275162" y="155293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45"/>
            <p:cNvSpPr/>
            <p:nvPr/>
          </p:nvSpPr>
          <p:spPr>
            <a:xfrm>
              <a:off x="7275162" y="1505414"/>
              <a:ext cx="38788" cy="33331"/>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45"/>
            <p:cNvSpPr/>
            <p:nvPr/>
          </p:nvSpPr>
          <p:spPr>
            <a:xfrm>
              <a:off x="7227628" y="2360510"/>
              <a:ext cx="38804" cy="33331"/>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45"/>
            <p:cNvSpPr/>
            <p:nvPr/>
          </p:nvSpPr>
          <p:spPr>
            <a:xfrm>
              <a:off x="7227628" y="1600467"/>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45"/>
            <p:cNvSpPr/>
            <p:nvPr/>
          </p:nvSpPr>
          <p:spPr>
            <a:xfrm>
              <a:off x="7227628" y="1552933"/>
              <a:ext cx="38804" cy="33331"/>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45"/>
            <p:cNvSpPr/>
            <p:nvPr/>
          </p:nvSpPr>
          <p:spPr>
            <a:xfrm>
              <a:off x="7227628" y="145802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45"/>
            <p:cNvSpPr/>
            <p:nvPr/>
          </p:nvSpPr>
          <p:spPr>
            <a:xfrm>
              <a:off x="7180110" y="2360510"/>
              <a:ext cx="38913" cy="33331"/>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45"/>
            <p:cNvSpPr/>
            <p:nvPr/>
          </p:nvSpPr>
          <p:spPr>
            <a:xfrm>
              <a:off x="7180110" y="2312992"/>
              <a:ext cx="38913" cy="33316"/>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45"/>
            <p:cNvSpPr/>
            <p:nvPr/>
          </p:nvSpPr>
          <p:spPr>
            <a:xfrm>
              <a:off x="7180110" y="1600467"/>
              <a:ext cx="38913" cy="33269"/>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45"/>
            <p:cNvSpPr/>
            <p:nvPr/>
          </p:nvSpPr>
          <p:spPr>
            <a:xfrm>
              <a:off x="7180110" y="1552933"/>
              <a:ext cx="38913" cy="33331"/>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45"/>
            <p:cNvSpPr/>
            <p:nvPr/>
          </p:nvSpPr>
          <p:spPr>
            <a:xfrm>
              <a:off x="7180110" y="1458021"/>
              <a:ext cx="38913" cy="33253"/>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45"/>
            <p:cNvSpPr/>
            <p:nvPr/>
          </p:nvSpPr>
          <p:spPr>
            <a:xfrm>
              <a:off x="7180110" y="1362969"/>
              <a:ext cx="38913" cy="33253"/>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45"/>
            <p:cNvSpPr/>
            <p:nvPr/>
          </p:nvSpPr>
          <p:spPr>
            <a:xfrm>
              <a:off x="7132576" y="2455563"/>
              <a:ext cx="38928" cy="33269"/>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45"/>
            <p:cNvSpPr/>
            <p:nvPr/>
          </p:nvSpPr>
          <p:spPr>
            <a:xfrm>
              <a:off x="7132576" y="2408044"/>
              <a:ext cx="38928" cy="33269"/>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45"/>
            <p:cNvSpPr/>
            <p:nvPr/>
          </p:nvSpPr>
          <p:spPr>
            <a:xfrm>
              <a:off x="7132576" y="2312992"/>
              <a:ext cx="38928" cy="33316"/>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45"/>
            <p:cNvSpPr/>
            <p:nvPr/>
          </p:nvSpPr>
          <p:spPr>
            <a:xfrm>
              <a:off x="7132576" y="1600467"/>
              <a:ext cx="38928" cy="33269"/>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45"/>
            <p:cNvSpPr/>
            <p:nvPr/>
          </p:nvSpPr>
          <p:spPr>
            <a:xfrm>
              <a:off x="7132576" y="1458021"/>
              <a:ext cx="38928" cy="33253"/>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45"/>
            <p:cNvSpPr/>
            <p:nvPr/>
          </p:nvSpPr>
          <p:spPr>
            <a:xfrm>
              <a:off x="7085182" y="2503096"/>
              <a:ext cx="38788" cy="33222"/>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45"/>
            <p:cNvSpPr/>
            <p:nvPr/>
          </p:nvSpPr>
          <p:spPr>
            <a:xfrm>
              <a:off x="7085182" y="2455563"/>
              <a:ext cx="38788" cy="33269"/>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45"/>
            <p:cNvSpPr/>
            <p:nvPr/>
          </p:nvSpPr>
          <p:spPr>
            <a:xfrm>
              <a:off x="7085182" y="2408044"/>
              <a:ext cx="38788" cy="33269"/>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45"/>
            <p:cNvSpPr/>
            <p:nvPr/>
          </p:nvSpPr>
          <p:spPr>
            <a:xfrm>
              <a:off x="7085182" y="2265583"/>
              <a:ext cx="38788" cy="33238"/>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45"/>
            <p:cNvSpPr/>
            <p:nvPr/>
          </p:nvSpPr>
          <p:spPr>
            <a:xfrm>
              <a:off x="7085182" y="1648001"/>
              <a:ext cx="38788" cy="33253"/>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45"/>
            <p:cNvSpPr/>
            <p:nvPr/>
          </p:nvSpPr>
          <p:spPr>
            <a:xfrm>
              <a:off x="7085182" y="1600467"/>
              <a:ext cx="38788" cy="33269"/>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45"/>
            <p:cNvSpPr/>
            <p:nvPr/>
          </p:nvSpPr>
          <p:spPr>
            <a:xfrm>
              <a:off x="7085182" y="1505414"/>
              <a:ext cx="38788" cy="33331"/>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45"/>
            <p:cNvSpPr/>
            <p:nvPr/>
          </p:nvSpPr>
          <p:spPr>
            <a:xfrm>
              <a:off x="7085182" y="1362969"/>
              <a:ext cx="38788" cy="33253"/>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45"/>
            <p:cNvSpPr/>
            <p:nvPr/>
          </p:nvSpPr>
          <p:spPr>
            <a:xfrm>
              <a:off x="7037648" y="2550490"/>
              <a:ext cx="38804" cy="33331"/>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45"/>
            <p:cNvSpPr/>
            <p:nvPr/>
          </p:nvSpPr>
          <p:spPr>
            <a:xfrm>
              <a:off x="7037648" y="2503096"/>
              <a:ext cx="38804" cy="33222"/>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45"/>
            <p:cNvSpPr/>
            <p:nvPr/>
          </p:nvSpPr>
          <p:spPr>
            <a:xfrm>
              <a:off x="7037648" y="2408044"/>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45"/>
            <p:cNvSpPr/>
            <p:nvPr/>
          </p:nvSpPr>
          <p:spPr>
            <a:xfrm>
              <a:off x="7037648" y="2360510"/>
              <a:ext cx="38804" cy="33331"/>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45"/>
            <p:cNvSpPr/>
            <p:nvPr/>
          </p:nvSpPr>
          <p:spPr>
            <a:xfrm>
              <a:off x="7037648" y="2265583"/>
              <a:ext cx="38804" cy="33238"/>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45"/>
            <p:cNvSpPr/>
            <p:nvPr/>
          </p:nvSpPr>
          <p:spPr>
            <a:xfrm>
              <a:off x="7037648" y="164800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45"/>
            <p:cNvSpPr/>
            <p:nvPr/>
          </p:nvSpPr>
          <p:spPr>
            <a:xfrm>
              <a:off x="7037648" y="1552933"/>
              <a:ext cx="38804" cy="33331"/>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45"/>
            <p:cNvSpPr/>
            <p:nvPr/>
          </p:nvSpPr>
          <p:spPr>
            <a:xfrm>
              <a:off x="7037648" y="1505414"/>
              <a:ext cx="38804" cy="33331"/>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45"/>
            <p:cNvSpPr/>
            <p:nvPr/>
          </p:nvSpPr>
          <p:spPr>
            <a:xfrm>
              <a:off x="6990130" y="2550490"/>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45"/>
            <p:cNvSpPr/>
            <p:nvPr/>
          </p:nvSpPr>
          <p:spPr>
            <a:xfrm>
              <a:off x="6990130" y="2360510"/>
              <a:ext cx="38788" cy="33331"/>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45"/>
            <p:cNvSpPr/>
            <p:nvPr/>
          </p:nvSpPr>
          <p:spPr>
            <a:xfrm>
              <a:off x="6990130" y="2312992"/>
              <a:ext cx="38788" cy="33316"/>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45"/>
            <p:cNvSpPr/>
            <p:nvPr/>
          </p:nvSpPr>
          <p:spPr>
            <a:xfrm>
              <a:off x="6990130" y="2265583"/>
              <a:ext cx="38788" cy="33238"/>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45"/>
            <p:cNvSpPr/>
            <p:nvPr/>
          </p:nvSpPr>
          <p:spPr>
            <a:xfrm>
              <a:off x="6990130" y="164800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45"/>
            <p:cNvSpPr/>
            <p:nvPr/>
          </p:nvSpPr>
          <p:spPr>
            <a:xfrm>
              <a:off x="6990130" y="141048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45"/>
            <p:cNvSpPr/>
            <p:nvPr/>
          </p:nvSpPr>
          <p:spPr>
            <a:xfrm>
              <a:off x="6942596" y="2550490"/>
              <a:ext cx="38928" cy="33331"/>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45"/>
            <p:cNvSpPr/>
            <p:nvPr/>
          </p:nvSpPr>
          <p:spPr>
            <a:xfrm>
              <a:off x="6942596" y="2503096"/>
              <a:ext cx="38928" cy="33222"/>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45"/>
            <p:cNvSpPr/>
            <p:nvPr/>
          </p:nvSpPr>
          <p:spPr>
            <a:xfrm>
              <a:off x="6942596" y="2455563"/>
              <a:ext cx="38928" cy="33269"/>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45"/>
            <p:cNvSpPr/>
            <p:nvPr/>
          </p:nvSpPr>
          <p:spPr>
            <a:xfrm>
              <a:off x="6942596" y="2312992"/>
              <a:ext cx="38928" cy="33316"/>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45"/>
            <p:cNvSpPr/>
            <p:nvPr/>
          </p:nvSpPr>
          <p:spPr>
            <a:xfrm>
              <a:off x="6942596" y="2265583"/>
              <a:ext cx="38928" cy="33238"/>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45"/>
            <p:cNvSpPr/>
            <p:nvPr/>
          </p:nvSpPr>
          <p:spPr>
            <a:xfrm>
              <a:off x="6942596" y="2218065"/>
              <a:ext cx="38928" cy="33269"/>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45"/>
            <p:cNvSpPr/>
            <p:nvPr/>
          </p:nvSpPr>
          <p:spPr>
            <a:xfrm>
              <a:off x="6895062" y="2455563"/>
              <a:ext cx="38928" cy="33269"/>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45"/>
            <p:cNvSpPr/>
            <p:nvPr/>
          </p:nvSpPr>
          <p:spPr>
            <a:xfrm>
              <a:off x="6895062" y="2408044"/>
              <a:ext cx="38928" cy="33269"/>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45"/>
            <p:cNvSpPr/>
            <p:nvPr/>
          </p:nvSpPr>
          <p:spPr>
            <a:xfrm>
              <a:off x="6895062" y="2360510"/>
              <a:ext cx="38928" cy="33331"/>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45"/>
            <p:cNvSpPr/>
            <p:nvPr/>
          </p:nvSpPr>
          <p:spPr>
            <a:xfrm>
              <a:off x="6895062" y="2312992"/>
              <a:ext cx="38928" cy="33316"/>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45"/>
            <p:cNvSpPr/>
            <p:nvPr/>
          </p:nvSpPr>
          <p:spPr>
            <a:xfrm>
              <a:off x="6847668" y="2360510"/>
              <a:ext cx="38804" cy="33331"/>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45"/>
            <p:cNvSpPr/>
            <p:nvPr/>
          </p:nvSpPr>
          <p:spPr>
            <a:xfrm>
              <a:off x="6847668" y="2312992"/>
              <a:ext cx="38804" cy="33316"/>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45"/>
            <p:cNvSpPr/>
            <p:nvPr/>
          </p:nvSpPr>
          <p:spPr>
            <a:xfrm>
              <a:off x="6847668" y="2265583"/>
              <a:ext cx="38804" cy="33238"/>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45"/>
            <p:cNvSpPr/>
            <p:nvPr/>
          </p:nvSpPr>
          <p:spPr>
            <a:xfrm>
              <a:off x="6847668" y="2218065"/>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45"/>
            <p:cNvSpPr/>
            <p:nvPr/>
          </p:nvSpPr>
          <p:spPr>
            <a:xfrm>
              <a:off x="6847668" y="2170531"/>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45"/>
            <p:cNvSpPr/>
            <p:nvPr/>
          </p:nvSpPr>
          <p:spPr>
            <a:xfrm>
              <a:off x="6847668" y="2123012"/>
              <a:ext cx="38881" cy="33316"/>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45"/>
            <p:cNvSpPr/>
            <p:nvPr/>
          </p:nvSpPr>
          <p:spPr>
            <a:xfrm>
              <a:off x="6800150" y="2265583"/>
              <a:ext cx="38788" cy="33238"/>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45"/>
            <p:cNvSpPr/>
            <p:nvPr/>
          </p:nvSpPr>
          <p:spPr>
            <a:xfrm>
              <a:off x="6800150" y="2170531"/>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45"/>
            <p:cNvSpPr/>
            <p:nvPr/>
          </p:nvSpPr>
          <p:spPr>
            <a:xfrm>
              <a:off x="6800150" y="2123012"/>
              <a:ext cx="38881" cy="33316"/>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45"/>
            <p:cNvSpPr/>
            <p:nvPr/>
          </p:nvSpPr>
          <p:spPr>
            <a:xfrm>
              <a:off x="6752616" y="2170531"/>
              <a:ext cx="38928" cy="33331"/>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45"/>
            <p:cNvSpPr/>
            <p:nvPr/>
          </p:nvSpPr>
          <p:spPr>
            <a:xfrm>
              <a:off x="6752616" y="2123012"/>
              <a:ext cx="38881" cy="33316"/>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63" name="Google Shape;2463;p45"/>
          <p:cNvSpPr txBox="1"/>
          <p:nvPr/>
        </p:nvSpPr>
        <p:spPr>
          <a:xfrm>
            <a:off x="1679433" y="1667388"/>
            <a:ext cx="2278500" cy="1319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&lt; Mercury is the closest planet to the Sun and the smallest one in the Solar System &gt;</a:t>
            </a:r>
            <a:endParaRPr>
              <a:solidFill>
                <a:schemeClr val="accent3"/>
              </a:solidFill>
              <a:latin typeface="Fira Code"/>
              <a:ea typeface="Fira Code"/>
              <a:cs typeface="Fira Code"/>
              <a:sym typeface="Fira Code"/>
            </a:endParaRPr>
          </a:p>
        </p:txBody>
      </p:sp>
      <p:sp>
        <p:nvSpPr>
          <p:cNvPr id="2464" name="Google Shape;2464;p45"/>
          <p:cNvSpPr txBox="1"/>
          <p:nvPr/>
        </p:nvSpPr>
        <p:spPr>
          <a:xfrm>
            <a:off x="1894913" y="3118863"/>
            <a:ext cx="869100" cy="357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Venus</a:t>
            </a:r>
            <a:endParaRPr>
              <a:solidFill>
                <a:schemeClr val="accent3"/>
              </a:solidFill>
              <a:latin typeface="Fira Code"/>
              <a:ea typeface="Fira Code"/>
              <a:cs typeface="Fira Code"/>
              <a:sym typeface="Fira Code"/>
            </a:endParaRPr>
          </a:p>
        </p:txBody>
      </p:sp>
      <p:sp>
        <p:nvSpPr>
          <p:cNvPr id="2465" name="Google Shape;2465;p45"/>
          <p:cNvSpPr/>
          <p:nvPr/>
        </p:nvSpPr>
        <p:spPr>
          <a:xfrm>
            <a:off x="1784213" y="3242188"/>
            <a:ext cx="110700" cy="1107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45"/>
          <p:cNvSpPr txBox="1"/>
          <p:nvPr/>
        </p:nvSpPr>
        <p:spPr>
          <a:xfrm>
            <a:off x="2874713" y="3118863"/>
            <a:ext cx="869100" cy="357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Ceres</a:t>
            </a:r>
            <a:endParaRPr>
              <a:solidFill>
                <a:schemeClr val="accent3"/>
              </a:solidFill>
              <a:latin typeface="Fira Code"/>
              <a:ea typeface="Fira Code"/>
              <a:cs typeface="Fira Code"/>
              <a:sym typeface="Fira Code"/>
            </a:endParaRPr>
          </a:p>
        </p:txBody>
      </p:sp>
      <p:sp>
        <p:nvSpPr>
          <p:cNvPr id="2467" name="Google Shape;2467;p45"/>
          <p:cNvSpPr/>
          <p:nvPr/>
        </p:nvSpPr>
        <p:spPr>
          <a:xfrm>
            <a:off x="2764013" y="3242188"/>
            <a:ext cx="110700" cy="1107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45"/>
          <p:cNvSpPr txBox="1"/>
          <p:nvPr/>
        </p:nvSpPr>
        <p:spPr>
          <a:xfrm>
            <a:off x="3854513" y="3118863"/>
            <a:ext cx="869100" cy="357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Saturn</a:t>
            </a:r>
            <a:endParaRPr>
              <a:solidFill>
                <a:schemeClr val="accent3"/>
              </a:solidFill>
              <a:latin typeface="Fira Code"/>
              <a:ea typeface="Fira Code"/>
              <a:cs typeface="Fira Code"/>
              <a:sym typeface="Fira Code"/>
            </a:endParaRPr>
          </a:p>
        </p:txBody>
      </p:sp>
      <p:sp>
        <p:nvSpPr>
          <p:cNvPr id="2469" name="Google Shape;2469;p45"/>
          <p:cNvSpPr/>
          <p:nvPr/>
        </p:nvSpPr>
        <p:spPr>
          <a:xfrm>
            <a:off x="3743813" y="3242188"/>
            <a:ext cx="110700" cy="1107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70" name="Google Shape;2470;p45"/>
          <p:cNvGrpSpPr/>
          <p:nvPr/>
        </p:nvGrpSpPr>
        <p:grpSpPr>
          <a:xfrm>
            <a:off x="1084825" y="1152525"/>
            <a:ext cx="506100" cy="3417500"/>
            <a:chOff x="1084825" y="1152525"/>
            <a:chExt cx="506100" cy="3417500"/>
          </a:xfrm>
        </p:grpSpPr>
        <p:sp>
          <p:nvSpPr>
            <p:cNvPr id="2471" name="Google Shape;2471;p45"/>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2472" name="Google Shape;2472;p45"/>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2476"/>
        <p:cNvGrpSpPr/>
        <p:nvPr/>
      </p:nvGrpSpPr>
      <p:grpSpPr>
        <a:xfrm>
          <a:off x="0" y="0"/>
          <a:ext cx="0" cy="0"/>
          <a:chOff x="0" y="0"/>
          <a:chExt cx="0" cy="0"/>
        </a:xfrm>
      </p:grpSpPr>
      <p:sp>
        <p:nvSpPr>
          <p:cNvPr id="2477" name="Google Shape;2477;p46"/>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Planning of </a:t>
            </a:r>
            <a:r>
              <a:rPr lang="en">
                <a:solidFill>
                  <a:schemeClr val="accent2"/>
                </a:solidFill>
              </a:rPr>
              <a:t>‘September’</a:t>
            </a:r>
            <a:r>
              <a:rPr lang="en">
                <a:solidFill>
                  <a:schemeClr val="accent6"/>
                </a:solidFill>
              </a:rPr>
              <a:t>{</a:t>
            </a:r>
            <a:endParaRPr>
              <a:solidFill>
                <a:schemeClr val="accent6"/>
              </a:solidFill>
            </a:endParaRPr>
          </a:p>
        </p:txBody>
      </p:sp>
      <p:sp>
        <p:nvSpPr>
          <p:cNvPr id="2478" name="Google Shape;2478;p46"/>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2479" name="Google Shape;2479;p46"/>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2480" name="Google Shape;2480;p46"/>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aphicFrame>
        <p:nvGraphicFramePr>
          <p:cNvPr id="2481" name="Google Shape;2481;p46"/>
          <p:cNvGraphicFramePr/>
          <p:nvPr/>
        </p:nvGraphicFramePr>
        <p:xfrm>
          <a:off x="1681025" y="1353045"/>
          <a:ext cx="3000000" cy="3000000"/>
        </p:xfrm>
        <a:graphic>
          <a:graphicData uri="http://schemas.openxmlformats.org/drawingml/2006/table">
            <a:tbl>
              <a:tblPr>
                <a:noFill/>
                <a:tableStyleId>{4BEAB1D1-4E42-4361-B4FD-13862715D387}</a:tableStyleId>
              </a:tblPr>
              <a:tblGrid>
                <a:gridCol w="431925">
                  <a:extLst>
                    <a:ext uri="{9D8B030D-6E8A-4147-A177-3AD203B41FA5}">
                      <a16:colId xmlns:a16="http://schemas.microsoft.com/office/drawing/2014/main" val="20000"/>
                    </a:ext>
                  </a:extLst>
                </a:gridCol>
                <a:gridCol w="431925">
                  <a:extLst>
                    <a:ext uri="{9D8B030D-6E8A-4147-A177-3AD203B41FA5}">
                      <a16:colId xmlns:a16="http://schemas.microsoft.com/office/drawing/2014/main" val="20001"/>
                    </a:ext>
                  </a:extLst>
                </a:gridCol>
                <a:gridCol w="431925">
                  <a:extLst>
                    <a:ext uri="{9D8B030D-6E8A-4147-A177-3AD203B41FA5}">
                      <a16:colId xmlns:a16="http://schemas.microsoft.com/office/drawing/2014/main" val="20002"/>
                    </a:ext>
                  </a:extLst>
                </a:gridCol>
                <a:gridCol w="431925">
                  <a:extLst>
                    <a:ext uri="{9D8B030D-6E8A-4147-A177-3AD203B41FA5}">
                      <a16:colId xmlns:a16="http://schemas.microsoft.com/office/drawing/2014/main" val="20003"/>
                    </a:ext>
                  </a:extLst>
                </a:gridCol>
                <a:gridCol w="431925">
                  <a:extLst>
                    <a:ext uri="{9D8B030D-6E8A-4147-A177-3AD203B41FA5}">
                      <a16:colId xmlns:a16="http://schemas.microsoft.com/office/drawing/2014/main" val="20004"/>
                    </a:ext>
                  </a:extLst>
                </a:gridCol>
                <a:gridCol w="431925">
                  <a:extLst>
                    <a:ext uri="{9D8B030D-6E8A-4147-A177-3AD203B41FA5}">
                      <a16:colId xmlns:a16="http://schemas.microsoft.com/office/drawing/2014/main" val="20005"/>
                    </a:ext>
                  </a:extLst>
                </a:gridCol>
                <a:gridCol w="431925">
                  <a:extLst>
                    <a:ext uri="{9D8B030D-6E8A-4147-A177-3AD203B41FA5}">
                      <a16:colId xmlns:a16="http://schemas.microsoft.com/office/drawing/2014/main" val="20006"/>
                    </a:ext>
                  </a:extLst>
                </a:gridCol>
              </a:tblGrid>
              <a:tr h="334875">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M</a:t>
                      </a:r>
                      <a:endParaRPr>
                        <a:solidFill>
                          <a:schemeClr val="accent3"/>
                        </a:solidFill>
                        <a:latin typeface="Fira Code"/>
                        <a:ea typeface="Fira Code"/>
                        <a:cs typeface="Fira Code"/>
                        <a:sym typeface="Fira Code"/>
                      </a:endParaRPr>
                    </a:p>
                  </a:txBody>
                  <a:tcPr marL="91425" marR="91425" marT="91425" marB="91425" anchor="ctr">
                    <a:lnL w="28575" cap="flat" cmpd="sng">
                      <a:solidFill>
                        <a:schemeClr val="accent2">
                          <a:alpha val="0"/>
                        </a:schemeClr>
                      </a:solidFill>
                      <a:prstDash val="solid"/>
                      <a:round/>
                      <a:headEnd type="none" w="sm" len="sm"/>
                      <a:tailEnd type="none" w="sm" len="sm"/>
                    </a:lnL>
                    <a:lnR w="28575" cap="flat" cmpd="sng">
                      <a:solidFill>
                        <a:schemeClr val="accent2">
                          <a:alpha val="0"/>
                        </a:schemeClr>
                      </a:solidFill>
                      <a:prstDash val="solid"/>
                      <a:round/>
                      <a:headEnd type="none" w="sm" len="sm"/>
                      <a:tailEnd type="none" w="sm" len="sm"/>
                    </a:lnR>
                    <a:lnT w="28575" cap="flat" cmpd="sng">
                      <a:solidFill>
                        <a:schemeClr val="accent2">
                          <a:alpha val="0"/>
                        </a:scheme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T</a:t>
                      </a:r>
                      <a:endParaRPr>
                        <a:solidFill>
                          <a:schemeClr val="accent3"/>
                        </a:solidFill>
                        <a:latin typeface="Fira Code"/>
                        <a:ea typeface="Fira Code"/>
                        <a:cs typeface="Fira Code"/>
                        <a:sym typeface="Fira Code"/>
                      </a:endParaRPr>
                    </a:p>
                  </a:txBody>
                  <a:tcPr marL="91425" marR="91425" marT="91425" marB="91425" anchor="ctr">
                    <a:lnL w="28575" cap="flat" cmpd="sng">
                      <a:solidFill>
                        <a:schemeClr val="accent2">
                          <a:alpha val="0"/>
                        </a:schemeClr>
                      </a:solidFill>
                      <a:prstDash val="solid"/>
                      <a:round/>
                      <a:headEnd type="none" w="sm" len="sm"/>
                      <a:tailEnd type="none" w="sm" len="sm"/>
                    </a:lnL>
                    <a:lnR w="28575" cap="flat" cmpd="sng">
                      <a:solidFill>
                        <a:schemeClr val="accent2">
                          <a:alpha val="0"/>
                        </a:schemeClr>
                      </a:solidFill>
                      <a:prstDash val="solid"/>
                      <a:round/>
                      <a:headEnd type="none" w="sm" len="sm"/>
                      <a:tailEnd type="none" w="sm" len="sm"/>
                    </a:lnR>
                    <a:lnT w="28575" cap="flat" cmpd="sng">
                      <a:solidFill>
                        <a:schemeClr val="accent2">
                          <a:alpha val="0"/>
                        </a:scheme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W</a:t>
                      </a:r>
                      <a:endParaRPr>
                        <a:solidFill>
                          <a:schemeClr val="accent3"/>
                        </a:solidFill>
                        <a:latin typeface="Fira Code"/>
                        <a:ea typeface="Fira Code"/>
                        <a:cs typeface="Fira Code"/>
                        <a:sym typeface="Fira Code"/>
                      </a:endParaRPr>
                    </a:p>
                  </a:txBody>
                  <a:tcPr marL="91425" marR="91425" marT="91425" marB="91425" anchor="ctr">
                    <a:lnL w="28575" cap="flat" cmpd="sng">
                      <a:solidFill>
                        <a:schemeClr val="accent2">
                          <a:alpha val="0"/>
                        </a:schemeClr>
                      </a:solidFill>
                      <a:prstDash val="solid"/>
                      <a:round/>
                      <a:headEnd type="none" w="sm" len="sm"/>
                      <a:tailEnd type="none" w="sm" len="sm"/>
                    </a:lnL>
                    <a:lnR w="28575" cap="flat" cmpd="sng">
                      <a:solidFill>
                        <a:schemeClr val="accent2">
                          <a:alpha val="0"/>
                        </a:schemeClr>
                      </a:solidFill>
                      <a:prstDash val="solid"/>
                      <a:round/>
                      <a:headEnd type="none" w="sm" len="sm"/>
                      <a:tailEnd type="none" w="sm" len="sm"/>
                    </a:lnR>
                    <a:lnT w="28575" cap="flat" cmpd="sng">
                      <a:solidFill>
                        <a:schemeClr val="accent2">
                          <a:alpha val="0"/>
                        </a:scheme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T</a:t>
                      </a:r>
                      <a:endParaRPr>
                        <a:solidFill>
                          <a:schemeClr val="accent3"/>
                        </a:solidFill>
                        <a:latin typeface="Fira Code"/>
                        <a:ea typeface="Fira Code"/>
                        <a:cs typeface="Fira Code"/>
                        <a:sym typeface="Fira Code"/>
                      </a:endParaRPr>
                    </a:p>
                  </a:txBody>
                  <a:tcPr marL="91425" marR="91425" marT="91425" marB="91425" anchor="ctr">
                    <a:lnL w="28575" cap="flat" cmpd="sng">
                      <a:solidFill>
                        <a:schemeClr val="accent2">
                          <a:alpha val="0"/>
                        </a:schemeClr>
                      </a:solidFill>
                      <a:prstDash val="solid"/>
                      <a:round/>
                      <a:headEnd type="none" w="sm" len="sm"/>
                      <a:tailEnd type="none" w="sm" len="sm"/>
                    </a:lnL>
                    <a:lnR w="28575" cap="flat" cmpd="sng">
                      <a:solidFill>
                        <a:schemeClr val="accent2">
                          <a:alpha val="0"/>
                        </a:schemeClr>
                      </a:solidFill>
                      <a:prstDash val="solid"/>
                      <a:round/>
                      <a:headEnd type="none" w="sm" len="sm"/>
                      <a:tailEnd type="none" w="sm" len="sm"/>
                    </a:lnR>
                    <a:lnT w="28575" cap="flat" cmpd="sng">
                      <a:solidFill>
                        <a:schemeClr val="accent2">
                          <a:alpha val="0"/>
                        </a:scheme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F</a:t>
                      </a:r>
                      <a:endParaRPr>
                        <a:solidFill>
                          <a:schemeClr val="accent3"/>
                        </a:solidFill>
                        <a:latin typeface="Fira Code"/>
                        <a:ea typeface="Fira Code"/>
                        <a:cs typeface="Fira Code"/>
                        <a:sym typeface="Fira Code"/>
                      </a:endParaRPr>
                    </a:p>
                  </a:txBody>
                  <a:tcPr marL="91425" marR="91425" marT="91425" marB="91425" anchor="ctr">
                    <a:lnL w="28575" cap="flat" cmpd="sng">
                      <a:solidFill>
                        <a:schemeClr val="accent2">
                          <a:alpha val="0"/>
                        </a:schemeClr>
                      </a:solidFill>
                      <a:prstDash val="solid"/>
                      <a:round/>
                      <a:headEnd type="none" w="sm" len="sm"/>
                      <a:tailEnd type="none" w="sm" len="sm"/>
                    </a:lnL>
                    <a:lnR w="28575" cap="flat" cmpd="sng">
                      <a:solidFill>
                        <a:schemeClr val="accent2">
                          <a:alpha val="0"/>
                        </a:schemeClr>
                      </a:solidFill>
                      <a:prstDash val="solid"/>
                      <a:round/>
                      <a:headEnd type="none" w="sm" len="sm"/>
                      <a:tailEnd type="none" w="sm" len="sm"/>
                    </a:lnR>
                    <a:lnT w="28575" cap="flat" cmpd="sng">
                      <a:solidFill>
                        <a:schemeClr val="accent2">
                          <a:alpha val="0"/>
                        </a:scheme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S</a:t>
                      </a:r>
                      <a:endParaRPr>
                        <a:solidFill>
                          <a:schemeClr val="accent3"/>
                        </a:solidFill>
                        <a:latin typeface="Fira Code"/>
                        <a:ea typeface="Fira Code"/>
                        <a:cs typeface="Fira Code"/>
                        <a:sym typeface="Fira Code"/>
                      </a:endParaRPr>
                    </a:p>
                  </a:txBody>
                  <a:tcPr marL="91425" marR="91425" marT="91425" marB="91425" anchor="ctr">
                    <a:lnL w="28575" cap="flat" cmpd="sng">
                      <a:solidFill>
                        <a:schemeClr val="accent2">
                          <a:alpha val="0"/>
                        </a:schemeClr>
                      </a:solidFill>
                      <a:prstDash val="solid"/>
                      <a:round/>
                      <a:headEnd type="none" w="sm" len="sm"/>
                      <a:tailEnd type="none" w="sm" len="sm"/>
                    </a:lnL>
                    <a:lnR w="28575" cap="flat" cmpd="sng">
                      <a:solidFill>
                        <a:schemeClr val="accent2">
                          <a:alpha val="0"/>
                        </a:schemeClr>
                      </a:solidFill>
                      <a:prstDash val="solid"/>
                      <a:round/>
                      <a:headEnd type="none" w="sm" len="sm"/>
                      <a:tailEnd type="none" w="sm" len="sm"/>
                    </a:lnR>
                    <a:lnT w="28575" cap="flat" cmpd="sng">
                      <a:solidFill>
                        <a:schemeClr val="accent2">
                          <a:alpha val="0"/>
                        </a:scheme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S</a:t>
                      </a:r>
                      <a:endParaRPr>
                        <a:solidFill>
                          <a:schemeClr val="accent3"/>
                        </a:solidFill>
                        <a:latin typeface="Fira Code"/>
                        <a:ea typeface="Fira Code"/>
                        <a:cs typeface="Fira Code"/>
                        <a:sym typeface="Fira Code"/>
                      </a:endParaRPr>
                    </a:p>
                  </a:txBody>
                  <a:tcPr marL="91425" marR="91425" marT="91425" marB="91425" anchor="ctr">
                    <a:lnL w="28575" cap="flat" cmpd="sng">
                      <a:solidFill>
                        <a:schemeClr val="accent2">
                          <a:alpha val="0"/>
                        </a:schemeClr>
                      </a:solidFill>
                      <a:prstDash val="solid"/>
                      <a:round/>
                      <a:headEnd type="none" w="sm" len="sm"/>
                      <a:tailEnd type="none" w="sm" len="sm"/>
                    </a:lnL>
                    <a:lnR w="28575" cap="flat" cmpd="sng">
                      <a:solidFill>
                        <a:schemeClr val="accent2">
                          <a:alpha val="0"/>
                        </a:schemeClr>
                      </a:solidFill>
                      <a:prstDash val="solid"/>
                      <a:round/>
                      <a:headEnd type="none" w="sm" len="sm"/>
                      <a:tailEnd type="none" w="sm" len="sm"/>
                    </a:lnR>
                    <a:lnT w="28575" cap="flat" cmpd="sng">
                      <a:solidFill>
                        <a:schemeClr val="accent2">
                          <a:alpha val="0"/>
                        </a:scheme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extLst>
                  <a:ext uri="{0D108BD9-81ED-4DB2-BD59-A6C34878D82A}">
                    <a16:rowId xmlns:a16="http://schemas.microsoft.com/office/drawing/2014/main" val="10000"/>
                  </a:ext>
                </a:extLst>
              </a:tr>
              <a:tr h="305250">
                <a:tc>
                  <a:txBody>
                    <a:bodyPr/>
                    <a:lstStyle/>
                    <a:p>
                      <a:pPr marL="0" marR="0" lvl="0" indent="0" algn="l" rtl="0">
                        <a:lnSpc>
                          <a:spcPct val="100000"/>
                        </a:lnSpc>
                        <a:spcBef>
                          <a:spcPts val="0"/>
                        </a:spcBef>
                        <a:spcAft>
                          <a:spcPts val="0"/>
                        </a:spcAft>
                        <a:buNone/>
                      </a:pP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1"/>
                          </a:solidFill>
                          <a:latin typeface="Fira Code"/>
                          <a:ea typeface="Fira Code"/>
                          <a:cs typeface="Fira Code"/>
                          <a:sym typeface="Fira Code"/>
                        </a:rPr>
                        <a:t>01</a:t>
                      </a:r>
                      <a:endParaRPr>
                        <a:solidFill>
                          <a:schemeClr val="accent1"/>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1"/>
                          </a:solidFill>
                          <a:latin typeface="Fira Code"/>
                          <a:ea typeface="Fira Code"/>
                          <a:cs typeface="Fira Code"/>
                          <a:sym typeface="Fira Code"/>
                        </a:rPr>
                        <a:t>02</a:t>
                      </a:r>
                      <a:endParaRPr>
                        <a:solidFill>
                          <a:schemeClr val="accent1"/>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1"/>
                          </a:solidFill>
                          <a:latin typeface="Fira Code"/>
                          <a:ea typeface="Fira Code"/>
                          <a:cs typeface="Fira Code"/>
                          <a:sym typeface="Fira Code"/>
                        </a:rPr>
                        <a:t>03</a:t>
                      </a:r>
                      <a:endParaRPr>
                        <a:solidFill>
                          <a:schemeClr val="accent1"/>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04</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05</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extLst>
                  <a:ext uri="{0D108BD9-81ED-4DB2-BD59-A6C34878D82A}">
                    <a16:rowId xmlns:a16="http://schemas.microsoft.com/office/drawing/2014/main" val="10001"/>
                  </a:ext>
                </a:extLst>
              </a:tr>
              <a:tr h="305250">
                <a:tc>
                  <a:txBody>
                    <a:bodyPr/>
                    <a:lstStyle/>
                    <a:p>
                      <a:pPr marL="0" marR="0" lvl="0" indent="0" algn="l" rtl="0">
                        <a:lnSpc>
                          <a:spcPct val="100000"/>
                        </a:lnSpc>
                        <a:spcBef>
                          <a:spcPts val="0"/>
                        </a:spcBef>
                        <a:spcAft>
                          <a:spcPts val="0"/>
                        </a:spcAft>
                        <a:buNone/>
                      </a:pPr>
                      <a:r>
                        <a:rPr lang="en">
                          <a:solidFill>
                            <a:schemeClr val="lt2"/>
                          </a:solidFill>
                          <a:latin typeface="Fira Code"/>
                          <a:ea typeface="Fira Code"/>
                          <a:cs typeface="Fira Code"/>
                          <a:sym typeface="Fira Code"/>
                        </a:rPr>
                        <a:t>06</a:t>
                      </a:r>
                      <a:endParaRPr>
                        <a:solidFill>
                          <a:schemeClr val="lt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07</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lt2"/>
                          </a:solidFill>
                          <a:latin typeface="Fira Code"/>
                          <a:ea typeface="Fira Code"/>
                          <a:cs typeface="Fira Code"/>
                          <a:sym typeface="Fira Code"/>
                        </a:rPr>
                        <a:t>08</a:t>
                      </a:r>
                      <a:endParaRPr>
                        <a:solidFill>
                          <a:schemeClr val="lt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09</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lt2"/>
                          </a:solidFill>
                          <a:latin typeface="Fira Code"/>
                          <a:ea typeface="Fira Code"/>
                          <a:cs typeface="Fira Code"/>
                          <a:sym typeface="Fira Code"/>
                        </a:rPr>
                        <a:t>10</a:t>
                      </a:r>
                      <a:endParaRPr>
                        <a:solidFill>
                          <a:schemeClr val="lt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11</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12</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extLst>
                  <a:ext uri="{0D108BD9-81ED-4DB2-BD59-A6C34878D82A}">
                    <a16:rowId xmlns:a16="http://schemas.microsoft.com/office/drawing/2014/main" val="10002"/>
                  </a:ext>
                </a:extLst>
              </a:tr>
              <a:tr h="305250">
                <a:tc>
                  <a:txBody>
                    <a:bodyPr/>
                    <a:lstStyle/>
                    <a:p>
                      <a:pPr marL="0" marR="0" lvl="0" indent="0" algn="l" rtl="0">
                        <a:lnSpc>
                          <a:spcPct val="100000"/>
                        </a:lnSpc>
                        <a:spcBef>
                          <a:spcPts val="0"/>
                        </a:spcBef>
                        <a:spcAft>
                          <a:spcPts val="0"/>
                        </a:spcAft>
                        <a:buNone/>
                      </a:pPr>
                      <a:r>
                        <a:rPr lang="en">
                          <a:solidFill>
                            <a:schemeClr val="dk2"/>
                          </a:solidFill>
                          <a:latin typeface="Fira Code"/>
                          <a:ea typeface="Fira Code"/>
                          <a:cs typeface="Fira Code"/>
                          <a:sym typeface="Fira Code"/>
                        </a:rPr>
                        <a:t>13</a:t>
                      </a:r>
                      <a:endParaRPr>
                        <a:solidFill>
                          <a:schemeClr val="dk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14</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15</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dk2"/>
                          </a:solidFill>
                          <a:latin typeface="Fira Code"/>
                          <a:ea typeface="Fira Code"/>
                          <a:cs typeface="Fira Code"/>
                          <a:sym typeface="Fira Code"/>
                        </a:rPr>
                        <a:t>16</a:t>
                      </a:r>
                      <a:endParaRPr>
                        <a:solidFill>
                          <a:schemeClr val="dk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dk2"/>
                          </a:solidFill>
                          <a:latin typeface="Fira Code"/>
                          <a:ea typeface="Fira Code"/>
                          <a:cs typeface="Fira Code"/>
                          <a:sym typeface="Fira Code"/>
                        </a:rPr>
                        <a:t>17</a:t>
                      </a:r>
                      <a:endParaRPr>
                        <a:solidFill>
                          <a:schemeClr val="dk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18</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19</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extLst>
                  <a:ext uri="{0D108BD9-81ED-4DB2-BD59-A6C34878D82A}">
                    <a16:rowId xmlns:a16="http://schemas.microsoft.com/office/drawing/2014/main" val="10003"/>
                  </a:ext>
                </a:extLst>
              </a:tr>
              <a:tr h="305250">
                <a:tc>
                  <a:txBody>
                    <a:bodyPr/>
                    <a:lstStyle/>
                    <a:p>
                      <a:pPr marL="0" marR="0" lvl="0" indent="0" algn="l" rtl="0">
                        <a:lnSpc>
                          <a:spcPct val="100000"/>
                        </a:lnSpc>
                        <a:spcBef>
                          <a:spcPts val="0"/>
                        </a:spcBef>
                        <a:spcAft>
                          <a:spcPts val="0"/>
                        </a:spcAft>
                        <a:buNone/>
                      </a:pPr>
                      <a:r>
                        <a:rPr lang="en">
                          <a:solidFill>
                            <a:schemeClr val="accent2"/>
                          </a:solidFill>
                          <a:latin typeface="Fira Code"/>
                          <a:ea typeface="Fira Code"/>
                          <a:cs typeface="Fira Code"/>
                          <a:sym typeface="Fira Code"/>
                        </a:rPr>
                        <a:t>20</a:t>
                      </a:r>
                      <a:endParaRPr>
                        <a:solidFill>
                          <a:schemeClr val="accent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2"/>
                          </a:solidFill>
                          <a:latin typeface="Fira Code"/>
                          <a:ea typeface="Fira Code"/>
                          <a:cs typeface="Fira Code"/>
                          <a:sym typeface="Fira Code"/>
                        </a:rPr>
                        <a:t>21</a:t>
                      </a:r>
                      <a:endParaRPr>
                        <a:solidFill>
                          <a:schemeClr val="accent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2"/>
                          </a:solidFill>
                          <a:latin typeface="Fira Code"/>
                          <a:ea typeface="Fira Code"/>
                          <a:cs typeface="Fira Code"/>
                          <a:sym typeface="Fira Code"/>
                        </a:rPr>
                        <a:t>22</a:t>
                      </a:r>
                      <a:endParaRPr>
                        <a:solidFill>
                          <a:schemeClr val="accent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23</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24</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25</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26</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extLst>
                  <a:ext uri="{0D108BD9-81ED-4DB2-BD59-A6C34878D82A}">
                    <a16:rowId xmlns:a16="http://schemas.microsoft.com/office/drawing/2014/main" val="10004"/>
                  </a:ext>
                </a:extLst>
              </a:tr>
              <a:tr h="396200">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27</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28</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lt1"/>
                          </a:solidFill>
                          <a:latin typeface="Fira Code"/>
                          <a:ea typeface="Fira Code"/>
                          <a:cs typeface="Fira Code"/>
                          <a:sym typeface="Fira Code"/>
                        </a:rPr>
                        <a:t>29</a:t>
                      </a:r>
                      <a:endParaRPr>
                        <a:solidFill>
                          <a:schemeClr val="lt1"/>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lt1"/>
                          </a:solidFill>
                          <a:latin typeface="Fira Code"/>
                          <a:ea typeface="Fira Code"/>
                          <a:cs typeface="Fira Code"/>
                          <a:sym typeface="Fira Code"/>
                        </a:rPr>
                        <a:t>30</a:t>
                      </a:r>
                      <a:endParaRPr>
                        <a:solidFill>
                          <a:schemeClr val="lt1"/>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extLst>
                  <a:ext uri="{0D108BD9-81ED-4DB2-BD59-A6C34878D82A}">
                    <a16:rowId xmlns:a16="http://schemas.microsoft.com/office/drawing/2014/main" val="10005"/>
                  </a:ext>
                </a:extLst>
              </a:tr>
            </a:tbl>
          </a:graphicData>
        </a:graphic>
      </p:graphicFrame>
      <p:cxnSp>
        <p:nvCxnSpPr>
          <p:cNvPr id="2482" name="Google Shape;2482;p46"/>
          <p:cNvCxnSpPr/>
          <p:nvPr/>
        </p:nvCxnSpPr>
        <p:spPr>
          <a:xfrm>
            <a:off x="2722925" y="2180172"/>
            <a:ext cx="5709300" cy="0"/>
          </a:xfrm>
          <a:prstGeom prst="straightConnector1">
            <a:avLst/>
          </a:prstGeom>
          <a:noFill/>
          <a:ln w="9525" cap="flat" cmpd="sng">
            <a:solidFill>
              <a:schemeClr val="accent4"/>
            </a:solidFill>
            <a:prstDash val="solid"/>
            <a:round/>
            <a:headEnd type="none" w="med" len="med"/>
            <a:tailEnd type="none" w="med" len="med"/>
          </a:ln>
        </p:spPr>
      </p:cxnSp>
      <p:cxnSp>
        <p:nvCxnSpPr>
          <p:cNvPr id="2483" name="Google Shape;2483;p46"/>
          <p:cNvCxnSpPr/>
          <p:nvPr/>
        </p:nvCxnSpPr>
        <p:spPr>
          <a:xfrm>
            <a:off x="1771675" y="2572467"/>
            <a:ext cx="6660600" cy="0"/>
          </a:xfrm>
          <a:prstGeom prst="straightConnector1">
            <a:avLst/>
          </a:prstGeom>
          <a:noFill/>
          <a:ln w="9525" cap="flat" cmpd="sng">
            <a:solidFill>
              <a:schemeClr val="accent4"/>
            </a:solidFill>
            <a:prstDash val="solid"/>
            <a:round/>
            <a:headEnd type="none" w="med" len="med"/>
            <a:tailEnd type="none" w="med" len="med"/>
          </a:ln>
        </p:spPr>
      </p:cxnSp>
      <p:cxnSp>
        <p:nvCxnSpPr>
          <p:cNvPr id="2484" name="Google Shape;2484;p46"/>
          <p:cNvCxnSpPr/>
          <p:nvPr/>
        </p:nvCxnSpPr>
        <p:spPr>
          <a:xfrm>
            <a:off x="1771675" y="2964761"/>
            <a:ext cx="6660600" cy="0"/>
          </a:xfrm>
          <a:prstGeom prst="straightConnector1">
            <a:avLst/>
          </a:prstGeom>
          <a:noFill/>
          <a:ln w="9525" cap="flat" cmpd="sng">
            <a:solidFill>
              <a:schemeClr val="accent4"/>
            </a:solidFill>
            <a:prstDash val="solid"/>
            <a:round/>
            <a:headEnd type="none" w="med" len="med"/>
            <a:tailEnd type="none" w="med" len="med"/>
          </a:ln>
        </p:spPr>
      </p:cxnSp>
      <p:cxnSp>
        <p:nvCxnSpPr>
          <p:cNvPr id="2485" name="Google Shape;2485;p46"/>
          <p:cNvCxnSpPr/>
          <p:nvPr/>
        </p:nvCxnSpPr>
        <p:spPr>
          <a:xfrm>
            <a:off x="1771675" y="3357056"/>
            <a:ext cx="6660600" cy="0"/>
          </a:xfrm>
          <a:prstGeom prst="straightConnector1">
            <a:avLst/>
          </a:prstGeom>
          <a:noFill/>
          <a:ln w="9525" cap="flat" cmpd="sng">
            <a:solidFill>
              <a:schemeClr val="accent4"/>
            </a:solidFill>
            <a:prstDash val="solid"/>
            <a:round/>
            <a:headEnd type="none" w="med" len="med"/>
            <a:tailEnd type="none" w="med" len="med"/>
          </a:ln>
        </p:spPr>
      </p:cxnSp>
      <p:sp>
        <p:nvSpPr>
          <p:cNvPr id="2486" name="Google Shape;2486;p46"/>
          <p:cNvSpPr txBox="1"/>
          <p:nvPr/>
        </p:nvSpPr>
        <p:spPr>
          <a:xfrm>
            <a:off x="5018825" y="1868375"/>
            <a:ext cx="3413400" cy="231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1"/>
                </a:solidFill>
                <a:latin typeface="Fira Code"/>
                <a:ea typeface="Fira Code"/>
                <a:cs typeface="Fira Code"/>
                <a:sym typeface="Fira Code"/>
              </a:rPr>
              <a:t>Mercury is the smallest planet</a:t>
            </a:r>
            <a:endParaRPr>
              <a:solidFill>
                <a:schemeClr val="accent1"/>
              </a:solidFill>
              <a:latin typeface="Fira Code"/>
              <a:ea typeface="Fira Code"/>
              <a:cs typeface="Fira Code"/>
              <a:sym typeface="Fira Code"/>
            </a:endParaRPr>
          </a:p>
        </p:txBody>
      </p:sp>
      <p:sp>
        <p:nvSpPr>
          <p:cNvPr id="2487" name="Google Shape;2487;p46"/>
          <p:cNvSpPr txBox="1"/>
          <p:nvPr/>
        </p:nvSpPr>
        <p:spPr>
          <a:xfrm>
            <a:off x="5018825" y="2260669"/>
            <a:ext cx="3413400" cy="231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2"/>
                </a:solidFill>
                <a:latin typeface="Fira Code"/>
                <a:ea typeface="Fira Code"/>
                <a:cs typeface="Fira Code"/>
                <a:sym typeface="Fira Code"/>
              </a:rPr>
              <a:t>Venus has a beautiful name</a:t>
            </a:r>
            <a:endParaRPr>
              <a:solidFill>
                <a:schemeClr val="lt2"/>
              </a:solidFill>
              <a:latin typeface="Fira Code"/>
              <a:ea typeface="Fira Code"/>
              <a:cs typeface="Fira Code"/>
              <a:sym typeface="Fira Code"/>
            </a:endParaRPr>
          </a:p>
        </p:txBody>
      </p:sp>
      <p:sp>
        <p:nvSpPr>
          <p:cNvPr id="2488" name="Google Shape;2488;p46"/>
          <p:cNvSpPr txBox="1"/>
          <p:nvPr/>
        </p:nvSpPr>
        <p:spPr>
          <a:xfrm>
            <a:off x="5018825" y="2652964"/>
            <a:ext cx="3413400" cy="231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2"/>
                </a:solidFill>
                <a:latin typeface="Fira Code"/>
                <a:ea typeface="Fira Code"/>
                <a:cs typeface="Fira Code"/>
                <a:sym typeface="Fira Code"/>
              </a:rPr>
              <a:t>The Earth is the third planet</a:t>
            </a:r>
            <a:endParaRPr>
              <a:solidFill>
                <a:schemeClr val="dk2"/>
              </a:solidFill>
              <a:latin typeface="Fira Code"/>
              <a:ea typeface="Fira Code"/>
              <a:cs typeface="Fira Code"/>
              <a:sym typeface="Fira Code"/>
            </a:endParaRPr>
          </a:p>
        </p:txBody>
      </p:sp>
      <p:sp>
        <p:nvSpPr>
          <p:cNvPr id="2489" name="Google Shape;2489;p46"/>
          <p:cNvSpPr txBox="1"/>
          <p:nvPr/>
        </p:nvSpPr>
        <p:spPr>
          <a:xfrm>
            <a:off x="5018825" y="3045258"/>
            <a:ext cx="3413400" cy="231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2"/>
                </a:solidFill>
                <a:latin typeface="Fira Code"/>
                <a:ea typeface="Fira Code"/>
                <a:cs typeface="Fira Code"/>
                <a:sym typeface="Fira Code"/>
              </a:rPr>
              <a:t>Mars is actually a cold place</a:t>
            </a:r>
            <a:endParaRPr>
              <a:solidFill>
                <a:schemeClr val="accent2"/>
              </a:solidFill>
              <a:latin typeface="Fira Code"/>
              <a:ea typeface="Fira Code"/>
              <a:cs typeface="Fira Code"/>
              <a:sym typeface="Fira Code"/>
            </a:endParaRPr>
          </a:p>
        </p:txBody>
      </p:sp>
      <p:cxnSp>
        <p:nvCxnSpPr>
          <p:cNvPr id="2490" name="Google Shape;2490;p46"/>
          <p:cNvCxnSpPr/>
          <p:nvPr/>
        </p:nvCxnSpPr>
        <p:spPr>
          <a:xfrm>
            <a:off x="1771675" y="3749350"/>
            <a:ext cx="6660600" cy="0"/>
          </a:xfrm>
          <a:prstGeom prst="straightConnector1">
            <a:avLst/>
          </a:prstGeom>
          <a:noFill/>
          <a:ln w="9525" cap="flat" cmpd="sng">
            <a:solidFill>
              <a:schemeClr val="accent4"/>
            </a:solidFill>
            <a:prstDash val="solid"/>
            <a:round/>
            <a:headEnd type="none" w="med" len="med"/>
            <a:tailEnd type="none" w="med" len="med"/>
          </a:ln>
        </p:spPr>
      </p:cxnSp>
      <p:sp>
        <p:nvSpPr>
          <p:cNvPr id="2491" name="Google Shape;2491;p46"/>
          <p:cNvSpPr txBox="1"/>
          <p:nvPr/>
        </p:nvSpPr>
        <p:spPr>
          <a:xfrm>
            <a:off x="5018825" y="3437553"/>
            <a:ext cx="3413400" cy="231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latin typeface="Fira Code"/>
                <a:ea typeface="Fira Code"/>
                <a:cs typeface="Fira Code"/>
                <a:sym typeface="Fira Code"/>
              </a:rPr>
              <a:t>Jupiter is a gas giant</a:t>
            </a:r>
            <a:endParaRPr>
              <a:solidFill>
                <a:schemeClr val="lt1"/>
              </a:solidFill>
              <a:latin typeface="Fira Code"/>
              <a:ea typeface="Fira Code"/>
              <a:cs typeface="Fira Code"/>
              <a:sym typeface="Fira Code"/>
            </a:endParaRPr>
          </a:p>
        </p:txBody>
      </p:sp>
      <p:grpSp>
        <p:nvGrpSpPr>
          <p:cNvPr id="2492" name="Google Shape;2492;p46"/>
          <p:cNvGrpSpPr/>
          <p:nvPr/>
        </p:nvGrpSpPr>
        <p:grpSpPr>
          <a:xfrm>
            <a:off x="1084825" y="1152525"/>
            <a:ext cx="506100" cy="3417500"/>
            <a:chOff x="1084825" y="1152525"/>
            <a:chExt cx="506100" cy="3417500"/>
          </a:xfrm>
        </p:grpSpPr>
        <p:sp>
          <p:nvSpPr>
            <p:cNvPr id="2493" name="Google Shape;2493;p46"/>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2494" name="Google Shape;2494;p46"/>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2498"/>
        <p:cNvGrpSpPr/>
        <p:nvPr/>
      </p:nvGrpSpPr>
      <p:grpSpPr>
        <a:xfrm>
          <a:off x="0" y="0"/>
          <a:ext cx="0" cy="0"/>
          <a:chOff x="0" y="0"/>
          <a:chExt cx="0" cy="0"/>
        </a:xfrm>
      </p:grpSpPr>
      <p:sp>
        <p:nvSpPr>
          <p:cNvPr id="2499" name="Google Shape;2499;p47"/>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JavaScript For </a:t>
            </a:r>
            <a:r>
              <a:rPr lang="en">
                <a:solidFill>
                  <a:schemeClr val="accent2"/>
                </a:solidFill>
              </a:rPr>
              <a:t>‘Beginners’ </a:t>
            </a:r>
            <a:r>
              <a:rPr lang="en">
                <a:solidFill>
                  <a:schemeClr val="accent6"/>
                </a:solidFill>
              </a:rPr>
              <a:t>{</a:t>
            </a:r>
            <a:endParaRPr>
              <a:solidFill>
                <a:schemeClr val="accent2"/>
              </a:solidFill>
            </a:endParaRPr>
          </a:p>
        </p:txBody>
      </p:sp>
      <p:sp>
        <p:nvSpPr>
          <p:cNvPr id="2500" name="Google Shape;2500;p47"/>
          <p:cNvSpPr txBox="1">
            <a:spLocks noGrp="1"/>
          </p:cNvSpPr>
          <p:nvPr>
            <p:ph type="subTitle" idx="1"/>
          </p:nvPr>
        </p:nvSpPr>
        <p:spPr>
          <a:xfrm>
            <a:off x="1679425" y="1587644"/>
            <a:ext cx="25089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It is the closest planet to the Sun</a:t>
            </a:r>
            <a:endParaRPr/>
          </a:p>
        </p:txBody>
      </p:sp>
      <p:sp>
        <p:nvSpPr>
          <p:cNvPr id="2501" name="Google Shape;2501;p47"/>
          <p:cNvSpPr txBox="1">
            <a:spLocks noGrp="1"/>
          </p:cNvSpPr>
          <p:nvPr>
            <p:ph type="subTitle" idx="2"/>
          </p:nvPr>
        </p:nvSpPr>
        <p:spPr>
          <a:xfrm>
            <a:off x="1679425" y="1269900"/>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Mercury</a:t>
            </a:r>
            <a:endParaRPr/>
          </a:p>
        </p:txBody>
      </p:sp>
      <p:sp>
        <p:nvSpPr>
          <p:cNvPr id="2502" name="Google Shape;2502;p47"/>
          <p:cNvSpPr txBox="1">
            <a:spLocks noGrp="1"/>
          </p:cNvSpPr>
          <p:nvPr>
            <p:ph type="subTitle" idx="3"/>
          </p:nvPr>
        </p:nvSpPr>
        <p:spPr>
          <a:xfrm>
            <a:off x="2536285" y="3541351"/>
            <a:ext cx="25089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Saturn is a gas giant and has several rings</a:t>
            </a:r>
            <a:endParaRPr/>
          </a:p>
        </p:txBody>
      </p:sp>
      <p:sp>
        <p:nvSpPr>
          <p:cNvPr id="2503" name="Google Shape;2503;p47"/>
          <p:cNvSpPr txBox="1">
            <a:spLocks noGrp="1"/>
          </p:cNvSpPr>
          <p:nvPr>
            <p:ph type="subTitle" idx="4"/>
          </p:nvPr>
        </p:nvSpPr>
        <p:spPr>
          <a:xfrm>
            <a:off x="2536286" y="3221450"/>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Saturn</a:t>
            </a:r>
            <a:endParaRPr/>
          </a:p>
        </p:txBody>
      </p:sp>
      <p:sp>
        <p:nvSpPr>
          <p:cNvPr id="2504" name="Google Shape;2504;p47"/>
          <p:cNvSpPr txBox="1">
            <a:spLocks noGrp="1"/>
          </p:cNvSpPr>
          <p:nvPr>
            <p:ph type="subTitle" idx="5"/>
          </p:nvPr>
        </p:nvSpPr>
        <p:spPr>
          <a:xfrm>
            <a:off x="4994100" y="1577676"/>
            <a:ext cx="25089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Despite being red, Mars is a cold place</a:t>
            </a:r>
            <a:endParaRPr/>
          </a:p>
        </p:txBody>
      </p:sp>
      <p:sp>
        <p:nvSpPr>
          <p:cNvPr id="2505" name="Google Shape;2505;p47"/>
          <p:cNvSpPr txBox="1">
            <a:spLocks noGrp="1"/>
          </p:cNvSpPr>
          <p:nvPr>
            <p:ph type="subTitle" idx="6"/>
          </p:nvPr>
        </p:nvSpPr>
        <p:spPr>
          <a:xfrm>
            <a:off x="4994100" y="1257775"/>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Mars</a:t>
            </a:r>
            <a:endParaRPr/>
          </a:p>
        </p:txBody>
      </p:sp>
      <p:sp>
        <p:nvSpPr>
          <p:cNvPr id="2506" name="Google Shape;2506;p47"/>
          <p:cNvSpPr txBox="1">
            <a:spLocks noGrp="1"/>
          </p:cNvSpPr>
          <p:nvPr>
            <p:ph type="subTitle" idx="7"/>
          </p:nvPr>
        </p:nvSpPr>
        <p:spPr>
          <a:xfrm>
            <a:off x="2099975" y="2564499"/>
            <a:ext cx="25089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Jupiter is the biggest planet</a:t>
            </a:r>
            <a:endParaRPr/>
          </a:p>
        </p:txBody>
      </p:sp>
      <p:sp>
        <p:nvSpPr>
          <p:cNvPr id="2507" name="Google Shape;2507;p47"/>
          <p:cNvSpPr txBox="1">
            <a:spLocks noGrp="1"/>
          </p:cNvSpPr>
          <p:nvPr>
            <p:ph type="subTitle" idx="8"/>
          </p:nvPr>
        </p:nvSpPr>
        <p:spPr>
          <a:xfrm>
            <a:off x="2099975" y="2244588"/>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Jupiter</a:t>
            </a:r>
            <a:endParaRPr/>
          </a:p>
        </p:txBody>
      </p:sp>
      <p:sp>
        <p:nvSpPr>
          <p:cNvPr id="2508" name="Google Shape;2508;p47"/>
          <p:cNvSpPr txBox="1">
            <a:spLocks noGrp="1"/>
          </p:cNvSpPr>
          <p:nvPr>
            <p:ph type="subTitle" idx="9"/>
          </p:nvPr>
        </p:nvSpPr>
        <p:spPr>
          <a:xfrm>
            <a:off x="5414650" y="2564499"/>
            <a:ext cx="25089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Venus is the second planet from the Sun</a:t>
            </a:r>
            <a:endParaRPr/>
          </a:p>
        </p:txBody>
      </p:sp>
      <p:sp>
        <p:nvSpPr>
          <p:cNvPr id="2509" name="Google Shape;2509;p47"/>
          <p:cNvSpPr txBox="1">
            <a:spLocks noGrp="1"/>
          </p:cNvSpPr>
          <p:nvPr>
            <p:ph type="subTitle" idx="13"/>
          </p:nvPr>
        </p:nvSpPr>
        <p:spPr>
          <a:xfrm>
            <a:off x="5414650" y="2244588"/>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Venus</a:t>
            </a:r>
            <a:endParaRPr/>
          </a:p>
        </p:txBody>
      </p:sp>
      <p:sp>
        <p:nvSpPr>
          <p:cNvPr id="2510" name="Google Shape;2510;p47"/>
          <p:cNvSpPr txBox="1">
            <a:spLocks noGrp="1"/>
          </p:cNvSpPr>
          <p:nvPr>
            <p:ph type="subTitle" idx="14"/>
          </p:nvPr>
        </p:nvSpPr>
        <p:spPr>
          <a:xfrm>
            <a:off x="5846735" y="3551319"/>
            <a:ext cx="25089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Neptune is very far from the Earth</a:t>
            </a:r>
            <a:endParaRPr/>
          </a:p>
        </p:txBody>
      </p:sp>
      <p:sp>
        <p:nvSpPr>
          <p:cNvPr id="2511" name="Google Shape;2511;p47"/>
          <p:cNvSpPr txBox="1">
            <a:spLocks noGrp="1"/>
          </p:cNvSpPr>
          <p:nvPr>
            <p:ph type="subTitle" idx="15"/>
          </p:nvPr>
        </p:nvSpPr>
        <p:spPr>
          <a:xfrm>
            <a:off x="5846736" y="3233575"/>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Neptune</a:t>
            </a:r>
            <a:endParaRPr/>
          </a:p>
        </p:txBody>
      </p:sp>
      <p:sp>
        <p:nvSpPr>
          <p:cNvPr id="2512" name="Google Shape;2512;p47"/>
          <p:cNvSpPr txBox="1">
            <a:spLocks noGrp="1"/>
          </p:cNvSpPr>
          <p:nvPr>
            <p:ph type="subTitle" idx="1"/>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2513" name="Google Shape;2513;p47"/>
          <p:cNvSpPr txBox="1">
            <a:spLocks noGrp="1"/>
          </p:cNvSpPr>
          <p:nvPr>
            <p:ph type="subTitle" idx="1"/>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2514" name="Google Shape;2514;p47"/>
          <p:cNvSpPr txBox="1">
            <a:spLocks noGrp="1"/>
          </p:cNvSpPr>
          <p:nvPr>
            <p:ph type="subTitle" idx="1"/>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2515" name="Google Shape;2515;p47"/>
          <p:cNvGrpSpPr/>
          <p:nvPr/>
        </p:nvGrpSpPr>
        <p:grpSpPr>
          <a:xfrm>
            <a:off x="1084825" y="1152525"/>
            <a:ext cx="506100" cy="3417500"/>
            <a:chOff x="1084825" y="1152525"/>
            <a:chExt cx="506100" cy="3417500"/>
          </a:xfrm>
        </p:grpSpPr>
        <p:sp>
          <p:nvSpPr>
            <p:cNvPr id="2516" name="Google Shape;2516;p47"/>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2517" name="Google Shape;2517;p47"/>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2521"/>
        <p:cNvGrpSpPr/>
        <p:nvPr/>
      </p:nvGrpSpPr>
      <p:grpSpPr>
        <a:xfrm>
          <a:off x="0" y="0"/>
          <a:ext cx="0" cy="0"/>
          <a:chOff x="0" y="0"/>
          <a:chExt cx="0" cy="0"/>
        </a:xfrm>
      </p:grpSpPr>
      <p:sp>
        <p:nvSpPr>
          <p:cNvPr id="2522" name="Google Shape;2522;p48"/>
          <p:cNvSpPr txBox="1">
            <a:spLocks noGrp="1"/>
          </p:cNvSpPr>
          <p:nvPr>
            <p:ph type="title"/>
          </p:nvPr>
        </p:nvSpPr>
        <p:spPr>
          <a:xfrm>
            <a:off x="1121875" y="1183920"/>
            <a:ext cx="2891100" cy="1122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rPr>
              <a:t>Desktop </a:t>
            </a:r>
            <a:r>
              <a:rPr lang="en">
                <a:solidFill>
                  <a:schemeClr val="accent2"/>
                </a:solidFill>
              </a:rPr>
              <a:t>Software</a:t>
            </a:r>
            <a:r>
              <a:rPr lang="en">
                <a:solidFill>
                  <a:schemeClr val="lt1"/>
                </a:solidFill>
              </a:rPr>
              <a:t> </a:t>
            </a:r>
            <a:r>
              <a:rPr lang="en">
                <a:solidFill>
                  <a:schemeClr val="accent3"/>
                </a:solidFill>
              </a:rPr>
              <a:t>{</a:t>
            </a:r>
            <a:endParaRPr>
              <a:solidFill>
                <a:schemeClr val="lt1"/>
              </a:solidFill>
            </a:endParaRPr>
          </a:p>
        </p:txBody>
      </p:sp>
      <p:sp>
        <p:nvSpPr>
          <p:cNvPr id="2523" name="Google Shape;2523;p48"/>
          <p:cNvSpPr txBox="1">
            <a:spLocks noGrp="1"/>
          </p:cNvSpPr>
          <p:nvPr>
            <p:ph type="subTitle" idx="1"/>
          </p:nvPr>
        </p:nvSpPr>
        <p:spPr>
          <a:xfrm>
            <a:off x="1667256" y="2355825"/>
            <a:ext cx="2891100" cy="1566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You can replace the image on the screen with your own work. Just delete this one, add yours and center it properly</a:t>
            </a:r>
            <a:endParaRPr/>
          </a:p>
        </p:txBody>
      </p:sp>
      <p:sp>
        <p:nvSpPr>
          <p:cNvPr id="2524" name="Google Shape;2524;p48"/>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2525" name="Google Shape;2525;p48"/>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pic>
        <p:nvPicPr>
          <p:cNvPr id="2526" name="Google Shape;2526;p48"/>
          <p:cNvPicPr preferRelativeResize="0"/>
          <p:nvPr/>
        </p:nvPicPr>
        <p:blipFill rotWithShape="1">
          <a:blip r:embed="rId3">
            <a:alphaModFix/>
          </a:blip>
          <a:srcRect l="1295" r="1305"/>
          <a:stretch/>
        </p:blipFill>
        <p:spPr>
          <a:xfrm>
            <a:off x="5147992" y="1304555"/>
            <a:ext cx="3131950" cy="1808731"/>
          </a:xfrm>
          <a:prstGeom prst="rect">
            <a:avLst/>
          </a:prstGeom>
          <a:noFill/>
          <a:ln w="9525" cap="flat" cmpd="sng">
            <a:solidFill>
              <a:schemeClr val="accent3"/>
            </a:solidFill>
            <a:prstDash val="solid"/>
            <a:round/>
            <a:headEnd type="none" w="sm" len="sm"/>
            <a:tailEnd type="none" w="sm" len="sm"/>
          </a:ln>
        </p:spPr>
      </p:pic>
      <p:grpSp>
        <p:nvGrpSpPr>
          <p:cNvPr id="2527" name="Google Shape;2527;p48"/>
          <p:cNvGrpSpPr/>
          <p:nvPr/>
        </p:nvGrpSpPr>
        <p:grpSpPr>
          <a:xfrm>
            <a:off x="1084825" y="2246100"/>
            <a:ext cx="506100" cy="2323925"/>
            <a:chOff x="1084825" y="2246100"/>
            <a:chExt cx="506100" cy="2323925"/>
          </a:xfrm>
        </p:grpSpPr>
        <p:sp>
          <p:nvSpPr>
            <p:cNvPr id="2528" name="Google Shape;2528;p48"/>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2529" name="Google Shape;2529;p48"/>
            <p:cNvCxnSpPr/>
            <p:nvPr/>
          </p:nvCxnSpPr>
          <p:spPr>
            <a:xfrm>
              <a:off x="1337875" y="2246100"/>
              <a:ext cx="0" cy="1687500"/>
            </a:xfrm>
            <a:prstGeom prst="straightConnector1">
              <a:avLst/>
            </a:prstGeom>
            <a:noFill/>
            <a:ln w="9525" cap="flat" cmpd="sng">
              <a:solidFill>
                <a:schemeClr val="accent4"/>
              </a:solidFill>
              <a:prstDash val="solid"/>
              <a:round/>
              <a:headEnd type="none" w="med" len="med"/>
              <a:tailEnd type="none" w="med" len="med"/>
            </a:ln>
          </p:spPr>
        </p:cxnSp>
      </p:grpSp>
      <p:sp>
        <p:nvSpPr>
          <p:cNvPr id="2530" name="Google Shape;2530;p48"/>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1200"/>
              </a:spcAft>
              <a:buNone/>
            </a:pPr>
            <a:r>
              <a:rPr lang="en" sz="1400">
                <a:solidFill>
                  <a:schemeClr val="accent3"/>
                </a:solidFill>
              </a:rPr>
              <a:t>workshop.css</a:t>
            </a:r>
            <a:endParaRPr sz="1400">
              <a:solidFill>
                <a:schemeClr val="accent3"/>
              </a:solidFill>
            </a:endParaRPr>
          </a:p>
        </p:txBody>
      </p:sp>
      <p:grpSp>
        <p:nvGrpSpPr>
          <p:cNvPr id="2531" name="Google Shape;2531;p48"/>
          <p:cNvGrpSpPr/>
          <p:nvPr/>
        </p:nvGrpSpPr>
        <p:grpSpPr>
          <a:xfrm>
            <a:off x="4994678" y="1173377"/>
            <a:ext cx="3439196" cy="2775803"/>
            <a:chOff x="4994678" y="1173377"/>
            <a:chExt cx="3439196" cy="2775803"/>
          </a:xfrm>
        </p:grpSpPr>
        <p:grpSp>
          <p:nvGrpSpPr>
            <p:cNvPr id="2532" name="Google Shape;2532;p48"/>
            <p:cNvGrpSpPr/>
            <p:nvPr/>
          </p:nvGrpSpPr>
          <p:grpSpPr>
            <a:xfrm>
              <a:off x="4994678" y="1173377"/>
              <a:ext cx="3439196" cy="2775803"/>
              <a:chOff x="4572031" y="1415284"/>
              <a:chExt cx="2875341" cy="2319354"/>
            </a:xfrm>
          </p:grpSpPr>
          <p:grpSp>
            <p:nvGrpSpPr>
              <p:cNvPr id="2533" name="Google Shape;2533;p48"/>
              <p:cNvGrpSpPr/>
              <p:nvPr/>
            </p:nvGrpSpPr>
            <p:grpSpPr>
              <a:xfrm>
                <a:off x="4572031" y="1415284"/>
                <a:ext cx="2875341" cy="1993075"/>
                <a:chOff x="3665860" y="822037"/>
                <a:chExt cx="4758136" cy="3243937"/>
              </a:xfrm>
            </p:grpSpPr>
            <p:grpSp>
              <p:nvGrpSpPr>
                <p:cNvPr id="2534" name="Google Shape;2534;p48"/>
                <p:cNvGrpSpPr/>
                <p:nvPr/>
              </p:nvGrpSpPr>
              <p:grpSpPr>
                <a:xfrm>
                  <a:off x="3665860" y="822037"/>
                  <a:ext cx="4758136" cy="3243937"/>
                  <a:chOff x="518725" y="252435"/>
                  <a:chExt cx="6524250" cy="4448015"/>
                </a:xfrm>
              </p:grpSpPr>
              <p:sp>
                <p:nvSpPr>
                  <p:cNvPr id="2535" name="Google Shape;2535;p48"/>
                  <p:cNvSpPr/>
                  <p:nvPr/>
                </p:nvSpPr>
                <p:spPr>
                  <a:xfrm>
                    <a:off x="518725" y="4131625"/>
                    <a:ext cx="6524250" cy="568825"/>
                  </a:xfrm>
                  <a:custGeom>
                    <a:avLst/>
                    <a:gdLst/>
                    <a:ahLst/>
                    <a:cxnLst/>
                    <a:rect l="l" t="t" r="r" b="b"/>
                    <a:pathLst>
                      <a:path w="260970" h="22753" extrusionOk="0">
                        <a:moveTo>
                          <a:pt x="0" y="14846"/>
                        </a:moveTo>
                        <a:cubicBezTo>
                          <a:pt x="0" y="19169"/>
                          <a:pt x="4039" y="22753"/>
                          <a:pt x="8305" y="22753"/>
                        </a:cubicBezTo>
                        <a:lnTo>
                          <a:pt x="253120" y="22753"/>
                        </a:lnTo>
                        <a:cubicBezTo>
                          <a:pt x="257443" y="22696"/>
                          <a:pt x="260913" y="19169"/>
                          <a:pt x="260970" y="14846"/>
                        </a:cubicBezTo>
                        <a:lnTo>
                          <a:pt x="260970" y="0"/>
                        </a:lnTo>
                        <a:lnTo>
                          <a:pt x="0" y="0"/>
                        </a:lnTo>
                        <a:close/>
                      </a:path>
                    </a:pathLst>
                  </a:custGeom>
                  <a:solidFill>
                    <a:schemeClr val="dk1"/>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3"/>
                      </a:solidFill>
                    </a:endParaRPr>
                  </a:p>
                </p:txBody>
              </p:sp>
              <p:sp>
                <p:nvSpPr>
                  <p:cNvPr id="2536" name="Google Shape;2536;p48"/>
                  <p:cNvSpPr/>
                  <p:nvPr/>
                </p:nvSpPr>
                <p:spPr>
                  <a:xfrm>
                    <a:off x="518725" y="252435"/>
                    <a:ext cx="6524250" cy="3893525"/>
                  </a:xfrm>
                  <a:custGeom>
                    <a:avLst/>
                    <a:gdLst/>
                    <a:ahLst/>
                    <a:cxnLst/>
                    <a:rect l="l" t="t" r="r" b="b"/>
                    <a:pathLst>
                      <a:path w="260970" h="155741" extrusionOk="0">
                        <a:moveTo>
                          <a:pt x="249594" y="9954"/>
                        </a:moveTo>
                        <a:lnTo>
                          <a:pt x="249594" y="144364"/>
                        </a:lnTo>
                        <a:lnTo>
                          <a:pt x="11376" y="144364"/>
                        </a:lnTo>
                        <a:lnTo>
                          <a:pt x="11376" y="9954"/>
                        </a:lnTo>
                        <a:close/>
                        <a:moveTo>
                          <a:pt x="8305" y="0"/>
                        </a:moveTo>
                        <a:cubicBezTo>
                          <a:pt x="4039" y="0"/>
                          <a:pt x="0" y="2844"/>
                          <a:pt x="0" y="7110"/>
                        </a:cubicBezTo>
                        <a:lnTo>
                          <a:pt x="0" y="155740"/>
                        </a:lnTo>
                        <a:lnTo>
                          <a:pt x="260970" y="155740"/>
                        </a:lnTo>
                        <a:lnTo>
                          <a:pt x="260970" y="7110"/>
                        </a:lnTo>
                        <a:cubicBezTo>
                          <a:pt x="260970" y="2844"/>
                          <a:pt x="257386" y="0"/>
                          <a:pt x="253120" y="0"/>
                        </a:cubicBezTo>
                        <a:close/>
                      </a:path>
                    </a:pathLst>
                  </a:custGeom>
                  <a:solidFill>
                    <a:schemeClr val="dk1"/>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3"/>
                      </a:solidFill>
                    </a:endParaRPr>
                  </a:p>
                </p:txBody>
              </p:sp>
            </p:grpSp>
            <p:sp>
              <p:nvSpPr>
                <p:cNvPr id="2537" name="Google Shape;2537;p48"/>
                <p:cNvSpPr/>
                <p:nvPr/>
              </p:nvSpPr>
              <p:spPr>
                <a:xfrm>
                  <a:off x="5947879" y="3778845"/>
                  <a:ext cx="194076" cy="166189"/>
                </a:xfrm>
                <a:custGeom>
                  <a:avLst/>
                  <a:gdLst/>
                  <a:ahLst/>
                  <a:cxnLst/>
                  <a:rect l="l" t="t" r="r" b="b"/>
                  <a:pathLst>
                    <a:path w="10627" h="9100" extrusionOk="0">
                      <a:moveTo>
                        <a:pt x="6092" y="0"/>
                      </a:moveTo>
                      <a:cubicBezTo>
                        <a:pt x="2020" y="0"/>
                        <a:pt x="0" y="4900"/>
                        <a:pt x="2881" y="7747"/>
                      </a:cubicBezTo>
                      <a:cubicBezTo>
                        <a:pt x="3804" y="8681"/>
                        <a:pt x="4944" y="9100"/>
                        <a:pt x="6063" y="9100"/>
                      </a:cubicBezTo>
                      <a:cubicBezTo>
                        <a:pt x="8391" y="9100"/>
                        <a:pt x="10627" y="7286"/>
                        <a:pt x="10627" y="4536"/>
                      </a:cubicBezTo>
                      <a:cubicBezTo>
                        <a:pt x="10627" y="2020"/>
                        <a:pt x="8608" y="0"/>
                        <a:pt x="6092" y="0"/>
                      </a:cubicBezTo>
                      <a:close/>
                    </a:path>
                  </a:pathLst>
                </a:custGeom>
                <a:no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3"/>
                    </a:solidFill>
                  </a:endParaRPr>
                </a:p>
              </p:txBody>
            </p:sp>
          </p:grpSp>
          <p:sp>
            <p:nvSpPr>
              <p:cNvPr id="2538" name="Google Shape;2538;p48"/>
              <p:cNvSpPr/>
              <p:nvPr/>
            </p:nvSpPr>
            <p:spPr>
              <a:xfrm>
                <a:off x="5498909" y="3408365"/>
                <a:ext cx="1040944" cy="326273"/>
              </a:xfrm>
              <a:custGeom>
                <a:avLst/>
                <a:gdLst/>
                <a:ahLst/>
                <a:cxnLst/>
                <a:rect l="l" t="t" r="r" b="b"/>
                <a:pathLst>
                  <a:path w="94481" h="29125" extrusionOk="0">
                    <a:moveTo>
                      <a:pt x="79805" y="18317"/>
                    </a:moveTo>
                    <a:cubicBezTo>
                      <a:pt x="74117" y="12515"/>
                      <a:pt x="73889" y="1"/>
                      <a:pt x="73889" y="1"/>
                    </a:cubicBezTo>
                    <a:lnTo>
                      <a:pt x="20592" y="1"/>
                    </a:lnTo>
                    <a:cubicBezTo>
                      <a:pt x="20592" y="1"/>
                      <a:pt x="20364" y="12515"/>
                      <a:pt x="14676" y="18317"/>
                    </a:cubicBezTo>
                    <a:cubicBezTo>
                      <a:pt x="8931" y="24175"/>
                      <a:pt x="1" y="29124"/>
                      <a:pt x="15529" y="29124"/>
                    </a:cubicBezTo>
                    <a:lnTo>
                      <a:pt x="78952" y="29124"/>
                    </a:lnTo>
                    <a:cubicBezTo>
                      <a:pt x="94480" y="29124"/>
                      <a:pt x="85493" y="24175"/>
                      <a:pt x="79805" y="18317"/>
                    </a:cubicBezTo>
                    <a:close/>
                  </a:path>
                </a:pathLst>
              </a:custGeom>
              <a:solidFill>
                <a:schemeClr val="dk1"/>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3"/>
                  </a:solidFill>
                </a:endParaRPr>
              </a:p>
            </p:txBody>
          </p:sp>
        </p:grpSp>
        <p:cxnSp>
          <p:nvCxnSpPr>
            <p:cNvPr id="2539" name="Google Shape;2539;p48"/>
            <p:cNvCxnSpPr/>
            <p:nvPr/>
          </p:nvCxnSpPr>
          <p:spPr>
            <a:xfrm rot="10800000">
              <a:off x="5370275" y="3949180"/>
              <a:ext cx="2688000" cy="0"/>
            </a:xfrm>
            <a:prstGeom prst="straightConnector1">
              <a:avLst/>
            </a:prstGeom>
            <a:noFill/>
            <a:ln w="9525" cap="flat" cmpd="sng">
              <a:solidFill>
                <a:schemeClr val="accent3"/>
              </a:solidFill>
              <a:prstDash val="solid"/>
              <a:round/>
              <a:headEnd type="none" w="med" len="med"/>
              <a:tailEnd type="none" w="med" len="med"/>
            </a:ln>
          </p:spPr>
        </p:cxn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2543"/>
        <p:cNvGrpSpPr/>
        <p:nvPr/>
      </p:nvGrpSpPr>
      <p:grpSpPr>
        <a:xfrm>
          <a:off x="0" y="0"/>
          <a:ext cx="0" cy="0"/>
          <a:chOff x="0" y="0"/>
          <a:chExt cx="0" cy="0"/>
        </a:xfrm>
      </p:grpSpPr>
      <p:sp>
        <p:nvSpPr>
          <p:cNvPr id="2544" name="Google Shape;2544;p49"/>
          <p:cNvSpPr txBox="1">
            <a:spLocks noGrp="1"/>
          </p:cNvSpPr>
          <p:nvPr>
            <p:ph type="ctrTitle"/>
          </p:nvPr>
        </p:nvSpPr>
        <p:spPr>
          <a:xfrm>
            <a:off x="1139125" y="582056"/>
            <a:ext cx="3064500" cy="539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Thanks; </a:t>
            </a:r>
            <a:r>
              <a:rPr lang="en">
                <a:solidFill>
                  <a:schemeClr val="accent6"/>
                </a:solidFill>
              </a:rPr>
              <a:t>{</a:t>
            </a:r>
            <a:endParaRPr>
              <a:solidFill>
                <a:schemeClr val="accent6"/>
              </a:solidFill>
            </a:endParaRPr>
          </a:p>
        </p:txBody>
      </p:sp>
      <p:sp>
        <p:nvSpPr>
          <p:cNvPr id="2545" name="Google Shape;2545;p49"/>
          <p:cNvSpPr txBox="1">
            <a:spLocks noGrp="1"/>
          </p:cNvSpPr>
          <p:nvPr>
            <p:ph type="subTitle" idx="1"/>
          </p:nvPr>
        </p:nvSpPr>
        <p:spPr>
          <a:xfrm>
            <a:off x="2064825" y="1695725"/>
            <a:ext cx="3720600" cy="702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rPr>
              <a:t>youremail@freepik.com </a:t>
            </a:r>
            <a:endParaRPr>
              <a:solidFill>
                <a:schemeClr val="accent3"/>
              </a:solidFill>
            </a:endParaRPr>
          </a:p>
          <a:p>
            <a:pPr marL="0" lvl="0" indent="0" algn="l" rtl="0">
              <a:spcBef>
                <a:spcPts val="0"/>
              </a:spcBef>
              <a:spcAft>
                <a:spcPts val="0"/>
              </a:spcAft>
              <a:buNone/>
            </a:pPr>
            <a:r>
              <a:rPr lang="en">
                <a:solidFill>
                  <a:schemeClr val="accent3"/>
                </a:solidFill>
              </a:rPr>
              <a:t>+91  620 421 838 </a:t>
            </a:r>
            <a:endParaRPr>
              <a:solidFill>
                <a:schemeClr val="accent3"/>
              </a:solidFill>
            </a:endParaRPr>
          </a:p>
          <a:p>
            <a:pPr marL="0" lvl="0" indent="0" algn="l" rtl="0">
              <a:spcBef>
                <a:spcPts val="0"/>
              </a:spcBef>
              <a:spcAft>
                <a:spcPts val="0"/>
              </a:spcAft>
              <a:buNone/>
            </a:pPr>
            <a:r>
              <a:rPr lang="en">
                <a:solidFill>
                  <a:schemeClr val="accent3"/>
                </a:solidFill>
              </a:rPr>
              <a:t>yourcompany.com</a:t>
            </a:r>
            <a:endParaRPr>
              <a:solidFill>
                <a:schemeClr val="accent3"/>
              </a:solidFill>
            </a:endParaRPr>
          </a:p>
        </p:txBody>
      </p:sp>
      <p:sp>
        <p:nvSpPr>
          <p:cNvPr id="2546" name="Google Shape;2546;p49"/>
          <p:cNvSpPr txBox="1">
            <a:spLocks noGrp="1"/>
          </p:cNvSpPr>
          <p:nvPr>
            <p:ph type="subTitle" idx="2"/>
          </p:nvPr>
        </p:nvSpPr>
        <p:spPr>
          <a:xfrm>
            <a:off x="1570575" y="1261025"/>
            <a:ext cx="4572000" cy="434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‘Do you have any questions?’</a:t>
            </a:r>
            <a:endParaRPr/>
          </a:p>
        </p:txBody>
      </p:sp>
      <p:sp>
        <p:nvSpPr>
          <p:cNvPr id="2547" name="Google Shape;2547;p49"/>
          <p:cNvSpPr txBox="1"/>
          <p:nvPr/>
        </p:nvSpPr>
        <p:spPr>
          <a:xfrm>
            <a:off x="2912425" y="3781775"/>
            <a:ext cx="4418100" cy="2952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200">
                <a:solidFill>
                  <a:schemeClr val="accent3"/>
                </a:solidFill>
                <a:latin typeface="Fira Code"/>
                <a:ea typeface="Fira Code"/>
                <a:cs typeface="Fira Code"/>
                <a:sym typeface="Fira Code"/>
              </a:rPr>
              <a:t>&lt; Please keep this slide for attribution &gt; </a:t>
            </a:r>
            <a:endParaRPr sz="1200">
              <a:solidFill>
                <a:schemeClr val="accent3"/>
              </a:solidFill>
              <a:latin typeface="Fira Code"/>
              <a:ea typeface="Fira Code"/>
              <a:cs typeface="Fira Code"/>
              <a:sym typeface="Fira Code"/>
            </a:endParaRPr>
          </a:p>
        </p:txBody>
      </p:sp>
      <p:grpSp>
        <p:nvGrpSpPr>
          <p:cNvPr id="2548" name="Google Shape;2548;p49"/>
          <p:cNvGrpSpPr/>
          <p:nvPr/>
        </p:nvGrpSpPr>
        <p:grpSpPr>
          <a:xfrm>
            <a:off x="2584287" y="2579158"/>
            <a:ext cx="375421" cy="353610"/>
            <a:chOff x="4248762" y="2749595"/>
            <a:chExt cx="375421" cy="353610"/>
          </a:xfrm>
        </p:grpSpPr>
        <p:sp>
          <p:nvSpPr>
            <p:cNvPr id="2549" name="Google Shape;2549;p49"/>
            <p:cNvSpPr/>
            <p:nvPr/>
          </p:nvSpPr>
          <p:spPr>
            <a:xfrm>
              <a:off x="4262244" y="2755191"/>
              <a:ext cx="342522" cy="342418"/>
            </a:xfrm>
            <a:custGeom>
              <a:avLst/>
              <a:gdLst/>
              <a:ahLst/>
              <a:cxnLst/>
              <a:rect l="l" t="t" r="r" b="b"/>
              <a:pathLst>
                <a:path w="13160" h="13156" extrusionOk="0">
                  <a:moveTo>
                    <a:pt x="6580" y="1"/>
                  </a:moveTo>
                  <a:cubicBezTo>
                    <a:pt x="2949" y="1"/>
                    <a:pt x="0" y="2945"/>
                    <a:pt x="0" y="6580"/>
                  </a:cubicBezTo>
                  <a:cubicBezTo>
                    <a:pt x="0" y="10211"/>
                    <a:pt x="2949" y="13156"/>
                    <a:pt x="6580" y="13156"/>
                  </a:cubicBezTo>
                  <a:cubicBezTo>
                    <a:pt x="10214" y="13156"/>
                    <a:pt x="13159" y="10211"/>
                    <a:pt x="13159" y="6580"/>
                  </a:cubicBezTo>
                  <a:cubicBezTo>
                    <a:pt x="13159" y="2945"/>
                    <a:pt x="10214" y="1"/>
                    <a:pt x="65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49"/>
            <p:cNvSpPr/>
            <p:nvPr/>
          </p:nvSpPr>
          <p:spPr>
            <a:xfrm>
              <a:off x="4321847" y="2829656"/>
              <a:ext cx="186123" cy="267953"/>
            </a:xfrm>
            <a:custGeom>
              <a:avLst/>
              <a:gdLst/>
              <a:ahLst/>
              <a:cxnLst/>
              <a:rect l="l" t="t" r="r" b="b"/>
              <a:pathLst>
                <a:path w="7151" h="10295" extrusionOk="0">
                  <a:moveTo>
                    <a:pt x="6007" y="0"/>
                  </a:moveTo>
                  <a:cubicBezTo>
                    <a:pt x="3952" y="0"/>
                    <a:pt x="2003" y="1664"/>
                    <a:pt x="2003" y="3719"/>
                  </a:cubicBezTo>
                  <a:lnTo>
                    <a:pt x="2003" y="4008"/>
                  </a:lnTo>
                  <a:lnTo>
                    <a:pt x="1" y="4008"/>
                  </a:lnTo>
                  <a:lnTo>
                    <a:pt x="1" y="6010"/>
                  </a:lnTo>
                  <a:lnTo>
                    <a:pt x="2003" y="6010"/>
                  </a:lnTo>
                  <a:lnTo>
                    <a:pt x="2003" y="9894"/>
                  </a:lnTo>
                  <a:cubicBezTo>
                    <a:pt x="2643" y="10133"/>
                    <a:pt x="3318" y="10267"/>
                    <a:pt x="4005" y="10295"/>
                  </a:cubicBezTo>
                  <a:lnTo>
                    <a:pt x="4005" y="6010"/>
                  </a:lnTo>
                  <a:lnTo>
                    <a:pt x="7150" y="6010"/>
                  </a:lnTo>
                  <a:lnTo>
                    <a:pt x="7150" y="4008"/>
                  </a:lnTo>
                  <a:lnTo>
                    <a:pt x="4005" y="4008"/>
                  </a:lnTo>
                  <a:lnTo>
                    <a:pt x="4005" y="3719"/>
                  </a:lnTo>
                  <a:cubicBezTo>
                    <a:pt x="4005" y="2614"/>
                    <a:pt x="4898" y="2006"/>
                    <a:pt x="6007" y="2006"/>
                  </a:cubicBezTo>
                  <a:lnTo>
                    <a:pt x="7150" y="2006"/>
                  </a:lnTo>
                  <a:lnTo>
                    <a:pt x="7150"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49"/>
            <p:cNvSpPr/>
            <p:nvPr/>
          </p:nvSpPr>
          <p:spPr>
            <a:xfrm>
              <a:off x="4248762" y="2749595"/>
              <a:ext cx="375421" cy="353610"/>
            </a:xfrm>
            <a:custGeom>
              <a:avLst/>
              <a:gdLst/>
              <a:ahLst/>
              <a:cxnLst/>
              <a:rect l="l" t="t" r="r" b="b"/>
              <a:pathLst>
                <a:path w="14424" h="13586" extrusionOk="0">
                  <a:moveTo>
                    <a:pt x="7101" y="0"/>
                  </a:moveTo>
                  <a:cubicBezTo>
                    <a:pt x="6858" y="0"/>
                    <a:pt x="6614" y="13"/>
                    <a:pt x="6369" y="40"/>
                  </a:cubicBezTo>
                  <a:cubicBezTo>
                    <a:pt x="4325" y="261"/>
                    <a:pt x="2488" y="1394"/>
                    <a:pt x="1380" y="3125"/>
                  </a:cubicBezTo>
                  <a:cubicBezTo>
                    <a:pt x="268" y="4856"/>
                    <a:pt x="1" y="6996"/>
                    <a:pt x="655" y="8948"/>
                  </a:cubicBezTo>
                  <a:cubicBezTo>
                    <a:pt x="1306" y="10898"/>
                    <a:pt x="2809" y="12446"/>
                    <a:pt x="4737" y="13163"/>
                  </a:cubicBezTo>
                  <a:cubicBezTo>
                    <a:pt x="4761" y="13172"/>
                    <a:pt x="4785" y="13176"/>
                    <a:pt x="4810" y="13176"/>
                  </a:cubicBezTo>
                  <a:cubicBezTo>
                    <a:pt x="4875" y="13176"/>
                    <a:pt x="4938" y="13146"/>
                    <a:pt x="4979" y="13090"/>
                  </a:cubicBezTo>
                  <a:cubicBezTo>
                    <a:pt x="5011" y="13051"/>
                    <a:pt x="5025" y="13005"/>
                    <a:pt x="5025" y="12956"/>
                  </a:cubicBezTo>
                  <a:lnTo>
                    <a:pt x="5025" y="9078"/>
                  </a:lnTo>
                  <a:cubicBezTo>
                    <a:pt x="5025" y="8962"/>
                    <a:pt x="4930" y="8864"/>
                    <a:pt x="4811" y="8864"/>
                  </a:cubicBezTo>
                  <a:lnTo>
                    <a:pt x="3023" y="8864"/>
                  </a:lnTo>
                  <a:lnTo>
                    <a:pt x="3023" y="7291"/>
                  </a:lnTo>
                  <a:lnTo>
                    <a:pt x="4811" y="7291"/>
                  </a:lnTo>
                  <a:cubicBezTo>
                    <a:pt x="4927" y="7291"/>
                    <a:pt x="5025" y="7196"/>
                    <a:pt x="5025" y="7076"/>
                  </a:cubicBezTo>
                  <a:lnTo>
                    <a:pt x="5025" y="6791"/>
                  </a:lnTo>
                  <a:cubicBezTo>
                    <a:pt x="5025" y="4923"/>
                    <a:pt x="6795" y="3287"/>
                    <a:pt x="8815" y="3287"/>
                  </a:cubicBezTo>
                  <a:lnTo>
                    <a:pt x="9743" y="3287"/>
                  </a:lnTo>
                  <a:lnTo>
                    <a:pt x="9743" y="4860"/>
                  </a:lnTo>
                  <a:lnTo>
                    <a:pt x="8815" y="4860"/>
                  </a:lnTo>
                  <a:cubicBezTo>
                    <a:pt x="8209" y="4860"/>
                    <a:pt x="7657" y="5036"/>
                    <a:pt x="7263" y="5352"/>
                  </a:cubicBezTo>
                  <a:cubicBezTo>
                    <a:pt x="6827" y="5704"/>
                    <a:pt x="6598" y="6200"/>
                    <a:pt x="6598" y="6791"/>
                  </a:cubicBezTo>
                  <a:lnTo>
                    <a:pt x="6598" y="7076"/>
                  </a:lnTo>
                  <a:cubicBezTo>
                    <a:pt x="6598" y="7196"/>
                    <a:pt x="6693" y="7291"/>
                    <a:pt x="6813" y="7291"/>
                  </a:cubicBezTo>
                  <a:lnTo>
                    <a:pt x="7657" y="7291"/>
                  </a:lnTo>
                  <a:cubicBezTo>
                    <a:pt x="7777" y="7291"/>
                    <a:pt x="7872" y="7196"/>
                    <a:pt x="7872" y="7076"/>
                  </a:cubicBezTo>
                  <a:cubicBezTo>
                    <a:pt x="7872" y="6960"/>
                    <a:pt x="7777" y="6862"/>
                    <a:pt x="7657" y="6862"/>
                  </a:cubicBezTo>
                  <a:lnTo>
                    <a:pt x="7027" y="6862"/>
                  </a:lnTo>
                  <a:lnTo>
                    <a:pt x="7027" y="6791"/>
                  </a:lnTo>
                  <a:cubicBezTo>
                    <a:pt x="7027" y="5683"/>
                    <a:pt x="7988" y="5289"/>
                    <a:pt x="8815" y="5289"/>
                  </a:cubicBezTo>
                  <a:lnTo>
                    <a:pt x="9958" y="5289"/>
                  </a:lnTo>
                  <a:cubicBezTo>
                    <a:pt x="10074" y="5289"/>
                    <a:pt x="10173" y="5194"/>
                    <a:pt x="10173" y="5074"/>
                  </a:cubicBezTo>
                  <a:lnTo>
                    <a:pt x="10173" y="3072"/>
                  </a:lnTo>
                  <a:cubicBezTo>
                    <a:pt x="10173" y="2953"/>
                    <a:pt x="10074" y="2858"/>
                    <a:pt x="9958" y="2858"/>
                  </a:cubicBezTo>
                  <a:lnTo>
                    <a:pt x="8815" y="2858"/>
                  </a:lnTo>
                  <a:cubicBezTo>
                    <a:pt x="7766" y="2858"/>
                    <a:pt x="6704" y="3277"/>
                    <a:pt x="5898" y="4001"/>
                  </a:cubicBezTo>
                  <a:cubicBezTo>
                    <a:pt x="5057" y="4761"/>
                    <a:pt x="4596" y="5750"/>
                    <a:pt x="4596" y="6791"/>
                  </a:cubicBezTo>
                  <a:lnTo>
                    <a:pt x="4596" y="6862"/>
                  </a:lnTo>
                  <a:lnTo>
                    <a:pt x="2809" y="6862"/>
                  </a:lnTo>
                  <a:cubicBezTo>
                    <a:pt x="2689" y="6862"/>
                    <a:pt x="2594" y="6957"/>
                    <a:pt x="2594" y="7076"/>
                  </a:cubicBezTo>
                  <a:lnTo>
                    <a:pt x="2594" y="9078"/>
                  </a:lnTo>
                  <a:cubicBezTo>
                    <a:pt x="2594" y="9198"/>
                    <a:pt x="2689" y="9293"/>
                    <a:pt x="2809" y="9293"/>
                  </a:cubicBezTo>
                  <a:lnTo>
                    <a:pt x="4596" y="9293"/>
                  </a:lnTo>
                  <a:lnTo>
                    <a:pt x="4596" y="12643"/>
                  </a:lnTo>
                  <a:cubicBezTo>
                    <a:pt x="2256" y="11636"/>
                    <a:pt x="740" y="9335"/>
                    <a:pt x="733" y="6791"/>
                  </a:cubicBezTo>
                  <a:cubicBezTo>
                    <a:pt x="733" y="3280"/>
                    <a:pt x="3590" y="427"/>
                    <a:pt x="7098" y="427"/>
                  </a:cubicBezTo>
                  <a:cubicBezTo>
                    <a:pt x="10606" y="427"/>
                    <a:pt x="13459" y="3287"/>
                    <a:pt x="13459" y="6791"/>
                  </a:cubicBezTo>
                  <a:cubicBezTo>
                    <a:pt x="13459" y="10296"/>
                    <a:pt x="10606" y="13153"/>
                    <a:pt x="7098" y="13153"/>
                  </a:cubicBezTo>
                  <a:lnTo>
                    <a:pt x="7024" y="13153"/>
                  </a:lnTo>
                  <a:lnTo>
                    <a:pt x="7024" y="9297"/>
                  </a:lnTo>
                  <a:lnTo>
                    <a:pt x="9958" y="9297"/>
                  </a:lnTo>
                  <a:cubicBezTo>
                    <a:pt x="10074" y="9297"/>
                    <a:pt x="10173" y="9202"/>
                    <a:pt x="10173" y="9082"/>
                  </a:cubicBezTo>
                  <a:lnTo>
                    <a:pt x="10173" y="7080"/>
                  </a:lnTo>
                  <a:cubicBezTo>
                    <a:pt x="10173" y="6960"/>
                    <a:pt x="10074" y="6865"/>
                    <a:pt x="9958" y="6865"/>
                  </a:cubicBezTo>
                  <a:lnTo>
                    <a:pt x="8702" y="6865"/>
                  </a:lnTo>
                  <a:cubicBezTo>
                    <a:pt x="8582" y="6865"/>
                    <a:pt x="8487" y="6960"/>
                    <a:pt x="8487" y="7080"/>
                  </a:cubicBezTo>
                  <a:cubicBezTo>
                    <a:pt x="8487" y="7200"/>
                    <a:pt x="8582" y="7295"/>
                    <a:pt x="8702" y="7295"/>
                  </a:cubicBezTo>
                  <a:lnTo>
                    <a:pt x="9743" y="7295"/>
                  </a:lnTo>
                  <a:lnTo>
                    <a:pt x="9743" y="8867"/>
                  </a:lnTo>
                  <a:lnTo>
                    <a:pt x="6809" y="8867"/>
                  </a:lnTo>
                  <a:cubicBezTo>
                    <a:pt x="6693" y="8867"/>
                    <a:pt x="6594" y="8962"/>
                    <a:pt x="6594" y="9082"/>
                  </a:cubicBezTo>
                  <a:lnTo>
                    <a:pt x="6594" y="13367"/>
                  </a:lnTo>
                  <a:cubicBezTo>
                    <a:pt x="6594" y="13480"/>
                    <a:pt x="6686" y="13575"/>
                    <a:pt x="6802" y="13582"/>
                  </a:cubicBezTo>
                  <a:cubicBezTo>
                    <a:pt x="6908" y="13586"/>
                    <a:pt x="7003" y="13586"/>
                    <a:pt x="7098" y="13586"/>
                  </a:cubicBezTo>
                  <a:cubicBezTo>
                    <a:pt x="9842" y="13586"/>
                    <a:pt x="12319" y="11932"/>
                    <a:pt x="13371" y="9395"/>
                  </a:cubicBezTo>
                  <a:cubicBezTo>
                    <a:pt x="14423" y="6855"/>
                    <a:pt x="13843" y="3935"/>
                    <a:pt x="11900" y="1992"/>
                  </a:cubicBezTo>
                  <a:cubicBezTo>
                    <a:pt x="10621" y="710"/>
                    <a:pt x="8891" y="0"/>
                    <a:pt x="710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2" name="Google Shape;2552;p49"/>
          <p:cNvGrpSpPr/>
          <p:nvPr/>
        </p:nvGrpSpPr>
        <p:grpSpPr>
          <a:xfrm>
            <a:off x="3654268" y="2579159"/>
            <a:ext cx="372558" cy="353610"/>
            <a:chOff x="5318743" y="2749597"/>
            <a:chExt cx="372558" cy="353610"/>
          </a:xfrm>
        </p:grpSpPr>
        <p:sp>
          <p:nvSpPr>
            <p:cNvPr id="2553" name="Google Shape;2553;p49"/>
            <p:cNvSpPr/>
            <p:nvPr/>
          </p:nvSpPr>
          <p:spPr>
            <a:xfrm>
              <a:off x="5343105" y="2755166"/>
              <a:ext cx="342418" cy="342418"/>
            </a:xfrm>
            <a:custGeom>
              <a:avLst/>
              <a:gdLst/>
              <a:ahLst/>
              <a:cxnLst/>
              <a:rect l="l" t="t" r="r" b="b"/>
              <a:pathLst>
                <a:path w="13156" h="13156" extrusionOk="0">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49"/>
            <p:cNvSpPr/>
            <p:nvPr/>
          </p:nvSpPr>
          <p:spPr>
            <a:xfrm>
              <a:off x="5404556" y="2816617"/>
              <a:ext cx="219620" cy="219620"/>
            </a:xfrm>
            <a:custGeom>
              <a:avLst/>
              <a:gdLst/>
              <a:ahLst/>
              <a:cxnLst/>
              <a:rect l="l" t="t" r="r" b="b"/>
              <a:pathLst>
                <a:path w="8438" h="8438" extrusionOk="0">
                  <a:moveTo>
                    <a:pt x="6654" y="430"/>
                  </a:moveTo>
                  <a:cubicBezTo>
                    <a:pt x="7400" y="430"/>
                    <a:pt x="8005" y="1035"/>
                    <a:pt x="8008" y="1781"/>
                  </a:cubicBezTo>
                  <a:lnTo>
                    <a:pt x="8008" y="6654"/>
                  </a:lnTo>
                  <a:cubicBezTo>
                    <a:pt x="8005" y="7403"/>
                    <a:pt x="7400" y="8005"/>
                    <a:pt x="6654" y="8008"/>
                  </a:cubicBezTo>
                  <a:lnTo>
                    <a:pt x="1781" y="8008"/>
                  </a:lnTo>
                  <a:cubicBezTo>
                    <a:pt x="1035" y="8005"/>
                    <a:pt x="429" y="7403"/>
                    <a:pt x="429" y="6654"/>
                  </a:cubicBezTo>
                  <a:lnTo>
                    <a:pt x="429" y="1781"/>
                  </a:lnTo>
                  <a:cubicBezTo>
                    <a:pt x="429" y="1035"/>
                    <a:pt x="1035" y="430"/>
                    <a:pt x="1781" y="430"/>
                  </a:cubicBezTo>
                  <a:close/>
                  <a:moveTo>
                    <a:pt x="1781" y="0"/>
                  </a:moveTo>
                  <a:cubicBezTo>
                    <a:pt x="795" y="0"/>
                    <a:pt x="0" y="799"/>
                    <a:pt x="0" y="1781"/>
                  </a:cubicBezTo>
                  <a:lnTo>
                    <a:pt x="0" y="6654"/>
                  </a:lnTo>
                  <a:cubicBezTo>
                    <a:pt x="0" y="7639"/>
                    <a:pt x="795" y="8434"/>
                    <a:pt x="1781" y="8438"/>
                  </a:cubicBezTo>
                  <a:lnTo>
                    <a:pt x="6654" y="8438"/>
                  </a:lnTo>
                  <a:cubicBezTo>
                    <a:pt x="7639" y="8434"/>
                    <a:pt x="8434" y="7639"/>
                    <a:pt x="8438" y="6654"/>
                  </a:cubicBezTo>
                  <a:lnTo>
                    <a:pt x="8438" y="1781"/>
                  </a:lnTo>
                  <a:cubicBezTo>
                    <a:pt x="8434" y="799"/>
                    <a:pt x="7639" y="0"/>
                    <a:pt x="665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49"/>
            <p:cNvSpPr/>
            <p:nvPr/>
          </p:nvSpPr>
          <p:spPr>
            <a:xfrm>
              <a:off x="5558951" y="2844441"/>
              <a:ext cx="29775" cy="29880"/>
            </a:xfrm>
            <a:custGeom>
              <a:avLst/>
              <a:gdLst/>
              <a:ahLst/>
              <a:cxnLst/>
              <a:rect l="l" t="t" r="r" b="b"/>
              <a:pathLst>
                <a:path w="1144" h="1148" extrusionOk="0">
                  <a:moveTo>
                    <a:pt x="574" y="1"/>
                  </a:moveTo>
                  <a:cubicBezTo>
                    <a:pt x="257" y="1"/>
                    <a:pt x="0" y="258"/>
                    <a:pt x="0" y="575"/>
                  </a:cubicBezTo>
                  <a:cubicBezTo>
                    <a:pt x="0" y="891"/>
                    <a:pt x="257" y="1148"/>
                    <a:pt x="574" y="1148"/>
                  </a:cubicBezTo>
                  <a:cubicBezTo>
                    <a:pt x="891" y="1148"/>
                    <a:pt x="1144" y="891"/>
                    <a:pt x="1144" y="575"/>
                  </a:cubicBezTo>
                  <a:cubicBezTo>
                    <a:pt x="1144" y="258"/>
                    <a:pt x="891" y="1"/>
                    <a:pt x="5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49"/>
            <p:cNvSpPr/>
            <p:nvPr/>
          </p:nvSpPr>
          <p:spPr>
            <a:xfrm>
              <a:off x="5318743" y="2749597"/>
              <a:ext cx="372558" cy="353610"/>
            </a:xfrm>
            <a:custGeom>
              <a:avLst/>
              <a:gdLst/>
              <a:ahLst/>
              <a:cxnLst/>
              <a:rect l="l" t="t" r="r" b="b"/>
              <a:pathLst>
                <a:path w="14314" h="13586" extrusionOk="0">
                  <a:moveTo>
                    <a:pt x="7516" y="429"/>
                  </a:moveTo>
                  <a:cubicBezTo>
                    <a:pt x="11024" y="429"/>
                    <a:pt x="13877" y="3283"/>
                    <a:pt x="13877" y="6794"/>
                  </a:cubicBezTo>
                  <a:cubicBezTo>
                    <a:pt x="13877" y="10302"/>
                    <a:pt x="11024" y="13155"/>
                    <a:pt x="7516" y="13155"/>
                  </a:cubicBezTo>
                  <a:cubicBezTo>
                    <a:pt x="4004" y="13155"/>
                    <a:pt x="1151" y="10302"/>
                    <a:pt x="1151" y="6794"/>
                  </a:cubicBezTo>
                  <a:cubicBezTo>
                    <a:pt x="1151" y="3283"/>
                    <a:pt x="4004" y="429"/>
                    <a:pt x="7516" y="429"/>
                  </a:cubicBezTo>
                  <a:close/>
                  <a:moveTo>
                    <a:pt x="7514" y="1"/>
                  </a:moveTo>
                  <a:cubicBezTo>
                    <a:pt x="6207" y="1"/>
                    <a:pt x="4892" y="377"/>
                    <a:pt x="3741" y="1147"/>
                  </a:cubicBezTo>
                  <a:cubicBezTo>
                    <a:pt x="1045" y="2945"/>
                    <a:pt x="0" y="6400"/>
                    <a:pt x="1239" y="9391"/>
                  </a:cubicBezTo>
                  <a:cubicBezTo>
                    <a:pt x="2307" y="11966"/>
                    <a:pt x="4809" y="13586"/>
                    <a:pt x="7510" y="13586"/>
                  </a:cubicBezTo>
                  <a:cubicBezTo>
                    <a:pt x="7950" y="13586"/>
                    <a:pt x="8394" y="13543"/>
                    <a:pt x="8839" y="13454"/>
                  </a:cubicBezTo>
                  <a:cubicBezTo>
                    <a:pt x="12020" y="12825"/>
                    <a:pt x="14307" y="10035"/>
                    <a:pt x="14307" y="6794"/>
                  </a:cubicBezTo>
                  <a:cubicBezTo>
                    <a:pt x="14314" y="4989"/>
                    <a:pt x="13596" y="3261"/>
                    <a:pt x="12319" y="1991"/>
                  </a:cubicBezTo>
                  <a:cubicBezTo>
                    <a:pt x="11005" y="677"/>
                    <a:pt x="9266" y="1"/>
                    <a:pt x="751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49"/>
            <p:cNvSpPr/>
            <p:nvPr/>
          </p:nvSpPr>
          <p:spPr>
            <a:xfrm>
              <a:off x="5411825" y="2823750"/>
              <a:ext cx="205800" cy="205200"/>
            </a:xfrm>
            <a:prstGeom prst="roundRect">
              <a:avLst>
                <a:gd name="adj" fmla="val 16667"/>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49"/>
            <p:cNvSpPr/>
            <p:nvPr/>
          </p:nvSpPr>
          <p:spPr>
            <a:xfrm>
              <a:off x="5404556" y="2816617"/>
              <a:ext cx="219620" cy="219620"/>
            </a:xfrm>
            <a:custGeom>
              <a:avLst/>
              <a:gdLst/>
              <a:ahLst/>
              <a:cxnLst/>
              <a:rect l="l" t="t" r="r" b="b"/>
              <a:pathLst>
                <a:path w="8438" h="8438" extrusionOk="0">
                  <a:moveTo>
                    <a:pt x="6654" y="430"/>
                  </a:moveTo>
                  <a:cubicBezTo>
                    <a:pt x="7400" y="430"/>
                    <a:pt x="8005" y="1035"/>
                    <a:pt x="8008" y="1781"/>
                  </a:cubicBezTo>
                  <a:lnTo>
                    <a:pt x="8008" y="6654"/>
                  </a:lnTo>
                  <a:cubicBezTo>
                    <a:pt x="8005" y="7403"/>
                    <a:pt x="7400" y="8005"/>
                    <a:pt x="6654" y="8008"/>
                  </a:cubicBezTo>
                  <a:lnTo>
                    <a:pt x="1781" y="8008"/>
                  </a:lnTo>
                  <a:cubicBezTo>
                    <a:pt x="1035" y="8005"/>
                    <a:pt x="429" y="7403"/>
                    <a:pt x="429" y="6654"/>
                  </a:cubicBezTo>
                  <a:lnTo>
                    <a:pt x="429" y="1781"/>
                  </a:lnTo>
                  <a:cubicBezTo>
                    <a:pt x="429" y="1035"/>
                    <a:pt x="1035" y="430"/>
                    <a:pt x="1781" y="430"/>
                  </a:cubicBezTo>
                  <a:close/>
                  <a:moveTo>
                    <a:pt x="1781" y="0"/>
                  </a:moveTo>
                  <a:cubicBezTo>
                    <a:pt x="795" y="0"/>
                    <a:pt x="0" y="799"/>
                    <a:pt x="0" y="1781"/>
                  </a:cubicBezTo>
                  <a:lnTo>
                    <a:pt x="0" y="6654"/>
                  </a:lnTo>
                  <a:cubicBezTo>
                    <a:pt x="0" y="7639"/>
                    <a:pt x="795" y="8434"/>
                    <a:pt x="1781" y="8438"/>
                  </a:cubicBezTo>
                  <a:lnTo>
                    <a:pt x="6654" y="8438"/>
                  </a:lnTo>
                  <a:cubicBezTo>
                    <a:pt x="7639" y="8434"/>
                    <a:pt x="8434" y="7639"/>
                    <a:pt x="8438" y="6654"/>
                  </a:cubicBezTo>
                  <a:lnTo>
                    <a:pt x="8438" y="1781"/>
                  </a:lnTo>
                  <a:cubicBezTo>
                    <a:pt x="8434" y="799"/>
                    <a:pt x="7639" y="0"/>
                    <a:pt x="665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49"/>
            <p:cNvSpPr/>
            <p:nvPr/>
          </p:nvSpPr>
          <p:spPr>
            <a:xfrm>
              <a:off x="5451171" y="2868568"/>
              <a:ext cx="127665" cy="115562"/>
            </a:xfrm>
            <a:custGeom>
              <a:avLst/>
              <a:gdLst/>
              <a:ahLst/>
              <a:cxnLst/>
              <a:rect l="l" t="t" r="r" b="b"/>
              <a:pathLst>
                <a:path w="4905" h="4440" extrusionOk="0">
                  <a:moveTo>
                    <a:pt x="2426" y="0"/>
                  </a:moveTo>
                  <a:cubicBezTo>
                    <a:pt x="1830" y="0"/>
                    <a:pt x="1238" y="240"/>
                    <a:pt x="802" y="703"/>
                  </a:cubicBezTo>
                  <a:cubicBezTo>
                    <a:pt x="42" y="1516"/>
                    <a:pt x="0" y="2768"/>
                    <a:pt x="707" y="3627"/>
                  </a:cubicBezTo>
                  <a:cubicBezTo>
                    <a:pt x="1143" y="4158"/>
                    <a:pt x="1780" y="4440"/>
                    <a:pt x="2426" y="4440"/>
                  </a:cubicBezTo>
                  <a:cubicBezTo>
                    <a:pt x="2828" y="4440"/>
                    <a:pt x="3233" y="4331"/>
                    <a:pt x="3596" y="4105"/>
                  </a:cubicBezTo>
                  <a:cubicBezTo>
                    <a:pt x="3712" y="4032"/>
                    <a:pt x="3730" y="3870"/>
                    <a:pt x="3635" y="3775"/>
                  </a:cubicBezTo>
                  <a:lnTo>
                    <a:pt x="3631" y="3771"/>
                  </a:lnTo>
                  <a:cubicBezTo>
                    <a:pt x="3590" y="3730"/>
                    <a:pt x="3536" y="3708"/>
                    <a:pt x="3481" y="3708"/>
                  </a:cubicBezTo>
                  <a:cubicBezTo>
                    <a:pt x="3442" y="3708"/>
                    <a:pt x="3403" y="3719"/>
                    <a:pt x="3367" y="3743"/>
                  </a:cubicBezTo>
                  <a:cubicBezTo>
                    <a:pt x="3084" y="3916"/>
                    <a:pt x="2756" y="4010"/>
                    <a:pt x="2425" y="4010"/>
                  </a:cubicBezTo>
                  <a:cubicBezTo>
                    <a:pt x="2419" y="4010"/>
                    <a:pt x="2413" y="4010"/>
                    <a:pt x="2407" y="4010"/>
                  </a:cubicBezTo>
                  <a:cubicBezTo>
                    <a:pt x="1605" y="4003"/>
                    <a:pt x="904" y="3462"/>
                    <a:pt x="697" y="2687"/>
                  </a:cubicBezTo>
                  <a:cubicBezTo>
                    <a:pt x="489" y="1913"/>
                    <a:pt x="820" y="1094"/>
                    <a:pt x="1510" y="682"/>
                  </a:cubicBezTo>
                  <a:cubicBezTo>
                    <a:pt x="1793" y="514"/>
                    <a:pt x="2109" y="432"/>
                    <a:pt x="2422" y="432"/>
                  </a:cubicBezTo>
                  <a:cubicBezTo>
                    <a:pt x="2871" y="432"/>
                    <a:pt x="3316" y="600"/>
                    <a:pt x="3659" y="925"/>
                  </a:cubicBezTo>
                  <a:cubicBezTo>
                    <a:pt x="4240" y="1477"/>
                    <a:pt x="4381" y="2350"/>
                    <a:pt x="4008" y="3057"/>
                  </a:cubicBezTo>
                  <a:cubicBezTo>
                    <a:pt x="3962" y="3141"/>
                    <a:pt x="3976" y="3243"/>
                    <a:pt x="4043" y="3310"/>
                  </a:cubicBezTo>
                  <a:lnTo>
                    <a:pt x="4046" y="3314"/>
                  </a:lnTo>
                  <a:cubicBezTo>
                    <a:pt x="4087" y="3355"/>
                    <a:pt x="4141" y="3375"/>
                    <a:pt x="4194" y="3375"/>
                  </a:cubicBezTo>
                  <a:cubicBezTo>
                    <a:pt x="4268" y="3375"/>
                    <a:pt x="4342" y="3336"/>
                    <a:pt x="4381" y="3264"/>
                  </a:cubicBezTo>
                  <a:cubicBezTo>
                    <a:pt x="4905" y="2283"/>
                    <a:pt x="4620" y="1062"/>
                    <a:pt x="3716" y="415"/>
                  </a:cubicBezTo>
                  <a:cubicBezTo>
                    <a:pt x="3327" y="136"/>
                    <a:pt x="2875" y="0"/>
                    <a:pt x="242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49"/>
            <p:cNvSpPr/>
            <p:nvPr/>
          </p:nvSpPr>
          <p:spPr>
            <a:xfrm>
              <a:off x="5558951" y="2844441"/>
              <a:ext cx="29775" cy="29880"/>
            </a:xfrm>
            <a:custGeom>
              <a:avLst/>
              <a:gdLst/>
              <a:ahLst/>
              <a:cxnLst/>
              <a:rect l="l" t="t" r="r" b="b"/>
              <a:pathLst>
                <a:path w="1144" h="1148" extrusionOk="0">
                  <a:moveTo>
                    <a:pt x="574" y="1"/>
                  </a:moveTo>
                  <a:cubicBezTo>
                    <a:pt x="257" y="1"/>
                    <a:pt x="0" y="258"/>
                    <a:pt x="0" y="575"/>
                  </a:cubicBezTo>
                  <a:cubicBezTo>
                    <a:pt x="0" y="891"/>
                    <a:pt x="257" y="1148"/>
                    <a:pt x="574" y="1148"/>
                  </a:cubicBezTo>
                  <a:cubicBezTo>
                    <a:pt x="891" y="1148"/>
                    <a:pt x="1144" y="891"/>
                    <a:pt x="1144" y="575"/>
                  </a:cubicBezTo>
                  <a:cubicBezTo>
                    <a:pt x="1144" y="258"/>
                    <a:pt x="891" y="1"/>
                    <a:pt x="57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1" name="Google Shape;2561;p49"/>
          <p:cNvGrpSpPr/>
          <p:nvPr/>
        </p:nvGrpSpPr>
        <p:grpSpPr>
          <a:xfrm>
            <a:off x="3120755" y="2565609"/>
            <a:ext cx="372480" cy="353610"/>
            <a:chOff x="4785230" y="2736047"/>
            <a:chExt cx="372480" cy="353610"/>
          </a:xfrm>
        </p:grpSpPr>
        <p:sp>
          <p:nvSpPr>
            <p:cNvPr id="2562" name="Google Shape;2562;p49"/>
            <p:cNvSpPr/>
            <p:nvPr/>
          </p:nvSpPr>
          <p:spPr>
            <a:xfrm>
              <a:off x="4809513" y="2741616"/>
              <a:ext cx="342522" cy="342418"/>
            </a:xfrm>
            <a:custGeom>
              <a:avLst/>
              <a:gdLst/>
              <a:ahLst/>
              <a:cxnLst/>
              <a:rect l="l" t="t" r="r" b="b"/>
              <a:pathLst>
                <a:path w="13160" h="13156" extrusionOk="0">
                  <a:moveTo>
                    <a:pt x="6580" y="1"/>
                  </a:moveTo>
                  <a:cubicBezTo>
                    <a:pt x="2945" y="1"/>
                    <a:pt x="0" y="2945"/>
                    <a:pt x="0" y="6580"/>
                  </a:cubicBezTo>
                  <a:cubicBezTo>
                    <a:pt x="0" y="10211"/>
                    <a:pt x="2945" y="13156"/>
                    <a:pt x="6580" y="13156"/>
                  </a:cubicBezTo>
                  <a:cubicBezTo>
                    <a:pt x="10211" y="13156"/>
                    <a:pt x="13159" y="10211"/>
                    <a:pt x="13159" y="6580"/>
                  </a:cubicBezTo>
                  <a:cubicBezTo>
                    <a:pt x="13159" y="2945"/>
                    <a:pt x="10211" y="1"/>
                    <a:pt x="65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49"/>
            <p:cNvSpPr/>
            <p:nvPr/>
          </p:nvSpPr>
          <p:spPr>
            <a:xfrm>
              <a:off x="4891006" y="2882738"/>
              <a:ext cx="38026" cy="112387"/>
            </a:xfrm>
            <a:custGeom>
              <a:avLst/>
              <a:gdLst/>
              <a:ahLst/>
              <a:cxnLst/>
              <a:rect l="l" t="t" r="r" b="b"/>
              <a:pathLst>
                <a:path w="1461" h="4318" extrusionOk="0">
                  <a:moveTo>
                    <a:pt x="60" y="0"/>
                  </a:moveTo>
                  <a:cubicBezTo>
                    <a:pt x="29" y="0"/>
                    <a:pt x="0" y="25"/>
                    <a:pt x="0" y="57"/>
                  </a:cubicBezTo>
                  <a:lnTo>
                    <a:pt x="0" y="4261"/>
                  </a:lnTo>
                  <a:cubicBezTo>
                    <a:pt x="0" y="4293"/>
                    <a:pt x="29" y="4318"/>
                    <a:pt x="60" y="4318"/>
                  </a:cubicBezTo>
                  <a:lnTo>
                    <a:pt x="1404" y="4318"/>
                  </a:lnTo>
                  <a:cubicBezTo>
                    <a:pt x="1436" y="4318"/>
                    <a:pt x="1461" y="4293"/>
                    <a:pt x="1461" y="4261"/>
                  </a:cubicBezTo>
                  <a:lnTo>
                    <a:pt x="1461" y="57"/>
                  </a:lnTo>
                  <a:cubicBezTo>
                    <a:pt x="1461" y="25"/>
                    <a:pt x="1436" y="0"/>
                    <a:pt x="14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49"/>
            <p:cNvSpPr/>
            <p:nvPr/>
          </p:nvSpPr>
          <p:spPr>
            <a:xfrm>
              <a:off x="4875988" y="2815639"/>
              <a:ext cx="53044" cy="45522"/>
            </a:xfrm>
            <a:custGeom>
              <a:avLst/>
              <a:gdLst/>
              <a:ahLst/>
              <a:cxnLst/>
              <a:rect l="l" t="t" r="r" b="b"/>
              <a:pathLst>
                <a:path w="2038" h="1749" extrusionOk="0">
                  <a:moveTo>
                    <a:pt x="1160" y="1"/>
                  </a:moveTo>
                  <a:cubicBezTo>
                    <a:pt x="946" y="1"/>
                    <a:pt x="727" y="81"/>
                    <a:pt x="549" y="260"/>
                  </a:cubicBezTo>
                  <a:cubicBezTo>
                    <a:pt x="0" y="809"/>
                    <a:pt x="387" y="1748"/>
                    <a:pt x="1165" y="1748"/>
                  </a:cubicBezTo>
                  <a:cubicBezTo>
                    <a:pt x="1647" y="1748"/>
                    <a:pt x="2038" y="1358"/>
                    <a:pt x="2038" y="876"/>
                  </a:cubicBezTo>
                  <a:cubicBezTo>
                    <a:pt x="2038" y="350"/>
                    <a:pt x="1608" y="1"/>
                    <a:pt x="116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49"/>
            <p:cNvSpPr/>
            <p:nvPr/>
          </p:nvSpPr>
          <p:spPr>
            <a:xfrm>
              <a:off x="4965470" y="2882633"/>
              <a:ext cx="119805" cy="112491"/>
            </a:xfrm>
            <a:custGeom>
              <a:avLst/>
              <a:gdLst/>
              <a:ahLst/>
              <a:cxnLst/>
              <a:rect l="l" t="t" r="r" b="b"/>
              <a:pathLst>
                <a:path w="4603" h="4322" extrusionOk="0">
                  <a:moveTo>
                    <a:pt x="70" y="1"/>
                  </a:moveTo>
                  <a:cubicBezTo>
                    <a:pt x="32" y="1"/>
                    <a:pt x="0" y="33"/>
                    <a:pt x="0" y="71"/>
                  </a:cubicBezTo>
                  <a:lnTo>
                    <a:pt x="0" y="4255"/>
                  </a:lnTo>
                  <a:cubicBezTo>
                    <a:pt x="0" y="4290"/>
                    <a:pt x="32" y="4322"/>
                    <a:pt x="70" y="4322"/>
                  </a:cubicBezTo>
                  <a:lnTo>
                    <a:pt x="1390" y="4322"/>
                  </a:lnTo>
                  <a:cubicBezTo>
                    <a:pt x="1429" y="4322"/>
                    <a:pt x="1460" y="4290"/>
                    <a:pt x="1460" y="4255"/>
                  </a:cubicBezTo>
                  <a:lnTo>
                    <a:pt x="1460" y="2766"/>
                  </a:lnTo>
                  <a:cubicBezTo>
                    <a:pt x="1460" y="2281"/>
                    <a:pt x="1569" y="1461"/>
                    <a:pt x="2301" y="1461"/>
                  </a:cubicBezTo>
                  <a:cubicBezTo>
                    <a:pt x="3036" y="1461"/>
                    <a:pt x="3146" y="2281"/>
                    <a:pt x="3146" y="2766"/>
                  </a:cubicBezTo>
                  <a:lnTo>
                    <a:pt x="3146" y="4255"/>
                  </a:lnTo>
                  <a:cubicBezTo>
                    <a:pt x="3146" y="4290"/>
                    <a:pt x="3177" y="4322"/>
                    <a:pt x="3216" y="4322"/>
                  </a:cubicBezTo>
                  <a:lnTo>
                    <a:pt x="4535" y="4322"/>
                  </a:lnTo>
                  <a:cubicBezTo>
                    <a:pt x="4574" y="4322"/>
                    <a:pt x="4602" y="4290"/>
                    <a:pt x="4602" y="4255"/>
                  </a:cubicBezTo>
                  <a:lnTo>
                    <a:pt x="4602" y="2306"/>
                  </a:lnTo>
                  <a:cubicBezTo>
                    <a:pt x="4602" y="1707"/>
                    <a:pt x="4433" y="1151"/>
                    <a:pt x="4127" y="743"/>
                  </a:cubicBezTo>
                  <a:cubicBezTo>
                    <a:pt x="3761" y="258"/>
                    <a:pt x="3230" y="4"/>
                    <a:pt x="2586" y="4"/>
                  </a:cubicBezTo>
                  <a:cubicBezTo>
                    <a:pt x="2581" y="4"/>
                    <a:pt x="2575" y="4"/>
                    <a:pt x="2569" y="4"/>
                  </a:cubicBezTo>
                  <a:cubicBezTo>
                    <a:pt x="2107" y="4"/>
                    <a:pt x="1656" y="148"/>
                    <a:pt x="1277" y="413"/>
                  </a:cubicBezTo>
                  <a:cubicBezTo>
                    <a:pt x="1265" y="420"/>
                    <a:pt x="1253" y="423"/>
                    <a:pt x="1240" y="423"/>
                  </a:cubicBezTo>
                  <a:cubicBezTo>
                    <a:pt x="1205" y="423"/>
                    <a:pt x="1172" y="396"/>
                    <a:pt x="1172" y="356"/>
                  </a:cubicBezTo>
                  <a:lnTo>
                    <a:pt x="1172" y="71"/>
                  </a:lnTo>
                  <a:cubicBezTo>
                    <a:pt x="1172" y="33"/>
                    <a:pt x="1140" y="1"/>
                    <a:pt x="110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49"/>
            <p:cNvSpPr/>
            <p:nvPr/>
          </p:nvSpPr>
          <p:spPr>
            <a:xfrm>
              <a:off x="4785230" y="2736047"/>
              <a:ext cx="372480" cy="353610"/>
            </a:xfrm>
            <a:custGeom>
              <a:avLst/>
              <a:gdLst/>
              <a:ahLst/>
              <a:cxnLst/>
              <a:rect l="l" t="t" r="r" b="b"/>
              <a:pathLst>
                <a:path w="14311" h="13586" extrusionOk="0">
                  <a:moveTo>
                    <a:pt x="7513" y="429"/>
                  </a:moveTo>
                  <a:cubicBezTo>
                    <a:pt x="11021" y="429"/>
                    <a:pt x="13878" y="3283"/>
                    <a:pt x="13878" y="6794"/>
                  </a:cubicBezTo>
                  <a:cubicBezTo>
                    <a:pt x="13878" y="10302"/>
                    <a:pt x="11021" y="13155"/>
                    <a:pt x="7513" y="13155"/>
                  </a:cubicBezTo>
                  <a:cubicBezTo>
                    <a:pt x="4005" y="13155"/>
                    <a:pt x="1148" y="10302"/>
                    <a:pt x="1148" y="6794"/>
                  </a:cubicBezTo>
                  <a:cubicBezTo>
                    <a:pt x="1148" y="3283"/>
                    <a:pt x="4005" y="429"/>
                    <a:pt x="7513" y="429"/>
                  </a:cubicBezTo>
                  <a:close/>
                  <a:moveTo>
                    <a:pt x="7512" y="1"/>
                  </a:moveTo>
                  <a:cubicBezTo>
                    <a:pt x="6205" y="1"/>
                    <a:pt x="4891" y="377"/>
                    <a:pt x="3741" y="1147"/>
                  </a:cubicBezTo>
                  <a:cubicBezTo>
                    <a:pt x="1046" y="2945"/>
                    <a:pt x="1" y="6400"/>
                    <a:pt x="1239" y="9391"/>
                  </a:cubicBezTo>
                  <a:cubicBezTo>
                    <a:pt x="2304" y="11966"/>
                    <a:pt x="4809" y="13586"/>
                    <a:pt x="7510" y="13586"/>
                  </a:cubicBezTo>
                  <a:cubicBezTo>
                    <a:pt x="7950" y="13586"/>
                    <a:pt x="8395" y="13543"/>
                    <a:pt x="8839" y="13454"/>
                  </a:cubicBezTo>
                  <a:cubicBezTo>
                    <a:pt x="12016" y="12821"/>
                    <a:pt x="14307" y="10035"/>
                    <a:pt x="14307" y="6794"/>
                  </a:cubicBezTo>
                  <a:cubicBezTo>
                    <a:pt x="14310" y="4989"/>
                    <a:pt x="13593" y="3261"/>
                    <a:pt x="12315" y="1991"/>
                  </a:cubicBezTo>
                  <a:cubicBezTo>
                    <a:pt x="11003" y="677"/>
                    <a:pt x="9264" y="1"/>
                    <a:pt x="75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49"/>
            <p:cNvSpPr/>
            <p:nvPr/>
          </p:nvSpPr>
          <p:spPr>
            <a:xfrm>
              <a:off x="4885774" y="2877506"/>
              <a:ext cx="48489" cy="122850"/>
            </a:xfrm>
            <a:custGeom>
              <a:avLst/>
              <a:gdLst/>
              <a:ahLst/>
              <a:cxnLst/>
              <a:rect l="l" t="t" r="r" b="b"/>
              <a:pathLst>
                <a:path w="1863" h="4720" extrusionOk="0">
                  <a:moveTo>
                    <a:pt x="1433" y="430"/>
                  </a:moveTo>
                  <a:lnTo>
                    <a:pt x="1433" y="4290"/>
                  </a:lnTo>
                  <a:lnTo>
                    <a:pt x="430" y="4290"/>
                  </a:lnTo>
                  <a:lnTo>
                    <a:pt x="430" y="430"/>
                  </a:lnTo>
                  <a:close/>
                  <a:moveTo>
                    <a:pt x="216" y="1"/>
                  </a:moveTo>
                  <a:cubicBezTo>
                    <a:pt x="99" y="1"/>
                    <a:pt x="1" y="96"/>
                    <a:pt x="1" y="216"/>
                  </a:cubicBezTo>
                  <a:lnTo>
                    <a:pt x="1" y="4505"/>
                  </a:lnTo>
                  <a:cubicBezTo>
                    <a:pt x="1" y="4624"/>
                    <a:pt x="99" y="4719"/>
                    <a:pt x="216" y="4719"/>
                  </a:cubicBezTo>
                  <a:lnTo>
                    <a:pt x="1648" y="4719"/>
                  </a:lnTo>
                  <a:cubicBezTo>
                    <a:pt x="1767" y="4719"/>
                    <a:pt x="1862" y="4624"/>
                    <a:pt x="1862" y="4505"/>
                  </a:cubicBezTo>
                  <a:lnTo>
                    <a:pt x="1862" y="216"/>
                  </a:lnTo>
                  <a:cubicBezTo>
                    <a:pt x="1862" y="96"/>
                    <a:pt x="1767" y="1"/>
                    <a:pt x="16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49"/>
            <p:cNvSpPr/>
            <p:nvPr/>
          </p:nvSpPr>
          <p:spPr>
            <a:xfrm>
              <a:off x="4868934" y="2810485"/>
              <a:ext cx="65329" cy="55881"/>
            </a:xfrm>
            <a:custGeom>
              <a:avLst/>
              <a:gdLst/>
              <a:ahLst/>
              <a:cxnLst/>
              <a:rect l="l" t="t" r="r" b="b"/>
              <a:pathLst>
                <a:path w="2510" h="2147" extrusionOk="0">
                  <a:moveTo>
                    <a:pt x="1431" y="427"/>
                  </a:moveTo>
                  <a:cubicBezTo>
                    <a:pt x="1762" y="427"/>
                    <a:pt x="2080" y="685"/>
                    <a:pt x="2080" y="1074"/>
                  </a:cubicBezTo>
                  <a:cubicBezTo>
                    <a:pt x="2080" y="1429"/>
                    <a:pt x="1791" y="1717"/>
                    <a:pt x="1436" y="1717"/>
                  </a:cubicBezTo>
                  <a:cubicBezTo>
                    <a:pt x="863" y="1717"/>
                    <a:pt x="574" y="1024"/>
                    <a:pt x="982" y="616"/>
                  </a:cubicBezTo>
                  <a:cubicBezTo>
                    <a:pt x="1113" y="486"/>
                    <a:pt x="1273" y="427"/>
                    <a:pt x="1431" y="427"/>
                  </a:cubicBezTo>
                  <a:close/>
                  <a:moveTo>
                    <a:pt x="1436" y="0"/>
                  </a:moveTo>
                  <a:cubicBezTo>
                    <a:pt x="479" y="0"/>
                    <a:pt x="1" y="1154"/>
                    <a:pt x="676" y="1830"/>
                  </a:cubicBezTo>
                  <a:cubicBezTo>
                    <a:pt x="895" y="2049"/>
                    <a:pt x="1165" y="2147"/>
                    <a:pt x="1429" y="2147"/>
                  </a:cubicBezTo>
                  <a:cubicBezTo>
                    <a:pt x="1980" y="2147"/>
                    <a:pt x="2509" y="1720"/>
                    <a:pt x="2509" y="1074"/>
                  </a:cubicBezTo>
                  <a:cubicBezTo>
                    <a:pt x="2509" y="482"/>
                    <a:pt x="2027" y="0"/>
                    <a:pt x="143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49"/>
            <p:cNvSpPr/>
            <p:nvPr/>
          </p:nvSpPr>
          <p:spPr>
            <a:xfrm>
              <a:off x="4960239" y="2877506"/>
              <a:ext cx="130346" cy="122850"/>
            </a:xfrm>
            <a:custGeom>
              <a:avLst/>
              <a:gdLst/>
              <a:ahLst/>
              <a:cxnLst/>
              <a:rect l="l" t="t" r="r" b="b"/>
              <a:pathLst>
                <a:path w="5008" h="4720" extrusionOk="0">
                  <a:moveTo>
                    <a:pt x="215" y="1"/>
                  </a:moveTo>
                  <a:cubicBezTo>
                    <a:pt x="99" y="1"/>
                    <a:pt x="0" y="96"/>
                    <a:pt x="0" y="216"/>
                  </a:cubicBezTo>
                  <a:lnTo>
                    <a:pt x="0" y="4505"/>
                  </a:lnTo>
                  <a:cubicBezTo>
                    <a:pt x="0" y="4624"/>
                    <a:pt x="99" y="4719"/>
                    <a:pt x="215" y="4719"/>
                  </a:cubicBezTo>
                  <a:lnTo>
                    <a:pt x="1647" y="4719"/>
                  </a:lnTo>
                  <a:cubicBezTo>
                    <a:pt x="1767" y="4719"/>
                    <a:pt x="1862" y="4624"/>
                    <a:pt x="1862" y="4505"/>
                  </a:cubicBezTo>
                  <a:lnTo>
                    <a:pt x="1862" y="2963"/>
                  </a:lnTo>
                  <a:cubicBezTo>
                    <a:pt x="1862" y="2460"/>
                    <a:pt x="1974" y="1859"/>
                    <a:pt x="2506" y="1859"/>
                  </a:cubicBezTo>
                  <a:cubicBezTo>
                    <a:pt x="2900" y="1859"/>
                    <a:pt x="3065" y="2193"/>
                    <a:pt x="3121" y="2573"/>
                  </a:cubicBezTo>
                  <a:cubicBezTo>
                    <a:pt x="3135" y="2678"/>
                    <a:pt x="3227" y="2756"/>
                    <a:pt x="3332" y="2756"/>
                  </a:cubicBezTo>
                  <a:cubicBezTo>
                    <a:pt x="3463" y="2752"/>
                    <a:pt x="3565" y="2636"/>
                    <a:pt x="3544" y="2506"/>
                  </a:cubicBezTo>
                  <a:cubicBezTo>
                    <a:pt x="3434" y="1816"/>
                    <a:pt x="3069" y="1429"/>
                    <a:pt x="2506" y="1429"/>
                  </a:cubicBezTo>
                  <a:cubicBezTo>
                    <a:pt x="1823" y="1429"/>
                    <a:pt x="1432" y="1989"/>
                    <a:pt x="1432" y="2963"/>
                  </a:cubicBezTo>
                  <a:lnTo>
                    <a:pt x="1432" y="4290"/>
                  </a:lnTo>
                  <a:lnTo>
                    <a:pt x="430" y="4290"/>
                  </a:lnTo>
                  <a:lnTo>
                    <a:pt x="430" y="430"/>
                  </a:lnTo>
                  <a:lnTo>
                    <a:pt x="1144" y="430"/>
                  </a:lnTo>
                  <a:lnTo>
                    <a:pt x="1144" y="712"/>
                  </a:lnTo>
                  <a:cubicBezTo>
                    <a:pt x="1144" y="778"/>
                    <a:pt x="1172" y="842"/>
                    <a:pt x="1225" y="884"/>
                  </a:cubicBezTo>
                  <a:cubicBezTo>
                    <a:pt x="1264" y="916"/>
                    <a:pt x="1311" y="932"/>
                    <a:pt x="1359" y="932"/>
                  </a:cubicBezTo>
                  <a:cubicBezTo>
                    <a:pt x="1407" y="932"/>
                    <a:pt x="1455" y="916"/>
                    <a:pt x="1496" y="884"/>
                  </a:cubicBezTo>
                  <a:cubicBezTo>
                    <a:pt x="1858" y="592"/>
                    <a:pt x="2309" y="430"/>
                    <a:pt x="2776" y="430"/>
                  </a:cubicBezTo>
                  <a:cubicBezTo>
                    <a:pt x="2781" y="430"/>
                    <a:pt x="2786" y="430"/>
                    <a:pt x="2791" y="430"/>
                  </a:cubicBezTo>
                  <a:cubicBezTo>
                    <a:pt x="4026" y="430"/>
                    <a:pt x="4578" y="1472"/>
                    <a:pt x="4578" y="2503"/>
                  </a:cubicBezTo>
                  <a:lnTo>
                    <a:pt x="4578" y="4290"/>
                  </a:lnTo>
                  <a:lnTo>
                    <a:pt x="3575" y="4290"/>
                  </a:lnTo>
                  <a:lnTo>
                    <a:pt x="3575" y="3583"/>
                  </a:lnTo>
                  <a:cubicBezTo>
                    <a:pt x="3575" y="3467"/>
                    <a:pt x="3480" y="3372"/>
                    <a:pt x="3364" y="3372"/>
                  </a:cubicBezTo>
                  <a:cubicBezTo>
                    <a:pt x="3245" y="3372"/>
                    <a:pt x="3150" y="3467"/>
                    <a:pt x="3150" y="3583"/>
                  </a:cubicBezTo>
                  <a:lnTo>
                    <a:pt x="3150" y="4505"/>
                  </a:lnTo>
                  <a:cubicBezTo>
                    <a:pt x="3150" y="4624"/>
                    <a:pt x="3245" y="4719"/>
                    <a:pt x="3364" y="4719"/>
                  </a:cubicBezTo>
                  <a:lnTo>
                    <a:pt x="4793" y="4719"/>
                  </a:lnTo>
                  <a:cubicBezTo>
                    <a:pt x="4912" y="4719"/>
                    <a:pt x="5007" y="4624"/>
                    <a:pt x="5007" y="4505"/>
                  </a:cubicBezTo>
                  <a:lnTo>
                    <a:pt x="5007" y="2503"/>
                  </a:lnTo>
                  <a:cubicBezTo>
                    <a:pt x="5007" y="1028"/>
                    <a:pt x="4096" y="1"/>
                    <a:pt x="2791" y="1"/>
                  </a:cubicBezTo>
                  <a:cubicBezTo>
                    <a:pt x="2365" y="1"/>
                    <a:pt x="1946" y="110"/>
                    <a:pt x="1573" y="314"/>
                  </a:cubicBezTo>
                  <a:lnTo>
                    <a:pt x="1573" y="216"/>
                  </a:lnTo>
                  <a:cubicBezTo>
                    <a:pt x="1573" y="96"/>
                    <a:pt x="1478" y="1"/>
                    <a:pt x="13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70" name="Google Shape;2570;p49"/>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2571" name="Google Shape;2571;p49"/>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2572" name="Google Shape;2572;p49"/>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2573" name="Google Shape;2573;p49"/>
          <p:cNvGrpSpPr/>
          <p:nvPr/>
        </p:nvGrpSpPr>
        <p:grpSpPr>
          <a:xfrm>
            <a:off x="1084825" y="1152525"/>
            <a:ext cx="506100" cy="3417500"/>
            <a:chOff x="1084825" y="1152525"/>
            <a:chExt cx="506100" cy="3417500"/>
          </a:xfrm>
        </p:grpSpPr>
        <p:sp>
          <p:nvSpPr>
            <p:cNvPr id="2574" name="Google Shape;2574;p49"/>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2575" name="Google Shape;2575;p49"/>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2579"/>
        <p:cNvGrpSpPr/>
        <p:nvPr/>
      </p:nvGrpSpPr>
      <p:grpSpPr>
        <a:xfrm>
          <a:off x="0" y="0"/>
          <a:ext cx="0" cy="0"/>
          <a:chOff x="0" y="0"/>
          <a:chExt cx="0" cy="0"/>
        </a:xfrm>
      </p:grpSpPr>
      <p:sp>
        <p:nvSpPr>
          <p:cNvPr id="2580" name="Google Shape;2580;p50"/>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Web </a:t>
            </a:r>
            <a:r>
              <a:rPr lang="en">
                <a:solidFill>
                  <a:schemeClr val="accent2"/>
                </a:solidFill>
              </a:rPr>
              <a:t>‘Design’</a:t>
            </a:r>
            <a:endParaRPr>
              <a:solidFill>
                <a:schemeClr val="accent2"/>
              </a:solidFill>
            </a:endParaRPr>
          </a:p>
        </p:txBody>
      </p:sp>
      <p:grpSp>
        <p:nvGrpSpPr>
          <p:cNvPr id="2581" name="Google Shape;2581;p50"/>
          <p:cNvGrpSpPr/>
          <p:nvPr/>
        </p:nvGrpSpPr>
        <p:grpSpPr>
          <a:xfrm>
            <a:off x="1685093" y="1326590"/>
            <a:ext cx="365763" cy="309009"/>
            <a:chOff x="1200313" y="1357500"/>
            <a:chExt cx="531400" cy="448750"/>
          </a:xfrm>
        </p:grpSpPr>
        <p:sp>
          <p:nvSpPr>
            <p:cNvPr id="2582" name="Google Shape;2582;p50"/>
            <p:cNvSpPr/>
            <p:nvPr/>
          </p:nvSpPr>
          <p:spPr>
            <a:xfrm>
              <a:off x="1324963" y="1605700"/>
              <a:ext cx="283025" cy="191050"/>
            </a:xfrm>
            <a:custGeom>
              <a:avLst/>
              <a:gdLst/>
              <a:ahLst/>
              <a:cxnLst/>
              <a:rect l="l" t="t" r="r" b="b"/>
              <a:pathLst>
                <a:path w="11321" h="7642" extrusionOk="0">
                  <a:moveTo>
                    <a:pt x="5651" y="0"/>
                  </a:moveTo>
                  <a:lnTo>
                    <a:pt x="39" y="1385"/>
                  </a:lnTo>
                  <a:cubicBezTo>
                    <a:pt x="1" y="1593"/>
                    <a:pt x="1" y="1783"/>
                    <a:pt x="1" y="1991"/>
                  </a:cubicBezTo>
                  <a:cubicBezTo>
                    <a:pt x="1" y="5101"/>
                    <a:pt x="2523" y="7642"/>
                    <a:pt x="5651" y="7642"/>
                  </a:cubicBezTo>
                  <a:cubicBezTo>
                    <a:pt x="8780" y="7642"/>
                    <a:pt x="11321" y="5101"/>
                    <a:pt x="11321" y="1991"/>
                  </a:cubicBezTo>
                  <a:cubicBezTo>
                    <a:pt x="11321" y="1783"/>
                    <a:pt x="11302" y="1593"/>
                    <a:pt x="11283" y="1385"/>
                  </a:cubicBezTo>
                  <a:lnTo>
                    <a:pt x="565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50"/>
            <p:cNvSpPr/>
            <p:nvPr/>
          </p:nvSpPr>
          <p:spPr>
            <a:xfrm>
              <a:off x="1466238" y="1366775"/>
              <a:ext cx="241775" cy="273550"/>
            </a:xfrm>
            <a:custGeom>
              <a:avLst/>
              <a:gdLst/>
              <a:ahLst/>
              <a:cxnLst/>
              <a:rect l="l" t="t" r="r" b="b"/>
              <a:pathLst>
                <a:path w="9671" h="10942" extrusionOk="0">
                  <a:moveTo>
                    <a:pt x="3622" y="1"/>
                  </a:moveTo>
                  <a:cubicBezTo>
                    <a:pt x="2295" y="1"/>
                    <a:pt x="1024" y="456"/>
                    <a:pt x="0" y="1309"/>
                  </a:cubicBezTo>
                  <a:lnTo>
                    <a:pt x="1555" y="6599"/>
                  </a:lnTo>
                  <a:lnTo>
                    <a:pt x="5632" y="10942"/>
                  </a:lnTo>
                  <a:cubicBezTo>
                    <a:pt x="8192" y="9975"/>
                    <a:pt x="9671" y="7320"/>
                    <a:pt x="9178" y="4627"/>
                  </a:cubicBezTo>
                  <a:cubicBezTo>
                    <a:pt x="8685" y="1954"/>
                    <a:pt x="6353" y="1"/>
                    <a:pt x="36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50"/>
            <p:cNvSpPr/>
            <p:nvPr/>
          </p:nvSpPr>
          <p:spPr>
            <a:xfrm>
              <a:off x="1224488" y="1366775"/>
              <a:ext cx="241775" cy="273550"/>
            </a:xfrm>
            <a:custGeom>
              <a:avLst/>
              <a:gdLst/>
              <a:ahLst/>
              <a:cxnLst/>
              <a:rect l="l" t="t" r="r" b="b"/>
              <a:pathLst>
                <a:path w="9671" h="10942" extrusionOk="0">
                  <a:moveTo>
                    <a:pt x="6049" y="1"/>
                  </a:moveTo>
                  <a:cubicBezTo>
                    <a:pt x="3318" y="1"/>
                    <a:pt x="986" y="1954"/>
                    <a:pt x="493" y="4627"/>
                  </a:cubicBezTo>
                  <a:cubicBezTo>
                    <a:pt x="0" y="7320"/>
                    <a:pt x="1498" y="9975"/>
                    <a:pt x="4058" y="10942"/>
                  </a:cubicBezTo>
                  <a:lnTo>
                    <a:pt x="8059" y="6865"/>
                  </a:lnTo>
                  <a:lnTo>
                    <a:pt x="9670" y="1309"/>
                  </a:lnTo>
                  <a:cubicBezTo>
                    <a:pt x="8665" y="456"/>
                    <a:pt x="7376" y="1"/>
                    <a:pt x="60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50"/>
            <p:cNvSpPr/>
            <p:nvPr/>
          </p:nvSpPr>
          <p:spPr>
            <a:xfrm>
              <a:off x="1325913" y="1522750"/>
              <a:ext cx="140350" cy="126700"/>
            </a:xfrm>
            <a:custGeom>
              <a:avLst/>
              <a:gdLst/>
              <a:ahLst/>
              <a:cxnLst/>
              <a:rect l="l" t="t" r="r" b="b"/>
              <a:pathLst>
                <a:path w="5614" h="5068" extrusionOk="0">
                  <a:moveTo>
                    <a:pt x="3622" y="0"/>
                  </a:moveTo>
                  <a:cubicBezTo>
                    <a:pt x="1613" y="759"/>
                    <a:pt x="209" y="2579"/>
                    <a:pt x="1" y="4703"/>
                  </a:cubicBezTo>
                  <a:cubicBezTo>
                    <a:pt x="646" y="4948"/>
                    <a:pt x="1323" y="5068"/>
                    <a:pt x="1995" y="5068"/>
                  </a:cubicBezTo>
                  <a:cubicBezTo>
                    <a:pt x="3298" y="5068"/>
                    <a:pt x="4588" y="4617"/>
                    <a:pt x="5613" y="3755"/>
                  </a:cubicBezTo>
                  <a:lnTo>
                    <a:pt x="362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50"/>
            <p:cNvSpPr/>
            <p:nvPr/>
          </p:nvSpPr>
          <p:spPr>
            <a:xfrm>
              <a:off x="1466238" y="1522750"/>
              <a:ext cx="140800" cy="126700"/>
            </a:xfrm>
            <a:custGeom>
              <a:avLst/>
              <a:gdLst/>
              <a:ahLst/>
              <a:cxnLst/>
              <a:rect l="l" t="t" r="r" b="b"/>
              <a:pathLst>
                <a:path w="5632" h="5068" extrusionOk="0">
                  <a:moveTo>
                    <a:pt x="2010" y="0"/>
                  </a:moveTo>
                  <a:lnTo>
                    <a:pt x="0" y="3755"/>
                  </a:lnTo>
                  <a:cubicBezTo>
                    <a:pt x="1038" y="4617"/>
                    <a:pt x="2324" y="5068"/>
                    <a:pt x="3628" y="5068"/>
                  </a:cubicBezTo>
                  <a:cubicBezTo>
                    <a:pt x="4302" y="5068"/>
                    <a:pt x="4980" y="4948"/>
                    <a:pt x="5632" y="4703"/>
                  </a:cubicBezTo>
                  <a:cubicBezTo>
                    <a:pt x="5404" y="2579"/>
                    <a:pt x="4001" y="759"/>
                    <a:pt x="201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50"/>
            <p:cNvSpPr/>
            <p:nvPr/>
          </p:nvSpPr>
          <p:spPr>
            <a:xfrm>
              <a:off x="1415513" y="1399500"/>
              <a:ext cx="101950" cy="123275"/>
            </a:xfrm>
            <a:custGeom>
              <a:avLst/>
              <a:gdLst/>
              <a:ahLst/>
              <a:cxnLst/>
              <a:rect l="l" t="t" r="r" b="b"/>
              <a:pathLst>
                <a:path w="4078" h="4931" extrusionOk="0">
                  <a:moveTo>
                    <a:pt x="2029" y="0"/>
                  </a:moveTo>
                  <a:cubicBezTo>
                    <a:pt x="740" y="1081"/>
                    <a:pt x="1" y="2674"/>
                    <a:pt x="1" y="4342"/>
                  </a:cubicBezTo>
                  <a:cubicBezTo>
                    <a:pt x="1" y="4551"/>
                    <a:pt x="1" y="4741"/>
                    <a:pt x="38" y="4930"/>
                  </a:cubicBezTo>
                  <a:lnTo>
                    <a:pt x="4039" y="4930"/>
                  </a:lnTo>
                  <a:cubicBezTo>
                    <a:pt x="4058" y="4741"/>
                    <a:pt x="4077" y="4551"/>
                    <a:pt x="4077" y="4342"/>
                  </a:cubicBezTo>
                  <a:cubicBezTo>
                    <a:pt x="4077" y="2674"/>
                    <a:pt x="3319" y="1081"/>
                    <a:pt x="202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50"/>
            <p:cNvSpPr/>
            <p:nvPr/>
          </p:nvSpPr>
          <p:spPr>
            <a:xfrm>
              <a:off x="1416463" y="1513850"/>
              <a:ext cx="100050" cy="102775"/>
            </a:xfrm>
            <a:custGeom>
              <a:avLst/>
              <a:gdLst/>
              <a:ahLst/>
              <a:cxnLst/>
              <a:rect l="l" t="t" r="r" b="b"/>
              <a:pathLst>
                <a:path w="4002" h="4111" extrusionOk="0">
                  <a:moveTo>
                    <a:pt x="2001" y="1"/>
                  </a:moveTo>
                  <a:cubicBezTo>
                    <a:pt x="1323" y="1"/>
                    <a:pt x="645" y="119"/>
                    <a:pt x="0" y="356"/>
                  </a:cubicBezTo>
                  <a:cubicBezTo>
                    <a:pt x="152" y="1835"/>
                    <a:pt x="873" y="3181"/>
                    <a:pt x="1991" y="4111"/>
                  </a:cubicBezTo>
                  <a:cubicBezTo>
                    <a:pt x="3129" y="3181"/>
                    <a:pt x="3850" y="1835"/>
                    <a:pt x="4001" y="356"/>
                  </a:cubicBezTo>
                  <a:cubicBezTo>
                    <a:pt x="3357" y="119"/>
                    <a:pt x="2679" y="1"/>
                    <a:pt x="200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50"/>
            <p:cNvSpPr/>
            <p:nvPr/>
          </p:nvSpPr>
          <p:spPr>
            <a:xfrm>
              <a:off x="1378063" y="1711875"/>
              <a:ext cx="22300" cy="19075"/>
            </a:xfrm>
            <a:custGeom>
              <a:avLst/>
              <a:gdLst/>
              <a:ahLst/>
              <a:cxnLst/>
              <a:rect l="l" t="t" r="r" b="b"/>
              <a:pathLst>
                <a:path w="892" h="763" extrusionOk="0">
                  <a:moveTo>
                    <a:pt x="513" y="1"/>
                  </a:moveTo>
                  <a:cubicBezTo>
                    <a:pt x="171" y="1"/>
                    <a:pt x="1" y="399"/>
                    <a:pt x="247" y="646"/>
                  </a:cubicBezTo>
                  <a:cubicBezTo>
                    <a:pt x="321" y="726"/>
                    <a:pt x="416" y="762"/>
                    <a:pt x="510" y="762"/>
                  </a:cubicBezTo>
                  <a:cubicBezTo>
                    <a:pt x="703" y="762"/>
                    <a:pt x="892" y="610"/>
                    <a:pt x="892" y="380"/>
                  </a:cubicBezTo>
                  <a:cubicBezTo>
                    <a:pt x="892" y="171"/>
                    <a:pt x="721" y="1"/>
                    <a:pt x="5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50"/>
            <p:cNvSpPr/>
            <p:nvPr/>
          </p:nvSpPr>
          <p:spPr>
            <a:xfrm>
              <a:off x="1404413" y="1732225"/>
              <a:ext cx="132900" cy="36225"/>
            </a:xfrm>
            <a:custGeom>
              <a:avLst/>
              <a:gdLst/>
              <a:ahLst/>
              <a:cxnLst/>
              <a:rect l="l" t="t" r="r" b="b"/>
              <a:pathLst>
                <a:path w="5316" h="1449" extrusionOk="0">
                  <a:moveTo>
                    <a:pt x="4762" y="0"/>
                  </a:moveTo>
                  <a:cubicBezTo>
                    <a:pt x="4691" y="0"/>
                    <a:pt x="4615" y="24"/>
                    <a:pt x="4540" y="78"/>
                  </a:cubicBezTo>
                  <a:cubicBezTo>
                    <a:pt x="3916" y="484"/>
                    <a:pt x="3195" y="690"/>
                    <a:pt x="2471" y="690"/>
                  </a:cubicBezTo>
                  <a:cubicBezTo>
                    <a:pt x="1875" y="690"/>
                    <a:pt x="1277" y="550"/>
                    <a:pt x="729" y="268"/>
                  </a:cubicBezTo>
                  <a:cubicBezTo>
                    <a:pt x="664" y="231"/>
                    <a:pt x="600" y="215"/>
                    <a:pt x="541" y="215"/>
                  </a:cubicBezTo>
                  <a:cubicBezTo>
                    <a:pt x="203" y="215"/>
                    <a:pt x="0" y="738"/>
                    <a:pt x="388" y="931"/>
                  </a:cubicBezTo>
                  <a:cubicBezTo>
                    <a:pt x="1043" y="1276"/>
                    <a:pt x="1760" y="1448"/>
                    <a:pt x="2478" y="1448"/>
                  </a:cubicBezTo>
                  <a:cubicBezTo>
                    <a:pt x="3340" y="1448"/>
                    <a:pt x="4202" y="1200"/>
                    <a:pt x="4957" y="704"/>
                  </a:cubicBezTo>
                  <a:cubicBezTo>
                    <a:pt x="5315" y="486"/>
                    <a:pt x="5086" y="0"/>
                    <a:pt x="476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50"/>
            <p:cNvSpPr/>
            <p:nvPr/>
          </p:nvSpPr>
          <p:spPr>
            <a:xfrm>
              <a:off x="1586213" y="1404200"/>
              <a:ext cx="83050" cy="94550"/>
            </a:xfrm>
            <a:custGeom>
              <a:avLst/>
              <a:gdLst/>
              <a:ahLst/>
              <a:cxnLst/>
              <a:rect l="l" t="t" r="r" b="b"/>
              <a:pathLst>
                <a:path w="3322" h="3782" extrusionOk="0">
                  <a:moveTo>
                    <a:pt x="550" y="1"/>
                  </a:moveTo>
                  <a:cubicBezTo>
                    <a:pt x="193" y="1"/>
                    <a:pt x="1" y="541"/>
                    <a:pt x="397" y="722"/>
                  </a:cubicBezTo>
                  <a:cubicBezTo>
                    <a:pt x="1516" y="1234"/>
                    <a:pt x="2312" y="2258"/>
                    <a:pt x="2540" y="3472"/>
                  </a:cubicBezTo>
                  <a:cubicBezTo>
                    <a:pt x="2572" y="3686"/>
                    <a:pt x="2730" y="3782"/>
                    <a:pt x="2892" y="3782"/>
                  </a:cubicBezTo>
                  <a:cubicBezTo>
                    <a:pt x="3104" y="3782"/>
                    <a:pt x="3322" y="3618"/>
                    <a:pt x="3279" y="3339"/>
                  </a:cubicBezTo>
                  <a:cubicBezTo>
                    <a:pt x="3014" y="1879"/>
                    <a:pt x="2047" y="665"/>
                    <a:pt x="719" y="40"/>
                  </a:cubicBezTo>
                  <a:cubicBezTo>
                    <a:pt x="660" y="13"/>
                    <a:pt x="603" y="1"/>
                    <a:pt x="55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50"/>
            <p:cNvSpPr/>
            <p:nvPr/>
          </p:nvSpPr>
          <p:spPr>
            <a:xfrm>
              <a:off x="1200313" y="1357500"/>
              <a:ext cx="531400" cy="448750"/>
            </a:xfrm>
            <a:custGeom>
              <a:avLst/>
              <a:gdLst/>
              <a:ahLst/>
              <a:cxnLst/>
              <a:rect l="l" t="t" r="r" b="b"/>
              <a:pathLst>
                <a:path w="21256" h="17950" extrusionOk="0">
                  <a:moveTo>
                    <a:pt x="10637" y="2192"/>
                  </a:moveTo>
                  <a:cubicBezTo>
                    <a:pt x="11699" y="3178"/>
                    <a:pt x="12306" y="4562"/>
                    <a:pt x="12306" y="6022"/>
                  </a:cubicBezTo>
                  <a:lnTo>
                    <a:pt x="12306" y="6098"/>
                  </a:lnTo>
                  <a:cubicBezTo>
                    <a:pt x="11766" y="5947"/>
                    <a:pt x="11206" y="5871"/>
                    <a:pt x="10647" y="5871"/>
                  </a:cubicBezTo>
                  <a:cubicBezTo>
                    <a:pt x="10088" y="5871"/>
                    <a:pt x="9528" y="5947"/>
                    <a:pt x="8988" y="6098"/>
                  </a:cubicBezTo>
                  <a:lnTo>
                    <a:pt x="8988" y="6022"/>
                  </a:lnTo>
                  <a:cubicBezTo>
                    <a:pt x="8988" y="4562"/>
                    <a:pt x="9576" y="3178"/>
                    <a:pt x="10637" y="2192"/>
                  </a:cubicBezTo>
                  <a:close/>
                  <a:moveTo>
                    <a:pt x="10637" y="6634"/>
                  </a:moveTo>
                  <a:cubicBezTo>
                    <a:pt x="11173" y="6634"/>
                    <a:pt x="11709" y="6714"/>
                    <a:pt x="12230" y="6876"/>
                  </a:cubicBezTo>
                  <a:cubicBezTo>
                    <a:pt x="12041" y="8013"/>
                    <a:pt x="11491" y="9075"/>
                    <a:pt x="10637" y="9872"/>
                  </a:cubicBezTo>
                  <a:cubicBezTo>
                    <a:pt x="9784" y="9075"/>
                    <a:pt x="9234" y="8013"/>
                    <a:pt x="9045" y="6876"/>
                  </a:cubicBezTo>
                  <a:cubicBezTo>
                    <a:pt x="9566" y="6714"/>
                    <a:pt x="10102" y="6634"/>
                    <a:pt x="10637" y="6634"/>
                  </a:cubicBezTo>
                  <a:close/>
                  <a:moveTo>
                    <a:pt x="7101" y="750"/>
                  </a:moveTo>
                  <a:cubicBezTo>
                    <a:pt x="8152" y="750"/>
                    <a:pt x="9182" y="1090"/>
                    <a:pt x="10050" y="1699"/>
                  </a:cubicBezTo>
                  <a:cubicBezTo>
                    <a:pt x="8893" y="2818"/>
                    <a:pt x="8229" y="4392"/>
                    <a:pt x="8229" y="6022"/>
                  </a:cubicBezTo>
                  <a:lnTo>
                    <a:pt x="8229" y="6364"/>
                  </a:lnTo>
                  <a:cubicBezTo>
                    <a:pt x="6409" y="7160"/>
                    <a:pt x="5082" y="8810"/>
                    <a:pt x="4721" y="10782"/>
                  </a:cubicBezTo>
                  <a:cubicBezTo>
                    <a:pt x="2503" y="9701"/>
                    <a:pt x="1327" y="7236"/>
                    <a:pt x="1877" y="4847"/>
                  </a:cubicBezTo>
                  <a:cubicBezTo>
                    <a:pt x="2427" y="2439"/>
                    <a:pt x="4570" y="751"/>
                    <a:pt x="7016" y="751"/>
                  </a:cubicBezTo>
                  <a:cubicBezTo>
                    <a:pt x="7044" y="751"/>
                    <a:pt x="7073" y="750"/>
                    <a:pt x="7101" y="750"/>
                  </a:cubicBezTo>
                  <a:close/>
                  <a:moveTo>
                    <a:pt x="14172" y="750"/>
                  </a:moveTo>
                  <a:cubicBezTo>
                    <a:pt x="14201" y="750"/>
                    <a:pt x="14230" y="751"/>
                    <a:pt x="14259" y="751"/>
                  </a:cubicBezTo>
                  <a:cubicBezTo>
                    <a:pt x="16724" y="751"/>
                    <a:pt x="18848" y="2439"/>
                    <a:pt x="19398" y="4847"/>
                  </a:cubicBezTo>
                  <a:cubicBezTo>
                    <a:pt x="19948" y="7236"/>
                    <a:pt x="18772" y="9701"/>
                    <a:pt x="16572" y="10782"/>
                  </a:cubicBezTo>
                  <a:cubicBezTo>
                    <a:pt x="16193" y="8810"/>
                    <a:pt x="14885" y="7160"/>
                    <a:pt x="13046" y="6364"/>
                  </a:cubicBezTo>
                  <a:lnTo>
                    <a:pt x="13046" y="6022"/>
                  </a:lnTo>
                  <a:cubicBezTo>
                    <a:pt x="13046" y="4392"/>
                    <a:pt x="12382" y="2818"/>
                    <a:pt x="11225" y="1699"/>
                  </a:cubicBezTo>
                  <a:cubicBezTo>
                    <a:pt x="12093" y="1090"/>
                    <a:pt x="13104" y="750"/>
                    <a:pt x="14172" y="750"/>
                  </a:cubicBezTo>
                  <a:close/>
                  <a:moveTo>
                    <a:pt x="8343" y="7160"/>
                  </a:moveTo>
                  <a:cubicBezTo>
                    <a:pt x="8571" y="8374"/>
                    <a:pt x="9158" y="9492"/>
                    <a:pt x="10050" y="10346"/>
                  </a:cubicBezTo>
                  <a:cubicBezTo>
                    <a:pt x="9148" y="10980"/>
                    <a:pt x="8085" y="11309"/>
                    <a:pt x="7009" y="11309"/>
                  </a:cubicBezTo>
                  <a:cubicBezTo>
                    <a:pt x="6478" y="11309"/>
                    <a:pt x="5943" y="11229"/>
                    <a:pt x="5423" y="11066"/>
                  </a:cubicBezTo>
                  <a:cubicBezTo>
                    <a:pt x="5707" y="9360"/>
                    <a:pt x="6788" y="7919"/>
                    <a:pt x="8343" y="7160"/>
                  </a:cubicBezTo>
                  <a:close/>
                  <a:moveTo>
                    <a:pt x="12951" y="7160"/>
                  </a:moveTo>
                  <a:cubicBezTo>
                    <a:pt x="14487" y="7919"/>
                    <a:pt x="15567" y="9360"/>
                    <a:pt x="15852" y="11066"/>
                  </a:cubicBezTo>
                  <a:cubicBezTo>
                    <a:pt x="15332" y="11229"/>
                    <a:pt x="14797" y="11309"/>
                    <a:pt x="14266" y="11309"/>
                  </a:cubicBezTo>
                  <a:cubicBezTo>
                    <a:pt x="13189" y="11309"/>
                    <a:pt x="12127" y="10980"/>
                    <a:pt x="11225" y="10346"/>
                  </a:cubicBezTo>
                  <a:cubicBezTo>
                    <a:pt x="12116" y="9492"/>
                    <a:pt x="12723" y="8374"/>
                    <a:pt x="12951" y="7160"/>
                  </a:cubicBezTo>
                  <a:close/>
                  <a:moveTo>
                    <a:pt x="10637" y="10858"/>
                  </a:moveTo>
                  <a:cubicBezTo>
                    <a:pt x="11700" y="11641"/>
                    <a:pt x="12977" y="12053"/>
                    <a:pt x="14273" y="12053"/>
                  </a:cubicBezTo>
                  <a:cubicBezTo>
                    <a:pt x="14826" y="12053"/>
                    <a:pt x="15383" y="11978"/>
                    <a:pt x="15928" y="11825"/>
                  </a:cubicBezTo>
                  <a:lnTo>
                    <a:pt x="15928" y="11919"/>
                  </a:lnTo>
                  <a:cubicBezTo>
                    <a:pt x="15909" y="14821"/>
                    <a:pt x="13557" y="17191"/>
                    <a:pt x="10637" y="17191"/>
                  </a:cubicBezTo>
                  <a:cubicBezTo>
                    <a:pt x="7736" y="17191"/>
                    <a:pt x="5366" y="14821"/>
                    <a:pt x="5366" y="11919"/>
                  </a:cubicBezTo>
                  <a:lnTo>
                    <a:pt x="5366" y="11825"/>
                  </a:lnTo>
                  <a:cubicBezTo>
                    <a:pt x="5911" y="11978"/>
                    <a:pt x="6468" y="12053"/>
                    <a:pt x="7021" y="12053"/>
                  </a:cubicBezTo>
                  <a:cubicBezTo>
                    <a:pt x="8315" y="12053"/>
                    <a:pt x="9588" y="11641"/>
                    <a:pt x="10637" y="10858"/>
                  </a:cubicBezTo>
                  <a:close/>
                  <a:moveTo>
                    <a:pt x="7027" y="0"/>
                  </a:moveTo>
                  <a:cubicBezTo>
                    <a:pt x="4964" y="0"/>
                    <a:pt x="2941" y="1054"/>
                    <a:pt x="1820" y="2989"/>
                  </a:cubicBezTo>
                  <a:cubicBezTo>
                    <a:pt x="0" y="6117"/>
                    <a:pt x="1308" y="10118"/>
                    <a:pt x="4627" y="11559"/>
                  </a:cubicBezTo>
                  <a:lnTo>
                    <a:pt x="4627" y="11919"/>
                  </a:lnTo>
                  <a:cubicBezTo>
                    <a:pt x="4627" y="15238"/>
                    <a:pt x="7319" y="17949"/>
                    <a:pt x="10656" y="17949"/>
                  </a:cubicBezTo>
                  <a:cubicBezTo>
                    <a:pt x="13994" y="17949"/>
                    <a:pt x="16686" y="15238"/>
                    <a:pt x="16686" y="11919"/>
                  </a:cubicBezTo>
                  <a:lnTo>
                    <a:pt x="16686" y="11559"/>
                  </a:lnTo>
                  <a:cubicBezTo>
                    <a:pt x="19966" y="10099"/>
                    <a:pt x="21256" y="6117"/>
                    <a:pt x="19436" y="3008"/>
                  </a:cubicBezTo>
                  <a:cubicBezTo>
                    <a:pt x="18311" y="1077"/>
                    <a:pt x="16290" y="20"/>
                    <a:pt x="14225" y="20"/>
                  </a:cubicBezTo>
                  <a:cubicBezTo>
                    <a:pt x="12984" y="20"/>
                    <a:pt x="11727" y="402"/>
                    <a:pt x="10637" y="1206"/>
                  </a:cubicBezTo>
                  <a:cubicBezTo>
                    <a:pt x="9548" y="389"/>
                    <a:pt x="8280" y="0"/>
                    <a:pt x="702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50"/>
            <p:cNvSpPr/>
            <p:nvPr/>
          </p:nvSpPr>
          <p:spPr>
            <a:xfrm>
              <a:off x="1263438" y="1404200"/>
              <a:ext cx="83300" cy="94550"/>
            </a:xfrm>
            <a:custGeom>
              <a:avLst/>
              <a:gdLst/>
              <a:ahLst/>
              <a:cxnLst/>
              <a:rect l="l" t="t" r="r" b="b"/>
              <a:pathLst>
                <a:path w="3332" h="3782" extrusionOk="0">
                  <a:moveTo>
                    <a:pt x="2783" y="1"/>
                  </a:moveTo>
                  <a:cubicBezTo>
                    <a:pt x="2730" y="1"/>
                    <a:pt x="2673" y="13"/>
                    <a:pt x="2614" y="40"/>
                  </a:cubicBezTo>
                  <a:cubicBezTo>
                    <a:pt x="1267" y="665"/>
                    <a:pt x="319" y="1879"/>
                    <a:pt x="54" y="3339"/>
                  </a:cubicBezTo>
                  <a:cubicBezTo>
                    <a:pt x="0" y="3618"/>
                    <a:pt x="214" y="3782"/>
                    <a:pt x="427" y="3782"/>
                  </a:cubicBezTo>
                  <a:cubicBezTo>
                    <a:pt x="590" y="3782"/>
                    <a:pt x="752" y="3686"/>
                    <a:pt x="793" y="3472"/>
                  </a:cubicBezTo>
                  <a:cubicBezTo>
                    <a:pt x="1021" y="2258"/>
                    <a:pt x="1798" y="1234"/>
                    <a:pt x="2917" y="722"/>
                  </a:cubicBezTo>
                  <a:lnTo>
                    <a:pt x="2936" y="722"/>
                  </a:lnTo>
                  <a:cubicBezTo>
                    <a:pt x="3332" y="541"/>
                    <a:pt x="3139" y="1"/>
                    <a:pt x="278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4" name="Google Shape;2594;p50"/>
          <p:cNvGrpSpPr/>
          <p:nvPr/>
        </p:nvGrpSpPr>
        <p:grpSpPr>
          <a:xfrm>
            <a:off x="2398845" y="1298213"/>
            <a:ext cx="365741" cy="365763"/>
            <a:chOff x="1776263" y="1291425"/>
            <a:chExt cx="431400" cy="431375"/>
          </a:xfrm>
        </p:grpSpPr>
        <p:sp>
          <p:nvSpPr>
            <p:cNvPr id="2595" name="Google Shape;2595;p50"/>
            <p:cNvSpPr/>
            <p:nvPr/>
          </p:nvSpPr>
          <p:spPr>
            <a:xfrm>
              <a:off x="1784313" y="1367250"/>
              <a:ext cx="414800" cy="347500"/>
            </a:xfrm>
            <a:custGeom>
              <a:avLst/>
              <a:gdLst/>
              <a:ahLst/>
              <a:cxnLst/>
              <a:rect l="l" t="t" r="r" b="b"/>
              <a:pathLst>
                <a:path w="16592" h="13900" extrusionOk="0">
                  <a:moveTo>
                    <a:pt x="1" y="1"/>
                  </a:moveTo>
                  <a:lnTo>
                    <a:pt x="1" y="13217"/>
                  </a:lnTo>
                  <a:cubicBezTo>
                    <a:pt x="1" y="13596"/>
                    <a:pt x="304" y="13900"/>
                    <a:pt x="683" y="13900"/>
                  </a:cubicBezTo>
                  <a:lnTo>
                    <a:pt x="15928" y="13900"/>
                  </a:lnTo>
                  <a:cubicBezTo>
                    <a:pt x="16289" y="13900"/>
                    <a:pt x="16592" y="13596"/>
                    <a:pt x="16592" y="13217"/>
                  </a:cubicBezTo>
                  <a:lnTo>
                    <a:pt x="1659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50"/>
            <p:cNvSpPr/>
            <p:nvPr/>
          </p:nvSpPr>
          <p:spPr>
            <a:xfrm>
              <a:off x="1784313" y="1299950"/>
              <a:ext cx="414800" cy="67325"/>
            </a:xfrm>
            <a:custGeom>
              <a:avLst/>
              <a:gdLst/>
              <a:ahLst/>
              <a:cxnLst/>
              <a:rect l="l" t="t" r="r" b="b"/>
              <a:pathLst>
                <a:path w="16592" h="2693" extrusionOk="0">
                  <a:moveTo>
                    <a:pt x="683" y="0"/>
                  </a:moveTo>
                  <a:cubicBezTo>
                    <a:pt x="304" y="0"/>
                    <a:pt x="1" y="304"/>
                    <a:pt x="1" y="664"/>
                  </a:cubicBezTo>
                  <a:lnTo>
                    <a:pt x="1" y="2693"/>
                  </a:lnTo>
                  <a:lnTo>
                    <a:pt x="16592" y="2693"/>
                  </a:lnTo>
                  <a:lnTo>
                    <a:pt x="16592" y="664"/>
                  </a:lnTo>
                  <a:cubicBezTo>
                    <a:pt x="16592" y="304"/>
                    <a:pt x="16289" y="0"/>
                    <a:pt x="159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50"/>
            <p:cNvSpPr/>
            <p:nvPr/>
          </p:nvSpPr>
          <p:spPr>
            <a:xfrm>
              <a:off x="1840263" y="1422725"/>
              <a:ext cx="303400" cy="50750"/>
            </a:xfrm>
            <a:custGeom>
              <a:avLst/>
              <a:gdLst/>
              <a:ahLst/>
              <a:cxnLst/>
              <a:rect l="l" t="t" r="r" b="b"/>
              <a:pathLst>
                <a:path w="12136" h="2030" extrusionOk="0">
                  <a:moveTo>
                    <a:pt x="0" y="0"/>
                  </a:moveTo>
                  <a:lnTo>
                    <a:pt x="0" y="2029"/>
                  </a:lnTo>
                  <a:lnTo>
                    <a:pt x="12135" y="2029"/>
                  </a:lnTo>
                  <a:lnTo>
                    <a:pt x="1213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50"/>
            <p:cNvSpPr/>
            <p:nvPr/>
          </p:nvSpPr>
          <p:spPr>
            <a:xfrm>
              <a:off x="1991938" y="1526525"/>
              <a:ext cx="151725" cy="135125"/>
            </a:xfrm>
            <a:custGeom>
              <a:avLst/>
              <a:gdLst/>
              <a:ahLst/>
              <a:cxnLst/>
              <a:rect l="l" t="t" r="r" b="b"/>
              <a:pathLst>
                <a:path w="6069" h="5405" extrusionOk="0">
                  <a:moveTo>
                    <a:pt x="1" y="1"/>
                  </a:moveTo>
                  <a:lnTo>
                    <a:pt x="1" y="5405"/>
                  </a:lnTo>
                  <a:lnTo>
                    <a:pt x="6068" y="5405"/>
                  </a:lnTo>
                  <a:lnTo>
                    <a:pt x="606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50"/>
            <p:cNvSpPr/>
            <p:nvPr/>
          </p:nvSpPr>
          <p:spPr>
            <a:xfrm>
              <a:off x="1840263" y="1526525"/>
              <a:ext cx="100975" cy="135125"/>
            </a:xfrm>
            <a:custGeom>
              <a:avLst/>
              <a:gdLst/>
              <a:ahLst/>
              <a:cxnLst/>
              <a:rect l="l" t="t" r="r" b="b"/>
              <a:pathLst>
                <a:path w="4039" h="5405" extrusionOk="0">
                  <a:moveTo>
                    <a:pt x="0" y="1"/>
                  </a:moveTo>
                  <a:lnTo>
                    <a:pt x="0" y="5405"/>
                  </a:lnTo>
                  <a:lnTo>
                    <a:pt x="4039" y="5405"/>
                  </a:lnTo>
                  <a:lnTo>
                    <a:pt x="403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50"/>
            <p:cNvSpPr/>
            <p:nvPr/>
          </p:nvSpPr>
          <p:spPr>
            <a:xfrm>
              <a:off x="2019438" y="1325075"/>
              <a:ext cx="19925" cy="17125"/>
            </a:xfrm>
            <a:custGeom>
              <a:avLst/>
              <a:gdLst/>
              <a:ahLst/>
              <a:cxnLst/>
              <a:rect l="l" t="t" r="r" b="b"/>
              <a:pathLst>
                <a:path w="797" h="685" extrusionOk="0">
                  <a:moveTo>
                    <a:pt x="456" y="0"/>
                  </a:moveTo>
                  <a:cubicBezTo>
                    <a:pt x="152" y="0"/>
                    <a:pt x="0" y="361"/>
                    <a:pt x="209" y="588"/>
                  </a:cubicBezTo>
                  <a:cubicBezTo>
                    <a:pt x="282" y="655"/>
                    <a:pt x="368" y="684"/>
                    <a:pt x="451" y="684"/>
                  </a:cubicBezTo>
                  <a:cubicBezTo>
                    <a:pt x="630" y="684"/>
                    <a:pt x="797" y="548"/>
                    <a:pt x="797" y="342"/>
                  </a:cubicBezTo>
                  <a:cubicBezTo>
                    <a:pt x="797" y="152"/>
                    <a:pt x="645" y="0"/>
                    <a:pt x="45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50"/>
            <p:cNvSpPr/>
            <p:nvPr/>
          </p:nvSpPr>
          <p:spPr>
            <a:xfrm>
              <a:off x="2054038" y="1325075"/>
              <a:ext cx="54550" cy="17075"/>
            </a:xfrm>
            <a:custGeom>
              <a:avLst/>
              <a:gdLst/>
              <a:ahLst/>
              <a:cxnLst/>
              <a:rect l="l" t="t" r="r" b="b"/>
              <a:pathLst>
                <a:path w="2182" h="683" extrusionOk="0">
                  <a:moveTo>
                    <a:pt x="418" y="0"/>
                  </a:moveTo>
                  <a:cubicBezTo>
                    <a:pt x="1" y="38"/>
                    <a:pt x="1" y="645"/>
                    <a:pt x="418" y="683"/>
                  </a:cubicBezTo>
                  <a:lnTo>
                    <a:pt x="1764" y="683"/>
                  </a:lnTo>
                  <a:cubicBezTo>
                    <a:pt x="2181" y="645"/>
                    <a:pt x="2181" y="38"/>
                    <a:pt x="17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50"/>
            <p:cNvSpPr/>
            <p:nvPr/>
          </p:nvSpPr>
          <p:spPr>
            <a:xfrm>
              <a:off x="2119763" y="1325025"/>
              <a:ext cx="55650" cy="17175"/>
            </a:xfrm>
            <a:custGeom>
              <a:avLst/>
              <a:gdLst/>
              <a:ahLst/>
              <a:cxnLst/>
              <a:rect l="l" t="t" r="r" b="b"/>
              <a:pathLst>
                <a:path w="2226" h="687" extrusionOk="0">
                  <a:moveTo>
                    <a:pt x="446" y="1"/>
                  </a:moveTo>
                  <a:cubicBezTo>
                    <a:pt x="0" y="1"/>
                    <a:pt x="0" y="686"/>
                    <a:pt x="446" y="686"/>
                  </a:cubicBezTo>
                  <a:cubicBezTo>
                    <a:pt x="458" y="686"/>
                    <a:pt x="469" y="686"/>
                    <a:pt x="481" y="685"/>
                  </a:cubicBezTo>
                  <a:lnTo>
                    <a:pt x="1828" y="685"/>
                  </a:lnTo>
                  <a:cubicBezTo>
                    <a:pt x="2226" y="647"/>
                    <a:pt x="2226" y="40"/>
                    <a:pt x="1828" y="2"/>
                  </a:cubicBezTo>
                  <a:lnTo>
                    <a:pt x="481" y="2"/>
                  </a:lnTo>
                  <a:cubicBezTo>
                    <a:pt x="469" y="1"/>
                    <a:pt x="458" y="1"/>
                    <a:pt x="44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50"/>
            <p:cNvSpPr/>
            <p:nvPr/>
          </p:nvSpPr>
          <p:spPr>
            <a:xfrm>
              <a:off x="1776263" y="1291425"/>
              <a:ext cx="431400" cy="431375"/>
            </a:xfrm>
            <a:custGeom>
              <a:avLst/>
              <a:gdLst/>
              <a:ahLst/>
              <a:cxnLst/>
              <a:rect l="l" t="t" r="r" b="b"/>
              <a:pathLst>
                <a:path w="17256" h="17255" extrusionOk="0">
                  <a:moveTo>
                    <a:pt x="16282" y="681"/>
                  </a:moveTo>
                  <a:cubicBezTo>
                    <a:pt x="16457" y="681"/>
                    <a:pt x="16592" y="826"/>
                    <a:pt x="16592" y="1005"/>
                  </a:cubicBezTo>
                  <a:lnTo>
                    <a:pt x="16592" y="2693"/>
                  </a:lnTo>
                  <a:lnTo>
                    <a:pt x="664" y="2693"/>
                  </a:lnTo>
                  <a:lnTo>
                    <a:pt x="664" y="1005"/>
                  </a:lnTo>
                  <a:cubicBezTo>
                    <a:pt x="664" y="834"/>
                    <a:pt x="816" y="683"/>
                    <a:pt x="1005" y="683"/>
                  </a:cubicBezTo>
                  <a:lnTo>
                    <a:pt x="16250" y="683"/>
                  </a:lnTo>
                  <a:cubicBezTo>
                    <a:pt x="16261" y="682"/>
                    <a:pt x="16272" y="681"/>
                    <a:pt x="16282" y="681"/>
                  </a:cubicBezTo>
                  <a:close/>
                  <a:moveTo>
                    <a:pt x="16592" y="3375"/>
                  </a:moveTo>
                  <a:lnTo>
                    <a:pt x="16592" y="16250"/>
                  </a:lnTo>
                  <a:cubicBezTo>
                    <a:pt x="16592" y="16440"/>
                    <a:pt x="16440" y="16591"/>
                    <a:pt x="16250" y="16591"/>
                  </a:cubicBezTo>
                  <a:lnTo>
                    <a:pt x="1005" y="16591"/>
                  </a:lnTo>
                  <a:cubicBezTo>
                    <a:pt x="816" y="16591"/>
                    <a:pt x="664" y="16440"/>
                    <a:pt x="664" y="16250"/>
                  </a:cubicBezTo>
                  <a:lnTo>
                    <a:pt x="664" y="3375"/>
                  </a:lnTo>
                  <a:close/>
                  <a:moveTo>
                    <a:pt x="1005" y="0"/>
                  </a:moveTo>
                  <a:cubicBezTo>
                    <a:pt x="436" y="0"/>
                    <a:pt x="0" y="455"/>
                    <a:pt x="0" y="1005"/>
                  </a:cubicBezTo>
                  <a:lnTo>
                    <a:pt x="0" y="16250"/>
                  </a:lnTo>
                  <a:cubicBezTo>
                    <a:pt x="0" y="16819"/>
                    <a:pt x="436" y="17255"/>
                    <a:pt x="1005" y="17255"/>
                  </a:cubicBezTo>
                  <a:lnTo>
                    <a:pt x="16250" y="17255"/>
                  </a:lnTo>
                  <a:cubicBezTo>
                    <a:pt x="16800" y="17255"/>
                    <a:pt x="17255" y="16819"/>
                    <a:pt x="17255" y="16250"/>
                  </a:cubicBezTo>
                  <a:lnTo>
                    <a:pt x="17255" y="1005"/>
                  </a:lnTo>
                  <a:cubicBezTo>
                    <a:pt x="17255" y="455"/>
                    <a:pt x="16800" y="0"/>
                    <a:pt x="162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50"/>
            <p:cNvSpPr/>
            <p:nvPr/>
          </p:nvSpPr>
          <p:spPr>
            <a:xfrm>
              <a:off x="1831713" y="1414650"/>
              <a:ext cx="320000" cy="67350"/>
            </a:xfrm>
            <a:custGeom>
              <a:avLst/>
              <a:gdLst/>
              <a:ahLst/>
              <a:cxnLst/>
              <a:rect l="l" t="t" r="r" b="b"/>
              <a:pathLst>
                <a:path w="12800" h="2694" extrusionOk="0">
                  <a:moveTo>
                    <a:pt x="12136" y="665"/>
                  </a:moveTo>
                  <a:lnTo>
                    <a:pt x="12136" y="2011"/>
                  </a:lnTo>
                  <a:lnTo>
                    <a:pt x="664" y="2011"/>
                  </a:lnTo>
                  <a:lnTo>
                    <a:pt x="664" y="665"/>
                  </a:lnTo>
                  <a:close/>
                  <a:moveTo>
                    <a:pt x="342" y="1"/>
                  </a:moveTo>
                  <a:cubicBezTo>
                    <a:pt x="152" y="1"/>
                    <a:pt x="1" y="153"/>
                    <a:pt x="1" y="323"/>
                  </a:cubicBezTo>
                  <a:lnTo>
                    <a:pt x="1" y="2352"/>
                  </a:lnTo>
                  <a:cubicBezTo>
                    <a:pt x="1" y="2542"/>
                    <a:pt x="152" y="2694"/>
                    <a:pt x="342" y="2694"/>
                  </a:cubicBezTo>
                  <a:lnTo>
                    <a:pt x="12477" y="2694"/>
                  </a:lnTo>
                  <a:cubicBezTo>
                    <a:pt x="12648" y="2694"/>
                    <a:pt x="12800" y="2542"/>
                    <a:pt x="12800" y="2352"/>
                  </a:cubicBezTo>
                  <a:lnTo>
                    <a:pt x="12800" y="323"/>
                  </a:lnTo>
                  <a:cubicBezTo>
                    <a:pt x="12800" y="153"/>
                    <a:pt x="12648" y="1"/>
                    <a:pt x="1247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50"/>
            <p:cNvSpPr/>
            <p:nvPr/>
          </p:nvSpPr>
          <p:spPr>
            <a:xfrm>
              <a:off x="1831713" y="1518000"/>
              <a:ext cx="118075" cy="152200"/>
            </a:xfrm>
            <a:custGeom>
              <a:avLst/>
              <a:gdLst/>
              <a:ahLst/>
              <a:cxnLst/>
              <a:rect l="l" t="t" r="r" b="b"/>
              <a:pathLst>
                <a:path w="4723" h="6088" extrusionOk="0">
                  <a:moveTo>
                    <a:pt x="4040" y="683"/>
                  </a:moveTo>
                  <a:lnTo>
                    <a:pt x="4040" y="5405"/>
                  </a:lnTo>
                  <a:lnTo>
                    <a:pt x="664" y="5405"/>
                  </a:lnTo>
                  <a:lnTo>
                    <a:pt x="664" y="683"/>
                  </a:lnTo>
                  <a:close/>
                  <a:moveTo>
                    <a:pt x="342" y="1"/>
                  </a:moveTo>
                  <a:cubicBezTo>
                    <a:pt x="152" y="1"/>
                    <a:pt x="1" y="152"/>
                    <a:pt x="1" y="342"/>
                  </a:cubicBezTo>
                  <a:lnTo>
                    <a:pt x="1" y="5746"/>
                  </a:lnTo>
                  <a:cubicBezTo>
                    <a:pt x="1" y="5917"/>
                    <a:pt x="152" y="6068"/>
                    <a:pt x="342" y="6087"/>
                  </a:cubicBezTo>
                  <a:lnTo>
                    <a:pt x="4381" y="6087"/>
                  </a:lnTo>
                  <a:cubicBezTo>
                    <a:pt x="4570" y="6087"/>
                    <a:pt x="4722" y="5917"/>
                    <a:pt x="4722" y="5746"/>
                  </a:cubicBezTo>
                  <a:lnTo>
                    <a:pt x="4722" y="342"/>
                  </a:lnTo>
                  <a:cubicBezTo>
                    <a:pt x="4722" y="152"/>
                    <a:pt x="4570" y="1"/>
                    <a:pt x="438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50"/>
            <p:cNvSpPr/>
            <p:nvPr/>
          </p:nvSpPr>
          <p:spPr>
            <a:xfrm>
              <a:off x="1983413" y="1518000"/>
              <a:ext cx="168300" cy="152200"/>
            </a:xfrm>
            <a:custGeom>
              <a:avLst/>
              <a:gdLst/>
              <a:ahLst/>
              <a:cxnLst/>
              <a:rect l="l" t="t" r="r" b="b"/>
              <a:pathLst>
                <a:path w="6732" h="6088" extrusionOk="0">
                  <a:moveTo>
                    <a:pt x="5518" y="683"/>
                  </a:moveTo>
                  <a:lnTo>
                    <a:pt x="3357" y="2598"/>
                  </a:lnTo>
                  <a:lnTo>
                    <a:pt x="1214" y="683"/>
                  </a:lnTo>
                  <a:close/>
                  <a:moveTo>
                    <a:pt x="664" y="1100"/>
                  </a:moveTo>
                  <a:lnTo>
                    <a:pt x="2864" y="3034"/>
                  </a:lnTo>
                  <a:lnTo>
                    <a:pt x="664" y="4987"/>
                  </a:lnTo>
                  <a:lnTo>
                    <a:pt x="664" y="1100"/>
                  </a:lnTo>
                  <a:close/>
                  <a:moveTo>
                    <a:pt x="6068" y="1081"/>
                  </a:moveTo>
                  <a:lnTo>
                    <a:pt x="6068" y="4987"/>
                  </a:lnTo>
                  <a:lnTo>
                    <a:pt x="3869" y="3034"/>
                  </a:lnTo>
                  <a:lnTo>
                    <a:pt x="6068" y="1081"/>
                  </a:lnTo>
                  <a:close/>
                  <a:moveTo>
                    <a:pt x="3376" y="3508"/>
                  </a:moveTo>
                  <a:lnTo>
                    <a:pt x="5518" y="5405"/>
                  </a:lnTo>
                  <a:lnTo>
                    <a:pt x="1233" y="5405"/>
                  </a:lnTo>
                  <a:lnTo>
                    <a:pt x="3376" y="3508"/>
                  </a:lnTo>
                  <a:close/>
                  <a:moveTo>
                    <a:pt x="323" y="1"/>
                  </a:moveTo>
                  <a:cubicBezTo>
                    <a:pt x="152" y="20"/>
                    <a:pt x="0" y="171"/>
                    <a:pt x="0" y="342"/>
                  </a:cubicBezTo>
                  <a:lnTo>
                    <a:pt x="0" y="5746"/>
                  </a:lnTo>
                  <a:cubicBezTo>
                    <a:pt x="0" y="5936"/>
                    <a:pt x="152" y="6068"/>
                    <a:pt x="342" y="6087"/>
                  </a:cubicBezTo>
                  <a:lnTo>
                    <a:pt x="6409" y="6087"/>
                  </a:lnTo>
                  <a:cubicBezTo>
                    <a:pt x="6580" y="6068"/>
                    <a:pt x="6732" y="5936"/>
                    <a:pt x="6732" y="5746"/>
                  </a:cubicBezTo>
                  <a:lnTo>
                    <a:pt x="6732" y="342"/>
                  </a:lnTo>
                  <a:cubicBezTo>
                    <a:pt x="6732" y="152"/>
                    <a:pt x="6580" y="1"/>
                    <a:pt x="640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7" name="Google Shape;2607;p50"/>
          <p:cNvGrpSpPr/>
          <p:nvPr/>
        </p:nvGrpSpPr>
        <p:grpSpPr>
          <a:xfrm>
            <a:off x="3118490" y="1320720"/>
            <a:ext cx="365731" cy="320750"/>
            <a:chOff x="2363663" y="1358025"/>
            <a:chExt cx="595750" cy="525475"/>
          </a:xfrm>
        </p:grpSpPr>
        <p:sp>
          <p:nvSpPr>
            <p:cNvPr id="2608" name="Google Shape;2608;p50"/>
            <p:cNvSpPr/>
            <p:nvPr/>
          </p:nvSpPr>
          <p:spPr>
            <a:xfrm>
              <a:off x="2380188" y="1552125"/>
              <a:ext cx="562700" cy="320000"/>
            </a:xfrm>
            <a:custGeom>
              <a:avLst/>
              <a:gdLst/>
              <a:ahLst/>
              <a:cxnLst/>
              <a:rect l="l" t="t" r="r" b="b"/>
              <a:pathLst>
                <a:path w="22508" h="12800" extrusionOk="0">
                  <a:moveTo>
                    <a:pt x="11263" y="1"/>
                  </a:moveTo>
                  <a:cubicBezTo>
                    <a:pt x="5196" y="1"/>
                    <a:pt x="0" y="6410"/>
                    <a:pt x="0" y="6410"/>
                  </a:cubicBezTo>
                  <a:cubicBezTo>
                    <a:pt x="0" y="6410"/>
                    <a:pt x="5196" y="12800"/>
                    <a:pt x="11263" y="12800"/>
                  </a:cubicBezTo>
                  <a:cubicBezTo>
                    <a:pt x="17312" y="12800"/>
                    <a:pt x="22508" y="6410"/>
                    <a:pt x="22508" y="6410"/>
                  </a:cubicBezTo>
                  <a:cubicBezTo>
                    <a:pt x="22508" y="6410"/>
                    <a:pt x="17312" y="1"/>
                    <a:pt x="1126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50"/>
            <p:cNvSpPr/>
            <p:nvPr/>
          </p:nvSpPr>
          <p:spPr>
            <a:xfrm>
              <a:off x="2538038" y="1597650"/>
              <a:ext cx="245100" cy="228975"/>
            </a:xfrm>
            <a:custGeom>
              <a:avLst/>
              <a:gdLst/>
              <a:ahLst/>
              <a:cxnLst/>
              <a:rect l="l" t="t" r="r" b="b"/>
              <a:pathLst>
                <a:path w="9804" h="9159" extrusionOk="0">
                  <a:moveTo>
                    <a:pt x="4930" y="0"/>
                  </a:moveTo>
                  <a:cubicBezTo>
                    <a:pt x="4934" y="0"/>
                    <a:pt x="4937" y="0"/>
                    <a:pt x="4940" y="0"/>
                  </a:cubicBezTo>
                  <a:lnTo>
                    <a:pt x="4940" y="0"/>
                  </a:lnTo>
                  <a:cubicBezTo>
                    <a:pt x="4943" y="0"/>
                    <a:pt x="4946" y="0"/>
                    <a:pt x="4949" y="0"/>
                  </a:cubicBezTo>
                  <a:close/>
                  <a:moveTo>
                    <a:pt x="4940" y="0"/>
                  </a:moveTo>
                  <a:cubicBezTo>
                    <a:pt x="2138" y="6"/>
                    <a:pt x="1" y="2506"/>
                    <a:pt x="418" y="5271"/>
                  </a:cubicBezTo>
                  <a:cubicBezTo>
                    <a:pt x="764" y="7555"/>
                    <a:pt x="2745" y="9158"/>
                    <a:pt x="4938" y="9158"/>
                  </a:cubicBezTo>
                  <a:cubicBezTo>
                    <a:pt x="5386" y="9158"/>
                    <a:pt x="5842" y="9091"/>
                    <a:pt x="6296" y="8950"/>
                  </a:cubicBezTo>
                  <a:cubicBezTo>
                    <a:pt x="8457" y="8286"/>
                    <a:pt x="9803" y="6125"/>
                    <a:pt x="9462" y="3887"/>
                  </a:cubicBezTo>
                  <a:cubicBezTo>
                    <a:pt x="9121" y="1653"/>
                    <a:pt x="7211" y="5"/>
                    <a:pt x="49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50"/>
            <p:cNvSpPr/>
            <p:nvPr/>
          </p:nvSpPr>
          <p:spPr>
            <a:xfrm>
              <a:off x="2603938" y="1677750"/>
              <a:ext cx="115200" cy="91525"/>
            </a:xfrm>
            <a:custGeom>
              <a:avLst/>
              <a:gdLst/>
              <a:ahLst/>
              <a:cxnLst/>
              <a:rect l="l" t="t" r="r" b="b"/>
              <a:pathLst>
                <a:path w="4608" h="3661" extrusionOk="0">
                  <a:moveTo>
                    <a:pt x="1122" y="0"/>
                  </a:moveTo>
                  <a:cubicBezTo>
                    <a:pt x="494" y="0"/>
                    <a:pt x="0" y="505"/>
                    <a:pt x="19" y="1138"/>
                  </a:cubicBezTo>
                  <a:cubicBezTo>
                    <a:pt x="19" y="1992"/>
                    <a:pt x="948" y="2560"/>
                    <a:pt x="2313" y="3660"/>
                  </a:cubicBezTo>
                  <a:cubicBezTo>
                    <a:pt x="3641" y="2579"/>
                    <a:pt x="4589" y="2011"/>
                    <a:pt x="4589" y="1138"/>
                  </a:cubicBezTo>
                  <a:cubicBezTo>
                    <a:pt x="4607" y="505"/>
                    <a:pt x="4096" y="0"/>
                    <a:pt x="3485" y="0"/>
                  </a:cubicBezTo>
                  <a:cubicBezTo>
                    <a:pt x="3474" y="0"/>
                    <a:pt x="3462" y="0"/>
                    <a:pt x="3451" y="1"/>
                  </a:cubicBezTo>
                  <a:cubicBezTo>
                    <a:pt x="2579" y="1"/>
                    <a:pt x="2313" y="911"/>
                    <a:pt x="2313" y="911"/>
                  </a:cubicBezTo>
                  <a:cubicBezTo>
                    <a:pt x="2313" y="911"/>
                    <a:pt x="2029" y="1"/>
                    <a:pt x="1157" y="1"/>
                  </a:cubicBezTo>
                  <a:cubicBezTo>
                    <a:pt x="1145" y="0"/>
                    <a:pt x="1134" y="0"/>
                    <a:pt x="112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50"/>
            <p:cNvSpPr/>
            <p:nvPr/>
          </p:nvSpPr>
          <p:spPr>
            <a:xfrm>
              <a:off x="2581163" y="1609050"/>
              <a:ext cx="27050" cy="22750"/>
            </a:xfrm>
            <a:custGeom>
              <a:avLst/>
              <a:gdLst/>
              <a:ahLst/>
              <a:cxnLst/>
              <a:rect l="l" t="t" r="r" b="b"/>
              <a:pathLst>
                <a:path w="1082" h="910" extrusionOk="0">
                  <a:moveTo>
                    <a:pt x="475" y="0"/>
                  </a:moveTo>
                  <a:cubicBezTo>
                    <a:pt x="239" y="0"/>
                    <a:pt x="20" y="183"/>
                    <a:pt x="20" y="454"/>
                  </a:cubicBezTo>
                  <a:cubicBezTo>
                    <a:pt x="1" y="720"/>
                    <a:pt x="209" y="909"/>
                    <a:pt x="475" y="909"/>
                  </a:cubicBezTo>
                  <a:cubicBezTo>
                    <a:pt x="873" y="909"/>
                    <a:pt x="1082" y="416"/>
                    <a:pt x="797" y="132"/>
                  </a:cubicBezTo>
                  <a:cubicBezTo>
                    <a:pt x="700" y="41"/>
                    <a:pt x="586" y="0"/>
                    <a:pt x="47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50"/>
            <p:cNvSpPr/>
            <p:nvPr/>
          </p:nvSpPr>
          <p:spPr>
            <a:xfrm>
              <a:off x="2529513" y="1586350"/>
              <a:ext cx="265950" cy="251650"/>
            </a:xfrm>
            <a:custGeom>
              <a:avLst/>
              <a:gdLst/>
              <a:ahLst/>
              <a:cxnLst/>
              <a:rect l="l" t="t" r="r" b="b"/>
              <a:pathLst>
                <a:path w="10638" h="10066" extrusionOk="0">
                  <a:moveTo>
                    <a:pt x="5293" y="1"/>
                  </a:moveTo>
                  <a:cubicBezTo>
                    <a:pt x="4893" y="1"/>
                    <a:pt x="4485" y="49"/>
                    <a:pt x="4077" y="149"/>
                  </a:cubicBezTo>
                  <a:cubicBezTo>
                    <a:pt x="3549" y="290"/>
                    <a:pt x="3691" y="1035"/>
                    <a:pt x="4184" y="1035"/>
                  </a:cubicBezTo>
                  <a:cubicBezTo>
                    <a:pt x="4222" y="1035"/>
                    <a:pt x="4262" y="1030"/>
                    <a:pt x="4304" y="1021"/>
                  </a:cubicBezTo>
                  <a:cubicBezTo>
                    <a:pt x="4627" y="945"/>
                    <a:pt x="4949" y="907"/>
                    <a:pt x="5290" y="907"/>
                  </a:cubicBezTo>
                  <a:cubicBezTo>
                    <a:pt x="7149" y="907"/>
                    <a:pt x="8779" y="2159"/>
                    <a:pt x="9253" y="3960"/>
                  </a:cubicBezTo>
                  <a:cubicBezTo>
                    <a:pt x="9727" y="5761"/>
                    <a:pt x="8950" y="7657"/>
                    <a:pt x="7338" y="8587"/>
                  </a:cubicBezTo>
                  <a:cubicBezTo>
                    <a:pt x="6645" y="8985"/>
                    <a:pt x="5937" y="9162"/>
                    <a:pt x="5258" y="9162"/>
                  </a:cubicBezTo>
                  <a:cubicBezTo>
                    <a:pt x="2356" y="9162"/>
                    <a:pt x="1" y="5925"/>
                    <a:pt x="1707" y="2974"/>
                  </a:cubicBezTo>
                  <a:cubicBezTo>
                    <a:pt x="1941" y="2597"/>
                    <a:pt x="1622" y="2255"/>
                    <a:pt x="1307" y="2255"/>
                  </a:cubicBezTo>
                  <a:cubicBezTo>
                    <a:pt x="1162" y="2255"/>
                    <a:pt x="1019" y="2327"/>
                    <a:pt x="929" y="2500"/>
                  </a:cubicBezTo>
                  <a:cubicBezTo>
                    <a:pt x="702" y="2898"/>
                    <a:pt x="512" y="3334"/>
                    <a:pt x="398" y="3770"/>
                  </a:cubicBezTo>
                  <a:cubicBezTo>
                    <a:pt x="303" y="4188"/>
                    <a:pt x="247" y="4605"/>
                    <a:pt x="247" y="5022"/>
                  </a:cubicBezTo>
                  <a:cubicBezTo>
                    <a:pt x="247" y="7809"/>
                    <a:pt x="2503" y="10066"/>
                    <a:pt x="5290" y="10066"/>
                  </a:cubicBezTo>
                  <a:cubicBezTo>
                    <a:pt x="8305" y="10066"/>
                    <a:pt x="10637" y="7430"/>
                    <a:pt x="10277" y="4415"/>
                  </a:cubicBezTo>
                  <a:cubicBezTo>
                    <a:pt x="9967" y="1835"/>
                    <a:pt x="7773" y="1"/>
                    <a:pt x="52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50"/>
            <p:cNvSpPr/>
            <p:nvPr/>
          </p:nvSpPr>
          <p:spPr>
            <a:xfrm>
              <a:off x="2592538" y="1665900"/>
              <a:ext cx="137975" cy="115325"/>
            </a:xfrm>
            <a:custGeom>
              <a:avLst/>
              <a:gdLst/>
              <a:ahLst/>
              <a:cxnLst/>
              <a:rect l="l" t="t" r="r" b="b"/>
              <a:pathLst>
                <a:path w="5519" h="4613" extrusionOk="0">
                  <a:moveTo>
                    <a:pt x="3940" y="929"/>
                  </a:moveTo>
                  <a:cubicBezTo>
                    <a:pt x="4322" y="929"/>
                    <a:pt x="4609" y="1244"/>
                    <a:pt x="4609" y="1612"/>
                  </a:cubicBezTo>
                  <a:cubicBezTo>
                    <a:pt x="4609" y="1916"/>
                    <a:pt x="4400" y="2219"/>
                    <a:pt x="3907" y="2636"/>
                  </a:cubicBezTo>
                  <a:cubicBezTo>
                    <a:pt x="3680" y="2845"/>
                    <a:pt x="3395" y="3053"/>
                    <a:pt x="3073" y="3300"/>
                  </a:cubicBezTo>
                  <a:lnTo>
                    <a:pt x="2769" y="3546"/>
                  </a:lnTo>
                  <a:lnTo>
                    <a:pt x="2466" y="3300"/>
                  </a:lnTo>
                  <a:cubicBezTo>
                    <a:pt x="1461" y="2522"/>
                    <a:pt x="930" y="2105"/>
                    <a:pt x="930" y="1631"/>
                  </a:cubicBezTo>
                  <a:cubicBezTo>
                    <a:pt x="930" y="1236"/>
                    <a:pt x="1229" y="935"/>
                    <a:pt x="1622" y="930"/>
                  </a:cubicBezTo>
                  <a:lnTo>
                    <a:pt x="1622" y="930"/>
                  </a:lnTo>
                  <a:cubicBezTo>
                    <a:pt x="2127" y="936"/>
                    <a:pt x="2296" y="1461"/>
                    <a:pt x="2333" y="1517"/>
                  </a:cubicBezTo>
                  <a:cubicBezTo>
                    <a:pt x="2400" y="1736"/>
                    <a:pt x="2584" y="1845"/>
                    <a:pt x="2769" y="1845"/>
                  </a:cubicBezTo>
                  <a:cubicBezTo>
                    <a:pt x="2954" y="1845"/>
                    <a:pt x="3139" y="1736"/>
                    <a:pt x="3205" y="1517"/>
                  </a:cubicBezTo>
                  <a:cubicBezTo>
                    <a:pt x="3205" y="1517"/>
                    <a:pt x="3395" y="930"/>
                    <a:pt x="3907" y="930"/>
                  </a:cubicBezTo>
                  <a:cubicBezTo>
                    <a:pt x="3918" y="929"/>
                    <a:pt x="3929" y="929"/>
                    <a:pt x="3940" y="929"/>
                  </a:cubicBezTo>
                  <a:close/>
                  <a:moveTo>
                    <a:pt x="1613" y="1"/>
                  </a:moveTo>
                  <a:cubicBezTo>
                    <a:pt x="722" y="1"/>
                    <a:pt x="1" y="721"/>
                    <a:pt x="20" y="1612"/>
                  </a:cubicBezTo>
                  <a:cubicBezTo>
                    <a:pt x="20" y="2560"/>
                    <a:pt x="797" y="3167"/>
                    <a:pt x="1878" y="4020"/>
                  </a:cubicBezTo>
                  <a:lnTo>
                    <a:pt x="1878" y="4039"/>
                  </a:lnTo>
                  <a:lnTo>
                    <a:pt x="2466" y="4513"/>
                  </a:lnTo>
                  <a:cubicBezTo>
                    <a:pt x="2551" y="4580"/>
                    <a:pt x="2656" y="4613"/>
                    <a:pt x="2760" y="4613"/>
                  </a:cubicBezTo>
                  <a:cubicBezTo>
                    <a:pt x="2864" y="4613"/>
                    <a:pt x="2968" y="4580"/>
                    <a:pt x="3054" y="4513"/>
                  </a:cubicBezTo>
                  <a:lnTo>
                    <a:pt x="3642" y="4039"/>
                  </a:lnTo>
                  <a:cubicBezTo>
                    <a:pt x="3964" y="3774"/>
                    <a:pt x="4248" y="3565"/>
                    <a:pt x="4495" y="3319"/>
                  </a:cubicBezTo>
                  <a:cubicBezTo>
                    <a:pt x="5026" y="2883"/>
                    <a:pt x="5500" y="2352"/>
                    <a:pt x="5500" y="1612"/>
                  </a:cubicBezTo>
                  <a:cubicBezTo>
                    <a:pt x="5519" y="721"/>
                    <a:pt x="4779" y="1"/>
                    <a:pt x="3907" y="1"/>
                  </a:cubicBezTo>
                  <a:cubicBezTo>
                    <a:pt x="3471" y="1"/>
                    <a:pt x="3054" y="190"/>
                    <a:pt x="2750" y="513"/>
                  </a:cubicBezTo>
                  <a:cubicBezTo>
                    <a:pt x="2466" y="190"/>
                    <a:pt x="2049" y="1"/>
                    <a:pt x="16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50"/>
            <p:cNvSpPr/>
            <p:nvPr/>
          </p:nvSpPr>
          <p:spPr>
            <a:xfrm>
              <a:off x="2363663" y="1494300"/>
              <a:ext cx="595750" cy="160550"/>
            </a:xfrm>
            <a:custGeom>
              <a:avLst/>
              <a:gdLst/>
              <a:ahLst/>
              <a:cxnLst/>
              <a:rect l="l" t="t" r="r" b="b"/>
              <a:pathLst>
                <a:path w="23830" h="6422" extrusionOk="0">
                  <a:moveTo>
                    <a:pt x="11924" y="1"/>
                  </a:moveTo>
                  <a:cubicBezTo>
                    <a:pt x="6293" y="1"/>
                    <a:pt x="1628" y="4324"/>
                    <a:pt x="320" y="5632"/>
                  </a:cubicBezTo>
                  <a:cubicBezTo>
                    <a:pt x="1" y="5966"/>
                    <a:pt x="303" y="6422"/>
                    <a:pt x="659" y="6422"/>
                  </a:cubicBezTo>
                  <a:cubicBezTo>
                    <a:pt x="767" y="6422"/>
                    <a:pt x="881" y="6379"/>
                    <a:pt x="984" y="6277"/>
                  </a:cubicBezTo>
                  <a:cubicBezTo>
                    <a:pt x="2216" y="5025"/>
                    <a:pt x="6634" y="930"/>
                    <a:pt x="11924" y="930"/>
                  </a:cubicBezTo>
                  <a:cubicBezTo>
                    <a:pt x="17196" y="930"/>
                    <a:pt x="21614" y="5025"/>
                    <a:pt x="22846" y="6277"/>
                  </a:cubicBezTo>
                  <a:cubicBezTo>
                    <a:pt x="22948" y="6379"/>
                    <a:pt x="23062" y="6422"/>
                    <a:pt x="23171" y="6422"/>
                  </a:cubicBezTo>
                  <a:cubicBezTo>
                    <a:pt x="23526" y="6422"/>
                    <a:pt x="23829" y="5966"/>
                    <a:pt x="23510" y="5632"/>
                  </a:cubicBezTo>
                  <a:cubicBezTo>
                    <a:pt x="22201" y="4324"/>
                    <a:pt x="17537" y="1"/>
                    <a:pt x="1192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50"/>
            <p:cNvSpPr/>
            <p:nvPr/>
          </p:nvSpPr>
          <p:spPr>
            <a:xfrm>
              <a:off x="2367863" y="1540275"/>
              <a:ext cx="587825" cy="343225"/>
            </a:xfrm>
            <a:custGeom>
              <a:avLst/>
              <a:gdLst/>
              <a:ahLst/>
              <a:cxnLst/>
              <a:rect l="l" t="t" r="r" b="b"/>
              <a:pathLst>
                <a:path w="23513" h="13729" extrusionOk="0">
                  <a:moveTo>
                    <a:pt x="11756" y="930"/>
                  </a:moveTo>
                  <a:cubicBezTo>
                    <a:pt x="14752" y="930"/>
                    <a:pt x="17540" y="2617"/>
                    <a:pt x="19360" y="4040"/>
                  </a:cubicBezTo>
                  <a:cubicBezTo>
                    <a:pt x="20460" y="4893"/>
                    <a:pt x="21465" y="5841"/>
                    <a:pt x="22394" y="6884"/>
                  </a:cubicBezTo>
                  <a:cubicBezTo>
                    <a:pt x="21465" y="7908"/>
                    <a:pt x="20460" y="8856"/>
                    <a:pt x="19360" y="9728"/>
                  </a:cubicBezTo>
                  <a:cubicBezTo>
                    <a:pt x="17540" y="11150"/>
                    <a:pt x="14752" y="12819"/>
                    <a:pt x="11756" y="12819"/>
                  </a:cubicBezTo>
                  <a:cubicBezTo>
                    <a:pt x="8760" y="12819"/>
                    <a:pt x="5954" y="11150"/>
                    <a:pt x="4134" y="9728"/>
                  </a:cubicBezTo>
                  <a:cubicBezTo>
                    <a:pt x="3034" y="8856"/>
                    <a:pt x="2010" y="7908"/>
                    <a:pt x="1081" y="6884"/>
                  </a:cubicBezTo>
                  <a:cubicBezTo>
                    <a:pt x="2010" y="5841"/>
                    <a:pt x="3034" y="4893"/>
                    <a:pt x="4134" y="4040"/>
                  </a:cubicBezTo>
                  <a:cubicBezTo>
                    <a:pt x="5954" y="2617"/>
                    <a:pt x="8741" y="930"/>
                    <a:pt x="11756" y="930"/>
                  </a:cubicBezTo>
                  <a:close/>
                  <a:moveTo>
                    <a:pt x="11756" y="1"/>
                  </a:moveTo>
                  <a:cubicBezTo>
                    <a:pt x="8779" y="1"/>
                    <a:pt x="5916" y="1461"/>
                    <a:pt x="3565" y="3319"/>
                  </a:cubicBezTo>
                  <a:cubicBezTo>
                    <a:pt x="2314" y="4286"/>
                    <a:pt x="1157" y="5386"/>
                    <a:pt x="133" y="6599"/>
                  </a:cubicBezTo>
                  <a:cubicBezTo>
                    <a:pt x="0" y="6770"/>
                    <a:pt x="0" y="6998"/>
                    <a:pt x="133" y="7168"/>
                  </a:cubicBezTo>
                  <a:cubicBezTo>
                    <a:pt x="1157" y="8382"/>
                    <a:pt x="2314" y="9463"/>
                    <a:pt x="3565" y="10430"/>
                  </a:cubicBezTo>
                  <a:cubicBezTo>
                    <a:pt x="5935" y="12269"/>
                    <a:pt x="8779" y="13729"/>
                    <a:pt x="11756" y="13729"/>
                  </a:cubicBezTo>
                  <a:cubicBezTo>
                    <a:pt x="14714" y="13729"/>
                    <a:pt x="17578" y="12288"/>
                    <a:pt x="19948" y="10430"/>
                  </a:cubicBezTo>
                  <a:cubicBezTo>
                    <a:pt x="21199" y="9463"/>
                    <a:pt x="22337" y="8363"/>
                    <a:pt x="23361" y="7149"/>
                  </a:cubicBezTo>
                  <a:cubicBezTo>
                    <a:pt x="23512" y="6979"/>
                    <a:pt x="23512" y="6751"/>
                    <a:pt x="23361" y="6580"/>
                  </a:cubicBezTo>
                  <a:cubicBezTo>
                    <a:pt x="22337" y="5367"/>
                    <a:pt x="21199" y="4286"/>
                    <a:pt x="19948" y="3319"/>
                  </a:cubicBezTo>
                  <a:cubicBezTo>
                    <a:pt x="17578" y="1461"/>
                    <a:pt x="14733" y="1"/>
                    <a:pt x="1175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50"/>
            <p:cNvSpPr/>
            <p:nvPr/>
          </p:nvSpPr>
          <p:spPr>
            <a:xfrm>
              <a:off x="2649913" y="1358025"/>
              <a:ext cx="23250" cy="90800"/>
            </a:xfrm>
            <a:custGeom>
              <a:avLst/>
              <a:gdLst/>
              <a:ahLst/>
              <a:cxnLst/>
              <a:rect l="l" t="t" r="r" b="b"/>
              <a:pathLst>
                <a:path w="930" h="3632" extrusionOk="0">
                  <a:moveTo>
                    <a:pt x="458" y="0"/>
                  </a:moveTo>
                  <a:cubicBezTo>
                    <a:pt x="237" y="0"/>
                    <a:pt x="19" y="142"/>
                    <a:pt x="0" y="427"/>
                  </a:cubicBezTo>
                  <a:lnTo>
                    <a:pt x="0" y="3176"/>
                  </a:lnTo>
                  <a:cubicBezTo>
                    <a:pt x="0" y="3423"/>
                    <a:pt x="209" y="3631"/>
                    <a:pt x="474" y="3631"/>
                  </a:cubicBezTo>
                  <a:cubicBezTo>
                    <a:pt x="721" y="3631"/>
                    <a:pt x="929" y="3423"/>
                    <a:pt x="929" y="3176"/>
                  </a:cubicBezTo>
                  <a:lnTo>
                    <a:pt x="929" y="427"/>
                  </a:lnTo>
                  <a:cubicBezTo>
                    <a:pt x="901" y="142"/>
                    <a:pt x="678" y="0"/>
                    <a:pt x="45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50"/>
            <p:cNvSpPr/>
            <p:nvPr/>
          </p:nvSpPr>
          <p:spPr>
            <a:xfrm>
              <a:off x="2480313" y="1401750"/>
              <a:ext cx="65175" cy="83050"/>
            </a:xfrm>
            <a:custGeom>
              <a:avLst/>
              <a:gdLst/>
              <a:ahLst/>
              <a:cxnLst/>
              <a:rect l="l" t="t" r="r" b="b"/>
              <a:pathLst>
                <a:path w="2607" h="3322" extrusionOk="0">
                  <a:moveTo>
                    <a:pt x="626" y="0"/>
                  </a:moveTo>
                  <a:cubicBezTo>
                    <a:pt x="312" y="0"/>
                    <a:pt x="1" y="340"/>
                    <a:pt x="224" y="707"/>
                  </a:cubicBezTo>
                  <a:lnTo>
                    <a:pt x="1589" y="3077"/>
                  </a:lnTo>
                  <a:cubicBezTo>
                    <a:pt x="1684" y="3250"/>
                    <a:pt x="1830" y="3321"/>
                    <a:pt x="1975" y="3321"/>
                  </a:cubicBezTo>
                  <a:cubicBezTo>
                    <a:pt x="2292" y="3321"/>
                    <a:pt x="2606" y="2980"/>
                    <a:pt x="2385" y="2603"/>
                  </a:cubicBezTo>
                  <a:lnTo>
                    <a:pt x="1001" y="233"/>
                  </a:lnTo>
                  <a:cubicBezTo>
                    <a:pt x="907" y="68"/>
                    <a:pt x="766" y="0"/>
                    <a:pt x="62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50"/>
            <p:cNvSpPr/>
            <p:nvPr/>
          </p:nvSpPr>
          <p:spPr>
            <a:xfrm>
              <a:off x="2779788" y="1401750"/>
              <a:ext cx="62625" cy="82375"/>
            </a:xfrm>
            <a:custGeom>
              <a:avLst/>
              <a:gdLst/>
              <a:ahLst/>
              <a:cxnLst/>
              <a:rect l="l" t="t" r="r" b="b"/>
              <a:pathLst>
                <a:path w="2505" h="3295" extrusionOk="0">
                  <a:moveTo>
                    <a:pt x="1889" y="0"/>
                  </a:moveTo>
                  <a:cubicBezTo>
                    <a:pt x="1751" y="0"/>
                    <a:pt x="1612" y="68"/>
                    <a:pt x="1518" y="233"/>
                  </a:cubicBezTo>
                  <a:lnTo>
                    <a:pt x="133" y="2603"/>
                  </a:lnTo>
                  <a:cubicBezTo>
                    <a:pt x="1" y="2830"/>
                    <a:pt x="77" y="3115"/>
                    <a:pt x="304" y="3228"/>
                  </a:cubicBezTo>
                  <a:cubicBezTo>
                    <a:pt x="381" y="3273"/>
                    <a:pt x="463" y="3295"/>
                    <a:pt x="542" y="3295"/>
                  </a:cubicBezTo>
                  <a:cubicBezTo>
                    <a:pt x="696" y="3295"/>
                    <a:pt x="842" y="3215"/>
                    <a:pt x="930" y="3077"/>
                  </a:cubicBezTo>
                  <a:lnTo>
                    <a:pt x="2295" y="707"/>
                  </a:lnTo>
                  <a:cubicBezTo>
                    <a:pt x="2505" y="340"/>
                    <a:pt x="2199" y="0"/>
                    <a:pt x="188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9" name="Google Shape;2619;p50"/>
          <p:cNvGrpSpPr/>
          <p:nvPr/>
        </p:nvGrpSpPr>
        <p:grpSpPr>
          <a:xfrm>
            <a:off x="3838121" y="1317678"/>
            <a:ext cx="365769" cy="326832"/>
            <a:chOff x="3131538" y="1356825"/>
            <a:chExt cx="430925" cy="385825"/>
          </a:xfrm>
        </p:grpSpPr>
        <p:sp>
          <p:nvSpPr>
            <p:cNvPr id="2620" name="Google Shape;2620;p50"/>
            <p:cNvSpPr/>
            <p:nvPr/>
          </p:nvSpPr>
          <p:spPr>
            <a:xfrm>
              <a:off x="3141013" y="1364900"/>
              <a:ext cx="399625" cy="194850"/>
            </a:xfrm>
            <a:custGeom>
              <a:avLst/>
              <a:gdLst/>
              <a:ahLst/>
              <a:cxnLst/>
              <a:rect l="l" t="t" r="r" b="b"/>
              <a:pathLst>
                <a:path w="15985" h="7794" extrusionOk="0">
                  <a:moveTo>
                    <a:pt x="8002" y="0"/>
                  </a:moveTo>
                  <a:cubicBezTo>
                    <a:pt x="3698" y="0"/>
                    <a:pt x="0" y="3489"/>
                    <a:pt x="0" y="7793"/>
                  </a:cubicBezTo>
                  <a:lnTo>
                    <a:pt x="1347" y="7793"/>
                  </a:lnTo>
                  <a:cubicBezTo>
                    <a:pt x="1669" y="7793"/>
                    <a:pt x="1953" y="7547"/>
                    <a:pt x="1991" y="7224"/>
                  </a:cubicBezTo>
                  <a:cubicBezTo>
                    <a:pt x="2295" y="4266"/>
                    <a:pt x="4968" y="1953"/>
                    <a:pt x="8002" y="1953"/>
                  </a:cubicBezTo>
                  <a:cubicBezTo>
                    <a:pt x="11017" y="1953"/>
                    <a:pt x="13729" y="4266"/>
                    <a:pt x="14013" y="7224"/>
                  </a:cubicBezTo>
                  <a:cubicBezTo>
                    <a:pt x="14051" y="7547"/>
                    <a:pt x="14316" y="7793"/>
                    <a:pt x="14658" y="7793"/>
                  </a:cubicBezTo>
                  <a:lnTo>
                    <a:pt x="15985" y="7793"/>
                  </a:lnTo>
                  <a:cubicBezTo>
                    <a:pt x="15985" y="3489"/>
                    <a:pt x="12287" y="0"/>
                    <a:pt x="80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50"/>
            <p:cNvSpPr/>
            <p:nvPr/>
          </p:nvSpPr>
          <p:spPr>
            <a:xfrm>
              <a:off x="3498438" y="1559725"/>
              <a:ext cx="42200" cy="61650"/>
            </a:xfrm>
            <a:custGeom>
              <a:avLst/>
              <a:gdLst/>
              <a:ahLst/>
              <a:cxnLst/>
              <a:rect l="l" t="t" r="r" b="b"/>
              <a:pathLst>
                <a:path w="1688" h="2466" extrusionOk="0">
                  <a:moveTo>
                    <a:pt x="399" y="0"/>
                  </a:moveTo>
                  <a:cubicBezTo>
                    <a:pt x="380" y="721"/>
                    <a:pt x="247" y="1441"/>
                    <a:pt x="0" y="2124"/>
                  </a:cubicBezTo>
                  <a:lnTo>
                    <a:pt x="1214" y="2446"/>
                  </a:lnTo>
                  <a:lnTo>
                    <a:pt x="1271" y="2465"/>
                  </a:lnTo>
                  <a:cubicBezTo>
                    <a:pt x="1536" y="1669"/>
                    <a:pt x="1669" y="834"/>
                    <a:pt x="168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50"/>
            <p:cNvSpPr/>
            <p:nvPr/>
          </p:nvSpPr>
          <p:spPr>
            <a:xfrm>
              <a:off x="3468088" y="1612800"/>
              <a:ext cx="74450" cy="118650"/>
            </a:xfrm>
            <a:custGeom>
              <a:avLst/>
              <a:gdLst/>
              <a:ahLst/>
              <a:cxnLst/>
              <a:rect l="l" t="t" r="r" b="b"/>
              <a:pathLst>
                <a:path w="2978" h="4746" extrusionOk="0">
                  <a:moveTo>
                    <a:pt x="1214" y="1"/>
                  </a:moveTo>
                  <a:cubicBezTo>
                    <a:pt x="1176" y="134"/>
                    <a:pt x="1" y="4381"/>
                    <a:pt x="1" y="4381"/>
                  </a:cubicBezTo>
                  <a:lnTo>
                    <a:pt x="1252" y="4722"/>
                  </a:lnTo>
                  <a:cubicBezTo>
                    <a:pt x="1308" y="4738"/>
                    <a:pt x="1365" y="4745"/>
                    <a:pt x="1420" y="4745"/>
                  </a:cubicBezTo>
                  <a:cubicBezTo>
                    <a:pt x="1705" y="4745"/>
                    <a:pt x="1969" y="4553"/>
                    <a:pt x="2049" y="4267"/>
                  </a:cubicBezTo>
                  <a:lnTo>
                    <a:pt x="2883" y="1139"/>
                  </a:lnTo>
                  <a:cubicBezTo>
                    <a:pt x="2978" y="778"/>
                    <a:pt x="2769" y="418"/>
                    <a:pt x="2428" y="342"/>
                  </a:cubicBezTo>
                  <a:lnTo>
                    <a:pt x="1214"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50"/>
            <p:cNvSpPr/>
            <p:nvPr/>
          </p:nvSpPr>
          <p:spPr>
            <a:xfrm>
              <a:off x="3403163" y="1583800"/>
              <a:ext cx="97200" cy="150475"/>
            </a:xfrm>
            <a:custGeom>
              <a:avLst/>
              <a:gdLst/>
              <a:ahLst/>
              <a:cxnLst/>
              <a:rect l="l" t="t" r="r" b="b"/>
              <a:pathLst>
                <a:path w="3888" h="6019" extrusionOk="0">
                  <a:moveTo>
                    <a:pt x="1910" y="0"/>
                  </a:moveTo>
                  <a:cubicBezTo>
                    <a:pt x="1615" y="0"/>
                    <a:pt x="1353" y="193"/>
                    <a:pt x="1290" y="478"/>
                  </a:cubicBezTo>
                  <a:lnTo>
                    <a:pt x="95" y="4858"/>
                  </a:lnTo>
                  <a:cubicBezTo>
                    <a:pt x="0" y="5200"/>
                    <a:pt x="209" y="5560"/>
                    <a:pt x="550" y="5655"/>
                  </a:cubicBezTo>
                  <a:lnTo>
                    <a:pt x="569" y="5655"/>
                  </a:lnTo>
                  <a:lnTo>
                    <a:pt x="1820" y="5996"/>
                  </a:lnTo>
                  <a:cubicBezTo>
                    <a:pt x="1876" y="6012"/>
                    <a:pt x="1933" y="6019"/>
                    <a:pt x="1988" y="6019"/>
                  </a:cubicBezTo>
                  <a:cubicBezTo>
                    <a:pt x="2273" y="6019"/>
                    <a:pt x="2538" y="5826"/>
                    <a:pt x="2617" y="5541"/>
                  </a:cubicBezTo>
                  <a:lnTo>
                    <a:pt x="3679" y="1540"/>
                  </a:lnTo>
                  <a:lnTo>
                    <a:pt x="3792" y="1142"/>
                  </a:lnTo>
                  <a:cubicBezTo>
                    <a:pt x="3887" y="801"/>
                    <a:pt x="3679" y="440"/>
                    <a:pt x="3337" y="346"/>
                  </a:cubicBezTo>
                  <a:lnTo>
                    <a:pt x="2086" y="23"/>
                  </a:lnTo>
                  <a:cubicBezTo>
                    <a:pt x="2027" y="8"/>
                    <a:pt x="1968" y="0"/>
                    <a:pt x="191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50"/>
            <p:cNvSpPr/>
            <p:nvPr/>
          </p:nvSpPr>
          <p:spPr>
            <a:xfrm>
              <a:off x="3181788" y="1583800"/>
              <a:ext cx="97200" cy="150475"/>
            </a:xfrm>
            <a:custGeom>
              <a:avLst/>
              <a:gdLst/>
              <a:ahLst/>
              <a:cxnLst/>
              <a:rect l="l" t="t" r="r" b="b"/>
              <a:pathLst>
                <a:path w="3888" h="6019" extrusionOk="0">
                  <a:moveTo>
                    <a:pt x="1976" y="0"/>
                  </a:moveTo>
                  <a:cubicBezTo>
                    <a:pt x="1919" y="0"/>
                    <a:pt x="1860" y="8"/>
                    <a:pt x="1801" y="23"/>
                  </a:cubicBezTo>
                  <a:lnTo>
                    <a:pt x="550" y="346"/>
                  </a:lnTo>
                  <a:cubicBezTo>
                    <a:pt x="209" y="440"/>
                    <a:pt x="0" y="801"/>
                    <a:pt x="95" y="1142"/>
                  </a:cubicBezTo>
                  <a:lnTo>
                    <a:pt x="1290" y="5541"/>
                  </a:lnTo>
                  <a:cubicBezTo>
                    <a:pt x="1353" y="5826"/>
                    <a:pt x="1615" y="6019"/>
                    <a:pt x="1910" y="6019"/>
                  </a:cubicBezTo>
                  <a:cubicBezTo>
                    <a:pt x="1968" y="6019"/>
                    <a:pt x="2027" y="6012"/>
                    <a:pt x="2086" y="5996"/>
                  </a:cubicBezTo>
                  <a:lnTo>
                    <a:pt x="3337" y="5655"/>
                  </a:lnTo>
                  <a:cubicBezTo>
                    <a:pt x="3679" y="5560"/>
                    <a:pt x="3887" y="5219"/>
                    <a:pt x="3792" y="4858"/>
                  </a:cubicBezTo>
                  <a:lnTo>
                    <a:pt x="2598" y="478"/>
                  </a:lnTo>
                  <a:cubicBezTo>
                    <a:pt x="2519" y="193"/>
                    <a:pt x="2267" y="0"/>
                    <a:pt x="197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50"/>
            <p:cNvSpPr/>
            <p:nvPr/>
          </p:nvSpPr>
          <p:spPr>
            <a:xfrm>
              <a:off x="3139588" y="1612800"/>
              <a:ext cx="74450" cy="118375"/>
            </a:xfrm>
            <a:custGeom>
              <a:avLst/>
              <a:gdLst/>
              <a:ahLst/>
              <a:cxnLst/>
              <a:rect l="l" t="t" r="r" b="b"/>
              <a:pathLst>
                <a:path w="2978" h="4735" extrusionOk="0">
                  <a:moveTo>
                    <a:pt x="1745" y="1"/>
                  </a:moveTo>
                  <a:lnTo>
                    <a:pt x="531" y="342"/>
                  </a:lnTo>
                  <a:lnTo>
                    <a:pt x="494" y="342"/>
                  </a:lnTo>
                  <a:cubicBezTo>
                    <a:pt x="171" y="456"/>
                    <a:pt x="1" y="797"/>
                    <a:pt x="76" y="1139"/>
                  </a:cubicBezTo>
                  <a:lnTo>
                    <a:pt x="930" y="4248"/>
                  </a:lnTo>
                  <a:cubicBezTo>
                    <a:pt x="991" y="4542"/>
                    <a:pt x="1242" y="4734"/>
                    <a:pt x="1517" y="4734"/>
                  </a:cubicBezTo>
                  <a:cubicBezTo>
                    <a:pt x="1580" y="4734"/>
                    <a:pt x="1644" y="4724"/>
                    <a:pt x="1707" y="4703"/>
                  </a:cubicBezTo>
                  <a:lnTo>
                    <a:pt x="2978" y="4381"/>
                  </a:lnTo>
                  <a:cubicBezTo>
                    <a:pt x="2978" y="4381"/>
                    <a:pt x="1802" y="134"/>
                    <a:pt x="174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50"/>
            <p:cNvSpPr/>
            <p:nvPr/>
          </p:nvSpPr>
          <p:spPr>
            <a:xfrm>
              <a:off x="3141013" y="1559725"/>
              <a:ext cx="42225" cy="61650"/>
            </a:xfrm>
            <a:custGeom>
              <a:avLst/>
              <a:gdLst/>
              <a:ahLst/>
              <a:cxnLst/>
              <a:rect l="l" t="t" r="r" b="b"/>
              <a:pathLst>
                <a:path w="1689" h="2466" extrusionOk="0">
                  <a:moveTo>
                    <a:pt x="0" y="0"/>
                  </a:moveTo>
                  <a:cubicBezTo>
                    <a:pt x="19" y="834"/>
                    <a:pt x="171" y="1669"/>
                    <a:pt x="437" y="2465"/>
                  </a:cubicBezTo>
                  <a:lnTo>
                    <a:pt x="474" y="2446"/>
                  </a:lnTo>
                  <a:lnTo>
                    <a:pt x="1688" y="2124"/>
                  </a:lnTo>
                  <a:cubicBezTo>
                    <a:pt x="1442" y="1441"/>
                    <a:pt x="1309" y="721"/>
                    <a:pt x="130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50"/>
            <p:cNvSpPr/>
            <p:nvPr/>
          </p:nvSpPr>
          <p:spPr>
            <a:xfrm>
              <a:off x="3447513" y="1627325"/>
              <a:ext cx="19175" cy="16425"/>
            </a:xfrm>
            <a:custGeom>
              <a:avLst/>
              <a:gdLst/>
              <a:ahLst/>
              <a:cxnLst/>
              <a:rect l="l" t="t" r="r" b="b"/>
              <a:pathLst>
                <a:path w="767" h="657" extrusionOk="0">
                  <a:moveTo>
                    <a:pt x="414" y="1"/>
                  </a:moveTo>
                  <a:cubicBezTo>
                    <a:pt x="166" y="1"/>
                    <a:pt x="1" y="275"/>
                    <a:pt x="122" y="501"/>
                  </a:cubicBezTo>
                  <a:cubicBezTo>
                    <a:pt x="187" y="606"/>
                    <a:pt x="294" y="656"/>
                    <a:pt x="401" y="656"/>
                  </a:cubicBezTo>
                  <a:cubicBezTo>
                    <a:pt x="544" y="656"/>
                    <a:pt x="686" y="568"/>
                    <a:pt x="729" y="406"/>
                  </a:cubicBezTo>
                  <a:cubicBezTo>
                    <a:pt x="767" y="235"/>
                    <a:pt x="653" y="65"/>
                    <a:pt x="483" y="8"/>
                  </a:cubicBezTo>
                  <a:cubicBezTo>
                    <a:pt x="459" y="3"/>
                    <a:pt x="436" y="1"/>
                    <a:pt x="41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50"/>
            <p:cNvSpPr/>
            <p:nvPr/>
          </p:nvSpPr>
          <p:spPr>
            <a:xfrm>
              <a:off x="3214913" y="1627250"/>
              <a:ext cx="19500" cy="16300"/>
            </a:xfrm>
            <a:custGeom>
              <a:avLst/>
              <a:gdLst/>
              <a:ahLst/>
              <a:cxnLst/>
              <a:rect l="l" t="t" r="r" b="b"/>
              <a:pathLst>
                <a:path w="780" h="652" extrusionOk="0">
                  <a:moveTo>
                    <a:pt x="367" y="0"/>
                  </a:moveTo>
                  <a:cubicBezTo>
                    <a:pt x="171" y="0"/>
                    <a:pt x="0" y="187"/>
                    <a:pt x="59" y="409"/>
                  </a:cubicBezTo>
                  <a:cubicBezTo>
                    <a:pt x="91" y="549"/>
                    <a:pt x="224" y="651"/>
                    <a:pt x="366" y="651"/>
                  </a:cubicBezTo>
                  <a:cubicBezTo>
                    <a:pt x="396" y="651"/>
                    <a:pt x="427" y="646"/>
                    <a:pt x="458" y="636"/>
                  </a:cubicBezTo>
                  <a:cubicBezTo>
                    <a:pt x="742" y="561"/>
                    <a:pt x="780" y="200"/>
                    <a:pt x="533" y="49"/>
                  </a:cubicBezTo>
                  <a:cubicBezTo>
                    <a:pt x="479" y="15"/>
                    <a:pt x="422" y="0"/>
                    <a:pt x="36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50"/>
            <p:cNvSpPr/>
            <p:nvPr/>
          </p:nvSpPr>
          <p:spPr>
            <a:xfrm>
              <a:off x="3131538" y="1356825"/>
              <a:ext cx="430925" cy="385825"/>
            </a:xfrm>
            <a:custGeom>
              <a:avLst/>
              <a:gdLst/>
              <a:ahLst/>
              <a:cxnLst/>
              <a:rect l="l" t="t" r="r" b="b"/>
              <a:pathLst>
                <a:path w="17237" h="15433" extrusionOk="0">
                  <a:moveTo>
                    <a:pt x="8381" y="645"/>
                  </a:moveTo>
                  <a:cubicBezTo>
                    <a:pt x="12420" y="645"/>
                    <a:pt x="15852" y="3888"/>
                    <a:pt x="16023" y="7794"/>
                  </a:cubicBezTo>
                  <a:lnTo>
                    <a:pt x="15037" y="7794"/>
                  </a:lnTo>
                  <a:cubicBezTo>
                    <a:pt x="14866" y="7794"/>
                    <a:pt x="14733" y="7680"/>
                    <a:pt x="14714" y="7509"/>
                  </a:cubicBezTo>
                  <a:cubicBezTo>
                    <a:pt x="14411" y="4362"/>
                    <a:pt x="11548" y="1954"/>
                    <a:pt x="8381" y="1954"/>
                  </a:cubicBezTo>
                  <a:cubicBezTo>
                    <a:pt x="5196" y="1954"/>
                    <a:pt x="2351" y="4362"/>
                    <a:pt x="2048" y="7509"/>
                  </a:cubicBezTo>
                  <a:cubicBezTo>
                    <a:pt x="2029" y="7680"/>
                    <a:pt x="1877" y="7794"/>
                    <a:pt x="1726" y="7794"/>
                  </a:cubicBezTo>
                  <a:lnTo>
                    <a:pt x="721" y="7794"/>
                  </a:lnTo>
                  <a:cubicBezTo>
                    <a:pt x="910" y="3888"/>
                    <a:pt x="4342" y="645"/>
                    <a:pt x="8381" y="645"/>
                  </a:cubicBezTo>
                  <a:close/>
                  <a:moveTo>
                    <a:pt x="1384" y="8439"/>
                  </a:moveTo>
                  <a:cubicBezTo>
                    <a:pt x="1403" y="8969"/>
                    <a:pt x="1498" y="9500"/>
                    <a:pt x="1669" y="10012"/>
                  </a:cubicBezTo>
                  <a:lnTo>
                    <a:pt x="1043" y="10183"/>
                  </a:lnTo>
                  <a:cubicBezTo>
                    <a:pt x="872" y="9614"/>
                    <a:pt x="759" y="9026"/>
                    <a:pt x="721" y="8439"/>
                  </a:cubicBezTo>
                  <a:close/>
                  <a:moveTo>
                    <a:pt x="16023" y="8439"/>
                  </a:moveTo>
                  <a:cubicBezTo>
                    <a:pt x="16004" y="9026"/>
                    <a:pt x="15890" y="9614"/>
                    <a:pt x="15719" y="10183"/>
                  </a:cubicBezTo>
                  <a:lnTo>
                    <a:pt x="15094" y="10012"/>
                  </a:lnTo>
                  <a:cubicBezTo>
                    <a:pt x="15245" y="9500"/>
                    <a:pt x="15340" y="8988"/>
                    <a:pt x="15378" y="8439"/>
                  </a:cubicBezTo>
                  <a:close/>
                  <a:moveTo>
                    <a:pt x="1877" y="10638"/>
                  </a:moveTo>
                  <a:lnTo>
                    <a:pt x="1877" y="10638"/>
                  </a:lnTo>
                  <a:cubicBezTo>
                    <a:pt x="1972" y="10884"/>
                    <a:pt x="1802" y="10336"/>
                    <a:pt x="2897" y="14394"/>
                  </a:cubicBezTo>
                  <a:lnTo>
                    <a:pt x="2897" y="14394"/>
                  </a:lnTo>
                  <a:lnTo>
                    <a:pt x="1953" y="14639"/>
                  </a:lnTo>
                  <a:cubicBezTo>
                    <a:pt x="1923" y="14649"/>
                    <a:pt x="1892" y="14654"/>
                    <a:pt x="1862" y="14654"/>
                  </a:cubicBezTo>
                  <a:cubicBezTo>
                    <a:pt x="1720" y="14654"/>
                    <a:pt x="1586" y="14552"/>
                    <a:pt x="1555" y="14411"/>
                  </a:cubicBezTo>
                  <a:lnTo>
                    <a:pt x="721" y="11283"/>
                  </a:lnTo>
                  <a:cubicBezTo>
                    <a:pt x="683" y="11112"/>
                    <a:pt x="759" y="10941"/>
                    <a:pt x="929" y="10885"/>
                  </a:cubicBezTo>
                  <a:lnTo>
                    <a:pt x="948" y="10885"/>
                  </a:lnTo>
                  <a:lnTo>
                    <a:pt x="1877" y="10638"/>
                  </a:lnTo>
                  <a:close/>
                  <a:moveTo>
                    <a:pt x="14866" y="10638"/>
                  </a:moveTo>
                  <a:lnTo>
                    <a:pt x="15814" y="10885"/>
                  </a:lnTo>
                  <a:cubicBezTo>
                    <a:pt x="15985" y="10941"/>
                    <a:pt x="16061" y="11112"/>
                    <a:pt x="16023" y="11283"/>
                  </a:cubicBezTo>
                  <a:lnTo>
                    <a:pt x="16042" y="11283"/>
                  </a:lnTo>
                  <a:lnTo>
                    <a:pt x="15188" y="14411"/>
                  </a:lnTo>
                  <a:cubicBezTo>
                    <a:pt x="15157" y="14552"/>
                    <a:pt x="15036" y="14654"/>
                    <a:pt x="14889" y="14654"/>
                  </a:cubicBezTo>
                  <a:cubicBezTo>
                    <a:pt x="14857" y="14654"/>
                    <a:pt x="14824" y="14649"/>
                    <a:pt x="14790" y="14639"/>
                  </a:cubicBezTo>
                  <a:lnTo>
                    <a:pt x="13842" y="14392"/>
                  </a:lnTo>
                  <a:cubicBezTo>
                    <a:pt x="14942" y="10335"/>
                    <a:pt x="14771" y="10866"/>
                    <a:pt x="14866" y="10638"/>
                  </a:cubicBezTo>
                  <a:close/>
                  <a:moveTo>
                    <a:pt x="4000" y="9397"/>
                  </a:moveTo>
                  <a:cubicBezTo>
                    <a:pt x="4143" y="9397"/>
                    <a:pt x="4275" y="9490"/>
                    <a:pt x="4323" y="9652"/>
                  </a:cubicBezTo>
                  <a:lnTo>
                    <a:pt x="5499" y="14032"/>
                  </a:lnTo>
                  <a:cubicBezTo>
                    <a:pt x="5556" y="14222"/>
                    <a:pt x="5442" y="14392"/>
                    <a:pt x="5272" y="14430"/>
                  </a:cubicBezTo>
                  <a:lnTo>
                    <a:pt x="4949" y="14525"/>
                  </a:lnTo>
                  <a:lnTo>
                    <a:pt x="4361" y="12326"/>
                  </a:lnTo>
                  <a:cubicBezTo>
                    <a:pt x="4322" y="12131"/>
                    <a:pt x="4185" y="12048"/>
                    <a:pt x="4046" y="12048"/>
                  </a:cubicBezTo>
                  <a:cubicBezTo>
                    <a:pt x="3847" y="12048"/>
                    <a:pt x="3646" y="12220"/>
                    <a:pt x="3736" y="12477"/>
                  </a:cubicBezTo>
                  <a:lnTo>
                    <a:pt x="4323" y="14696"/>
                  </a:lnTo>
                  <a:lnTo>
                    <a:pt x="4001" y="14772"/>
                  </a:lnTo>
                  <a:cubicBezTo>
                    <a:pt x="3976" y="14777"/>
                    <a:pt x="3951" y="14780"/>
                    <a:pt x="3927" y="14780"/>
                  </a:cubicBezTo>
                  <a:cubicBezTo>
                    <a:pt x="3783" y="14780"/>
                    <a:pt x="3654" y="14687"/>
                    <a:pt x="3622" y="14525"/>
                  </a:cubicBezTo>
                  <a:lnTo>
                    <a:pt x="2427" y="10145"/>
                  </a:lnTo>
                  <a:cubicBezTo>
                    <a:pt x="2389" y="9974"/>
                    <a:pt x="2484" y="9785"/>
                    <a:pt x="2674" y="9747"/>
                  </a:cubicBezTo>
                  <a:lnTo>
                    <a:pt x="3925" y="9406"/>
                  </a:lnTo>
                  <a:cubicBezTo>
                    <a:pt x="3950" y="9400"/>
                    <a:pt x="3975" y="9397"/>
                    <a:pt x="4000" y="9397"/>
                  </a:cubicBezTo>
                  <a:close/>
                  <a:moveTo>
                    <a:pt x="12761" y="9406"/>
                  </a:moveTo>
                  <a:cubicBezTo>
                    <a:pt x="12780" y="9406"/>
                    <a:pt x="12799" y="9406"/>
                    <a:pt x="12837" y="9425"/>
                  </a:cubicBezTo>
                  <a:lnTo>
                    <a:pt x="14089" y="9747"/>
                  </a:lnTo>
                  <a:cubicBezTo>
                    <a:pt x="14259" y="9804"/>
                    <a:pt x="14373" y="9974"/>
                    <a:pt x="14335" y="10145"/>
                  </a:cubicBezTo>
                  <a:lnTo>
                    <a:pt x="13141" y="14525"/>
                  </a:lnTo>
                  <a:cubicBezTo>
                    <a:pt x="13108" y="14687"/>
                    <a:pt x="12965" y="14780"/>
                    <a:pt x="12818" y="14780"/>
                  </a:cubicBezTo>
                  <a:cubicBezTo>
                    <a:pt x="12793" y="14780"/>
                    <a:pt x="12767" y="14777"/>
                    <a:pt x="12742" y="14772"/>
                  </a:cubicBezTo>
                  <a:lnTo>
                    <a:pt x="12439" y="14696"/>
                  </a:lnTo>
                  <a:lnTo>
                    <a:pt x="13027" y="12496"/>
                  </a:lnTo>
                  <a:cubicBezTo>
                    <a:pt x="13061" y="12257"/>
                    <a:pt x="12877" y="12107"/>
                    <a:pt x="12695" y="12107"/>
                  </a:cubicBezTo>
                  <a:cubicBezTo>
                    <a:pt x="12574" y="12107"/>
                    <a:pt x="12454" y="12174"/>
                    <a:pt x="12401" y="12326"/>
                  </a:cubicBezTo>
                  <a:lnTo>
                    <a:pt x="11813" y="14525"/>
                  </a:lnTo>
                  <a:lnTo>
                    <a:pt x="11491" y="14430"/>
                  </a:lnTo>
                  <a:cubicBezTo>
                    <a:pt x="11320" y="14392"/>
                    <a:pt x="11206" y="14203"/>
                    <a:pt x="11263" y="14032"/>
                  </a:cubicBezTo>
                  <a:lnTo>
                    <a:pt x="12439" y="9652"/>
                  </a:lnTo>
                  <a:cubicBezTo>
                    <a:pt x="12477" y="9500"/>
                    <a:pt x="12610" y="9406"/>
                    <a:pt x="12761" y="9406"/>
                  </a:cubicBezTo>
                  <a:close/>
                  <a:moveTo>
                    <a:pt x="8381" y="1"/>
                  </a:moveTo>
                  <a:cubicBezTo>
                    <a:pt x="3906" y="1"/>
                    <a:pt x="57" y="3622"/>
                    <a:pt x="57" y="8116"/>
                  </a:cubicBezTo>
                  <a:cubicBezTo>
                    <a:pt x="57" y="8894"/>
                    <a:pt x="190" y="9671"/>
                    <a:pt x="436" y="10429"/>
                  </a:cubicBezTo>
                  <a:cubicBezTo>
                    <a:pt x="133" y="10657"/>
                    <a:pt x="0" y="11055"/>
                    <a:pt x="95" y="11434"/>
                  </a:cubicBezTo>
                  <a:lnTo>
                    <a:pt x="929" y="14582"/>
                  </a:lnTo>
                  <a:cubicBezTo>
                    <a:pt x="1041" y="15013"/>
                    <a:pt x="1434" y="15296"/>
                    <a:pt x="1873" y="15296"/>
                  </a:cubicBezTo>
                  <a:cubicBezTo>
                    <a:pt x="1955" y="15296"/>
                    <a:pt x="2040" y="15286"/>
                    <a:pt x="2124" y="15265"/>
                  </a:cubicBezTo>
                  <a:lnTo>
                    <a:pt x="3110" y="14999"/>
                  </a:lnTo>
                  <a:cubicBezTo>
                    <a:pt x="3290" y="15269"/>
                    <a:pt x="3601" y="15432"/>
                    <a:pt x="3920" y="15432"/>
                  </a:cubicBezTo>
                  <a:cubicBezTo>
                    <a:pt x="4004" y="15432"/>
                    <a:pt x="4089" y="15421"/>
                    <a:pt x="4172" y="15397"/>
                  </a:cubicBezTo>
                  <a:lnTo>
                    <a:pt x="5423" y="15056"/>
                  </a:lnTo>
                  <a:cubicBezTo>
                    <a:pt x="5935" y="14923"/>
                    <a:pt x="6258" y="14392"/>
                    <a:pt x="6125" y="13880"/>
                  </a:cubicBezTo>
                  <a:lnTo>
                    <a:pt x="4949" y="9481"/>
                  </a:lnTo>
                  <a:cubicBezTo>
                    <a:pt x="4821" y="9034"/>
                    <a:pt x="4425" y="8749"/>
                    <a:pt x="3997" y="8749"/>
                  </a:cubicBezTo>
                  <a:cubicBezTo>
                    <a:pt x="3917" y="8749"/>
                    <a:pt x="3836" y="8759"/>
                    <a:pt x="3755" y="8780"/>
                  </a:cubicBezTo>
                  <a:lnTo>
                    <a:pt x="2503" y="9121"/>
                  </a:lnTo>
                  <a:cubicBezTo>
                    <a:pt x="2370" y="9159"/>
                    <a:pt x="2257" y="9216"/>
                    <a:pt x="2143" y="9292"/>
                  </a:cubicBezTo>
                  <a:cubicBezTo>
                    <a:pt x="2086" y="9007"/>
                    <a:pt x="2048" y="8704"/>
                    <a:pt x="2029" y="8401"/>
                  </a:cubicBezTo>
                  <a:cubicBezTo>
                    <a:pt x="2389" y="8287"/>
                    <a:pt x="2655" y="7964"/>
                    <a:pt x="2693" y="7585"/>
                  </a:cubicBezTo>
                  <a:cubicBezTo>
                    <a:pt x="2958" y="4836"/>
                    <a:pt x="5499" y="2598"/>
                    <a:pt x="8381" y="2598"/>
                  </a:cubicBezTo>
                  <a:cubicBezTo>
                    <a:pt x="11244" y="2598"/>
                    <a:pt x="13804" y="4836"/>
                    <a:pt x="14070" y="7585"/>
                  </a:cubicBezTo>
                  <a:cubicBezTo>
                    <a:pt x="14108" y="7964"/>
                    <a:pt x="14373" y="8287"/>
                    <a:pt x="14733" y="8401"/>
                  </a:cubicBezTo>
                  <a:cubicBezTo>
                    <a:pt x="14714" y="8704"/>
                    <a:pt x="14676" y="8988"/>
                    <a:pt x="14620" y="9292"/>
                  </a:cubicBezTo>
                  <a:cubicBezTo>
                    <a:pt x="14506" y="9216"/>
                    <a:pt x="14392" y="9159"/>
                    <a:pt x="14259" y="9121"/>
                  </a:cubicBezTo>
                  <a:lnTo>
                    <a:pt x="13008" y="8780"/>
                  </a:lnTo>
                  <a:cubicBezTo>
                    <a:pt x="12927" y="8759"/>
                    <a:pt x="12845" y="8749"/>
                    <a:pt x="12764" y="8749"/>
                  </a:cubicBezTo>
                  <a:cubicBezTo>
                    <a:pt x="12337" y="8749"/>
                    <a:pt x="11941" y="9032"/>
                    <a:pt x="11813" y="9462"/>
                  </a:cubicBezTo>
                  <a:lnTo>
                    <a:pt x="10638" y="13862"/>
                  </a:lnTo>
                  <a:cubicBezTo>
                    <a:pt x="10505" y="14373"/>
                    <a:pt x="10808" y="14904"/>
                    <a:pt x="11320" y="15037"/>
                  </a:cubicBezTo>
                  <a:lnTo>
                    <a:pt x="12572" y="15378"/>
                  </a:lnTo>
                  <a:cubicBezTo>
                    <a:pt x="12655" y="15402"/>
                    <a:pt x="12740" y="15414"/>
                    <a:pt x="12824" y="15414"/>
                  </a:cubicBezTo>
                  <a:cubicBezTo>
                    <a:pt x="13143" y="15414"/>
                    <a:pt x="13453" y="15250"/>
                    <a:pt x="13634" y="14980"/>
                  </a:cubicBezTo>
                  <a:lnTo>
                    <a:pt x="14620" y="15265"/>
                  </a:lnTo>
                  <a:cubicBezTo>
                    <a:pt x="14701" y="15285"/>
                    <a:pt x="14782" y="15295"/>
                    <a:pt x="14861" y="15295"/>
                  </a:cubicBezTo>
                  <a:cubicBezTo>
                    <a:pt x="15303" y="15295"/>
                    <a:pt x="15702" y="14997"/>
                    <a:pt x="15814" y="14563"/>
                  </a:cubicBezTo>
                  <a:lnTo>
                    <a:pt x="16648" y="11434"/>
                  </a:lnTo>
                  <a:cubicBezTo>
                    <a:pt x="16743" y="11055"/>
                    <a:pt x="16629" y="10657"/>
                    <a:pt x="16326" y="10429"/>
                  </a:cubicBezTo>
                  <a:cubicBezTo>
                    <a:pt x="17236" y="7547"/>
                    <a:pt x="16421" y="4419"/>
                    <a:pt x="14202" y="2371"/>
                  </a:cubicBezTo>
                  <a:cubicBezTo>
                    <a:pt x="12648" y="854"/>
                    <a:pt x="10543" y="1"/>
                    <a:pt x="838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30" name="Google Shape;2630;p50"/>
          <p:cNvGrpSpPr/>
          <p:nvPr/>
        </p:nvGrpSpPr>
        <p:grpSpPr>
          <a:xfrm>
            <a:off x="4551885" y="1298218"/>
            <a:ext cx="365742" cy="365754"/>
            <a:chOff x="3826463" y="1356825"/>
            <a:chExt cx="366475" cy="366450"/>
          </a:xfrm>
        </p:grpSpPr>
        <p:sp>
          <p:nvSpPr>
            <p:cNvPr id="2631" name="Google Shape;2631;p50"/>
            <p:cNvSpPr/>
            <p:nvPr/>
          </p:nvSpPr>
          <p:spPr>
            <a:xfrm>
              <a:off x="3833588" y="1420825"/>
              <a:ext cx="351750" cy="294875"/>
            </a:xfrm>
            <a:custGeom>
              <a:avLst/>
              <a:gdLst/>
              <a:ahLst/>
              <a:cxnLst/>
              <a:rect l="l" t="t" r="r" b="b"/>
              <a:pathLst>
                <a:path w="14070" h="11795" extrusionOk="0">
                  <a:moveTo>
                    <a:pt x="0" y="0"/>
                  </a:moveTo>
                  <a:lnTo>
                    <a:pt x="0" y="11226"/>
                  </a:lnTo>
                  <a:cubicBezTo>
                    <a:pt x="0" y="11548"/>
                    <a:pt x="247" y="11795"/>
                    <a:pt x="569" y="11795"/>
                  </a:cubicBezTo>
                  <a:lnTo>
                    <a:pt x="13501" y="11795"/>
                  </a:lnTo>
                  <a:cubicBezTo>
                    <a:pt x="13823" y="11795"/>
                    <a:pt x="14070" y="11548"/>
                    <a:pt x="14070" y="11226"/>
                  </a:cubicBezTo>
                  <a:lnTo>
                    <a:pt x="1407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50"/>
            <p:cNvSpPr/>
            <p:nvPr/>
          </p:nvSpPr>
          <p:spPr>
            <a:xfrm>
              <a:off x="3833588" y="1363950"/>
              <a:ext cx="351750" cy="56900"/>
            </a:xfrm>
            <a:custGeom>
              <a:avLst/>
              <a:gdLst/>
              <a:ahLst/>
              <a:cxnLst/>
              <a:rect l="l" t="t" r="r" b="b"/>
              <a:pathLst>
                <a:path w="14070" h="2276" extrusionOk="0">
                  <a:moveTo>
                    <a:pt x="569" y="0"/>
                  </a:moveTo>
                  <a:cubicBezTo>
                    <a:pt x="247" y="0"/>
                    <a:pt x="0" y="247"/>
                    <a:pt x="0" y="569"/>
                  </a:cubicBezTo>
                  <a:lnTo>
                    <a:pt x="0" y="2275"/>
                  </a:lnTo>
                  <a:lnTo>
                    <a:pt x="14070" y="2275"/>
                  </a:lnTo>
                  <a:lnTo>
                    <a:pt x="14070" y="569"/>
                  </a:lnTo>
                  <a:cubicBezTo>
                    <a:pt x="14070" y="247"/>
                    <a:pt x="13823" y="0"/>
                    <a:pt x="1350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50"/>
            <p:cNvSpPr/>
            <p:nvPr/>
          </p:nvSpPr>
          <p:spPr>
            <a:xfrm>
              <a:off x="3876238" y="1468225"/>
              <a:ext cx="266450" cy="128975"/>
            </a:xfrm>
            <a:custGeom>
              <a:avLst/>
              <a:gdLst/>
              <a:ahLst/>
              <a:cxnLst/>
              <a:rect l="l" t="t" r="r" b="b"/>
              <a:pathLst>
                <a:path w="10658" h="5159" extrusionOk="0">
                  <a:moveTo>
                    <a:pt x="589" y="1"/>
                  </a:moveTo>
                  <a:cubicBezTo>
                    <a:pt x="266" y="1"/>
                    <a:pt x="1" y="266"/>
                    <a:pt x="1" y="569"/>
                  </a:cubicBezTo>
                  <a:lnTo>
                    <a:pt x="1" y="4589"/>
                  </a:lnTo>
                  <a:cubicBezTo>
                    <a:pt x="20" y="4893"/>
                    <a:pt x="266" y="5158"/>
                    <a:pt x="589" y="5158"/>
                  </a:cubicBezTo>
                  <a:lnTo>
                    <a:pt x="10088" y="5158"/>
                  </a:lnTo>
                  <a:cubicBezTo>
                    <a:pt x="10392" y="5158"/>
                    <a:pt x="10657" y="4893"/>
                    <a:pt x="10657" y="4589"/>
                  </a:cubicBezTo>
                  <a:lnTo>
                    <a:pt x="10657" y="569"/>
                  </a:lnTo>
                  <a:cubicBezTo>
                    <a:pt x="10657" y="266"/>
                    <a:pt x="10411" y="1"/>
                    <a:pt x="1008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50"/>
            <p:cNvSpPr/>
            <p:nvPr/>
          </p:nvSpPr>
          <p:spPr>
            <a:xfrm>
              <a:off x="3981013" y="1504250"/>
              <a:ext cx="64475" cy="56925"/>
            </a:xfrm>
            <a:custGeom>
              <a:avLst/>
              <a:gdLst/>
              <a:ahLst/>
              <a:cxnLst/>
              <a:rect l="l" t="t" r="r" b="b"/>
              <a:pathLst>
                <a:path w="2579" h="2277" extrusionOk="0">
                  <a:moveTo>
                    <a:pt x="0" y="1"/>
                  </a:moveTo>
                  <a:lnTo>
                    <a:pt x="0" y="2276"/>
                  </a:lnTo>
                  <a:lnTo>
                    <a:pt x="2579" y="1138"/>
                  </a:lnTo>
                  <a:lnTo>
                    <a:pt x="0" y="1"/>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50"/>
            <p:cNvSpPr/>
            <p:nvPr/>
          </p:nvSpPr>
          <p:spPr>
            <a:xfrm>
              <a:off x="3937863" y="1639825"/>
              <a:ext cx="33700" cy="28825"/>
            </a:xfrm>
            <a:custGeom>
              <a:avLst/>
              <a:gdLst/>
              <a:ahLst/>
              <a:cxnLst/>
              <a:rect l="l" t="t" r="r" b="b"/>
              <a:pathLst>
                <a:path w="1348" h="1153" extrusionOk="0">
                  <a:moveTo>
                    <a:pt x="570" y="1"/>
                  </a:moveTo>
                  <a:cubicBezTo>
                    <a:pt x="266" y="1"/>
                    <a:pt x="1" y="266"/>
                    <a:pt x="1" y="570"/>
                  </a:cubicBezTo>
                  <a:cubicBezTo>
                    <a:pt x="1" y="918"/>
                    <a:pt x="282" y="1153"/>
                    <a:pt x="582" y="1153"/>
                  </a:cubicBezTo>
                  <a:cubicBezTo>
                    <a:pt x="722" y="1153"/>
                    <a:pt x="866" y="1101"/>
                    <a:pt x="987" y="987"/>
                  </a:cubicBezTo>
                  <a:cubicBezTo>
                    <a:pt x="1347" y="626"/>
                    <a:pt x="1082" y="1"/>
                    <a:pt x="57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50"/>
            <p:cNvSpPr/>
            <p:nvPr/>
          </p:nvSpPr>
          <p:spPr>
            <a:xfrm>
              <a:off x="4032688" y="1385275"/>
              <a:ext cx="17075" cy="14375"/>
            </a:xfrm>
            <a:custGeom>
              <a:avLst/>
              <a:gdLst/>
              <a:ahLst/>
              <a:cxnLst/>
              <a:rect l="l" t="t" r="r" b="b"/>
              <a:pathLst>
                <a:path w="683" h="575" extrusionOk="0">
                  <a:moveTo>
                    <a:pt x="398" y="0"/>
                  </a:moveTo>
                  <a:cubicBezTo>
                    <a:pt x="133" y="0"/>
                    <a:pt x="0" y="304"/>
                    <a:pt x="190" y="493"/>
                  </a:cubicBezTo>
                  <a:cubicBezTo>
                    <a:pt x="245" y="549"/>
                    <a:pt x="314" y="574"/>
                    <a:pt x="384" y="574"/>
                  </a:cubicBezTo>
                  <a:cubicBezTo>
                    <a:pt x="527" y="574"/>
                    <a:pt x="670" y="464"/>
                    <a:pt x="683" y="285"/>
                  </a:cubicBezTo>
                  <a:cubicBezTo>
                    <a:pt x="683" y="133"/>
                    <a:pt x="550" y="0"/>
                    <a:pt x="3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50"/>
            <p:cNvSpPr/>
            <p:nvPr/>
          </p:nvSpPr>
          <p:spPr>
            <a:xfrm>
              <a:off x="4061588" y="1385275"/>
              <a:ext cx="47425" cy="14250"/>
            </a:xfrm>
            <a:custGeom>
              <a:avLst/>
              <a:gdLst/>
              <a:ahLst/>
              <a:cxnLst/>
              <a:rect l="l" t="t" r="r" b="b"/>
              <a:pathLst>
                <a:path w="1897" h="570" extrusionOk="0">
                  <a:moveTo>
                    <a:pt x="380" y="0"/>
                  </a:moveTo>
                  <a:cubicBezTo>
                    <a:pt x="1" y="0"/>
                    <a:pt x="1" y="569"/>
                    <a:pt x="380" y="569"/>
                  </a:cubicBezTo>
                  <a:lnTo>
                    <a:pt x="1518" y="569"/>
                  </a:lnTo>
                  <a:cubicBezTo>
                    <a:pt x="1897" y="569"/>
                    <a:pt x="1897" y="0"/>
                    <a:pt x="15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50"/>
            <p:cNvSpPr/>
            <p:nvPr/>
          </p:nvSpPr>
          <p:spPr>
            <a:xfrm>
              <a:off x="4118963" y="1385275"/>
              <a:ext cx="47900" cy="14250"/>
            </a:xfrm>
            <a:custGeom>
              <a:avLst/>
              <a:gdLst/>
              <a:ahLst/>
              <a:cxnLst/>
              <a:rect l="l" t="t" r="r" b="b"/>
              <a:pathLst>
                <a:path w="1916" h="570" extrusionOk="0">
                  <a:moveTo>
                    <a:pt x="379" y="0"/>
                  </a:moveTo>
                  <a:cubicBezTo>
                    <a:pt x="0" y="0"/>
                    <a:pt x="0" y="569"/>
                    <a:pt x="379" y="569"/>
                  </a:cubicBezTo>
                  <a:lnTo>
                    <a:pt x="1517" y="569"/>
                  </a:lnTo>
                  <a:cubicBezTo>
                    <a:pt x="1915" y="569"/>
                    <a:pt x="1915" y="0"/>
                    <a:pt x="151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50"/>
            <p:cNvSpPr/>
            <p:nvPr/>
          </p:nvSpPr>
          <p:spPr>
            <a:xfrm>
              <a:off x="3826463" y="1356825"/>
              <a:ext cx="366475" cy="366450"/>
            </a:xfrm>
            <a:custGeom>
              <a:avLst/>
              <a:gdLst/>
              <a:ahLst/>
              <a:cxnLst/>
              <a:rect l="l" t="t" r="r" b="b"/>
              <a:pathLst>
                <a:path w="14659" h="14658" extrusionOk="0">
                  <a:moveTo>
                    <a:pt x="13786" y="570"/>
                  </a:moveTo>
                  <a:cubicBezTo>
                    <a:pt x="13956" y="570"/>
                    <a:pt x="14070" y="702"/>
                    <a:pt x="14070" y="854"/>
                  </a:cubicBezTo>
                  <a:lnTo>
                    <a:pt x="14070" y="2276"/>
                  </a:lnTo>
                  <a:lnTo>
                    <a:pt x="570" y="2276"/>
                  </a:lnTo>
                  <a:lnTo>
                    <a:pt x="570" y="854"/>
                  </a:lnTo>
                  <a:cubicBezTo>
                    <a:pt x="570" y="702"/>
                    <a:pt x="683" y="570"/>
                    <a:pt x="854" y="570"/>
                  </a:cubicBezTo>
                  <a:close/>
                  <a:moveTo>
                    <a:pt x="14070" y="2864"/>
                  </a:moveTo>
                  <a:lnTo>
                    <a:pt x="14070" y="13786"/>
                  </a:lnTo>
                  <a:cubicBezTo>
                    <a:pt x="14070" y="13956"/>
                    <a:pt x="13956" y="14070"/>
                    <a:pt x="13786" y="14070"/>
                  </a:cubicBezTo>
                  <a:lnTo>
                    <a:pt x="854" y="14070"/>
                  </a:lnTo>
                  <a:cubicBezTo>
                    <a:pt x="683" y="14070"/>
                    <a:pt x="570" y="13956"/>
                    <a:pt x="570" y="13786"/>
                  </a:cubicBezTo>
                  <a:lnTo>
                    <a:pt x="570" y="2864"/>
                  </a:lnTo>
                  <a:close/>
                  <a:moveTo>
                    <a:pt x="854" y="1"/>
                  </a:moveTo>
                  <a:cubicBezTo>
                    <a:pt x="380" y="1"/>
                    <a:pt x="1" y="380"/>
                    <a:pt x="1" y="854"/>
                  </a:cubicBezTo>
                  <a:lnTo>
                    <a:pt x="1" y="13786"/>
                  </a:lnTo>
                  <a:cubicBezTo>
                    <a:pt x="1" y="14260"/>
                    <a:pt x="380" y="14639"/>
                    <a:pt x="854" y="14658"/>
                  </a:cubicBezTo>
                  <a:lnTo>
                    <a:pt x="13786" y="14658"/>
                  </a:lnTo>
                  <a:cubicBezTo>
                    <a:pt x="14260" y="14639"/>
                    <a:pt x="14639" y="14260"/>
                    <a:pt x="14658" y="13786"/>
                  </a:cubicBezTo>
                  <a:lnTo>
                    <a:pt x="14658" y="854"/>
                  </a:lnTo>
                  <a:cubicBezTo>
                    <a:pt x="14639" y="380"/>
                    <a:pt x="14260" y="1"/>
                    <a:pt x="1378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50"/>
            <p:cNvSpPr/>
            <p:nvPr/>
          </p:nvSpPr>
          <p:spPr>
            <a:xfrm>
              <a:off x="3869138" y="1461125"/>
              <a:ext cx="280650" cy="143175"/>
            </a:xfrm>
            <a:custGeom>
              <a:avLst/>
              <a:gdLst/>
              <a:ahLst/>
              <a:cxnLst/>
              <a:rect l="l" t="t" r="r" b="b"/>
              <a:pathLst>
                <a:path w="11226" h="5727" extrusionOk="0">
                  <a:moveTo>
                    <a:pt x="10372" y="569"/>
                  </a:moveTo>
                  <a:cubicBezTo>
                    <a:pt x="10524" y="569"/>
                    <a:pt x="10657" y="702"/>
                    <a:pt x="10657" y="853"/>
                  </a:cubicBezTo>
                  <a:lnTo>
                    <a:pt x="10657" y="4873"/>
                  </a:lnTo>
                  <a:cubicBezTo>
                    <a:pt x="10657" y="5025"/>
                    <a:pt x="10524" y="5158"/>
                    <a:pt x="10372" y="5158"/>
                  </a:cubicBezTo>
                  <a:lnTo>
                    <a:pt x="873" y="5158"/>
                  </a:lnTo>
                  <a:cubicBezTo>
                    <a:pt x="702" y="5158"/>
                    <a:pt x="588" y="5025"/>
                    <a:pt x="588" y="4873"/>
                  </a:cubicBezTo>
                  <a:lnTo>
                    <a:pt x="569" y="853"/>
                  </a:lnTo>
                  <a:cubicBezTo>
                    <a:pt x="569" y="702"/>
                    <a:pt x="702" y="569"/>
                    <a:pt x="854" y="569"/>
                  </a:cubicBezTo>
                  <a:close/>
                  <a:moveTo>
                    <a:pt x="873" y="0"/>
                  </a:moveTo>
                  <a:cubicBezTo>
                    <a:pt x="399" y="0"/>
                    <a:pt x="0" y="379"/>
                    <a:pt x="19" y="853"/>
                  </a:cubicBezTo>
                  <a:lnTo>
                    <a:pt x="19" y="4873"/>
                  </a:lnTo>
                  <a:cubicBezTo>
                    <a:pt x="19" y="5347"/>
                    <a:pt x="399" y="5727"/>
                    <a:pt x="873" y="5727"/>
                  </a:cubicBezTo>
                  <a:lnTo>
                    <a:pt x="10372" y="5727"/>
                  </a:lnTo>
                  <a:cubicBezTo>
                    <a:pt x="10846" y="5727"/>
                    <a:pt x="11226" y="5347"/>
                    <a:pt x="11226" y="4873"/>
                  </a:cubicBezTo>
                  <a:lnTo>
                    <a:pt x="11226" y="853"/>
                  </a:lnTo>
                  <a:cubicBezTo>
                    <a:pt x="11226" y="379"/>
                    <a:pt x="10846" y="0"/>
                    <a:pt x="1037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50"/>
            <p:cNvSpPr/>
            <p:nvPr/>
          </p:nvSpPr>
          <p:spPr>
            <a:xfrm>
              <a:off x="3867713" y="1632825"/>
              <a:ext cx="285100" cy="43050"/>
            </a:xfrm>
            <a:custGeom>
              <a:avLst/>
              <a:gdLst/>
              <a:ahLst/>
              <a:cxnLst/>
              <a:rect l="l" t="t" r="r" b="b"/>
              <a:pathLst>
                <a:path w="11404" h="1722" extrusionOk="0">
                  <a:moveTo>
                    <a:pt x="3376" y="565"/>
                  </a:moveTo>
                  <a:cubicBezTo>
                    <a:pt x="3641" y="565"/>
                    <a:pt x="3755" y="868"/>
                    <a:pt x="3584" y="1058"/>
                  </a:cubicBezTo>
                  <a:cubicBezTo>
                    <a:pt x="3523" y="1113"/>
                    <a:pt x="3449" y="1139"/>
                    <a:pt x="3378" y="1139"/>
                  </a:cubicBezTo>
                  <a:cubicBezTo>
                    <a:pt x="3230" y="1139"/>
                    <a:pt x="3091" y="1029"/>
                    <a:pt x="3091" y="850"/>
                  </a:cubicBezTo>
                  <a:cubicBezTo>
                    <a:pt x="3091" y="698"/>
                    <a:pt x="3224" y="565"/>
                    <a:pt x="3376" y="565"/>
                  </a:cubicBezTo>
                  <a:close/>
                  <a:moveTo>
                    <a:pt x="3385" y="1"/>
                  </a:moveTo>
                  <a:cubicBezTo>
                    <a:pt x="3049" y="1"/>
                    <a:pt x="2712" y="195"/>
                    <a:pt x="2579" y="584"/>
                  </a:cubicBezTo>
                  <a:lnTo>
                    <a:pt x="342" y="584"/>
                  </a:lnTo>
                  <a:cubicBezTo>
                    <a:pt x="0" y="603"/>
                    <a:pt x="0" y="1115"/>
                    <a:pt x="342" y="1153"/>
                  </a:cubicBezTo>
                  <a:lnTo>
                    <a:pt x="2579" y="1153"/>
                  </a:lnTo>
                  <a:cubicBezTo>
                    <a:pt x="2712" y="1532"/>
                    <a:pt x="3049" y="1722"/>
                    <a:pt x="3385" y="1722"/>
                  </a:cubicBezTo>
                  <a:cubicBezTo>
                    <a:pt x="3722" y="1722"/>
                    <a:pt x="4058" y="1532"/>
                    <a:pt x="4191" y="1153"/>
                  </a:cubicBezTo>
                  <a:lnTo>
                    <a:pt x="10998" y="1153"/>
                  </a:lnTo>
                  <a:cubicBezTo>
                    <a:pt x="11010" y="1154"/>
                    <a:pt x="11021" y="1154"/>
                    <a:pt x="11032" y="1154"/>
                  </a:cubicBezTo>
                  <a:cubicBezTo>
                    <a:pt x="11399" y="1154"/>
                    <a:pt x="11404" y="581"/>
                    <a:pt x="11047" y="581"/>
                  </a:cubicBezTo>
                  <a:cubicBezTo>
                    <a:pt x="11032" y="581"/>
                    <a:pt x="11015" y="582"/>
                    <a:pt x="10998" y="584"/>
                  </a:cubicBezTo>
                  <a:lnTo>
                    <a:pt x="4191" y="584"/>
                  </a:lnTo>
                  <a:cubicBezTo>
                    <a:pt x="4058" y="195"/>
                    <a:pt x="3722" y="1"/>
                    <a:pt x="338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50"/>
            <p:cNvSpPr/>
            <p:nvPr/>
          </p:nvSpPr>
          <p:spPr>
            <a:xfrm>
              <a:off x="3973888" y="1496900"/>
              <a:ext cx="78725" cy="71550"/>
            </a:xfrm>
            <a:custGeom>
              <a:avLst/>
              <a:gdLst/>
              <a:ahLst/>
              <a:cxnLst/>
              <a:rect l="l" t="t" r="r" b="b"/>
              <a:pathLst>
                <a:path w="3149" h="2862" extrusionOk="0">
                  <a:moveTo>
                    <a:pt x="570" y="731"/>
                  </a:moveTo>
                  <a:lnTo>
                    <a:pt x="2143" y="1432"/>
                  </a:lnTo>
                  <a:lnTo>
                    <a:pt x="570" y="2153"/>
                  </a:lnTo>
                  <a:lnTo>
                    <a:pt x="570" y="731"/>
                  </a:lnTo>
                  <a:close/>
                  <a:moveTo>
                    <a:pt x="280" y="0"/>
                  </a:moveTo>
                  <a:cubicBezTo>
                    <a:pt x="131" y="0"/>
                    <a:pt x="1" y="130"/>
                    <a:pt x="1" y="295"/>
                  </a:cubicBezTo>
                  <a:lnTo>
                    <a:pt x="1" y="2570"/>
                  </a:lnTo>
                  <a:cubicBezTo>
                    <a:pt x="1" y="2665"/>
                    <a:pt x="39" y="2760"/>
                    <a:pt x="115" y="2817"/>
                  </a:cubicBezTo>
                  <a:cubicBezTo>
                    <a:pt x="167" y="2848"/>
                    <a:pt x="219" y="2862"/>
                    <a:pt x="271" y="2862"/>
                  </a:cubicBezTo>
                  <a:cubicBezTo>
                    <a:pt x="314" y="2862"/>
                    <a:pt x="356" y="2853"/>
                    <a:pt x="399" y="2836"/>
                  </a:cubicBezTo>
                  <a:lnTo>
                    <a:pt x="2978" y="1698"/>
                  </a:lnTo>
                  <a:cubicBezTo>
                    <a:pt x="3073" y="1641"/>
                    <a:pt x="3148" y="1546"/>
                    <a:pt x="3148" y="1432"/>
                  </a:cubicBezTo>
                  <a:cubicBezTo>
                    <a:pt x="3148" y="1319"/>
                    <a:pt x="3073" y="1224"/>
                    <a:pt x="2978" y="1167"/>
                  </a:cubicBezTo>
                  <a:lnTo>
                    <a:pt x="399" y="29"/>
                  </a:lnTo>
                  <a:cubicBezTo>
                    <a:pt x="359" y="9"/>
                    <a:pt x="319" y="0"/>
                    <a:pt x="28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43" name="Google Shape;2643;p50"/>
          <p:cNvGrpSpPr/>
          <p:nvPr/>
        </p:nvGrpSpPr>
        <p:grpSpPr>
          <a:xfrm>
            <a:off x="5265618" y="1298219"/>
            <a:ext cx="365767" cy="365751"/>
            <a:chOff x="4596788" y="1356600"/>
            <a:chExt cx="315725" cy="315575"/>
          </a:xfrm>
        </p:grpSpPr>
        <p:sp>
          <p:nvSpPr>
            <p:cNvPr id="2644" name="Google Shape;2644;p50"/>
            <p:cNvSpPr/>
            <p:nvPr/>
          </p:nvSpPr>
          <p:spPr>
            <a:xfrm>
              <a:off x="4602463" y="1362800"/>
              <a:ext cx="303425" cy="185100"/>
            </a:xfrm>
            <a:custGeom>
              <a:avLst/>
              <a:gdLst/>
              <a:ahLst/>
              <a:cxnLst/>
              <a:rect l="l" t="t" r="r" b="b"/>
              <a:pathLst>
                <a:path w="12137" h="7404" extrusionOk="0">
                  <a:moveTo>
                    <a:pt x="6576" y="1"/>
                  </a:moveTo>
                  <a:cubicBezTo>
                    <a:pt x="5120" y="1"/>
                    <a:pt x="3665" y="854"/>
                    <a:pt x="3167" y="2549"/>
                  </a:cubicBezTo>
                  <a:cubicBezTo>
                    <a:pt x="2959" y="2492"/>
                    <a:pt x="2750" y="2473"/>
                    <a:pt x="2542" y="2473"/>
                  </a:cubicBezTo>
                  <a:cubicBezTo>
                    <a:pt x="2530" y="2473"/>
                    <a:pt x="2518" y="2473"/>
                    <a:pt x="2507" y="2473"/>
                  </a:cubicBezTo>
                  <a:cubicBezTo>
                    <a:pt x="1157" y="2473"/>
                    <a:pt x="38" y="3566"/>
                    <a:pt x="1" y="4938"/>
                  </a:cubicBezTo>
                  <a:cubicBezTo>
                    <a:pt x="39" y="6303"/>
                    <a:pt x="1157" y="7403"/>
                    <a:pt x="2542" y="7403"/>
                  </a:cubicBezTo>
                  <a:lnTo>
                    <a:pt x="9595" y="7403"/>
                  </a:lnTo>
                  <a:cubicBezTo>
                    <a:pt x="10980" y="7403"/>
                    <a:pt x="12098" y="6303"/>
                    <a:pt x="12136" y="4938"/>
                  </a:cubicBezTo>
                  <a:cubicBezTo>
                    <a:pt x="12117" y="3687"/>
                    <a:pt x="11188" y="2663"/>
                    <a:pt x="9956" y="2492"/>
                  </a:cubicBezTo>
                  <a:lnTo>
                    <a:pt x="9956" y="2473"/>
                  </a:lnTo>
                  <a:cubicBezTo>
                    <a:pt x="9430" y="821"/>
                    <a:pt x="8003" y="1"/>
                    <a:pt x="657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50"/>
            <p:cNvSpPr/>
            <p:nvPr/>
          </p:nvSpPr>
          <p:spPr>
            <a:xfrm>
              <a:off x="4705338" y="1498575"/>
              <a:ext cx="98625" cy="167825"/>
            </a:xfrm>
            <a:custGeom>
              <a:avLst/>
              <a:gdLst/>
              <a:ahLst/>
              <a:cxnLst/>
              <a:rect l="l" t="t" r="r" b="b"/>
              <a:pathLst>
                <a:path w="3945" h="6713" extrusionOk="0">
                  <a:moveTo>
                    <a:pt x="1233" y="0"/>
                  </a:moveTo>
                  <a:lnTo>
                    <a:pt x="1233" y="3736"/>
                  </a:lnTo>
                  <a:lnTo>
                    <a:pt x="0" y="3736"/>
                  </a:lnTo>
                  <a:lnTo>
                    <a:pt x="1972" y="6713"/>
                  </a:lnTo>
                  <a:lnTo>
                    <a:pt x="3944" y="3736"/>
                  </a:lnTo>
                  <a:lnTo>
                    <a:pt x="2712" y="3736"/>
                  </a:lnTo>
                  <a:lnTo>
                    <a:pt x="271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50"/>
            <p:cNvSpPr/>
            <p:nvPr/>
          </p:nvSpPr>
          <p:spPr>
            <a:xfrm>
              <a:off x="4775013" y="1455575"/>
              <a:ext cx="13775" cy="12200"/>
            </a:xfrm>
            <a:custGeom>
              <a:avLst/>
              <a:gdLst/>
              <a:ahLst/>
              <a:cxnLst/>
              <a:rect l="l" t="t" r="r" b="b"/>
              <a:pathLst>
                <a:path w="551" h="488" extrusionOk="0">
                  <a:moveTo>
                    <a:pt x="236" y="1"/>
                  </a:moveTo>
                  <a:cubicBezTo>
                    <a:pt x="115" y="1"/>
                    <a:pt x="1" y="99"/>
                    <a:pt x="1" y="241"/>
                  </a:cubicBezTo>
                  <a:cubicBezTo>
                    <a:pt x="1" y="374"/>
                    <a:pt x="115" y="488"/>
                    <a:pt x="247" y="488"/>
                  </a:cubicBezTo>
                  <a:cubicBezTo>
                    <a:pt x="456" y="488"/>
                    <a:pt x="551" y="222"/>
                    <a:pt x="399" y="71"/>
                  </a:cubicBezTo>
                  <a:cubicBezTo>
                    <a:pt x="351" y="22"/>
                    <a:pt x="293" y="1"/>
                    <a:pt x="23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50"/>
            <p:cNvSpPr/>
            <p:nvPr/>
          </p:nvSpPr>
          <p:spPr>
            <a:xfrm>
              <a:off x="4596788" y="1356600"/>
              <a:ext cx="315725" cy="315575"/>
            </a:xfrm>
            <a:custGeom>
              <a:avLst/>
              <a:gdLst/>
              <a:ahLst/>
              <a:cxnLst/>
              <a:rect l="l" t="t" r="r" b="b"/>
              <a:pathLst>
                <a:path w="12629" h="12623" extrusionOk="0">
                  <a:moveTo>
                    <a:pt x="6804" y="501"/>
                  </a:moveTo>
                  <a:cubicBezTo>
                    <a:pt x="8025" y="501"/>
                    <a:pt x="9249" y="1152"/>
                    <a:pt x="9841" y="2475"/>
                  </a:cubicBezTo>
                  <a:cubicBezTo>
                    <a:pt x="9121" y="2475"/>
                    <a:pt x="8419" y="2759"/>
                    <a:pt x="7907" y="3271"/>
                  </a:cubicBezTo>
                  <a:cubicBezTo>
                    <a:pt x="7812" y="3366"/>
                    <a:pt x="7812" y="3518"/>
                    <a:pt x="7907" y="3612"/>
                  </a:cubicBezTo>
                  <a:cubicBezTo>
                    <a:pt x="7955" y="3660"/>
                    <a:pt x="8021" y="3683"/>
                    <a:pt x="8087" y="3683"/>
                  </a:cubicBezTo>
                  <a:cubicBezTo>
                    <a:pt x="8154" y="3683"/>
                    <a:pt x="8220" y="3660"/>
                    <a:pt x="8267" y="3612"/>
                  </a:cubicBezTo>
                  <a:cubicBezTo>
                    <a:pt x="8681" y="3199"/>
                    <a:pt x="9240" y="2959"/>
                    <a:pt x="9823" y="2959"/>
                  </a:cubicBezTo>
                  <a:cubicBezTo>
                    <a:pt x="9936" y="2959"/>
                    <a:pt x="10050" y="2968"/>
                    <a:pt x="10164" y="2987"/>
                  </a:cubicBezTo>
                  <a:cubicBezTo>
                    <a:pt x="11263" y="3119"/>
                    <a:pt x="12117" y="4048"/>
                    <a:pt x="12136" y="5186"/>
                  </a:cubicBezTo>
                  <a:cubicBezTo>
                    <a:pt x="12098" y="6419"/>
                    <a:pt x="11093" y="7405"/>
                    <a:pt x="9841" y="7405"/>
                  </a:cubicBezTo>
                  <a:lnTo>
                    <a:pt x="7281" y="7405"/>
                  </a:lnTo>
                  <a:lnTo>
                    <a:pt x="7281" y="5679"/>
                  </a:lnTo>
                  <a:cubicBezTo>
                    <a:pt x="7281" y="5546"/>
                    <a:pt x="7187" y="5433"/>
                    <a:pt x="7054" y="5433"/>
                  </a:cubicBezTo>
                  <a:lnTo>
                    <a:pt x="5575" y="5433"/>
                  </a:lnTo>
                  <a:cubicBezTo>
                    <a:pt x="5442" y="5433"/>
                    <a:pt x="5328" y="5546"/>
                    <a:pt x="5328" y="5679"/>
                  </a:cubicBezTo>
                  <a:lnTo>
                    <a:pt x="5328" y="7405"/>
                  </a:lnTo>
                  <a:lnTo>
                    <a:pt x="2788" y="7405"/>
                  </a:lnTo>
                  <a:cubicBezTo>
                    <a:pt x="1536" y="7405"/>
                    <a:pt x="512" y="6419"/>
                    <a:pt x="493" y="5186"/>
                  </a:cubicBezTo>
                  <a:cubicBezTo>
                    <a:pt x="512" y="3947"/>
                    <a:pt x="1517" y="2967"/>
                    <a:pt x="2752" y="2967"/>
                  </a:cubicBezTo>
                  <a:cubicBezTo>
                    <a:pt x="2764" y="2967"/>
                    <a:pt x="2776" y="2967"/>
                    <a:pt x="2788" y="2968"/>
                  </a:cubicBezTo>
                  <a:cubicBezTo>
                    <a:pt x="3375" y="2968"/>
                    <a:pt x="3925" y="3195"/>
                    <a:pt x="4342" y="3612"/>
                  </a:cubicBezTo>
                  <a:cubicBezTo>
                    <a:pt x="4395" y="3665"/>
                    <a:pt x="4455" y="3687"/>
                    <a:pt x="4514" y="3687"/>
                  </a:cubicBezTo>
                  <a:cubicBezTo>
                    <a:pt x="4706" y="3687"/>
                    <a:pt x="4877" y="3446"/>
                    <a:pt x="4703" y="3271"/>
                  </a:cubicBezTo>
                  <a:cubicBezTo>
                    <a:pt x="4418" y="2987"/>
                    <a:pt x="4077" y="2759"/>
                    <a:pt x="3698" y="2626"/>
                  </a:cubicBezTo>
                  <a:cubicBezTo>
                    <a:pt x="4242" y="1218"/>
                    <a:pt x="5521" y="501"/>
                    <a:pt x="6804" y="501"/>
                  </a:cubicBezTo>
                  <a:close/>
                  <a:moveTo>
                    <a:pt x="6788" y="5926"/>
                  </a:moveTo>
                  <a:lnTo>
                    <a:pt x="6788" y="9415"/>
                  </a:lnTo>
                  <a:cubicBezTo>
                    <a:pt x="6788" y="9547"/>
                    <a:pt x="6883" y="9661"/>
                    <a:pt x="7016" y="9661"/>
                  </a:cubicBezTo>
                  <a:lnTo>
                    <a:pt x="7812" y="9680"/>
                  </a:lnTo>
                  <a:lnTo>
                    <a:pt x="6295" y="11936"/>
                  </a:lnTo>
                  <a:lnTo>
                    <a:pt x="4798" y="9680"/>
                  </a:lnTo>
                  <a:lnTo>
                    <a:pt x="5556" y="9680"/>
                  </a:lnTo>
                  <a:cubicBezTo>
                    <a:pt x="5689" y="9680"/>
                    <a:pt x="5802" y="9566"/>
                    <a:pt x="5802" y="9434"/>
                  </a:cubicBezTo>
                  <a:lnTo>
                    <a:pt x="5802" y="5926"/>
                  </a:lnTo>
                  <a:close/>
                  <a:moveTo>
                    <a:pt x="6792" y="0"/>
                  </a:moveTo>
                  <a:cubicBezTo>
                    <a:pt x="5311" y="0"/>
                    <a:pt x="3829" y="830"/>
                    <a:pt x="3224" y="2494"/>
                  </a:cubicBezTo>
                  <a:cubicBezTo>
                    <a:pt x="3075" y="2470"/>
                    <a:pt x="2927" y="2458"/>
                    <a:pt x="2781" y="2458"/>
                  </a:cubicBezTo>
                  <a:cubicBezTo>
                    <a:pt x="1296" y="2458"/>
                    <a:pt x="35" y="3649"/>
                    <a:pt x="0" y="5186"/>
                  </a:cubicBezTo>
                  <a:cubicBezTo>
                    <a:pt x="19" y="6684"/>
                    <a:pt x="1271" y="7898"/>
                    <a:pt x="2788" y="7898"/>
                  </a:cubicBezTo>
                  <a:lnTo>
                    <a:pt x="5328" y="7898"/>
                  </a:lnTo>
                  <a:lnTo>
                    <a:pt x="5328" y="9168"/>
                  </a:lnTo>
                  <a:lnTo>
                    <a:pt x="4342" y="9168"/>
                  </a:lnTo>
                  <a:cubicBezTo>
                    <a:pt x="4335" y="9167"/>
                    <a:pt x="4327" y="9167"/>
                    <a:pt x="4320" y="9167"/>
                  </a:cubicBezTo>
                  <a:cubicBezTo>
                    <a:pt x="4125" y="9167"/>
                    <a:pt x="4006" y="9402"/>
                    <a:pt x="4134" y="9566"/>
                  </a:cubicBezTo>
                  <a:lnTo>
                    <a:pt x="6106" y="12524"/>
                  </a:lnTo>
                  <a:cubicBezTo>
                    <a:pt x="6139" y="12574"/>
                    <a:pt x="6200" y="12623"/>
                    <a:pt x="6277" y="12623"/>
                  </a:cubicBezTo>
                  <a:cubicBezTo>
                    <a:pt x="6289" y="12623"/>
                    <a:pt x="6302" y="12622"/>
                    <a:pt x="6314" y="12619"/>
                  </a:cubicBezTo>
                  <a:cubicBezTo>
                    <a:pt x="6325" y="12622"/>
                    <a:pt x="6335" y="12623"/>
                    <a:pt x="6345" y="12623"/>
                  </a:cubicBezTo>
                  <a:cubicBezTo>
                    <a:pt x="6410" y="12623"/>
                    <a:pt x="6471" y="12574"/>
                    <a:pt x="6504" y="12524"/>
                  </a:cubicBezTo>
                  <a:lnTo>
                    <a:pt x="8476" y="9566"/>
                  </a:lnTo>
                  <a:cubicBezTo>
                    <a:pt x="8533" y="9490"/>
                    <a:pt x="8533" y="9377"/>
                    <a:pt x="8495" y="9301"/>
                  </a:cubicBezTo>
                  <a:cubicBezTo>
                    <a:pt x="8457" y="9225"/>
                    <a:pt x="8362" y="9168"/>
                    <a:pt x="8286" y="9168"/>
                  </a:cubicBezTo>
                  <a:lnTo>
                    <a:pt x="7281" y="9168"/>
                  </a:lnTo>
                  <a:lnTo>
                    <a:pt x="7281" y="7898"/>
                  </a:lnTo>
                  <a:lnTo>
                    <a:pt x="9841" y="7898"/>
                  </a:lnTo>
                  <a:cubicBezTo>
                    <a:pt x="11339" y="7898"/>
                    <a:pt x="12591" y="6684"/>
                    <a:pt x="12629" y="5186"/>
                  </a:cubicBezTo>
                  <a:cubicBezTo>
                    <a:pt x="12591" y="3878"/>
                    <a:pt x="11662" y="2778"/>
                    <a:pt x="10372" y="2513"/>
                  </a:cubicBezTo>
                  <a:cubicBezTo>
                    <a:pt x="9773" y="839"/>
                    <a:pt x="8283" y="0"/>
                    <a:pt x="679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48" name="Google Shape;2648;p50"/>
          <p:cNvGrpSpPr/>
          <p:nvPr/>
        </p:nvGrpSpPr>
        <p:grpSpPr>
          <a:xfrm>
            <a:off x="5979365" y="1298217"/>
            <a:ext cx="365741" cy="365755"/>
            <a:chOff x="5165638" y="1291400"/>
            <a:chExt cx="431400" cy="431875"/>
          </a:xfrm>
        </p:grpSpPr>
        <p:sp>
          <p:nvSpPr>
            <p:cNvPr id="2649" name="Google Shape;2649;p50"/>
            <p:cNvSpPr/>
            <p:nvPr/>
          </p:nvSpPr>
          <p:spPr>
            <a:xfrm>
              <a:off x="5173688" y="1299925"/>
              <a:ext cx="414800" cy="252700"/>
            </a:xfrm>
            <a:custGeom>
              <a:avLst/>
              <a:gdLst/>
              <a:ahLst/>
              <a:cxnLst/>
              <a:rect l="l" t="t" r="r" b="b"/>
              <a:pathLst>
                <a:path w="16592" h="10108" extrusionOk="0">
                  <a:moveTo>
                    <a:pt x="8998" y="1"/>
                  </a:moveTo>
                  <a:cubicBezTo>
                    <a:pt x="8970" y="1"/>
                    <a:pt x="8941" y="1"/>
                    <a:pt x="8912" y="1"/>
                  </a:cubicBezTo>
                  <a:cubicBezTo>
                    <a:pt x="6789" y="20"/>
                    <a:pt x="4911" y="1423"/>
                    <a:pt x="4324" y="3471"/>
                  </a:cubicBezTo>
                  <a:cubicBezTo>
                    <a:pt x="4039" y="3395"/>
                    <a:pt x="3755" y="3376"/>
                    <a:pt x="3470" y="3376"/>
                  </a:cubicBezTo>
                  <a:cubicBezTo>
                    <a:pt x="1612" y="3376"/>
                    <a:pt x="0" y="4874"/>
                    <a:pt x="0" y="6752"/>
                  </a:cubicBezTo>
                  <a:cubicBezTo>
                    <a:pt x="0" y="8610"/>
                    <a:pt x="1612" y="10108"/>
                    <a:pt x="3470" y="10108"/>
                  </a:cubicBezTo>
                  <a:lnTo>
                    <a:pt x="13122" y="10108"/>
                  </a:lnTo>
                  <a:cubicBezTo>
                    <a:pt x="14980" y="10108"/>
                    <a:pt x="16592" y="8610"/>
                    <a:pt x="16592" y="6752"/>
                  </a:cubicBezTo>
                  <a:cubicBezTo>
                    <a:pt x="16592" y="5045"/>
                    <a:pt x="15245" y="3642"/>
                    <a:pt x="13596" y="3395"/>
                  </a:cubicBezTo>
                  <a:lnTo>
                    <a:pt x="13596" y="3376"/>
                  </a:lnTo>
                  <a:cubicBezTo>
                    <a:pt x="12960" y="1375"/>
                    <a:pt x="11105" y="1"/>
                    <a:pt x="899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50"/>
            <p:cNvSpPr/>
            <p:nvPr/>
          </p:nvSpPr>
          <p:spPr>
            <a:xfrm>
              <a:off x="5313538" y="1485300"/>
              <a:ext cx="135125" cy="229450"/>
            </a:xfrm>
            <a:custGeom>
              <a:avLst/>
              <a:gdLst/>
              <a:ahLst/>
              <a:cxnLst/>
              <a:rect l="l" t="t" r="r" b="b"/>
              <a:pathLst>
                <a:path w="5405" h="9178" extrusionOk="0">
                  <a:moveTo>
                    <a:pt x="2693" y="0"/>
                  </a:moveTo>
                  <a:lnTo>
                    <a:pt x="0" y="4039"/>
                  </a:lnTo>
                  <a:lnTo>
                    <a:pt x="1688" y="4039"/>
                  </a:lnTo>
                  <a:lnTo>
                    <a:pt x="1688" y="9178"/>
                  </a:lnTo>
                  <a:lnTo>
                    <a:pt x="3717" y="9178"/>
                  </a:lnTo>
                  <a:lnTo>
                    <a:pt x="3717" y="4039"/>
                  </a:lnTo>
                  <a:lnTo>
                    <a:pt x="5404" y="4039"/>
                  </a:lnTo>
                  <a:lnTo>
                    <a:pt x="269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50"/>
            <p:cNvSpPr/>
            <p:nvPr/>
          </p:nvSpPr>
          <p:spPr>
            <a:xfrm>
              <a:off x="5406438" y="1426525"/>
              <a:ext cx="19925" cy="16650"/>
            </a:xfrm>
            <a:custGeom>
              <a:avLst/>
              <a:gdLst/>
              <a:ahLst/>
              <a:cxnLst/>
              <a:rect l="l" t="t" r="r" b="b"/>
              <a:pathLst>
                <a:path w="797" h="666" extrusionOk="0">
                  <a:moveTo>
                    <a:pt x="437" y="0"/>
                  </a:moveTo>
                  <a:cubicBezTo>
                    <a:pt x="133" y="0"/>
                    <a:pt x="1" y="360"/>
                    <a:pt x="209" y="569"/>
                  </a:cubicBezTo>
                  <a:cubicBezTo>
                    <a:pt x="282" y="635"/>
                    <a:pt x="368" y="665"/>
                    <a:pt x="451" y="665"/>
                  </a:cubicBezTo>
                  <a:cubicBezTo>
                    <a:pt x="630" y="665"/>
                    <a:pt x="797" y="529"/>
                    <a:pt x="797" y="322"/>
                  </a:cubicBezTo>
                  <a:cubicBezTo>
                    <a:pt x="778" y="133"/>
                    <a:pt x="645" y="0"/>
                    <a:pt x="45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50"/>
            <p:cNvSpPr/>
            <p:nvPr/>
          </p:nvSpPr>
          <p:spPr>
            <a:xfrm>
              <a:off x="5165638" y="1291400"/>
              <a:ext cx="431400" cy="431875"/>
            </a:xfrm>
            <a:custGeom>
              <a:avLst/>
              <a:gdLst/>
              <a:ahLst/>
              <a:cxnLst/>
              <a:rect l="l" t="t" r="r" b="b"/>
              <a:pathLst>
                <a:path w="17256" h="17275" extrusionOk="0">
                  <a:moveTo>
                    <a:pt x="9287" y="680"/>
                  </a:moveTo>
                  <a:cubicBezTo>
                    <a:pt x="10957" y="680"/>
                    <a:pt x="12629" y="1572"/>
                    <a:pt x="13425" y="3376"/>
                  </a:cubicBezTo>
                  <a:cubicBezTo>
                    <a:pt x="12439" y="3376"/>
                    <a:pt x="11491" y="3774"/>
                    <a:pt x="10808" y="4457"/>
                  </a:cubicBezTo>
                  <a:cubicBezTo>
                    <a:pt x="10522" y="4700"/>
                    <a:pt x="10754" y="5062"/>
                    <a:pt x="11024" y="5062"/>
                  </a:cubicBezTo>
                  <a:cubicBezTo>
                    <a:pt x="11111" y="5062"/>
                    <a:pt x="11203" y="5024"/>
                    <a:pt x="11282" y="4931"/>
                  </a:cubicBezTo>
                  <a:cubicBezTo>
                    <a:pt x="11851" y="4362"/>
                    <a:pt x="12609" y="4040"/>
                    <a:pt x="13406" y="4040"/>
                  </a:cubicBezTo>
                  <a:cubicBezTo>
                    <a:pt x="13558" y="4040"/>
                    <a:pt x="13709" y="4059"/>
                    <a:pt x="13842" y="4078"/>
                  </a:cubicBezTo>
                  <a:cubicBezTo>
                    <a:pt x="15378" y="4248"/>
                    <a:pt x="16553" y="5538"/>
                    <a:pt x="16591" y="7093"/>
                  </a:cubicBezTo>
                  <a:cubicBezTo>
                    <a:pt x="16591" y="8723"/>
                    <a:pt x="15169" y="10126"/>
                    <a:pt x="13444" y="10126"/>
                  </a:cubicBezTo>
                  <a:lnTo>
                    <a:pt x="10600" y="10126"/>
                  </a:lnTo>
                  <a:lnTo>
                    <a:pt x="8912" y="7567"/>
                  </a:lnTo>
                  <a:cubicBezTo>
                    <a:pt x="8836" y="7472"/>
                    <a:pt x="8727" y="7424"/>
                    <a:pt x="8620" y="7424"/>
                  </a:cubicBezTo>
                  <a:cubicBezTo>
                    <a:pt x="8514" y="7424"/>
                    <a:pt x="8409" y="7472"/>
                    <a:pt x="8343" y="7567"/>
                  </a:cubicBezTo>
                  <a:lnTo>
                    <a:pt x="6637" y="10126"/>
                  </a:lnTo>
                  <a:lnTo>
                    <a:pt x="3792" y="10126"/>
                  </a:lnTo>
                  <a:cubicBezTo>
                    <a:pt x="2105" y="10126"/>
                    <a:pt x="664" y="8723"/>
                    <a:pt x="664" y="7093"/>
                  </a:cubicBezTo>
                  <a:cubicBezTo>
                    <a:pt x="664" y="5443"/>
                    <a:pt x="2086" y="4040"/>
                    <a:pt x="3792" y="4040"/>
                  </a:cubicBezTo>
                  <a:cubicBezTo>
                    <a:pt x="4608" y="4059"/>
                    <a:pt x="5366" y="4362"/>
                    <a:pt x="5935" y="4931"/>
                  </a:cubicBezTo>
                  <a:cubicBezTo>
                    <a:pt x="6009" y="5024"/>
                    <a:pt x="6099" y="5062"/>
                    <a:pt x="6185" y="5062"/>
                  </a:cubicBezTo>
                  <a:cubicBezTo>
                    <a:pt x="6452" y="5062"/>
                    <a:pt x="6695" y="4700"/>
                    <a:pt x="6409" y="4457"/>
                  </a:cubicBezTo>
                  <a:cubicBezTo>
                    <a:pt x="6030" y="4078"/>
                    <a:pt x="5556" y="3793"/>
                    <a:pt x="5044" y="3604"/>
                  </a:cubicBezTo>
                  <a:cubicBezTo>
                    <a:pt x="5782" y="1662"/>
                    <a:pt x="7534" y="680"/>
                    <a:pt x="9287" y="680"/>
                  </a:cubicBezTo>
                  <a:close/>
                  <a:moveTo>
                    <a:pt x="8628" y="8363"/>
                  </a:moveTo>
                  <a:lnTo>
                    <a:pt x="10694" y="11473"/>
                  </a:lnTo>
                  <a:lnTo>
                    <a:pt x="9633" y="11473"/>
                  </a:lnTo>
                  <a:cubicBezTo>
                    <a:pt x="9443" y="11473"/>
                    <a:pt x="9291" y="11624"/>
                    <a:pt x="9291" y="11795"/>
                  </a:cubicBezTo>
                  <a:lnTo>
                    <a:pt x="9291" y="16592"/>
                  </a:lnTo>
                  <a:lnTo>
                    <a:pt x="7945" y="16592"/>
                  </a:lnTo>
                  <a:lnTo>
                    <a:pt x="7945" y="11795"/>
                  </a:lnTo>
                  <a:cubicBezTo>
                    <a:pt x="7945" y="11624"/>
                    <a:pt x="7793" y="11473"/>
                    <a:pt x="7604" y="11473"/>
                  </a:cubicBezTo>
                  <a:lnTo>
                    <a:pt x="6561" y="11473"/>
                  </a:lnTo>
                  <a:lnTo>
                    <a:pt x="8628" y="8363"/>
                  </a:lnTo>
                  <a:close/>
                  <a:moveTo>
                    <a:pt x="9298" y="1"/>
                  </a:moveTo>
                  <a:cubicBezTo>
                    <a:pt x="7268" y="1"/>
                    <a:pt x="5241" y="1143"/>
                    <a:pt x="4418" y="3433"/>
                  </a:cubicBezTo>
                  <a:cubicBezTo>
                    <a:pt x="4210" y="3395"/>
                    <a:pt x="4001" y="3376"/>
                    <a:pt x="3811" y="3376"/>
                  </a:cubicBezTo>
                  <a:cubicBezTo>
                    <a:pt x="1801" y="3376"/>
                    <a:pt x="0" y="5007"/>
                    <a:pt x="0" y="7093"/>
                  </a:cubicBezTo>
                  <a:cubicBezTo>
                    <a:pt x="0" y="9159"/>
                    <a:pt x="1801" y="10790"/>
                    <a:pt x="3811" y="10790"/>
                  </a:cubicBezTo>
                  <a:lnTo>
                    <a:pt x="6200" y="10790"/>
                  </a:lnTo>
                  <a:lnTo>
                    <a:pt x="5651" y="11624"/>
                  </a:lnTo>
                  <a:cubicBezTo>
                    <a:pt x="5499" y="11833"/>
                    <a:pt x="5651" y="12136"/>
                    <a:pt x="5916" y="12136"/>
                  </a:cubicBezTo>
                  <a:lnTo>
                    <a:pt x="7262" y="12136"/>
                  </a:lnTo>
                  <a:lnTo>
                    <a:pt x="7262" y="16934"/>
                  </a:lnTo>
                  <a:cubicBezTo>
                    <a:pt x="7262" y="17123"/>
                    <a:pt x="7414" y="17256"/>
                    <a:pt x="7604" y="17275"/>
                  </a:cubicBezTo>
                  <a:lnTo>
                    <a:pt x="9633" y="17275"/>
                  </a:lnTo>
                  <a:cubicBezTo>
                    <a:pt x="9803" y="17256"/>
                    <a:pt x="9955" y="17123"/>
                    <a:pt x="9955" y="16934"/>
                  </a:cubicBezTo>
                  <a:lnTo>
                    <a:pt x="9955" y="12136"/>
                  </a:lnTo>
                  <a:lnTo>
                    <a:pt x="11320" y="12136"/>
                  </a:lnTo>
                  <a:cubicBezTo>
                    <a:pt x="11328" y="12137"/>
                    <a:pt x="11336" y="12137"/>
                    <a:pt x="11344" y="12137"/>
                  </a:cubicBezTo>
                  <a:cubicBezTo>
                    <a:pt x="11595" y="12137"/>
                    <a:pt x="11752" y="11845"/>
                    <a:pt x="11605" y="11624"/>
                  </a:cubicBezTo>
                  <a:lnTo>
                    <a:pt x="11055" y="10790"/>
                  </a:lnTo>
                  <a:lnTo>
                    <a:pt x="13444" y="10790"/>
                  </a:lnTo>
                  <a:cubicBezTo>
                    <a:pt x="15454" y="10790"/>
                    <a:pt x="17255" y="9159"/>
                    <a:pt x="17255" y="7093"/>
                  </a:cubicBezTo>
                  <a:cubicBezTo>
                    <a:pt x="17217" y="5310"/>
                    <a:pt x="15947" y="3793"/>
                    <a:pt x="14202" y="3452"/>
                  </a:cubicBezTo>
                  <a:cubicBezTo>
                    <a:pt x="13376" y="1153"/>
                    <a:pt x="11335" y="1"/>
                    <a:pt x="92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3" name="Google Shape;2653;p50"/>
          <p:cNvGrpSpPr/>
          <p:nvPr/>
        </p:nvGrpSpPr>
        <p:grpSpPr>
          <a:xfrm>
            <a:off x="6693087" y="1321075"/>
            <a:ext cx="365774" cy="320040"/>
            <a:chOff x="5618463" y="1291725"/>
            <a:chExt cx="515175" cy="452225"/>
          </a:xfrm>
        </p:grpSpPr>
        <p:sp>
          <p:nvSpPr>
            <p:cNvPr id="2654" name="Google Shape;2654;p50"/>
            <p:cNvSpPr/>
            <p:nvPr/>
          </p:nvSpPr>
          <p:spPr>
            <a:xfrm>
              <a:off x="5977188" y="1594800"/>
              <a:ext cx="146500" cy="140500"/>
            </a:xfrm>
            <a:custGeom>
              <a:avLst/>
              <a:gdLst/>
              <a:ahLst/>
              <a:cxnLst/>
              <a:rect l="l" t="t" r="r" b="b"/>
              <a:pathLst>
                <a:path w="5860" h="5620" extrusionOk="0">
                  <a:moveTo>
                    <a:pt x="1384" y="0"/>
                  </a:moveTo>
                  <a:lnTo>
                    <a:pt x="0" y="1403"/>
                  </a:lnTo>
                  <a:cubicBezTo>
                    <a:pt x="531" y="2010"/>
                    <a:pt x="1024" y="2636"/>
                    <a:pt x="1460" y="3319"/>
                  </a:cubicBezTo>
                  <a:lnTo>
                    <a:pt x="2522" y="4968"/>
                  </a:lnTo>
                  <a:cubicBezTo>
                    <a:pt x="2874" y="5401"/>
                    <a:pt x="3381" y="5620"/>
                    <a:pt x="3887" y="5620"/>
                  </a:cubicBezTo>
                  <a:cubicBezTo>
                    <a:pt x="4334" y="5620"/>
                    <a:pt x="4781" y="5448"/>
                    <a:pt x="5120" y="5101"/>
                  </a:cubicBezTo>
                  <a:cubicBezTo>
                    <a:pt x="5859" y="4361"/>
                    <a:pt x="5802" y="3148"/>
                    <a:pt x="5006" y="2484"/>
                  </a:cubicBezTo>
                  <a:lnTo>
                    <a:pt x="3262" y="1403"/>
                  </a:lnTo>
                  <a:cubicBezTo>
                    <a:pt x="2617" y="967"/>
                    <a:pt x="1991" y="512"/>
                    <a:pt x="13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50"/>
            <p:cNvSpPr/>
            <p:nvPr/>
          </p:nvSpPr>
          <p:spPr>
            <a:xfrm>
              <a:off x="5937838" y="1555925"/>
              <a:ext cx="74450" cy="73500"/>
            </a:xfrm>
            <a:custGeom>
              <a:avLst/>
              <a:gdLst/>
              <a:ahLst/>
              <a:cxnLst/>
              <a:rect l="l" t="t" r="r" b="b"/>
              <a:pathLst>
                <a:path w="2978" h="2940" extrusionOk="0">
                  <a:moveTo>
                    <a:pt x="1271" y="0"/>
                  </a:moveTo>
                  <a:cubicBezTo>
                    <a:pt x="911" y="475"/>
                    <a:pt x="474" y="892"/>
                    <a:pt x="0" y="1252"/>
                  </a:cubicBezTo>
                  <a:cubicBezTo>
                    <a:pt x="493" y="1726"/>
                    <a:pt x="1043" y="2333"/>
                    <a:pt x="1574" y="2940"/>
                  </a:cubicBezTo>
                  <a:lnTo>
                    <a:pt x="2977" y="1555"/>
                  </a:lnTo>
                  <a:cubicBezTo>
                    <a:pt x="2352" y="1024"/>
                    <a:pt x="1745" y="475"/>
                    <a:pt x="1271"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50"/>
            <p:cNvSpPr/>
            <p:nvPr/>
          </p:nvSpPr>
          <p:spPr>
            <a:xfrm>
              <a:off x="5630188" y="1300900"/>
              <a:ext cx="371675" cy="317875"/>
            </a:xfrm>
            <a:custGeom>
              <a:avLst/>
              <a:gdLst/>
              <a:ahLst/>
              <a:cxnLst/>
              <a:rect l="l" t="t" r="r" b="b"/>
              <a:pathLst>
                <a:path w="14867" h="12715" extrusionOk="0">
                  <a:moveTo>
                    <a:pt x="8530" y="0"/>
                  </a:moveTo>
                  <a:cubicBezTo>
                    <a:pt x="8518" y="0"/>
                    <a:pt x="8507" y="0"/>
                    <a:pt x="8495" y="0"/>
                  </a:cubicBezTo>
                  <a:cubicBezTo>
                    <a:pt x="2826" y="0"/>
                    <a:pt x="0" y="6845"/>
                    <a:pt x="4001" y="10846"/>
                  </a:cubicBezTo>
                  <a:cubicBezTo>
                    <a:pt x="5220" y="12065"/>
                    <a:pt x="6855" y="12714"/>
                    <a:pt x="8515" y="12714"/>
                  </a:cubicBezTo>
                  <a:cubicBezTo>
                    <a:pt x="9333" y="12714"/>
                    <a:pt x="10158" y="12556"/>
                    <a:pt x="10941" y="12230"/>
                  </a:cubicBezTo>
                  <a:cubicBezTo>
                    <a:pt x="13311" y="11244"/>
                    <a:pt x="14866" y="8931"/>
                    <a:pt x="14866" y="6352"/>
                  </a:cubicBezTo>
                  <a:cubicBezTo>
                    <a:pt x="14866" y="2856"/>
                    <a:pt x="12041" y="0"/>
                    <a:pt x="85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50"/>
            <p:cNvSpPr/>
            <p:nvPr/>
          </p:nvSpPr>
          <p:spPr>
            <a:xfrm>
              <a:off x="5860088" y="1372000"/>
              <a:ext cx="53125" cy="158825"/>
            </a:xfrm>
            <a:custGeom>
              <a:avLst/>
              <a:gdLst/>
              <a:ahLst/>
              <a:cxnLst/>
              <a:rect l="l" t="t" r="r" b="b"/>
              <a:pathLst>
                <a:path w="2125" h="6353" extrusionOk="0">
                  <a:moveTo>
                    <a:pt x="1" y="0"/>
                  </a:moveTo>
                  <a:lnTo>
                    <a:pt x="1" y="6353"/>
                  </a:lnTo>
                  <a:lnTo>
                    <a:pt x="2124" y="6353"/>
                  </a:lnTo>
                  <a:lnTo>
                    <a:pt x="212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50"/>
            <p:cNvSpPr/>
            <p:nvPr/>
          </p:nvSpPr>
          <p:spPr>
            <a:xfrm>
              <a:off x="5807463" y="1425100"/>
              <a:ext cx="52650" cy="105725"/>
            </a:xfrm>
            <a:custGeom>
              <a:avLst/>
              <a:gdLst/>
              <a:ahLst/>
              <a:cxnLst/>
              <a:rect l="l" t="t" r="r" b="b"/>
              <a:pathLst>
                <a:path w="2106" h="4229" extrusionOk="0">
                  <a:moveTo>
                    <a:pt x="1" y="0"/>
                  </a:moveTo>
                  <a:lnTo>
                    <a:pt x="1" y="4229"/>
                  </a:lnTo>
                  <a:lnTo>
                    <a:pt x="2106" y="4229"/>
                  </a:lnTo>
                  <a:lnTo>
                    <a:pt x="2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50"/>
            <p:cNvSpPr/>
            <p:nvPr/>
          </p:nvSpPr>
          <p:spPr>
            <a:xfrm>
              <a:off x="5754388" y="1478175"/>
              <a:ext cx="53100" cy="52650"/>
            </a:xfrm>
            <a:custGeom>
              <a:avLst/>
              <a:gdLst/>
              <a:ahLst/>
              <a:cxnLst/>
              <a:rect l="l" t="t" r="r" b="b"/>
              <a:pathLst>
                <a:path w="2124" h="2106" extrusionOk="0">
                  <a:moveTo>
                    <a:pt x="0" y="1"/>
                  </a:moveTo>
                  <a:lnTo>
                    <a:pt x="0" y="2106"/>
                  </a:lnTo>
                  <a:lnTo>
                    <a:pt x="2124" y="2106"/>
                  </a:lnTo>
                  <a:lnTo>
                    <a:pt x="212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50"/>
            <p:cNvSpPr/>
            <p:nvPr/>
          </p:nvSpPr>
          <p:spPr>
            <a:xfrm>
              <a:off x="5720513" y="1326975"/>
              <a:ext cx="133925" cy="84575"/>
            </a:xfrm>
            <a:custGeom>
              <a:avLst/>
              <a:gdLst/>
              <a:ahLst/>
              <a:cxnLst/>
              <a:rect l="l" t="t" r="r" b="b"/>
              <a:pathLst>
                <a:path w="5357" h="3383" extrusionOk="0">
                  <a:moveTo>
                    <a:pt x="4882" y="0"/>
                  </a:moveTo>
                  <a:cubicBezTo>
                    <a:pt x="2891" y="0"/>
                    <a:pt x="1071" y="1119"/>
                    <a:pt x="161" y="2901"/>
                  </a:cubicBezTo>
                  <a:cubicBezTo>
                    <a:pt x="1" y="3128"/>
                    <a:pt x="299" y="3382"/>
                    <a:pt x="544" y="3382"/>
                  </a:cubicBezTo>
                  <a:cubicBezTo>
                    <a:pt x="647" y="3382"/>
                    <a:pt x="741" y="3336"/>
                    <a:pt x="786" y="3224"/>
                  </a:cubicBezTo>
                  <a:cubicBezTo>
                    <a:pt x="1556" y="1684"/>
                    <a:pt x="3126" y="720"/>
                    <a:pt x="4832" y="720"/>
                  </a:cubicBezTo>
                  <a:cubicBezTo>
                    <a:pt x="4849" y="720"/>
                    <a:pt x="4865" y="720"/>
                    <a:pt x="4882" y="721"/>
                  </a:cubicBezTo>
                  <a:cubicBezTo>
                    <a:pt x="5356" y="721"/>
                    <a:pt x="5356" y="0"/>
                    <a:pt x="488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50"/>
            <p:cNvSpPr/>
            <p:nvPr/>
          </p:nvSpPr>
          <p:spPr>
            <a:xfrm>
              <a:off x="5710288" y="1426975"/>
              <a:ext cx="15675" cy="13450"/>
            </a:xfrm>
            <a:custGeom>
              <a:avLst/>
              <a:gdLst/>
              <a:ahLst/>
              <a:cxnLst/>
              <a:rect l="l" t="t" r="r" b="b"/>
              <a:pathLst>
                <a:path w="627" h="538" extrusionOk="0">
                  <a:moveTo>
                    <a:pt x="361" y="1"/>
                  </a:moveTo>
                  <a:cubicBezTo>
                    <a:pt x="115" y="1"/>
                    <a:pt x="1" y="285"/>
                    <a:pt x="171" y="456"/>
                  </a:cubicBezTo>
                  <a:cubicBezTo>
                    <a:pt x="221" y="512"/>
                    <a:pt x="288" y="538"/>
                    <a:pt x="354" y="538"/>
                  </a:cubicBezTo>
                  <a:cubicBezTo>
                    <a:pt x="490" y="538"/>
                    <a:pt x="627" y="432"/>
                    <a:pt x="627" y="266"/>
                  </a:cubicBezTo>
                  <a:cubicBezTo>
                    <a:pt x="608" y="115"/>
                    <a:pt x="494" y="1"/>
                    <a:pt x="36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50"/>
            <p:cNvSpPr/>
            <p:nvPr/>
          </p:nvSpPr>
          <p:spPr>
            <a:xfrm>
              <a:off x="5618463" y="1291725"/>
              <a:ext cx="515175" cy="452225"/>
            </a:xfrm>
            <a:custGeom>
              <a:avLst/>
              <a:gdLst/>
              <a:ahLst/>
              <a:cxnLst/>
              <a:rect l="l" t="t" r="r" b="b"/>
              <a:pathLst>
                <a:path w="20607" h="18089" extrusionOk="0">
                  <a:moveTo>
                    <a:pt x="8963" y="714"/>
                  </a:moveTo>
                  <a:cubicBezTo>
                    <a:pt x="11160" y="714"/>
                    <a:pt x="13248" y="1913"/>
                    <a:pt x="14311" y="3951"/>
                  </a:cubicBezTo>
                  <a:cubicBezTo>
                    <a:pt x="15676" y="6568"/>
                    <a:pt x="14937" y="9772"/>
                    <a:pt x="12567" y="11536"/>
                  </a:cubicBezTo>
                  <a:cubicBezTo>
                    <a:pt x="11524" y="12313"/>
                    <a:pt x="10272" y="12730"/>
                    <a:pt x="8983" y="12730"/>
                  </a:cubicBezTo>
                  <a:cubicBezTo>
                    <a:pt x="6044" y="12730"/>
                    <a:pt x="3522" y="10587"/>
                    <a:pt x="3048" y="7667"/>
                  </a:cubicBezTo>
                  <a:cubicBezTo>
                    <a:pt x="2593" y="4766"/>
                    <a:pt x="4300" y="1941"/>
                    <a:pt x="7087" y="1012"/>
                  </a:cubicBezTo>
                  <a:cubicBezTo>
                    <a:pt x="7707" y="811"/>
                    <a:pt x="8340" y="714"/>
                    <a:pt x="8963" y="714"/>
                  </a:cubicBezTo>
                  <a:close/>
                  <a:moveTo>
                    <a:pt x="14065" y="11080"/>
                  </a:moveTo>
                  <a:cubicBezTo>
                    <a:pt x="14425" y="11422"/>
                    <a:pt x="14823" y="11782"/>
                    <a:pt x="15221" y="12123"/>
                  </a:cubicBezTo>
                  <a:lnTo>
                    <a:pt x="14368" y="12996"/>
                  </a:lnTo>
                  <a:cubicBezTo>
                    <a:pt x="14027" y="12597"/>
                    <a:pt x="13667" y="12199"/>
                    <a:pt x="13306" y="11839"/>
                  </a:cubicBezTo>
                  <a:cubicBezTo>
                    <a:pt x="13572" y="11611"/>
                    <a:pt x="13837" y="11346"/>
                    <a:pt x="14065" y="11080"/>
                  </a:cubicBezTo>
                  <a:close/>
                  <a:moveTo>
                    <a:pt x="15771" y="12578"/>
                  </a:moveTo>
                  <a:cubicBezTo>
                    <a:pt x="16302" y="13015"/>
                    <a:pt x="16852" y="13413"/>
                    <a:pt x="17440" y="13792"/>
                  </a:cubicBezTo>
                  <a:lnTo>
                    <a:pt x="19146" y="14892"/>
                  </a:lnTo>
                  <a:cubicBezTo>
                    <a:pt x="19696" y="15385"/>
                    <a:pt x="19772" y="16219"/>
                    <a:pt x="19336" y="16826"/>
                  </a:cubicBezTo>
                  <a:cubicBezTo>
                    <a:pt x="19051" y="17179"/>
                    <a:pt x="18630" y="17360"/>
                    <a:pt x="18207" y="17360"/>
                  </a:cubicBezTo>
                  <a:cubicBezTo>
                    <a:pt x="17814" y="17360"/>
                    <a:pt x="17420" y="17203"/>
                    <a:pt x="17137" y="16883"/>
                  </a:cubicBezTo>
                  <a:lnTo>
                    <a:pt x="16094" y="15233"/>
                  </a:lnTo>
                  <a:cubicBezTo>
                    <a:pt x="15714" y="14645"/>
                    <a:pt x="15278" y="14076"/>
                    <a:pt x="14823" y="13526"/>
                  </a:cubicBezTo>
                  <a:lnTo>
                    <a:pt x="15771" y="12578"/>
                  </a:lnTo>
                  <a:close/>
                  <a:moveTo>
                    <a:pt x="8922" y="0"/>
                  </a:moveTo>
                  <a:cubicBezTo>
                    <a:pt x="7272" y="0"/>
                    <a:pt x="5590" y="612"/>
                    <a:pt x="4224" y="1979"/>
                  </a:cubicBezTo>
                  <a:cubicBezTo>
                    <a:pt x="1" y="6202"/>
                    <a:pt x="2983" y="13432"/>
                    <a:pt x="8960" y="13432"/>
                  </a:cubicBezTo>
                  <a:cubicBezTo>
                    <a:pt x="8967" y="13432"/>
                    <a:pt x="8975" y="13432"/>
                    <a:pt x="8983" y="13432"/>
                  </a:cubicBezTo>
                  <a:cubicBezTo>
                    <a:pt x="9012" y="13432"/>
                    <a:pt x="9042" y="13432"/>
                    <a:pt x="9071" y="13432"/>
                  </a:cubicBezTo>
                  <a:cubicBezTo>
                    <a:pt x="10386" y="13432"/>
                    <a:pt x="11662" y="13017"/>
                    <a:pt x="12737" y="12294"/>
                  </a:cubicBezTo>
                  <a:cubicBezTo>
                    <a:pt x="13761" y="13318"/>
                    <a:pt x="14690" y="14437"/>
                    <a:pt x="15506" y="15631"/>
                  </a:cubicBezTo>
                  <a:lnTo>
                    <a:pt x="16568" y="17300"/>
                  </a:lnTo>
                  <a:cubicBezTo>
                    <a:pt x="16587" y="17300"/>
                    <a:pt x="16587" y="17319"/>
                    <a:pt x="16606" y="17338"/>
                  </a:cubicBezTo>
                  <a:cubicBezTo>
                    <a:pt x="17025" y="17836"/>
                    <a:pt x="17622" y="18089"/>
                    <a:pt x="18221" y="18089"/>
                  </a:cubicBezTo>
                  <a:cubicBezTo>
                    <a:pt x="18761" y="18089"/>
                    <a:pt x="19302" y="17884"/>
                    <a:pt x="19715" y="17470"/>
                  </a:cubicBezTo>
                  <a:cubicBezTo>
                    <a:pt x="20606" y="16579"/>
                    <a:pt x="20531" y="15138"/>
                    <a:pt x="19583" y="14342"/>
                  </a:cubicBezTo>
                  <a:lnTo>
                    <a:pt x="19545" y="14323"/>
                  </a:lnTo>
                  <a:lnTo>
                    <a:pt x="17800" y="13204"/>
                  </a:lnTo>
                  <a:cubicBezTo>
                    <a:pt x="16625" y="12408"/>
                    <a:pt x="15525" y="11517"/>
                    <a:pt x="14501" y="10531"/>
                  </a:cubicBezTo>
                  <a:cubicBezTo>
                    <a:pt x="15278" y="9412"/>
                    <a:pt x="15695" y="8085"/>
                    <a:pt x="15695" y="6738"/>
                  </a:cubicBezTo>
                  <a:cubicBezTo>
                    <a:pt x="15695" y="2683"/>
                    <a:pt x="12378" y="0"/>
                    <a:pt x="892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50"/>
            <p:cNvSpPr/>
            <p:nvPr/>
          </p:nvSpPr>
          <p:spPr>
            <a:xfrm>
              <a:off x="5724988" y="1363475"/>
              <a:ext cx="217600" cy="176350"/>
            </a:xfrm>
            <a:custGeom>
              <a:avLst/>
              <a:gdLst/>
              <a:ahLst/>
              <a:cxnLst/>
              <a:rect l="l" t="t" r="r" b="b"/>
              <a:pathLst>
                <a:path w="8704" h="7054" extrusionOk="0">
                  <a:moveTo>
                    <a:pt x="2940" y="4949"/>
                  </a:moveTo>
                  <a:lnTo>
                    <a:pt x="2940" y="6352"/>
                  </a:lnTo>
                  <a:lnTo>
                    <a:pt x="1518" y="6352"/>
                  </a:lnTo>
                  <a:lnTo>
                    <a:pt x="1518" y="4949"/>
                  </a:lnTo>
                  <a:close/>
                  <a:moveTo>
                    <a:pt x="5063" y="2825"/>
                  </a:moveTo>
                  <a:lnTo>
                    <a:pt x="5063" y="6352"/>
                  </a:lnTo>
                  <a:lnTo>
                    <a:pt x="3641" y="6352"/>
                  </a:lnTo>
                  <a:lnTo>
                    <a:pt x="3641" y="2825"/>
                  </a:lnTo>
                  <a:close/>
                  <a:moveTo>
                    <a:pt x="7187" y="702"/>
                  </a:moveTo>
                  <a:lnTo>
                    <a:pt x="7187" y="6352"/>
                  </a:lnTo>
                  <a:lnTo>
                    <a:pt x="5765" y="6352"/>
                  </a:lnTo>
                  <a:lnTo>
                    <a:pt x="5765" y="702"/>
                  </a:lnTo>
                  <a:close/>
                  <a:moveTo>
                    <a:pt x="5405" y="0"/>
                  </a:moveTo>
                  <a:cubicBezTo>
                    <a:pt x="5215" y="0"/>
                    <a:pt x="5063" y="152"/>
                    <a:pt x="5063" y="341"/>
                  </a:cubicBezTo>
                  <a:lnTo>
                    <a:pt x="5063" y="2105"/>
                  </a:lnTo>
                  <a:lnTo>
                    <a:pt x="3300" y="2105"/>
                  </a:lnTo>
                  <a:cubicBezTo>
                    <a:pt x="3091" y="2105"/>
                    <a:pt x="2940" y="2276"/>
                    <a:pt x="2940" y="2465"/>
                  </a:cubicBezTo>
                  <a:lnTo>
                    <a:pt x="2940" y="4229"/>
                  </a:lnTo>
                  <a:lnTo>
                    <a:pt x="1176" y="4229"/>
                  </a:lnTo>
                  <a:cubicBezTo>
                    <a:pt x="987" y="4229"/>
                    <a:pt x="816" y="4380"/>
                    <a:pt x="816" y="4589"/>
                  </a:cubicBezTo>
                  <a:lnTo>
                    <a:pt x="816" y="6352"/>
                  </a:lnTo>
                  <a:lnTo>
                    <a:pt x="475" y="6352"/>
                  </a:lnTo>
                  <a:cubicBezTo>
                    <a:pt x="1" y="6352"/>
                    <a:pt x="1" y="7054"/>
                    <a:pt x="475" y="7054"/>
                  </a:cubicBezTo>
                  <a:lnTo>
                    <a:pt x="8230" y="7054"/>
                  </a:lnTo>
                  <a:cubicBezTo>
                    <a:pt x="8704" y="7054"/>
                    <a:pt x="8704" y="6352"/>
                    <a:pt x="8230" y="6352"/>
                  </a:cubicBezTo>
                  <a:lnTo>
                    <a:pt x="7889" y="6352"/>
                  </a:lnTo>
                  <a:lnTo>
                    <a:pt x="7889" y="341"/>
                  </a:lnTo>
                  <a:cubicBezTo>
                    <a:pt x="7889" y="152"/>
                    <a:pt x="7718" y="0"/>
                    <a:pt x="752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64" name="Google Shape;2664;p50"/>
          <p:cNvGrpSpPr/>
          <p:nvPr/>
        </p:nvGrpSpPr>
        <p:grpSpPr>
          <a:xfrm>
            <a:off x="7406843" y="1298221"/>
            <a:ext cx="374449" cy="365747"/>
            <a:chOff x="6321338" y="1356125"/>
            <a:chExt cx="389200" cy="387075"/>
          </a:xfrm>
        </p:grpSpPr>
        <p:sp>
          <p:nvSpPr>
            <p:cNvPr id="2665" name="Google Shape;2665;p50"/>
            <p:cNvSpPr/>
            <p:nvPr/>
          </p:nvSpPr>
          <p:spPr>
            <a:xfrm>
              <a:off x="6359263" y="1484825"/>
              <a:ext cx="343225" cy="201000"/>
            </a:xfrm>
            <a:custGeom>
              <a:avLst/>
              <a:gdLst/>
              <a:ahLst/>
              <a:cxnLst/>
              <a:rect l="l" t="t" r="r" b="b"/>
              <a:pathLst>
                <a:path w="13729" h="8040" extrusionOk="0">
                  <a:moveTo>
                    <a:pt x="12117" y="1821"/>
                  </a:moveTo>
                  <a:cubicBezTo>
                    <a:pt x="12306" y="1821"/>
                    <a:pt x="12458" y="1991"/>
                    <a:pt x="12439" y="2181"/>
                  </a:cubicBezTo>
                  <a:cubicBezTo>
                    <a:pt x="12268" y="3868"/>
                    <a:pt x="11434" y="5366"/>
                    <a:pt x="9746" y="5594"/>
                  </a:cubicBezTo>
                  <a:lnTo>
                    <a:pt x="9708" y="5575"/>
                  </a:lnTo>
                  <a:cubicBezTo>
                    <a:pt x="10182" y="4380"/>
                    <a:pt x="10467" y="3110"/>
                    <a:pt x="10562" y="1821"/>
                  </a:cubicBezTo>
                  <a:close/>
                  <a:moveTo>
                    <a:pt x="0" y="0"/>
                  </a:moveTo>
                  <a:cubicBezTo>
                    <a:pt x="0" y="436"/>
                    <a:pt x="0" y="835"/>
                    <a:pt x="19" y="1214"/>
                  </a:cubicBezTo>
                  <a:cubicBezTo>
                    <a:pt x="304" y="6277"/>
                    <a:pt x="2332" y="7793"/>
                    <a:pt x="2408" y="8040"/>
                  </a:cubicBezTo>
                  <a:lnTo>
                    <a:pt x="8210" y="8040"/>
                  </a:lnTo>
                  <a:cubicBezTo>
                    <a:pt x="8533" y="7642"/>
                    <a:pt x="8836" y="7244"/>
                    <a:pt x="9102" y="6807"/>
                  </a:cubicBezTo>
                  <a:lnTo>
                    <a:pt x="9140" y="6826"/>
                  </a:lnTo>
                  <a:cubicBezTo>
                    <a:pt x="9185" y="6828"/>
                    <a:pt x="9230" y="6828"/>
                    <a:pt x="9275" y="6828"/>
                  </a:cubicBezTo>
                  <a:cubicBezTo>
                    <a:pt x="11777" y="6828"/>
                    <a:pt x="13391" y="4772"/>
                    <a:pt x="13633" y="2295"/>
                  </a:cubicBezTo>
                  <a:cubicBezTo>
                    <a:pt x="13728" y="1403"/>
                    <a:pt x="13027" y="607"/>
                    <a:pt x="12117" y="607"/>
                  </a:cubicBezTo>
                  <a:lnTo>
                    <a:pt x="10619" y="607"/>
                  </a:lnTo>
                  <a:lnTo>
                    <a:pt x="1061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50"/>
            <p:cNvSpPr/>
            <p:nvPr/>
          </p:nvSpPr>
          <p:spPr>
            <a:xfrm>
              <a:off x="6328913" y="1685800"/>
              <a:ext cx="326175" cy="49800"/>
            </a:xfrm>
            <a:custGeom>
              <a:avLst/>
              <a:gdLst/>
              <a:ahLst/>
              <a:cxnLst/>
              <a:rect l="l" t="t" r="r" b="b"/>
              <a:pathLst>
                <a:path w="13047" h="1992" extrusionOk="0">
                  <a:moveTo>
                    <a:pt x="1" y="1"/>
                  </a:moveTo>
                  <a:cubicBezTo>
                    <a:pt x="304" y="1"/>
                    <a:pt x="588" y="210"/>
                    <a:pt x="664" y="513"/>
                  </a:cubicBezTo>
                  <a:cubicBezTo>
                    <a:pt x="892" y="1271"/>
                    <a:pt x="1593" y="1992"/>
                    <a:pt x="2409" y="1992"/>
                  </a:cubicBezTo>
                  <a:lnTo>
                    <a:pt x="10638" y="1992"/>
                  </a:lnTo>
                  <a:cubicBezTo>
                    <a:pt x="11453" y="1992"/>
                    <a:pt x="12155" y="1271"/>
                    <a:pt x="12364" y="513"/>
                  </a:cubicBezTo>
                  <a:cubicBezTo>
                    <a:pt x="12458" y="210"/>
                    <a:pt x="12724" y="1"/>
                    <a:pt x="130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50"/>
            <p:cNvSpPr/>
            <p:nvPr/>
          </p:nvSpPr>
          <p:spPr>
            <a:xfrm>
              <a:off x="6503838" y="1557350"/>
              <a:ext cx="60700" cy="83450"/>
            </a:xfrm>
            <a:custGeom>
              <a:avLst/>
              <a:gdLst/>
              <a:ahLst/>
              <a:cxnLst/>
              <a:rect l="l" t="t" r="r" b="b"/>
              <a:pathLst>
                <a:path w="2428" h="3338" extrusionOk="0">
                  <a:moveTo>
                    <a:pt x="1214" y="0"/>
                  </a:moveTo>
                  <a:lnTo>
                    <a:pt x="0" y="1517"/>
                  </a:lnTo>
                  <a:lnTo>
                    <a:pt x="0" y="3338"/>
                  </a:lnTo>
                  <a:lnTo>
                    <a:pt x="2427" y="3338"/>
                  </a:lnTo>
                  <a:lnTo>
                    <a:pt x="2427" y="1517"/>
                  </a:lnTo>
                  <a:lnTo>
                    <a:pt x="121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50"/>
            <p:cNvSpPr/>
            <p:nvPr/>
          </p:nvSpPr>
          <p:spPr>
            <a:xfrm>
              <a:off x="6386738" y="1557475"/>
              <a:ext cx="17575" cy="15075"/>
            </a:xfrm>
            <a:custGeom>
              <a:avLst/>
              <a:gdLst/>
              <a:ahLst/>
              <a:cxnLst/>
              <a:rect l="l" t="t" r="r" b="b"/>
              <a:pathLst>
                <a:path w="703" h="603" extrusionOk="0">
                  <a:moveTo>
                    <a:pt x="402" y="1"/>
                  </a:moveTo>
                  <a:cubicBezTo>
                    <a:pt x="328" y="1"/>
                    <a:pt x="252" y="29"/>
                    <a:pt x="191" y="90"/>
                  </a:cubicBezTo>
                  <a:cubicBezTo>
                    <a:pt x="1" y="280"/>
                    <a:pt x="134" y="602"/>
                    <a:pt x="399" y="602"/>
                  </a:cubicBezTo>
                  <a:cubicBezTo>
                    <a:pt x="570" y="602"/>
                    <a:pt x="702" y="469"/>
                    <a:pt x="702" y="299"/>
                  </a:cubicBezTo>
                  <a:cubicBezTo>
                    <a:pt x="702" y="120"/>
                    <a:pt x="556" y="1"/>
                    <a:pt x="40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50"/>
            <p:cNvSpPr/>
            <p:nvPr/>
          </p:nvSpPr>
          <p:spPr>
            <a:xfrm>
              <a:off x="6393563" y="1587100"/>
              <a:ext cx="37300" cy="61050"/>
            </a:xfrm>
            <a:custGeom>
              <a:avLst/>
              <a:gdLst/>
              <a:ahLst/>
              <a:cxnLst/>
              <a:rect l="l" t="t" r="r" b="b"/>
              <a:pathLst>
                <a:path w="1492" h="2442" extrusionOk="0">
                  <a:moveTo>
                    <a:pt x="375" y="0"/>
                  </a:moveTo>
                  <a:cubicBezTo>
                    <a:pt x="190" y="0"/>
                    <a:pt x="0" y="154"/>
                    <a:pt x="69" y="384"/>
                  </a:cubicBezTo>
                  <a:cubicBezTo>
                    <a:pt x="259" y="1067"/>
                    <a:pt x="524" y="1711"/>
                    <a:pt x="885" y="2299"/>
                  </a:cubicBezTo>
                  <a:cubicBezTo>
                    <a:pt x="947" y="2387"/>
                    <a:pt x="1050" y="2441"/>
                    <a:pt x="1152" y="2441"/>
                  </a:cubicBezTo>
                  <a:cubicBezTo>
                    <a:pt x="1204" y="2441"/>
                    <a:pt x="1256" y="2426"/>
                    <a:pt x="1302" y="2394"/>
                  </a:cubicBezTo>
                  <a:lnTo>
                    <a:pt x="1321" y="2394"/>
                  </a:lnTo>
                  <a:cubicBezTo>
                    <a:pt x="1453" y="2299"/>
                    <a:pt x="1491" y="2110"/>
                    <a:pt x="1397" y="1977"/>
                  </a:cubicBezTo>
                  <a:cubicBezTo>
                    <a:pt x="1074" y="1427"/>
                    <a:pt x="828" y="839"/>
                    <a:pt x="657" y="214"/>
                  </a:cubicBezTo>
                  <a:cubicBezTo>
                    <a:pt x="612" y="65"/>
                    <a:pt x="495" y="0"/>
                    <a:pt x="37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50"/>
            <p:cNvSpPr/>
            <p:nvPr/>
          </p:nvSpPr>
          <p:spPr>
            <a:xfrm>
              <a:off x="6482988" y="1356125"/>
              <a:ext cx="33200" cy="91225"/>
            </a:xfrm>
            <a:custGeom>
              <a:avLst/>
              <a:gdLst/>
              <a:ahLst/>
              <a:cxnLst/>
              <a:rect l="l" t="t" r="r" b="b"/>
              <a:pathLst>
                <a:path w="1328" h="3649" extrusionOk="0">
                  <a:moveTo>
                    <a:pt x="662" y="1"/>
                  </a:moveTo>
                  <a:cubicBezTo>
                    <a:pt x="442" y="1"/>
                    <a:pt x="237" y="267"/>
                    <a:pt x="417" y="503"/>
                  </a:cubicBezTo>
                  <a:cubicBezTo>
                    <a:pt x="664" y="844"/>
                    <a:pt x="664" y="1299"/>
                    <a:pt x="417" y="1640"/>
                  </a:cubicBezTo>
                  <a:cubicBezTo>
                    <a:pt x="0" y="2190"/>
                    <a:pt x="0" y="2968"/>
                    <a:pt x="417" y="3537"/>
                  </a:cubicBezTo>
                  <a:cubicBezTo>
                    <a:pt x="486" y="3615"/>
                    <a:pt x="569" y="3648"/>
                    <a:pt x="650" y="3648"/>
                  </a:cubicBezTo>
                  <a:cubicBezTo>
                    <a:pt x="879" y="3648"/>
                    <a:pt x="1088" y="3382"/>
                    <a:pt x="891" y="3157"/>
                  </a:cubicBezTo>
                  <a:cubicBezTo>
                    <a:pt x="645" y="2816"/>
                    <a:pt x="645" y="2361"/>
                    <a:pt x="891" y="2020"/>
                  </a:cubicBezTo>
                  <a:cubicBezTo>
                    <a:pt x="1327" y="1451"/>
                    <a:pt x="1327" y="692"/>
                    <a:pt x="891" y="123"/>
                  </a:cubicBezTo>
                  <a:cubicBezTo>
                    <a:pt x="825" y="37"/>
                    <a:pt x="742" y="1"/>
                    <a:pt x="66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50"/>
            <p:cNvSpPr/>
            <p:nvPr/>
          </p:nvSpPr>
          <p:spPr>
            <a:xfrm>
              <a:off x="6528013" y="1356125"/>
              <a:ext cx="33675" cy="91225"/>
            </a:xfrm>
            <a:custGeom>
              <a:avLst/>
              <a:gdLst/>
              <a:ahLst/>
              <a:cxnLst/>
              <a:rect l="l" t="t" r="r" b="b"/>
              <a:pathLst>
                <a:path w="1347" h="3649" extrusionOk="0">
                  <a:moveTo>
                    <a:pt x="681" y="1"/>
                  </a:moveTo>
                  <a:cubicBezTo>
                    <a:pt x="461" y="1"/>
                    <a:pt x="256" y="267"/>
                    <a:pt x="437" y="503"/>
                  </a:cubicBezTo>
                  <a:cubicBezTo>
                    <a:pt x="683" y="844"/>
                    <a:pt x="683" y="1299"/>
                    <a:pt x="437" y="1640"/>
                  </a:cubicBezTo>
                  <a:cubicBezTo>
                    <a:pt x="0" y="2190"/>
                    <a:pt x="0" y="2968"/>
                    <a:pt x="437" y="3537"/>
                  </a:cubicBezTo>
                  <a:cubicBezTo>
                    <a:pt x="501" y="3615"/>
                    <a:pt x="580" y="3648"/>
                    <a:pt x="658" y="3648"/>
                  </a:cubicBezTo>
                  <a:cubicBezTo>
                    <a:pt x="881" y="3648"/>
                    <a:pt x="1093" y="3382"/>
                    <a:pt x="911" y="3157"/>
                  </a:cubicBezTo>
                  <a:cubicBezTo>
                    <a:pt x="664" y="2816"/>
                    <a:pt x="664" y="2361"/>
                    <a:pt x="911" y="2020"/>
                  </a:cubicBezTo>
                  <a:cubicBezTo>
                    <a:pt x="1347" y="1470"/>
                    <a:pt x="1347" y="673"/>
                    <a:pt x="911" y="123"/>
                  </a:cubicBezTo>
                  <a:cubicBezTo>
                    <a:pt x="844" y="37"/>
                    <a:pt x="762" y="1"/>
                    <a:pt x="68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50"/>
            <p:cNvSpPr/>
            <p:nvPr/>
          </p:nvSpPr>
          <p:spPr>
            <a:xfrm>
              <a:off x="6437463" y="1356125"/>
              <a:ext cx="33225" cy="91225"/>
            </a:xfrm>
            <a:custGeom>
              <a:avLst/>
              <a:gdLst/>
              <a:ahLst/>
              <a:cxnLst/>
              <a:rect l="l" t="t" r="r" b="b"/>
              <a:pathLst>
                <a:path w="1329" h="3649" extrusionOk="0">
                  <a:moveTo>
                    <a:pt x="681" y="1"/>
                  </a:moveTo>
                  <a:cubicBezTo>
                    <a:pt x="462" y="1"/>
                    <a:pt x="257" y="267"/>
                    <a:pt x="437" y="503"/>
                  </a:cubicBezTo>
                  <a:cubicBezTo>
                    <a:pt x="683" y="844"/>
                    <a:pt x="683" y="1299"/>
                    <a:pt x="437" y="1640"/>
                  </a:cubicBezTo>
                  <a:cubicBezTo>
                    <a:pt x="1" y="2190"/>
                    <a:pt x="1" y="2968"/>
                    <a:pt x="437" y="3537"/>
                  </a:cubicBezTo>
                  <a:cubicBezTo>
                    <a:pt x="501" y="3615"/>
                    <a:pt x="580" y="3648"/>
                    <a:pt x="658" y="3648"/>
                  </a:cubicBezTo>
                  <a:cubicBezTo>
                    <a:pt x="881" y="3648"/>
                    <a:pt x="1093" y="3382"/>
                    <a:pt x="911" y="3157"/>
                  </a:cubicBezTo>
                  <a:cubicBezTo>
                    <a:pt x="664" y="2816"/>
                    <a:pt x="664" y="2361"/>
                    <a:pt x="911" y="2020"/>
                  </a:cubicBezTo>
                  <a:cubicBezTo>
                    <a:pt x="1328" y="1470"/>
                    <a:pt x="1328" y="673"/>
                    <a:pt x="911" y="123"/>
                  </a:cubicBezTo>
                  <a:cubicBezTo>
                    <a:pt x="845" y="37"/>
                    <a:pt x="762" y="1"/>
                    <a:pt x="68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50"/>
            <p:cNvSpPr/>
            <p:nvPr/>
          </p:nvSpPr>
          <p:spPr>
            <a:xfrm>
              <a:off x="6321338" y="1477225"/>
              <a:ext cx="389200" cy="265975"/>
            </a:xfrm>
            <a:custGeom>
              <a:avLst/>
              <a:gdLst/>
              <a:ahLst/>
              <a:cxnLst/>
              <a:rect l="l" t="t" r="r" b="b"/>
              <a:pathLst>
                <a:path w="15568" h="10639" extrusionOk="0">
                  <a:moveTo>
                    <a:pt x="8211" y="608"/>
                  </a:moveTo>
                  <a:lnTo>
                    <a:pt x="8211" y="1214"/>
                  </a:lnTo>
                  <a:lnTo>
                    <a:pt x="1821" y="1214"/>
                  </a:lnTo>
                  <a:cubicBezTo>
                    <a:pt x="1821" y="1025"/>
                    <a:pt x="1821" y="816"/>
                    <a:pt x="1821" y="608"/>
                  </a:cubicBezTo>
                  <a:close/>
                  <a:moveTo>
                    <a:pt x="11832" y="608"/>
                  </a:moveTo>
                  <a:lnTo>
                    <a:pt x="11832" y="911"/>
                  </a:lnTo>
                  <a:lnTo>
                    <a:pt x="11832" y="1214"/>
                  </a:lnTo>
                  <a:lnTo>
                    <a:pt x="8817" y="1214"/>
                  </a:lnTo>
                  <a:lnTo>
                    <a:pt x="8817" y="608"/>
                  </a:lnTo>
                  <a:close/>
                  <a:moveTo>
                    <a:pt x="12325" y="2409"/>
                  </a:moveTo>
                  <a:lnTo>
                    <a:pt x="12344" y="2428"/>
                  </a:lnTo>
                  <a:lnTo>
                    <a:pt x="13653" y="2428"/>
                  </a:lnTo>
                  <a:cubicBezTo>
                    <a:pt x="13653" y="2428"/>
                    <a:pt x="13653" y="2447"/>
                    <a:pt x="13653" y="2447"/>
                  </a:cubicBezTo>
                  <a:cubicBezTo>
                    <a:pt x="13558" y="3224"/>
                    <a:pt x="13216" y="4988"/>
                    <a:pt x="11699" y="5481"/>
                  </a:cubicBezTo>
                  <a:cubicBezTo>
                    <a:pt x="12022" y="4495"/>
                    <a:pt x="12230" y="3471"/>
                    <a:pt x="12325" y="2409"/>
                  </a:cubicBezTo>
                  <a:close/>
                  <a:moveTo>
                    <a:pt x="8514" y="3698"/>
                  </a:moveTo>
                  <a:lnTo>
                    <a:pt x="9424" y="4817"/>
                  </a:lnTo>
                  <a:lnTo>
                    <a:pt x="9424" y="6239"/>
                  </a:lnTo>
                  <a:lnTo>
                    <a:pt x="7604" y="6239"/>
                  </a:lnTo>
                  <a:lnTo>
                    <a:pt x="7604" y="4836"/>
                  </a:lnTo>
                  <a:lnTo>
                    <a:pt x="8514" y="3698"/>
                  </a:lnTo>
                  <a:close/>
                  <a:moveTo>
                    <a:pt x="13634" y="1214"/>
                  </a:moveTo>
                  <a:cubicBezTo>
                    <a:pt x="14354" y="1214"/>
                    <a:pt x="14923" y="1840"/>
                    <a:pt x="14847" y="2580"/>
                  </a:cubicBezTo>
                  <a:cubicBezTo>
                    <a:pt x="14657" y="4533"/>
                    <a:pt x="13406" y="6618"/>
                    <a:pt x="11131" y="6827"/>
                  </a:cubicBezTo>
                  <a:cubicBezTo>
                    <a:pt x="11244" y="6618"/>
                    <a:pt x="11339" y="6391"/>
                    <a:pt x="11434" y="6182"/>
                  </a:cubicBezTo>
                  <a:cubicBezTo>
                    <a:pt x="12249" y="6050"/>
                    <a:pt x="12951" y="5595"/>
                    <a:pt x="13425" y="4912"/>
                  </a:cubicBezTo>
                  <a:cubicBezTo>
                    <a:pt x="13899" y="4210"/>
                    <a:pt x="14183" y="3376"/>
                    <a:pt x="14259" y="2523"/>
                  </a:cubicBezTo>
                  <a:cubicBezTo>
                    <a:pt x="14296" y="2154"/>
                    <a:pt x="14028" y="1820"/>
                    <a:pt x="13664" y="1820"/>
                  </a:cubicBezTo>
                  <a:cubicBezTo>
                    <a:pt x="13654" y="1820"/>
                    <a:pt x="13644" y="1821"/>
                    <a:pt x="13634" y="1821"/>
                  </a:cubicBezTo>
                  <a:lnTo>
                    <a:pt x="12382" y="1821"/>
                  </a:lnTo>
                  <a:cubicBezTo>
                    <a:pt x="12382" y="1726"/>
                    <a:pt x="12401" y="1613"/>
                    <a:pt x="12401" y="1518"/>
                  </a:cubicBezTo>
                  <a:lnTo>
                    <a:pt x="12401" y="1537"/>
                  </a:lnTo>
                  <a:cubicBezTo>
                    <a:pt x="12401" y="1423"/>
                    <a:pt x="12420" y="1328"/>
                    <a:pt x="12420" y="1214"/>
                  </a:cubicBezTo>
                  <a:close/>
                  <a:moveTo>
                    <a:pt x="11794" y="1821"/>
                  </a:moveTo>
                  <a:lnTo>
                    <a:pt x="11756" y="2087"/>
                  </a:lnTo>
                  <a:cubicBezTo>
                    <a:pt x="11624" y="3755"/>
                    <a:pt x="11225" y="5519"/>
                    <a:pt x="10372" y="6960"/>
                  </a:cubicBezTo>
                  <a:cubicBezTo>
                    <a:pt x="10126" y="7339"/>
                    <a:pt x="9860" y="7699"/>
                    <a:pt x="9557" y="8041"/>
                  </a:cubicBezTo>
                  <a:lnTo>
                    <a:pt x="4077" y="8041"/>
                  </a:lnTo>
                  <a:lnTo>
                    <a:pt x="4001" y="7927"/>
                  </a:lnTo>
                  <a:cubicBezTo>
                    <a:pt x="3527" y="7396"/>
                    <a:pt x="2143" y="5784"/>
                    <a:pt x="1858" y="1821"/>
                  </a:cubicBezTo>
                  <a:lnTo>
                    <a:pt x="8211" y="1821"/>
                  </a:lnTo>
                  <a:lnTo>
                    <a:pt x="8211" y="3092"/>
                  </a:lnTo>
                  <a:lnTo>
                    <a:pt x="7073" y="4514"/>
                  </a:lnTo>
                  <a:cubicBezTo>
                    <a:pt x="7035" y="4571"/>
                    <a:pt x="6997" y="4627"/>
                    <a:pt x="6997" y="4703"/>
                  </a:cubicBezTo>
                  <a:lnTo>
                    <a:pt x="6997" y="6524"/>
                  </a:lnTo>
                  <a:cubicBezTo>
                    <a:pt x="6997" y="6675"/>
                    <a:pt x="7149" y="6827"/>
                    <a:pt x="7300" y="6827"/>
                  </a:cubicBezTo>
                  <a:lnTo>
                    <a:pt x="9727" y="6827"/>
                  </a:lnTo>
                  <a:cubicBezTo>
                    <a:pt x="9898" y="6827"/>
                    <a:pt x="10031" y="6675"/>
                    <a:pt x="10031" y="6524"/>
                  </a:cubicBezTo>
                  <a:lnTo>
                    <a:pt x="10031" y="4722"/>
                  </a:lnTo>
                  <a:cubicBezTo>
                    <a:pt x="10031" y="4646"/>
                    <a:pt x="10012" y="4590"/>
                    <a:pt x="9955" y="4533"/>
                  </a:cubicBezTo>
                  <a:lnTo>
                    <a:pt x="8817" y="3111"/>
                  </a:lnTo>
                  <a:lnTo>
                    <a:pt x="8817" y="1821"/>
                  </a:lnTo>
                  <a:close/>
                  <a:moveTo>
                    <a:pt x="12420" y="8647"/>
                  </a:moveTo>
                  <a:cubicBezTo>
                    <a:pt x="12401" y="8685"/>
                    <a:pt x="12401" y="8723"/>
                    <a:pt x="12382" y="8761"/>
                  </a:cubicBezTo>
                  <a:cubicBezTo>
                    <a:pt x="12192" y="9387"/>
                    <a:pt x="11605" y="10032"/>
                    <a:pt x="10941" y="10032"/>
                  </a:cubicBezTo>
                  <a:lnTo>
                    <a:pt x="2712" y="10032"/>
                  </a:lnTo>
                  <a:cubicBezTo>
                    <a:pt x="2048" y="10032"/>
                    <a:pt x="1441" y="9387"/>
                    <a:pt x="1271" y="8761"/>
                  </a:cubicBezTo>
                  <a:cubicBezTo>
                    <a:pt x="1252" y="8723"/>
                    <a:pt x="1233" y="8685"/>
                    <a:pt x="1214" y="8647"/>
                  </a:cubicBezTo>
                  <a:close/>
                  <a:moveTo>
                    <a:pt x="1517" y="1"/>
                  </a:moveTo>
                  <a:cubicBezTo>
                    <a:pt x="1347" y="1"/>
                    <a:pt x="1214" y="153"/>
                    <a:pt x="1214" y="304"/>
                  </a:cubicBezTo>
                  <a:cubicBezTo>
                    <a:pt x="1214" y="721"/>
                    <a:pt x="1214" y="1139"/>
                    <a:pt x="1233" y="1537"/>
                  </a:cubicBezTo>
                  <a:cubicBezTo>
                    <a:pt x="1460" y="5367"/>
                    <a:pt x="2655" y="7225"/>
                    <a:pt x="3300" y="8041"/>
                  </a:cubicBezTo>
                  <a:lnTo>
                    <a:pt x="304" y="8041"/>
                  </a:lnTo>
                  <a:cubicBezTo>
                    <a:pt x="133" y="8041"/>
                    <a:pt x="0" y="8173"/>
                    <a:pt x="0" y="8344"/>
                  </a:cubicBezTo>
                  <a:cubicBezTo>
                    <a:pt x="0" y="8515"/>
                    <a:pt x="133" y="8647"/>
                    <a:pt x="304" y="8647"/>
                  </a:cubicBezTo>
                  <a:cubicBezTo>
                    <a:pt x="474" y="8647"/>
                    <a:pt x="645" y="8761"/>
                    <a:pt x="702" y="8932"/>
                  </a:cubicBezTo>
                  <a:cubicBezTo>
                    <a:pt x="948" y="9823"/>
                    <a:pt x="1764" y="10638"/>
                    <a:pt x="2731" y="10638"/>
                  </a:cubicBezTo>
                  <a:lnTo>
                    <a:pt x="10941" y="10638"/>
                  </a:lnTo>
                  <a:cubicBezTo>
                    <a:pt x="11889" y="10638"/>
                    <a:pt x="12704" y="9823"/>
                    <a:pt x="12970" y="8932"/>
                  </a:cubicBezTo>
                  <a:cubicBezTo>
                    <a:pt x="13008" y="8761"/>
                    <a:pt x="13178" y="8647"/>
                    <a:pt x="13349" y="8647"/>
                  </a:cubicBezTo>
                  <a:cubicBezTo>
                    <a:pt x="13709" y="8609"/>
                    <a:pt x="13709" y="8078"/>
                    <a:pt x="13349" y="8041"/>
                  </a:cubicBezTo>
                  <a:lnTo>
                    <a:pt x="10353" y="8041"/>
                  </a:lnTo>
                  <a:cubicBezTo>
                    <a:pt x="10505" y="7851"/>
                    <a:pt x="10657" y="7642"/>
                    <a:pt x="10789" y="7434"/>
                  </a:cubicBezTo>
                  <a:cubicBezTo>
                    <a:pt x="10811" y="7434"/>
                    <a:pt x="10833" y="7434"/>
                    <a:pt x="10854" y="7434"/>
                  </a:cubicBezTo>
                  <a:cubicBezTo>
                    <a:pt x="12045" y="7434"/>
                    <a:pt x="13193" y="6925"/>
                    <a:pt x="13994" y="6050"/>
                  </a:cubicBezTo>
                  <a:cubicBezTo>
                    <a:pt x="14847" y="5102"/>
                    <a:pt x="15359" y="3907"/>
                    <a:pt x="15454" y="2637"/>
                  </a:cubicBezTo>
                  <a:cubicBezTo>
                    <a:pt x="15568" y="1556"/>
                    <a:pt x="14714" y="608"/>
                    <a:pt x="13634" y="608"/>
                  </a:cubicBezTo>
                  <a:lnTo>
                    <a:pt x="12439" y="608"/>
                  </a:lnTo>
                  <a:lnTo>
                    <a:pt x="12439" y="304"/>
                  </a:lnTo>
                  <a:cubicBezTo>
                    <a:pt x="12439" y="153"/>
                    <a:pt x="12306" y="1"/>
                    <a:pt x="1213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74" name="Google Shape;2674;p50"/>
          <p:cNvGrpSpPr/>
          <p:nvPr/>
        </p:nvGrpSpPr>
        <p:grpSpPr>
          <a:xfrm>
            <a:off x="8164113" y="1298222"/>
            <a:ext cx="296094" cy="365746"/>
            <a:chOff x="7031913" y="1356000"/>
            <a:chExt cx="314325" cy="382100"/>
          </a:xfrm>
        </p:grpSpPr>
        <p:sp>
          <p:nvSpPr>
            <p:cNvPr id="2675" name="Google Shape;2675;p50"/>
            <p:cNvSpPr/>
            <p:nvPr/>
          </p:nvSpPr>
          <p:spPr>
            <a:xfrm>
              <a:off x="7040438" y="1472500"/>
              <a:ext cx="298675" cy="258375"/>
            </a:xfrm>
            <a:custGeom>
              <a:avLst/>
              <a:gdLst/>
              <a:ahLst/>
              <a:cxnLst/>
              <a:rect l="l" t="t" r="r" b="b"/>
              <a:pathLst>
                <a:path w="11947" h="10335" extrusionOk="0">
                  <a:moveTo>
                    <a:pt x="2390" y="0"/>
                  </a:moveTo>
                  <a:lnTo>
                    <a:pt x="1" y="2977"/>
                  </a:lnTo>
                  <a:lnTo>
                    <a:pt x="5974" y="10334"/>
                  </a:lnTo>
                  <a:lnTo>
                    <a:pt x="11947" y="2977"/>
                  </a:lnTo>
                  <a:lnTo>
                    <a:pt x="955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50"/>
            <p:cNvSpPr/>
            <p:nvPr/>
          </p:nvSpPr>
          <p:spPr>
            <a:xfrm>
              <a:off x="7179813" y="1539325"/>
              <a:ext cx="19925" cy="15200"/>
            </a:xfrm>
            <a:custGeom>
              <a:avLst/>
              <a:gdLst/>
              <a:ahLst/>
              <a:cxnLst/>
              <a:rect l="l" t="t" r="r" b="b"/>
              <a:pathLst>
                <a:path w="797" h="608" extrusionOk="0">
                  <a:moveTo>
                    <a:pt x="399" y="1"/>
                  </a:moveTo>
                  <a:cubicBezTo>
                    <a:pt x="1" y="1"/>
                    <a:pt x="1" y="608"/>
                    <a:pt x="399" y="608"/>
                  </a:cubicBezTo>
                  <a:cubicBezTo>
                    <a:pt x="797" y="608"/>
                    <a:pt x="797" y="1"/>
                    <a:pt x="39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50"/>
            <p:cNvSpPr/>
            <p:nvPr/>
          </p:nvSpPr>
          <p:spPr>
            <a:xfrm>
              <a:off x="7182188" y="1356000"/>
              <a:ext cx="14725" cy="64250"/>
            </a:xfrm>
            <a:custGeom>
              <a:avLst/>
              <a:gdLst/>
              <a:ahLst/>
              <a:cxnLst/>
              <a:rect l="l" t="t" r="r" b="b"/>
              <a:pathLst>
                <a:path w="589" h="2570" extrusionOk="0">
                  <a:moveTo>
                    <a:pt x="294" y="0"/>
                  </a:moveTo>
                  <a:cubicBezTo>
                    <a:pt x="147" y="0"/>
                    <a:pt x="0" y="100"/>
                    <a:pt x="0" y="299"/>
                  </a:cubicBezTo>
                  <a:lnTo>
                    <a:pt x="0" y="2271"/>
                  </a:lnTo>
                  <a:cubicBezTo>
                    <a:pt x="0" y="2470"/>
                    <a:pt x="147" y="2570"/>
                    <a:pt x="294" y="2570"/>
                  </a:cubicBezTo>
                  <a:cubicBezTo>
                    <a:pt x="441" y="2570"/>
                    <a:pt x="588" y="2470"/>
                    <a:pt x="588" y="2271"/>
                  </a:cubicBezTo>
                  <a:lnTo>
                    <a:pt x="588" y="299"/>
                  </a:lnTo>
                  <a:cubicBezTo>
                    <a:pt x="588" y="100"/>
                    <a:pt x="441" y="0"/>
                    <a:pt x="29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50"/>
            <p:cNvSpPr/>
            <p:nvPr/>
          </p:nvSpPr>
          <p:spPr>
            <a:xfrm>
              <a:off x="7063863" y="1391000"/>
              <a:ext cx="41550" cy="54025"/>
            </a:xfrm>
            <a:custGeom>
              <a:avLst/>
              <a:gdLst/>
              <a:ahLst/>
              <a:cxnLst/>
              <a:rect l="l" t="t" r="r" b="b"/>
              <a:pathLst>
                <a:path w="1662" h="2161" extrusionOk="0">
                  <a:moveTo>
                    <a:pt x="420" y="1"/>
                  </a:moveTo>
                  <a:cubicBezTo>
                    <a:pt x="209" y="1"/>
                    <a:pt x="1" y="218"/>
                    <a:pt x="145" y="454"/>
                  </a:cubicBezTo>
                  <a:lnTo>
                    <a:pt x="1036" y="2009"/>
                  </a:lnTo>
                  <a:cubicBezTo>
                    <a:pt x="1099" y="2110"/>
                    <a:pt x="1196" y="2161"/>
                    <a:pt x="1298" y="2161"/>
                  </a:cubicBezTo>
                  <a:cubicBezTo>
                    <a:pt x="1350" y="2161"/>
                    <a:pt x="1402" y="2148"/>
                    <a:pt x="1453" y="2123"/>
                  </a:cubicBezTo>
                  <a:cubicBezTo>
                    <a:pt x="1605" y="2047"/>
                    <a:pt x="1662" y="1857"/>
                    <a:pt x="1567" y="1705"/>
                  </a:cubicBezTo>
                  <a:lnTo>
                    <a:pt x="676" y="151"/>
                  </a:lnTo>
                  <a:cubicBezTo>
                    <a:pt x="611" y="45"/>
                    <a:pt x="515" y="1"/>
                    <a:pt x="42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50"/>
            <p:cNvSpPr/>
            <p:nvPr/>
          </p:nvSpPr>
          <p:spPr>
            <a:xfrm>
              <a:off x="7272913" y="1391175"/>
              <a:ext cx="42250" cy="53800"/>
            </a:xfrm>
            <a:custGeom>
              <a:avLst/>
              <a:gdLst/>
              <a:ahLst/>
              <a:cxnLst/>
              <a:rect l="l" t="t" r="r" b="b"/>
              <a:pathLst>
                <a:path w="1690" h="2152" extrusionOk="0">
                  <a:moveTo>
                    <a:pt x="1287" y="0"/>
                  </a:moveTo>
                  <a:cubicBezTo>
                    <a:pt x="1192" y="0"/>
                    <a:pt x="1096" y="47"/>
                    <a:pt x="1036" y="163"/>
                  </a:cubicBezTo>
                  <a:lnTo>
                    <a:pt x="145" y="1698"/>
                  </a:lnTo>
                  <a:cubicBezTo>
                    <a:pt x="1" y="1934"/>
                    <a:pt x="209" y="2151"/>
                    <a:pt x="414" y="2151"/>
                  </a:cubicBezTo>
                  <a:cubicBezTo>
                    <a:pt x="506" y="2151"/>
                    <a:pt x="598" y="2108"/>
                    <a:pt x="657" y="2002"/>
                  </a:cubicBezTo>
                  <a:lnTo>
                    <a:pt x="1548" y="447"/>
                  </a:lnTo>
                  <a:cubicBezTo>
                    <a:pt x="1690" y="215"/>
                    <a:pt x="1489" y="0"/>
                    <a:pt x="128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50"/>
            <p:cNvSpPr/>
            <p:nvPr/>
          </p:nvSpPr>
          <p:spPr>
            <a:xfrm>
              <a:off x="7031913" y="1464900"/>
              <a:ext cx="314325" cy="273200"/>
            </a:xfrm>
            <a:custGeom>
              <a:avLst/>
              <a:gdLst/>
              <a:ahLst/>
              <a:cxnLst/>
              <a:rect l="l" t="t" r="r" b="b"/>
              <a:pathLst>
                <a:path w="12573" h="10928" extrusionOk="0">
                  <a:moveTo>
                    <a:pt x="5670" y="589"/>
                  </a:moveTo>
                  <a:lnTo>
                    <a:pt x="3888" y="2712"/>
                  </a:lnTo>
                  <a:lnTo>
                    <a:pt x="3148" y="589"/>
                  </a:lnTo>
                  <a:close/>
                  <a:moveTo>
                    <a:pt x="9481" y="589"/>
                  </a:moveTo>
                  <a:lnTo>
                    <a:pt x="8761" y="2712"/>
                  </a:lnTo>
                  <a:lnTo>
                    <a:pt x="6959" y="589"/>
                  </a:lnTo>
                  <a:close/>
                  <a:moveTo>
                    <a:pt x="2617" y="911"/>
                  </a:moveTo>
                  <a:lnTo>
                    <a:pt x="3319" y="2978"/>
                  </a:lnTo>
                  <a:lnTo>
                    <a:pt x="949" y="2978"/>
                  </a:lnTo>
                  <a:lnTo>
                    <a:pt x="2617" y="911"/>
                  </a:lnTo>
                  <a:close/>
                  <a:moveTo>
                    <a:pt x="9993" y="911"/>
                  </a:moveTo>
                  <a:lnTo>
                    <a:pt x="11643" y="2978"/>
                  </a:lnTo>
                  <a:lnTo>
                    <a:pt x="9273" y="2978"/>
                  </a:lnTo>
                  <a:lnTo>
                    <a:pt x="9993" y="911"/>
                  </a:lnTo>
                  <a:close/>
                  <a:moveTo>
                    <a:pt x="3565" y="3585"/>
                  </a:moveTo>
                  <a:lnTo>
                    <a:pt x="5480" y="9121"/>
                  </a:lnTo>
                  <a:lnTo>
                    <a:pt x="968" y="3585"/>
                  </a:lnTo>
                  <a:close/>
                  <a:moveTo>
                    <a:pt x="11662" y="3585"/>
                  </a:moveTo>
                  <a:lnTo>
                    <a:pt x="7149" y="9121"/>
                  </a:lnTo>
                  <a:lnTo>
                    <a:pt x="9064" y="3585"/>
                  </a:lnTo>
                  <a:close/>
                  <a:moveTo>
                    <a:pt x="6315" y="759"/>
                  </a:moveTo>
                  <a:lnTo>
                    <a:pt x="8211" y="2978"/>
                  </a:lnTo>
                  <a:lnTo>
                    <a:pt x="7509" y="2978"/>
                  </a:lnTo>
                  <a:cubicBezTo>
                    <a:pt x="7111" y="2978"/>
                    <a:pt x="7111" y="3585"/>
                    <a:pt x="7509" y="3585"/>
                  </a:cubicBezTo>
                  <a:lnTo>
                    <a:pt x="8438" y="3585"/>
                  </a:lnTo>
                  <a:lnTo>
                    <a:pt x="6315" y="9728"/>
                  </a:lnTo>
                  <a:lnTo>
                    <a:pt x="4172" y="3585"/>
                  </a:lnTo>
                  <a:lnTo>
                    <a:pt x="5120" y="3585"/>
                  </a:lnTo>
                  <a:cubicBezTo>
                    <a:pt x="5518" y="3585"/>
                    <a:pt x="5518" y="2978"/>
                    <a:pt x="5120" y="2978"/>
                  </a:cubicBezTo>
                  <a:lnTo>
                    <a:pt x="4419" y="2978"/>
                  </a:lnTo>
                  <a:lnTo>
                    <a:pt x="6315" y="759"/>
                  </a:lnTo>
                  <a:close/>
                  <a:moveTo>
                    <a:pt x="2712" y="1"/>
                  </a:moveTo>
                  <a:cubicBezTo>
                    <a:pt x="2636" y="1"/>
                    <a:pt x="2541" y="39"/>
                    <a:pt x="2484" y="115"/>
                  </a:cubicBezTo>
                  <a:lnTo>
                    <a:pt x="95" y="3092"/>
                  </a:lnTo>
                  <a:cubicBezTo>
                    <a:pt x="1" y="3205"/>
                    <a:pt x="1" y="3357"/>
                    <a:pt x="95" y="3471"/>
                  </a:cubicBezTo>
                  <a:lnTo>
                    <a:pt x="6068" y="10828"/>
                  </a:lnTo>
                  <a:cubicBezTo>
                    <a:pt x="6135" y="10894"/>
                    <a:pt x="6220" y="10927"/>
                    <a:pt x="6305" y="10927"/>
                  </a:cubicBezTo>
                  <a:cubicBezTo>
                    <a:pt x="6391" y="10927"/>
                    <a:pt x="6476" y="10894"/>
                    <a:pt x="6542" y="10828"/>
                  </a:cubicBezTo>
                  <a:lnTo>
                    <a:pt x="12515" y="3471"/>
                  </a:lnTo>
                  <a:cubicBezTo>
                    <a:pt x="12553" y="3414"/>
                    <a:pt x="12572" y="3357"/>
                    <a:pt x="12572" y="3281"/>
                  </a:cubicBezTo>
                  <a:cubicBezTo>
                    <a:pt x="12572" y="3224"/>
                    <a:pt x="12553" y="3148"/>
                    <a:pt x="12515" y="3092"/>
                  </a:cubicBezTo>
                  <a:lnTo>
                    <a:pt x="10126" y="115"/>
                  </a:lnTo>
                  <a:cubicBezTo>
                    <a:pt x="10069" y="39"/>
                    <a:pt x="9974" y="1"/>
                    <a:pt x="98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81" name="Google Shape;2681;p50"/>
          <p:cNvGrpSpPr/>
          <p:nvPr/>
        </p:nvGrpSpPr>
        <p:grpSpPr>
          <a:xfrm>
            <a:off x="1685100" y="2011813"/>
            <a:ext cx="365748" cy="325139"/>
            <a:chOff x="1329238" y="2199425"/>
            <a:chExt cx="532850" cy="473825"/>
          </a:xfrm>
        </p:grpSpPr>
        <p:sp>
          <p:nvSpPr>
            <p:cNvPr id="2682" name="Google Shape;2682;p50"/>
            <p:cNvSpPr/>
            <p:nvPr/>
          </p:nvSpPr>
          <p:spPr>
            <a:xfrm>
              <a:off x="1595638" y="2436200"/>
              <a:ext cx="253650" cy="227100"/>
            </a:xfrm>
            <a:custGeom>
              <a:avLst/>
              <a:gdLst/>
              <a:ahLst/>
              <a:cxnLst/>
              <a:rect l="l" t="t" r="r" b="b"/>
              <a:pathLst>
                <a:path w="10146" h="9084" extrusionOk="0">
                  <a:moveTo>
                    <a:pt x="5064" y="1"/>
                  </a:moveTo>
                  <a:lnTo>
                    <a:pt x="1" y="9083"/>
                  </a:lnTo>
                  <a:lnTo>
                    <a:pt x="10145" y="9083"/>
                  </a:lnTo>
                  <a:lnTo>
                    <a:pt x="506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50"/>
            <p:cNvSpPr/>
            <p:nvPr/>
          </p:nvSpPr>
          <p:spPr>
            <a:xfrm>
              <a:off x="1467663" y="2209625"/>
              <a:ext cx="253625" cy="226600"/>
            </a:xfrm>
            <a:custGeom>
              <a:avLst/>
              <a:gdLst/>
              <a:ahLst/>
              <a:cxnLst/>
              <a:rect l="l" t="t" r="r" b="b"/>
              <a:pathLst>
                <a:path w="10145" h="9064" extrusionOk="0">
                  <a:moveTo>
                    <a:pt x="5082" y="0"/>
                  </a:moveTo>
                  <a:lnTo>
                    <a:pt x="0" y="9064"/>
                  </a:lnTo>
                  <a:lnTo>
                    <a:pt x="10145" y="9064"/>
                  </a:lnTo>
                  <a:lnTo>
                    <a:pt x="508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50"/>
            <p:cNvSpPr/>
            <p:nvPr/>
          </p:nvSpPr>
          <p:spPr>
            <a:xfrm>
              <a:off x="1468613" y="2436200"/>
              <a:ext cx="253625" cy="227100"/>
            </a:xfrm>
            <a:custGeom>
              <a:avLst/>
              <a:gdLst/>
              <a:ahLst/>
              <a:cxnLst/>
              <a:rect l="l" t="t" r="r" b="b"/>
              <a:pathLst>
                <a:path w="10145" h="9084" extrusionOk="0">
                  <a:moveTo>
                    <a:pt x="0" y="1"/>
                  </a:moveTo>
                  <a:lnTo>
                    <a:pt x="5082" y="9083"/>
                  </a:lnTo>
                  <a:lnTo>
                    <a:pt x="1014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50"/>
            <p:cNvSpPr/>
            <p:nvPr/>
          </p:nvSpPr>
          <p:spPr>
            <a:xfrm>
              <a:off x="1342038" y="2436200"/>
              <a:ext cx="253625" cy="227100"/>
            </a:xfrm>
            <a:custGeom>
              <a:avLst/>
              <a:gdLst/>
              <a:ahLst/>
              <a:cxnLst/>
              <a:rect l="l" t="t" r="r" b="b"/>
              <a:pathLst>
                <a:path w="10145" h="9084" extrusionOk="0">
                  <a:moveTo>
                    <a:pt x="5063" y="1"/>
                  </a:moveTo>
                  <a:lnTo>
                    <a:pt x="0" y="9083"/>
                  </a:lnTo>
                  <a:lnTo>
                    <a:pt x="10145" y="9083"/>
                  </a:lnTo>
                  <a:lnTo>
                    <a:pt x="506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50"/>
            <p:cNvSpPr/>
            <p:nvPr/>
          </p:nvSpPr>
          <p:spPr>
            <a:xfrm>
              <a:off x="1725538" y="2528875"/>
              <a:ext cx="23725" cy="20650"/>
            </a:xfrm>
            <a:custGeom>
              <a:avLst/>
              <a:gdLst/>
              <a:ahLst/>
              <a:cxnLst/>
              <a:rect l="l" t="t" r="r" b="b"/>
              <a:pathLst>
                <a:path w="949" h="826" extrusionOk="0">
                  <a:moveTo>
                    <a:pt x="413" y="0"/>
                  </a:moveTo>
                  <a:cubicBezTo>
                    <a:pt x="201" y="0"/>
                    <a:pt x="0" y="170"/>
                    <a:pt x="0" y="428"/>
                  </a:cubicBezTo>
                  <a:cubicBezTo>
                    <a:pt x="0" y="655"/>
                    <a:pt x="171" y="826"/>
                    <a:pt x="399" y="826"/>
                  </a:cubicBezTo>
                  <a:cubicBezTo>
                    <a:pt x="778" y="826"/>
                    <a:pt x="948" y="390"/>
                    <a:pt x="702" y="124"/>
                  </a:cubicBezTo>
                  <a:cubicBezTo>
                    <a:pt x="616" y="39"/>
                    <a:pt x="513" y="0"/>
                    <a:pt x="41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50"/>
            <p:cNvSpPr/>
            <p:nvPr/>
          </p:nvSpPr>
          <p:spPr>
            <a:xfrm>
              <a:off x="1329238" y="2199425"/>
              <a:ext cx="532850" cy="473825"/>
            </a:xfrm>
            <a:custGeom>
              <a:avLst/>
              <a:gdLst/>
              <a:ahLst/>
              <a:cxnLst/>
              <a:rect l="l" t="t" r="r" b="b"/>
              <a:pathLst>
                <a:path w="21314" h="18953" extrusionOk="0">
                  <a:moveTo>
                    <a:pt x="10657" y="1243"/>
                  </a:moveTo>
                  <a:lnTo>
                    <a:pt x="15018" y="9074"/>
                  </a:lnTo>
                  <a:lnTo>
                    <a:pt x="6277" y="9074"/>
                  </a:lnTo>
                  <a:lnTo>
                    <a:pt x="10657" y="1243"/>
                  </a:lnTo>
                  <a:close/>
                  <a:moveTo>
                    <a:pt x="15037" y="9908"/>
                  </a:moveTo>
                  <a:lnTo>
                    <a:pt x="10657" y="17720"/>
                  </a:lnTo>
                  <a:lnTo>
                    <a:pt x="6277" y="9908"/>
                  </a:lnTo>
                  <a:close/>
                  <a:moveTo>
                    <a:pt x="5575" y="10306"/>
                  </a:moveTo>
                  <a:lnTo>
                    <a:pt x="9936" y="18137"/>
                  </a:lnTo>
                  <a:lnTo>
                    <a:pt x="1214" y="18137"/>
                  </a:lnTo>
                  <a:lnTo>
                    <a:pt x="5575" y="10306"/>
                  </a:lnTo>
                  <a:close/>
                  <a:moveTo>
                    <a:pt x="15720" y="10325"/>
                  </a:moveTo>
                  <a:lnTo>
                    <a:pt x="20081" y="18137"/>
                  </a:lnTo>
                  <a:lnTo>
                    <a:pt x="11358" y="18137"/>
                  </a:lnTo>
                  <a:lnTo>
                    <a:pt x="15720" y="10325"/>
                  </a:lnTo>
                  <a:close/>
                  <a:moveTo>
                    <a:pt x="10657" y="1"/>
                  </a:moveTo>
                  <a:cubicBezTo>
                    <a:pt x="10519" y="1"/>
                    <a:pt x="10382" y="67"/>
                    <a:pt x="10297" y="200"/>
                  </a:cubicBezTo>
                  <a:lnTo>
                    <a:pt x="152" y="18346"/>
                  </a:lnTo>
                  <a:cubicBezTo>
                    <a:pt x="1" y="18611"/>
                    <a:pt x="190" y="18953"/>
                    <a:pt x="512" y="18953"/>
                  </a:cubicBezTo>
                  <a:lnTo>
                    <a:pt x="20801" y="18953"/>
                  </a:lnTo>
                  <a:cubicBezTo>
                    <a:pt x="21105" y="18953"/>
                    <a:pt x="21313" y="18611"/>
                    <a:pt x="21162" y="18346"/>
                  </a:cubicBezTo>
                  <a:lnTo>
                    <a:pt x="11017" y="200"/>
                  </a:lnTo>
                  <a:cubicBezTo>
                    <a:pt x="10932" y="67"/>
                    <a:pt x="10794" y="1"/>
                    <a:pt x="1065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50"/>
            <p:cNvSpPr/>
            <p:nvPr/>
          </p:nvSpPr>
          <p:spPr>
            <a:xfrm>
              <a:off x="1740963" y="2565875"/>
              <a:ext cx="52125" cy="66350"/>
            </a:xfrm>
            <a:custGeom>
              <a:avLst/>
              <a:gdLst/>
              <a:ahLst/>
              <a:cxnLst/>
              <a:rect l="l" t="t" r="r" b="b"/>
              <a:pathLst>
                <a:path w="2085" h="2654" extrusionOk="0">
                  <a:moveTo>
                    <a:pt x="549" y="1"/>
                  </a:moveTo>
                  <a:cubicBezTo>
                    <a:pt x="272" y="1"/>
                    <a:pt x="0" y="282"/>
                    <a:pt x="180" y="616"/>
                  </a:cubicBezTo>
                  <a:lnTo>
                    <a:pt x="180" y="597"/>
                  </a:lnTo>
                  <a:lnTo>
                    <a:pt x="1185" y="2436"/>
                  </a:lnTo>
                  <a:cubicBezTo>
                    <a:pt x="1270" y="2590"/>
                    <a:pt x="1404" y="2654"/>
                    <a:pt x="1536" y="2654"/>
                  </a:cubicBezTo>
                  <a:cubicBezTo>
                    <a:pt x="1813" y="2654"/>
                    <a:pt x="2085" y="2372"/>
                    <a:pt x="1905" y="2038"/>
                  </a:cubicBezTo>
                  <a:lnTo>
                    <a:pt x="900" y="218"/>
                  </a:lnTo>
                  <a:cubicBezTo>
                    <a:pt x="815" y="65"/>
                    <a:pt x="681" y="1"/>
                    <a:pt x="54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89" name="Google Shape;2689;p50"/>
          <p:cNvGrpSpPr/>
          <p:nvPr/>
        </p:nvGrpSpPr>
        <p:grpSpPr>
          <a:xfrm>
            <a:off x="2410631" y="1991498"/>
            <a:ext cx="342168" cy="365769"/>
            <a:chOff x="1898088" y="2292925"/>
            <a:chExt cx="269275" cy="285400"/>
          </a:xfrm>
        </p:grpSpPr>
        <p:sp>
          <p:nvSpPr>
            <p:cNvPr id="2690" name="Google Shape;2690;p50"/>
            <p:cNvSpPr/>
            <p:nvPr/>
          </p:nvSpPr>
          <p:spPr>
            <a:xfrm>
              <a:off x="1906138" y="2448525"/>
              <a:ext cx="152675" cy="124125"/>
            </a:xfrm>
            <a:custGeom>
              <a:avLst/>
              <a:gdLst/>
              <a:ahLst/>
              <a:cxnLst/>
              <a:rect l="l" t="t" r="r" b="b"/>
              <a:pathLst>
                <a:path w="6107" h="4965" extrusionOk="0">
                  <a:moveTo>
                    <a:pt x="475" y="1"/>
                  </a:moveTo>
                  <a:cubicBezTo>
                    <a:pt x="228" y="1556"/>
                    <a:pt x="1" y="2371"/>
                    <a:pt x="551" y="3414"/>
                  </a:cubicBezTo>
                  <a:cubicBezTo>
                    <a:pt x="1072" y="4447"/>
                    <a:pt x="2067" y="4964"/>
                    <a:pt x="3061" y="4964"/>
                  </a:cubicBezTo>
                  <a:cubicBezTo>
                    <a:pt x="4054" y="4964"/>
                    <a:pt x="5044" y="4447"/>
                    <a:pt x="5556" y="3414"/>
                  </a:cubicBezTo>
                  <a:cubicBezTo>
                    <a:pt x="6106" y="2409"/>
                    <a:pt x="5879" y="1575"/>
                    <a:pt x="56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50"/>
            <p:cNvSpPr/>
            <p:nvPr/>
          </p:nvSpPr>
          <p:spPr>
            <a:xfrm>
              <a:off x="1918463" y="2371750"/>
              <a:ext cx="129925" cy="111900"/>
            </a:xfrm>
            <a:custGeom>
              <a:avLst/>
              <a:gdLst/>
              <a:ahLst/>
              <a:cxnLst/>
              <a:rect l="l" t="t" r="r" b="b"/>
              <a:pathLst>
                <a:path w="5197" h="4476" extrusionOk="0">
                  <a:moveTo>
                    <a:pt x="2390" y="0"/>
                  </a:moveTo>
                  <a:cubicBezTo>
                    <a:pt x="1233" y="0"/>
                    <a:pt x="266" y="872"/>
                    <a:pt x="152" y="2010"/>
                  </a:cubicBezTo>
                  <a:cubicBezTo>
                    <a:pt x="96" y="2408"/>
                    <a:pt x="58" y="2769"/>
                    <a:pt x="1" y="3072"/>
                  </a:cubicBezTo>
                  <a:cubicBezTo>
                    <a:pt x="702" y="3736"/>
                    <a:pt x="1612" y="4475"/>
                    <a:pt x="2598" y="4475"/>
                  </a:cubicBezTo>
                  <a:cubicBezTo>
                    <a:pt x="3584" y="4475"/>
                    <a:pt x="4495" y="3736"/>
                    <a:pt x="5196" y="3072"/>
                  </a:cubicBezTo>
                  <a:cubicBezTo>
                    <a:pt x="5139" y="2750"/>
                    <a:pt x="5101" y="2408"/>
                    <a:pt x="5044" y="2010"/>
                  </a:cubicBezTo>
                  <a:cubicBezTo>
                    <a:pt x="4931" y="872"/>
                    <a:pt x="3964" y="0"/>
                    <a:pt x="280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50"/>
            <p:cNvSpPr/>
            <p:nvPr/>
          </p:nvSpPr>
          <p:spPr>
            <a:xfrm>
              <a:off x="1972513" y="2399700"/>
              <a:ext cx="22300" cy="44725"/>
            </a:xfrm>
            <a:custGeom>
              <a:avLst/>
              <a:gdLst/>
              <a:ahLst/>
              <a:cxnLst/>
              <a:rect l="l" t="t" r="r" b="b"/>
              <a:pathLst>
                <a:path w="892" h="1789" extrusionOk="0">
                  <a:moveTo>
                    <a:pt x="446" y="1"/>
                  </a:moveTo>
                  <a:cubicBezTo>
                    <a:pt x="223" y="1"/>
                    <a:pt x="0" y="153"/>
                    <a:pt x="0" y="456"/>
                  </a:cubicBezTo>
                  <a:lnTo>
                    <a:pt x="0" y="1347"/>
                  </a:lnTo>
                  <a:cubicBezTo>
                    <a:pt x="0" y="1641"/>
                    <a:pt x="223" y="1788"/>
                    <a:pt x="446" y="1788"/>
                  </a:cubicBezTo>
                  <a:cubicBezTo>
                    <a:pt x="669" y="1788"/>
                    <a:pt x="891" y="1641"/>
                    <a:pt x="891" y="1347"/>
                  </a:cubicBezTo>
                  <a:lnTo>
                    <a:pt x="891" y="456"/>
                  </a:lnTo>
                  <a:cubicBezTo>
                    <a:pt x="891" y="153"/>
                    <a:pt x="669" y="1"/>
                    <a:pt x="44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u="sng"/>
            </a:p>
          </p:txBody>
        </p:sp>
        <p:sp>
          <p:nvSpPr>
            <p:cNvPr id="2693" name="Google Shape;2693;p50"/>
            <p:cNvSpPr/>
            <p:nvPr/>
          </p:nvSpPr>
          <p:spPr>
            <a:xfrm>
              <a:off x="2027963" y="2489175"/>
              <a:ext cx="13300" cy="11050"/>
            </a:xfrm>
            <a:custGeom>
              <a:avLst/>
              <a:gdLst/>
              <a:ahLst/>
              <a:cxnLst/>
              <a:rect l="l" t="t" r="r" b="b"/>
              <a:pathLst>
                <a:path w="532" h="442" extrusionOk="0">
                  <a:moveTo>
                    <a:pt x="229" y="1"/>
                  </a:moveTo>
                  <a:cubicBezTo>
                    <a:pt x="114" y="1"/>
                    <a:pt x="1" y="86"/>
                    <a:pt x="1" y="214"/>
                  </a:cubicBezTo>
                  <a:cubicBezTo>
                    <a:pt x="1" y="347"/>
                    <a:pt x="96" y="442"/>
                    <a:pt x="228" y="442"/>
                  </a:cubicBezTo>
                  <a:cubicBezTo>
                    <a:pt x="418" y="442"/>
                    <a:pt x="532" y="195"/>
                    <a:pt x="380" y="62"/>
                  </a:cubicBezTo>
                  <a:cubicBezTo>
                    <a:pt x="337" y="20"/>
                    <a:pt x="283" y="1"/>
                    <a:pt x="22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50"/>
            <p:cNvSpPr/>
            <p:nvPr/>
          </p:nvSpPr>
          <p:spPr>
            <a:xfrm>
              <a:off x="1898088" y="2292925"/>
              <a:ext cx="269275" cy="285400"/>
            </a:xfrm>
            <a:custGeom>
              <a:avLst/>
              <a:gdLst/>
              <a:ahLst/>
              <a:cxnLst/>
              <a:rect l="l" t="t" r="r" b="b"/>
              <a:pathLst>
                <a:path w="10771" h="11416" extrusionOk="0">
                  <a:moveTo>
                    <a:pt x="3413" y="4499"/>
                  </a:moveTo>
                  <a:cubicBezTo>
                    <a:pt x="3527" y="4499"/>
                    <a:pt x="3641" y="4594"/>
                    <a:pt x="3641" y="4727"/>
                  </a:cubicBezTo>
                  <a:lnTo>
                    <a:pt x="3641" y="5618"/>
                  </a:lnTo>
                  <a:cubicBezTo>
                    <a:pt x="3641" y="5760"/>
                    <a:pt x="3527" y="5831"/>
                    <a:pt x="3413" y="5831"/>
                  </a:cubicBezTo>
                  <a:cubicBezTo>
                    <a:pt x="3300" y="5831"/>
                    <a:pt x="3186" y="5760"/>
                    <a:pt x="3186" y="5618"/>
                  </a:cubicBezTo>
                  <a:lnTo>
                    <a:pt x="3186" y="4727"/>
                  </a:lnTo>
                  <a:cubicBezTo>
                    <a:pt x="3186" y="4594"/>
                    <a:pt x="3300" y="4499"/>
                    <a:pt x="3413" y="4499"/>
                  </a:cubicBezTo>
                  <a:close/>
                  <a:moveTo>
                    <a:pt x="3186" y="3381"/>
                  </a:moveTo>
                  <a:lnTo>
                    <a:pt x="3186" y="4063"/>
                  </a:lnTo>
                  <a:cubicBezTo>
                    <a:pt x="3186" y="4063"/>
                    <a:pt x="3186" y="4082"/>
                    <a:pt x="3186" y="4082"/>
                  </a:cubicBezTo>
                  <a:cubicBezTo>
                    <a:pt x="2920" y="4177"/>
                    <a:pt x="2750" y="4443"/>
                    <a:pt x="2750" y="4727"/>
                  </a:cubicBezTo>
                  <a:lnTo>
                    <a:pt x="2750" y="5618"/>
                  </a:lnTo>
                  <a:cubicBezTo>
                    <a:pt x="2750" y="5903"/>
                    <a:pt x="2920" y="6149"/>
                    <a:pt x="3186" y="6244"/>
                  </a:cubicBezTo>
                  <a:lnTo>
                    <a:pt x="3186" y="7382"/>
                  </a:lnTo>
                  <a:cubicBezTo>
                    <a:pt x="2408" y="7287"/>
                    <a:pt x="1688" y="6718"/>
                    <a:pt x="1062" y="6149"/>
                  </a:cubicBezTo>
                  <a:cubicBezTo>
                    <a:pt x="1100" y="5808"/>
                    <a:pt x="1138" y="5504"/>
                    <a:pt x="1176" y="5201"/>
                  </a:cubicBezTo>
                  <a:cubicBezTo>
                    <a:pt x="1290" y="4158"/>
                    <a:pt x="2162" y="3381"/>
                    <a:pt x="3186" y="3381"/>
                  </a:cubicBezTo>
                  <a:close/>
                  <a:moveTo>
                    <a:pt x="3641" y="3381"/>
                  </a:moveTo>
                  <a:cubicBezTo>
                    <a:pt x="4665" y="3381"/>
                    <a:pt x="5537" y="4158"/>
                    <a:pt x="5651" y="5182"/>
                  </a:cubicBezTo>
                  <a:lnTo>
                    <a:pt x="5651" y="5201"/>
                  </a:lnTo>
                  <a:cubicBezTo>
                    <a:pt x="5689" y="5504"/>
                    <a:pt x="5727" y="5808"/>
                    <a:pt x="5765" y="6149"/>
                  </a:cubicBezTo>
                  <a:cubicBezTo>
                    <a:pt x="5139" y="6718"/>
                    <a:pt x="4418" y="7287"/>
                    <a:pt x="3641" y="7382"/>
                  </a:cubicBezTo>
                  <a:lnTo>
                    <a:pt x="3641" y="6244"/>
                  </a:lnTo>
                  <a:cubicBezTo>
                    <a:pt x="3906" y="6149"/>
                    <a:pt x="4077" y="5884"/>
                    <a:pt x="4077" y="5599"/>
                  </a:cubicBezTo>
                  <a:lnTo>
                    <a:pt x="4077" y="4708"/>
                  </a:lnTo>
                  <a:cubicBezTo>
                    <a:pt x="4077" y="4424"/>
                    <a:pt x="3906" y="4177"/>
                    <a:pt x="3641" y="4082"/>
                  </a:cubicBezTo>
                  <a:cubicBezTo>
                    <a:pt x="3641" y="4063"/>
                    <a:pt x="3641" y="4063"/>
                    <a:pt x="3641" y="4044"/>
                  </a:cubicBezTo>
                  <a:lnTo>
                    <a:pt x="3641" y="3381"/>
                  </a:lnTo>
                  <a:close/>
                  <a:moveTo>
                    <a:pt x="986" y="6680"/>
                  </a:moveTo>
                  <a:lnTo>
                    <a:pt x="986" y="6680"/>
                  </a:lnTo>
                  <a:cubicBezTo>
                    <a:pt x="1688" y="7287"/>
                    <a:pt x="2503" y="7837"/>
                    <a:pt x="3413" y="7837"/>
                  </a:cubicBezTo>
                  <a:cubicBezTo>
                    <a:pt x="4324" y="7837"/>
                    <a:pt x="5158" y="7287"/>
                    <a:pt x="5859" y="6680"/>
                  </a:cubicBezTo>
                  <a:lnTo>
                    <a:pt x="5859" y="6680"/>
                  </a:lnTo>
                  <a:cubicBezTo>
                    <a:pt x="6049" y="7950"/>
                    <a:pt x="6182" y="8671"/>
                    <a:pt x="5727" y="9524"/>
                  </a:cubicBezTo>
                  <a:cubicBezTo>
                    <a:pt x="5253" y="10482"/>
                    <a:pt x="4333" y="10961"/>
                    <a:pt x="3413" y="10961"/>
                  </a:cubicBezTo>
                  <a:cubicBezTo>
                    <a:pt x="2494" y="10961"/>
                    <a:pt x="1574" y="10482"/>
                    <a:pt x="1100" y="9524"/>
                  </a:cubicBezTo>
                  <a:cubicBezTo>
                    <a:pt x="626" y="8652"/>
                    <a:pt x="797" y="7875"/>
                    <a:pt x="986" y="6680"/>
                  </a:cubicBezTo>
                  <a:close/>
                  <a:moveTo>
                    <a:pt x="10545" y="1"/>
                  </a:moveTo>
                  <a:cubicBezTo>
                    <a:pt x="10434" y="1"/>
                    <a:pt x="10325" y="72"/>
                    <a:pt x="10334" y="214"/>
                  </a:cubicBezTo>
                  <a:lnTo>
                    <a:pt x="10334" y="5694"/>
                  </a:lnTo>
                  <a:cubicBezTo>
                    <a:pt x="10334" y="6320"/>
                    <a:pt x="9822" y="6813"/>
                    <a:pt x="9216" y="6813"/>
                  </a:cubicBezTo>
                  <a:cubicBezTo>
                    <a:pt x="8590" y="6813"/>
                    <a:pt x="8097" y="6320"/>
                    <a:pt x="8097" y="5694"/>
                  </a:cubicBezTo>
                  <a:lnTo>
                    <a:pt x="8097" y="2452"/>
                  </a:lnTo>
                  <a:cubicBezTo>
                    <a:pt x="8097" y="1086"/>
                    <a:pt x="6997" y="6"/>
                    <a:pt x="5651" y="6"/>
                  </a:cubicBezTo>
                  <a:cubicBezTo>
                    <a:pt x="4286" y="6"/>
                    <a:pt x="3205" y="1086"/>
                    <a:pt x="3186" y="2452"/>
                  </a:cubicBezTo>
                  <a:lnTo>
                    <a:pt x="3186" y="2945"/>
                  </a:lnTo>
                  <a:cubicBezTo>
                    <a:pt x="1934" y="2945"/>
                    <a:pt x="873" y="3893"/>
                    <a:pt x="740" y="5144"/>
                  </a:cubicBezTo>
                  <a:cubicBezTo>
                    <a:pt x="512" y="7419"/>
                    <a:pt x="0" y="8424"/>
                    <a:pt x="721" y="9752"/>
                  </a:cubicBezTo>
                  <a:cubicBezTo>
                    <a:pt x="1280" y="10861"/>
                    <a:pt x="2352" y="11416"/>
                    <a:pt x="3421" y="11416"/>
                  </a:cubicBezTo>
                  <a:cubicBezTo>
                    <a:pt x="4489" y="11416"/>
                    <a:pt x="5556" y="10861"/>
                    <a:pt x="6106" y="9752"/>
                  </a:cubicBezTo>
                  <a:cubicBezTo>
                    <a:pt x="6826" y="8443"/>
                    <a:pt x="6352" y="7419"/>
                    <a:pt x="6087" y="5144"/>
                  </a:cubicBezTo>
                  <a:cubicBezTo>
                    <a:pt x="5954" y="3893"/>
                    <a:pt x="4892" y="2945"/>
                    <a:pt x="3641" y="2945"/>
                  </a:cubicBezTo>
                  <a:lnTo>
                    <a:pt x="3641" y="2452"/>
                  </a:lnTo>
                  <a:cubicBezTo>
                    <a:pt x="3679" y="1371"/>
                    <a:pt x="4570" y="518"/>
                    <a:pt x="5651" y="518"/>
                  </a:cubicBezTo>
                  <a:cubicBezTo>
                    <a:pt x="6732" y="518"/>
                    <a:pt x="7623" y="1371"/>
                    <a:pt x="7661" y="2452"/>
                  </a:cubicBezTo>
                  <a:lnTo>
                    <a:pt x="7661" y="5694"/>
                  </a:lnTo>
                  <a:cubicBezTo>
                    <a:pt x="7642" y="6566"/>
                    <a:pt x="8343" y="7268"/>
                    <a:pt x="9216" y="7268"/>
                  </a:cubicBezTo>
                  <a:cubicBezTo>
                    <a:pt x="10069" y="7268"/>
                    <a:pt x="10770" y="6566"/>
                    <a:pt x="10770" y="5694"/>
                  </a:cubicBezTo>
                  <a:lnTo>
                    <a:pt x="10770" y="214"/>
                  </a:lnTo>
                  <a:cubicBezTo>
                    <a:pt x="10770" y="72"/>
                    <a:pt x="10657" y="1"/>
                    <a:pt x="1054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50"/>
            <p:cNvSpPr/>
            <p:nvPr/>
          </p:nvSpPr>
          <p:spPr>
            <a:xfrm>
              <a:off x="1986813" y="2510425"/>
              <a:ext cx="49900" cy="44075"/>
            </a:xfrm>
            <a:custGeom>
              <a:avLst/>
              <a:gdLst/>
              <a:ahLst/>
              <a:cxnLst/>
              <a:rect l="l" t="t" r="r" b="b"/>
              <a:pathLst>
                <a:path w="1996" h="1763" extrusionOk="0">
                  <a:moveTo>
                    <a:pt x="1702" y="0"/>
                  </a:moveTo>
                  <a:cubicBezTo>
                    <a:pt x="1616" y="0"/>
                    <a:pt x="1530" y="47"/>
                    <a:pt x="1495" y="161"/>
                  </a:cubicBezTo>
                  <a:cubicBezTo>
                    <a:pt x="1476" y="255"/>
                    <a:pt x="1438" y="331"/>
                    <a:pt x="1400" y="407"/>
                  </a:cubicBezTo>
                  <a:cubicBezTo>
                    <a:pt x="1154" y="862"/>
                    <a:pt x="756" y="1184"/>
                    <a:pt x="263" y="1317"/>
                  </a:cubicBezTo>
                  <a:cubicBezTo>
                    <a:pt x="1" y="1387"/>
                    <a:pt x="60" y="1762"/>
                    <a:pt x="308" y="1762"/>
                  </a:cubicBezTo>
                  <a:cubicBezTo>
                    <a:pt x="329" y="1762"/>
                    <a:pt x="352" y="1759"/>
                    <a:pt x="376" y="1753"/>
                  </a:cubicBezTo>
                  <a:cubicBezTo>
                    <a:pt x="1078" y="1545"/>
                    <a:pt x="1666" y="1014"/>
                    <a:pt x="1912" y="312"/>
                  </a:cubicBezTo>
                  <a:cubicBezTo>
                    <a:pt x="1996" y="134"/>
                    <a:pt x="1848" y="0"/>
                    <a:pt x="17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6" name="Google Shape;2696;p50"/>
          <p:cNvGrpSpPr/>
          <p:nvPr/>
        </p:nvGrpSpPr>
        <p:grpSpPr>
          <a:xfrm>
            <a:off x="3112572" y="1991500"/>
            <a:ext cx="377566" cy="365765"/>
            <a:chOff x="2473563" y="2292925"/>
            <a:chExt cx="288725" cy="285175"/>
          </a:xfrm>
        </p:grpSpPr>
        <p:sp>
          <p:nvSpPr>
            <p:cNvPr id="2697" name="Google Shape;2697;p50"/>
            <p:cNvSpPr/>
            <p:nvPr/>
          </p:nvSpPr>
          <p:spPr>
            <a:xfrm>
              <a:off x="2502963" y="2320550"/>
              <a:ext cx="229450" cy="229450"/>
            </a:xfrm>
            <a:custGeom>
              <a:avLst/>
              <a:gdLst/>
              <a:ahLst/>
              <a:cxnLst/>
              <a:rect l="l" t="t" r="r" b="b"/>
              <a:pathLst>
                <a:path w="9178" h="9178" extrusionOk="0">
                  <a:moveTo>
                    <a:pt x="0" y="0"/>
                  </a:moveTo>
                  <a:lnTo>
                    <a:pt x="0" y="9178"/>
                  </a:lnTo>
                  <a:lnTo>
                    <a:pt x="9178" y="9178"/>
                  </a:lnTo>
                  <a:lnTo>
                    <a:pt x="917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50"/>
            <p:cNvSpPr/>
            <p:nvPr/>
          </p:nvSpPr>
          <p:spPr>
            <a:xfrm>
              <a:off x="2539938" y="2357525"/>
              <a:ext cx="155975" cy="116625"/>
            </a:xfrm>
            <a:custGeom>
              <a:avLst/>
              <a:gdLst/>
              <a:ahLst/>
              <a:cxnLst/>
              <a:rect l="l" t="t" r="r" b="b"/>
              <a:pathLst>
                <a:path w="6239" h="4665" extrusionOk="0">
                  <a:moveTo>
                    <a:pt x="0" y="0"/>
                  </a:moveTo>
                  <a:lnTo>
                    <a:pt x="0" y="3546"/>
                  </a:lnTo>
                  <a:lnTo>
                    <a:pt x="3167" y="4665"/>
                  </a:lnTo>
                  <a:lnTo>
                    <a:pt x="6239" y="3546"/>
                  </a:lnTo>
                  <a:lnTo>
                    <a:pt x="623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50"/>
            <p:cNvSpPr/>
            <p:nvPr/>
          </p:nvSpPr>
          <p:spPr>
            <a:xfrm>
              <a:off x="2538988" y="2407775"/>
              <a:ext cx="155975" cy="106200"/>
            </a:xfrm>
            <a:custGeom>
              <a:avLst/>
              <a:gdLst/>
              <a:ahLst/>
              <a:cxnLst/>
              <a:rect l="l" t="t" r="r" b="b"/>
              <a:pathLst>
                <a:path w="6239" h="4248" extrusionOk="0">
                  <a:moveTo>
                    <a:pt x="1574" y="0"/>
                  </a:moveTo>
                  <a:lnTo>
                    <a:pt x="0" y="1574"/>
                  </a:lnTo>
                  <a:lnTo>
                    <a:pt x="0" y="4248"/>
                  </a:lnTo>
                  <a:lnTo>
                    <a:pt x="6239" y="4248"/>
                  </a:lnTo>
                  <a:lnTo>
                    <a:pt x="6239" y="1574"/>
                  </a:lnTo>
                  <a:lnTo>
                    <a:pt x="5120" y="436"/>
                  </a:lnTo>
                  <a:lnTo>
                    <a:pt x="3584" y="2010"/>
                  </a:lnTo>
                  <a:lnTo>
                    <a:pt x="157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50"/>
            <p:cNvSpPr/>
            <p:nvPr/>
          </p:nvSpPr>
          <p:spPr>
            <a:xfrm>
              <a:off x="2618138" y="2390700"/>
              <a:ext cx="26100" cy="22400"/>
            </a:xfrm>
            <a:custGeom>
              <a:avLst/>
              <a:gdLst/>
              <a:ahLst/>
              <a:cxnLst/>
              <a:rect l="l" t="t" r="r" b="b"/>
              <a:pathLst>
                <a:path w="1044" h="896" extrusionOk="0">
                  <a:moveTo>
                    <a:pt x="456" y="1"/>
                  </a:moveTo>
                  <a:cubicBezTo>
                    <a:pt x="209" y="1"/>
                    <a:pt x="1" y="209"/>
                    <a:pt x="1" y="456"/>
                  </a:cubicBezTo>
                  <a:cubicBezTo>
                    <a:pt x="1" y="722"/>
                    <a:pt x="213" y="895"/>
                    <a:pt x="439" y="895"/>
                  </a:cubicBezTo>
                  <a:cubicBezTo>
                    <a:pt x="551" y="895"/>
                    <a:pt x="665" y="853"/>
                    <a:pt x="759" y="759"/>
                  </a:cubicBezTo>
                  <a:cubicBezTo>
                    <a:pt x="1044" y="494"/>
                    <a:pt x="835" y="1"/>
                    <a:pt x="4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50"/>
            <p:cNvSpPr/>
            <p:nvPr/>
          </p:nvSpPr>
          <p:spPr>
            <a:xfrm>
              <a:off x="2566013" y="2474600"/>
              <a:ext cx="12825" cy="11050"/>
            </a:xfrm>
            <a:custGeom>
              <a:avLst/>
              <a:gdLst/>
              <a:ahLst/>
              <a:cxnLst/>
              <a:rect l="l" t="t" r="r" b="b"/>
              <a:pathLst>
                <a:path w="513" h="442" extrusionOk="0">
                  <a:moveTo>
                    <a:pt x="285" y="1"/>
                  </a:moveTo>
                  <a:cubicBezTo>
                    <a:pt x="95" y="1"/>
                    <a:pt x="0" y="228"/>
                    <a:pt x="133" y="380"/>
                  </a:cubicBezTo>
                  <a:cubicBezTo>
                    <a:pt x="176" y="423"/>
                    <a:pt x="230" y="442"/>
                    <a:pt x="284" y="442"/>
                  </a:cubicBezTo>
                  <a:cubicBezTo>
                    <a:pt x="399" y="442"/>
                    <a:pt x="512" y="357"/>
                    <a:pt x="512" y="228"/>
                  </a:cubicBezTo>
                  <a:cubicBezTo>
                    <a:pt x="512" y="96"/>
                    <a:pt x="417" y="1"/>
                    <a:pt x="28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50"/>
            <p:cNvSpPr/>
            <p:nvPr/>
          </p:nvSpPr>
          <p:spPr>
            <a:xfrm>
              <a:off x="2473563" y="2292925"/>
              <a:ext cx="288725" cy="285175"/>
            </a:xfrm>
            <a:custGeom>
              <a:avLst/>
              <a:gdLst/>
              <a:ahLst/>
              <a:cxnLst/>
              <a:rect l="l" t="t" r="r" b="b"/>
              <a:pathLst>
                <a:path w="11549" h="11407" extrusionOk="0">
                  <a:moveTo>
                    <a:pt x="10145" y="1333"/>
                  </a:moveTo>
                  <a:lnTo>
                    <a:pt x="10145" y="10074"/>
                  </a:lnTo>
                  <a:lnTo>
                    <a:pt x="1404" y="10074"/>
                  </a:lnTo>
                  <a:lnTo>
                    <a:pt x="1404" y="1333"/>
                  </a:lnTo>
                  <a:close/>
                  <a:moveTo>
                    <a:pt x="1179" y="1"/>
                  </a:moveTo>
                  <a:cubicBezTo>
                    <a:pt x="1067" y="1"/>
                    <a:pt x="958" y="72"/>
                    <a:pt x="968" y="214"/>
                  </a:cubicBezTo>
                  <a:lnTo>
                    <a:pt x="968" y="897"/>
                  </a:lnTo>
                  <a:lnTo>
                    <a:pt x="285" y="897"/>
                  </a:lnTo>
                  <a:cubicBezTo>
                    <a:pt x="1" y="897"/>
                    <a:pt x="1" y="1333"/>
                    <a:pt x="285" y="1333"/>
                  </a:cubicBezTo>
                  <a:lnTo>
                    <a:pt x="968" y="1333"/>
                  </a:lnTo>
                  <a:lnTo>
                    <a:pt x="968" y="10074"/>
                  </a:lnTo>
                  <a:lnTo>
                    <a:pt x="285" y="10074"/>
                  </a:lnTo>
                  <a:cubicBezTo>
                    <a:pt x="1" y="10074"/>
                    <a:pt x="1" y="10510"/>
                    <a:pt x="285" y="10510"/>
                  </a:cubicBezTo>
                  <a:lnTo>
                    <a:pt x="968" y="10510"/>
                  </a:lnTo>
                  <a:lnTo>
                    <a:pt x="968" y="11193"/>
                  </a:lnTo>
                  <a:cubicBezTo>
                    <a:pt x="968" y="11335"/>
                    <a:pt x="1077" y="11406"/>
                    <a:pt x="1186" y="11406"/>
                  </a:cubicBezTo>
                  <a:cubicBezTo>
                    <a:pt x="1295" y="11406"/>
                    <a:pt x="1404" y="11335"/>
                    <a:pt x="1404" y="11193"/>
                  </a:cubicBezTo>
                  <a:lnTo>
                    <a:pt x="1404" y="10510"/>
                  </a:lnTo>
                  <a:lnTo>
                    <a:pt x="10145" y="10510"/>
                  </a:lnTo>
                  <a:lnTo>
                    <a:pt x="10145" y="11193"/>
                  </a:lnTo>
                  <a:cubicBezTo>
                    <a:pt x="10145" y="11335"/>
                    <a:pt x="10254" y="11406"/>
                    <a:pt x="10363" y="11406"/>
                  </a:cubicBezTo>
                  <a:cubicBezTo>
                    <a:pt x="10472" y="11406"/>
                    <a:pt x="10581" y="11335"/>
                    <a:pt x="10581" y="11193"/>
                  </a:cubicBezTo>
                  <a:lnTo>
                    <a:pt x="10581" y="10510"/>
                  </a:lnTo>
                  <a:lnTo>
                    <a:pt x="11264" y="10510"/>
                  </a:lnTo>
                  <a:cubicBezTo>
                    <a:pt x="11548" y="10510"/>
                    <a:pt x="11548" y="10074"/>
                    <a:pt x="11264" y="10074"/>
                  </a:cubicBezTo>
                  <a:lnTo>
                    <a:pt x="10581" y="10074"/>
                  </a:lnTo>
                  <a:lnTo>
                    <a:pt x="10581" y="1333"/>
                  </a:lnTo>
                  <a:lnTo>
                    <a:pt x="11264" y="1333"/>
                  </a:lnTo>
                  <a:cubicBezTo>
                    <a:pt x="11542" y="1333"/>
                    <a:pt x="11548" y="896"/>
                    <a:pt x="11281" y="896"/>
                  </a:cubicBezTo>
                  <a:cubicBezTo>
                    <a:pt x="11275" y="896"/>
                    <a:pt x="11270" y="896"/>
                    <a:pt x="11264" y="897"/>
                  </a:cubicBezTo>
                  <a:lnTo>
                    <a:pt x="10581" y="897"/>
                  </a:lnTo>
                  <a:lnTo>
                    <a:pt x="10581" y="214"/>
                  </a:lnTo>
                  <a:cubicBezTo>
                    <a:pt x="10581" y="72"/>
                    <a:pt x="10472" y="1"/>
                    <a:pt x="10363" y="1"/>
                  </a:cubicBezTo>
                  <a:cubicBezTo>
                    <a:pt x="10254" y="1"/>
                    <a:pt x="10145" y="72"/>
                    <a:pt x="10145" y="214"/>
                  </a:cubicBezTo>
                  <a:lnTo>
                    <a:pt x="10145" y="897"/>
                  </a:lnTo>
                  <a:lnTo>
                    <a:pt x="1404" y="897"/>
                  </a:lnTo>
                  <a:lnTo>
                    <a:pt x="1404" y="214"/>
                  </a:lnTo>
                  <a:cubicBezTo>
                    <a:pt x="1404" y="72"/>
                    <a:pt x="1290" y="1"/>
                    <a:pt x="11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50"/>
            <p:cNvSpPr/>
            <p:nvPr/>
          </p:nvSpPr>
          <p:spPr>
            <a:xfrm>
              <a:off x="2534238" y="2351825"/>
              <a:ext cx="167375" cy="167375"/>
            </a:xfrm>
            <a:custGeom>
              <a:avLst/>
              <a:gdLst/>
              <a:ahLst/>
              <a:cxnLst/>
              <a:rect l="l" t="t" r="r" b="b"/>
              <a:pathLst>
                <a:path w="6695" h="6695" extrusionOk="0">
                  <a:moveTo>
                    <a:pt x="6239" y="456"/>
                  </a:moveTo>
                  <a:lnTo>
                    <a:pt x="6239" y="3262"/>
                  </a:lnTo>
                  <a:lnTo>
                    <a:pt x="5519" y="2523"/>
                  </a:lnTo>
                  <a:cubicBezTo>
                    <a:pt x="5471" y="2475"/>
                    <a:pt x="5409" y="2452"/>
                    <a:pt x="5350" y="2452"/>
                  </a:cubicBezTo>
                  <a:cubicBezTo>
                    <a:pt x="5291" y="2452"/>
                    <a:pt x="5234" y="2475"/>
                    <a:pt x="5196" y="2523"/>
                  </a:cubicBezTo>
                  <a:lnTo>
                    <a:pt x="3812" y="3926"/>
                  </a:lnTo>
                  <a:lnTo>
                    <a:pt x="1954" y="2068"/>
                  </a:lnTo>
                  <a:cubicBezTo>
                    <a:pt x="1916" y="2030"/>
                    <a:pt x="1859" y="2011"/>
                    <a:pt x="1802" y="2011"/>
                  </a:cubicBezTo>
                  <a:cubicBezTo>
                    <a:pt x="1745" y="2011"/>
                    <a:pt x="1688" y="2030"/>
                    <a:pt x="1650" y="2068"/>
                  </a:cubicBezTo>
                  <a:lnTo>
                    <a:pt x="456" y="3262"/>
                  </a:lnTo>
                  <a:lnTo>
                    <a:pt x="456" y="456"/>
                  </a:lnTo>
                  <a:close/>
                  <a:moveTo>
                    <a:pt x="5348" y="2997"/>
                  </a:moveTo>
                  <a:lnTo>
                    <a:pt x="6239" y="3888"/>
                  </a:lnTo>
                  <a:lnTo>
                    <a:pt x="6239" y="4912"/>
                  </a:lnTo>
                  <a:lnTo>
                    <a:pt x="4779" y="4912"/>
                  </a:lnTo>
                  <a:lnTo>
                    <a:pt x="4115" y="4248"/>
                  </a:lnTo>
                  <a:lnTo>
                    <a:pt x="5348" y="2997"/>
                  </a:lnTo>
                  <a:close/>
                  <a:moveTo>
                    <a:pt x="1783" y="2542"/>
                  </a:moveTo>
                  <a:lnTo>
                    <a:pt x="4153" y="4912"/>
                  </a:lnTo>
                  <a:lnTo>
                    <a:pt x="2466" y="4912"/>
                  </a:lnTo>
                  <a:cubicBezTo>
                    <a:pt x="2162" y="4912"/>
                    <a:pt x="2162" y="5367"/>
                    <a:pt x="2466" y="5367"/>
                  </a:cubicBezTo>
                  <a:lnTo>
                    <a:pt x="6258" y="5367"/>
                  </a:lnTo>
                  <a:lnTo>
                    <a:pt x="6258" y="6258"/>
                  </a:lnTo>
                  <a:lnTo>
                    <a:pt x="456" y="6258"/>
                  </a:lnTo>
                  <a:lnTo>
                    <a:pt x="456" y="5348"/>
                  </a:lnTo>
                  <a:lnTo>
                    <a:pt x="664" y="5348"/>
                  </a:lnTo>
                  <a:cubicBezTo>
                    <a:pt x="968" y="5348"/>
                    <a:pt x="968" y="4912"/>
                    <a:pt x="664" y="4912"/>
                  </a:cubicBezTo>
                  <a:lnTo>
                    <a:pt x="456" y="4912"/>
                  </a:lnTo>
                  <a:lnTo>
                    <a:pt x="456" y="3888"/>
                  </a:lnTo>
                  <a:lnTo>
                    <a:pt x="1783" y="2542"/>
                  </a:lnTo>
                  <a:close/>
                  <a:moveTo>
                    <a:pt x="228" y="1"/>
                  </a:moveTo>
                  <a:cubicBezTo>
                    <a:pt x="96" y="1"/>
                    <a:pt x="1" y="96"/>
                    <a:pt x="1" y="228"/>
                  </a:cubicBezTo>
                  <a:lnTo>
                    <a:pt x="1" y="6467"/>
                  </a:lnTo>
                  <a:cubicBezTo>
                    <a:pt x="1" y="6580"/>
                    <a:pt x="96" y="6694"/>
                    <a:pt x="228" y="6694"/>
                  </a:cubicBezTo>
                  <a:lnTo>
                    <a:pt x="6467" y="6694"/>
                  </a:lnTo>
                  <a:cubicBezTo>
                    <a:pt x="6580" y="6694"/>
                    <a:pt x="6694" y="6580"/>
                    <a:pt x="6694" y="6467"/>
                  </a:cubicBezTo>
                  <a:lnTo>
                    <a:pt x="6694" y="228"/>
                  </a:lnTo>
                  <a:cubicBezTo>
                    <a:pt x="6694" y="96"/>
                    <a:pt x="6580" y="1"/>
                    <a:pt x="646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50"/>
            <p:cNvSpPr/>
            <p:nvPr/>
          </p:nvSpPr>
          <p:spPr>
            <a:xfrm>
              <a:off x="2612463" y="2385300"/>
              <a:ext cx="39375" cy="33400"/>
            </a:xfrm>
            <a:custGeom>
              <a:avLst/>
              <a:gdLst/>
              <a:ahLst/>
              <a:cxnLst/>
              <a:rect l="l" t="t" r="r" b="b"/>
              <a:pathLst>
                <a:path w="1575" h="1336" extrusionOk="0">
                  <a:moveTo>
                    <a:pt x="683" y="444"/>
                  </a:moveTo>
                  <a:cubicBezTo>
                    <a:pt x="873" y="444"/>
                    <a:pt x="967" y="691"/>
                    <a:pt x="835" y="823"/>
                  </a:cubicBezTo>
                  <a:cubicBezTo>
                    <a:pt x="786" y="872"/>
                    <a:pt x="729" y="894"/>
                    <a:pt x="674" y="894"/>
                  </a:cubicBezTo>
                  <a:cubicBezTo>
                    <a:pt x="560" y="894"/>
                    <a:pt x="455" y="800"/>
                    <a:pt x="455" y="672"/>
                  </a:cubicBezTo>
                  <a:cubicBezTo>
                    <a:pt x="455" y="539"/>
                    <a:pt x="550" y="444"/>
                    <a:pt x="683" y="444"/>
                  </a:cubicBezTo>
                  <a:close/>
                  <a:moveTo>
                    <a:pt x="669" y="0"/>
                  </a:moveTo>
                  <a:cubicBezTo>
                    <a:pt x="328" y="0"/>
                    <a:pt x="0" y="263"/>
                    <a:pt x="0" y="672"/>
                  </a:cubicBezTo>
                  <a:cubicBezTo>
                    <a:pt x="0" y="1032"/>
                    <a:pt x="304" y="1335"/>
                    <a:pt x="683" y="1335"/>
                  </a:cubicBezTo>
                  <a:cubicBezTo>
                    <a:pt x="1271" y="1335"/>
                    <a:pt x="1574" y="615"/>
                    <a:pt x="1138" y="198"/>
                  </a:cubicBezTo>
                  <a:cubicBezTo>
                    <a:pt x="1002" y="62"/>
                    <a:pt x="834" y="0"/>
                    <a:pt x="66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05" name="Google Shape;2705;p50"/>
          <p:cNvGrpSpPr/>
          <p:nvPr/>
        </p:nvGrpSpPr>
        <p:grpSpPr>
          <a:xfrm>
            <a:off x="3838125" y="2004272"/>
            <a:ext cx="365763" cy="340222"/>
            <a:chOff x="3001163" y="2256975"/>
            <a:chExt cx="443725" cy="416275"/>
          </a:xfrm>
        </p:grpSpPr>
        <p:sp>
          <p:nvSpPr>
            <p:cNvPr id="2706" name="Google Shape;2706;p50"/>
            <p:cNvSpPr/>
            <p:nvPr/>
          </p:nvSpPr>
          <p:spPr>
            <a:xfrm>
              <a:off x="3020613" y="2372825"/>
              <a:ext cx="322825" cy="291700"/>
            </a:xfrm>
            <a:custGeom>
              <a:avLst/>
              <a:gdLst/>
              <a:ahLst/>
              <a:cxnLst/>
              <a:rect l="l" t="t" r="r" b="b"/>
              <a:pathLst>
                <a:path w="12913" h="11668" extrusionOk="0">
                  <a:moveTo>
                    <a:pt x="6415" y="0"/>
                  </a:moveTo>
                  <a:cubicBezTo>
                    <a:pt x="4811" y="0"/>
                    <a:pt x="3218" y="660"/>
                    <a:pt x="2067" y="1948"/>
                  </a:cubicBezTo>
                  <a:cubicBezTo>
                    <a:pt x="0" y="4261"/>
                    <a:pt x="114" y="7769"/>
                    <a:pt x="2295" y="9969"/>
                  </a:cubicBezTo>
                  <a:cubicBezTo>
                    <a:pt x="3434" y="11098"/>
                    <a:pt x="4923" y="11668"/>
                    <a:pt x="6417" y="11668"/>
                  </a:cubicBezTo>
                  <a:cubicBezTo>
                    <a:pt x="7807" y="11668"/>
                    <a:pt x="9200" y="11174"/>
                    <a:pt x="10315" y="10177"/>
                  </a:cubicBezTo>
                  <a:cubicBezTo>
                    <a:pt x="12610" y="8111"/>
                    <a:pt x="12913" y="4603"/>
                    <a:pt x="10979" y="2195"/>
                  </a:cubicBezTo>
                  <a:lnTo>
                    <a:pt x="10050" y="1266"/>
                  </a:lnTo>
                  <a:cubicBezTo>
                    <a:pt x="8975" y="417"/>
                    <a:pt x="7691" y="0"/>
                    <a:pt x="64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50"/>
            <p:cNvSpPr/>
            <p:nvPr/>
          </p:nvSpPr>
          <p:spPr>
            <a:xfrm>
              <a:off x="3055563" y="2413375"/>
              <a:ext cx="258025" cy="211125"/>
            </a:xfrm>
            <a:custGeom>
              <a:avLst/>
              <a:gdLst/>
              <a:ahLst/>
              <a:cxnLst/>
              <a:rect l="l" t="t" r="r" b="b"/>
              <a:pathLst>
                <a:path w="10321" h="8445" extrusionOk="0">
                  <a:moveTo>
                    <a:pt x="5006" y="0"/>
                  </a:moveTo>
                  <a:cubicBezTo>
                    <a:pt x="3332" y="0"/>
                    <a:pt x="1713" y="997"/>
                    <a:pt x="1048" y="2715"/>
                  </a:cubicBezTo>
                  <a:cubicBezTo>
                    <a:pt x="1048" y="2715"/>
                    <a:pt x="1048" y="2715"/>
                    <a:pt x="1048" y="2734"/>
                  </a:cubicBezTo>
                  <a:cubicBezTo>
                    <a:pt x="1" y="5540"/>
                    <a:pt x="2112" y="8445"/>
                    <a:pt x="4985" y="8445"/>
                  </a:cubicBezTo>
                  <a:cubicBezTo>
                    <a:pt x="5180" y="8445"/>
                    <a:pt x="5379" y="8431"/>
                    <a:pt x="5580" y="8404"/>
                  </a:cubicBezTo>
                  <a:cubicBezTo>
                    <a:pt x="8747" y="7968"/>
                    <a:pt x="10320" y="4308"/>
                    <a:pt x="8424" y="1729"/>
                  </a:cubicBezTo>
                  <a:lnTo>
                    <a:pt x="8405" y="1729"/>
                  </a:lnTo>
                  <a:lnTo>
                    <a:pt x="7495" y="819"/>
                  </a:lnTo>
                  <a:cubicBezTo>
                    <a:pt x="6732" y="261"/>
                    <a:pt x="5862" y="0"/>
                    <a:pt x="50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50"/>
            <p:cNvSpPr/>
            <p:nvPr/>
          </p:nvSpPr>
          <p:spPr>
            <a:xfrm>
              <a:off x="3108788" y="2453825"/>
              <a:ext cx="144600" cy="130425"/>
            </a:xfrm>
            <a:custGeom>
              <a:avLst/>
              <a:gdLst/>
              <a:ahLst/>
              <a:cxnLst/>
              <a:rect l="l" t="t" r="r" b="b"/>
              <a:pathLst>
                <a:path w="5784" h="5217" extrusionOk="0">
                  <a:moveTo>
                    <a:pt x="2876" y="1"/>
                  </a:moveTo>
                  <a:cubicBezTo>
                    <a:pt x="2091" y="1"/>
                    <a:pt x="1323" y="357"/>
                    <a:pt x="815" y="1021"/>
                  </a:cubicBezTo>
                  <a:cubicBezTo>
                    <a:pt x="0" y="2045"/>
                    <a:pt x="95" y="3524"/>
                    <a:pt x="1024" y="4453"/>
                  </a:cubicBezTo>
                  <a:cubicBezTo>
                    <a:pt x="1529" y="4958"/>
                    <a:pt x="2196" y="5217"/>
                    <a:pt x="2864" y="5217"/>
                  </a:cubicBezTo>
                  <a:cubicBezTo>
                    <a:pt x="3426" y="5217"/>
                    <a:pt x="3988" y="5034"/>
                    <a:pt x="4456" y="4662"/>
                  </a:cubicBezTo>
                  <a:cubicBezTo>
                    <a:pt x="5499" y="3866"/>
                    <a:pt x="5783" y="2425"/>
                    <a:pt x="5120" y="1287"/>
                  </a:cubicBezTo>
                  <a:lnTo>
                    <a:pt x="4191" y="358"/>
                  </a:lnTo>
                  <a:cubicBezTo>
                    <a:pt x="3777" y="117"/>
                    <a:pt x="3324" y="1"/>
                    <a:pt x="28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50"/>
            <p:cNvSpPr/>
            <p:nvPr/>
          </p:nvSpPr>
          <p:spPr>
            <a:xfrm>
              <a:off x="3323038" y="2265550"/>
              <a:ext cx="110950" cy="110950"/>
            </a:xfrm>
            <a:custGeom>
              <a:avLst/>
              <a:gdLst/>
              <a:ahLst/>
              <a:cxnLst/>
              <a:rect l="l" t="t" r="r" b="b"/>
              <a:pathLst>
                <a:path w="4438" h="4438" extrusionOk="0">
                  <a:moveTo>
                    <a:pt x="1935" y="1"/>
                  </a:moveTo>
                  <a:cubicBezTo>
                    <a:pt x="1537" y="399"/>
                    <a:pt x="77" y="1878"/>
                    <a:pt x="1" y="1973"/>
                  </a:cubicBezTo>
                  <a:lnTo>
                    <a:pt x="1" y="4438"/>
                  </a:lnTo>
                  <a:lnTo>
                    <a:pt x="2485" y="4438"/>
                  </a:lnTo>
                  <a:lnTo>
                    <a:pt x="4438" y="2504"/>
                  </a:lnTo>
                  <a:lnTo>
                    <a:pt x="1935" y="2504"/>
                  </a:lnTo>
                  <a:lnTo>
                    <a:pt x="193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50"/>
            <p:cNvSpPr/>
            <p:nvPr/>
          </p:nvSpPr>
          <p:spPr>
            <a:xfrm>
              <a:off x="3155538" y="2371850"/>
              <a:ext cx="173225" cy="165150"/>
            </a:xfrm>
            <a:custGeom>
              <a:avLst/>
              <a:gdLst/>
              <a:ahLst/>
              <a:cxnLst/>
              <a:rect l="l" t="t" r="r" b="b"/>
              <a:pathLst>
                <a:path w="6929" h="6606" extrusionOk="0">
                  <a:moveTo>
                    <a:pt x="6227" y="1"/>
                  </a:moveTo>
                  <a:cubicBezTo>
                    <a:pt x="6061" y="1"/>
                    <a:pt x="5895" y="63"/>
                    <a:pt x="5772" y="186"/>
                  </a:cubicBezTo>
                  <a:lnTo>
                    <a:pt x="481" y="5495"/>
                  </a:lnTo>
                  <a:cubicBezTo>
                    <a:pt x="1" y="5961"/>
                    <a:pt x="437" y="6605"/>
                    <a:pt x="940" y="6605"/>
                  </a:cubicBezTo>
                  <a:cubicBezTo>
                    <a:pt x="1092" y="6605"/>
                    <a:pt x="1250" y="6546"/>
                    <a:pt x="1391" y="6405"/>
                  </a:cubicBezTo>
                  <a:cubicBezTo>
                    <a:pt x="1562" y="6234"/>
                    <a:pt x="4918" y="2878"/>
                    <a:pt x="6682" y="1115"/>
                  </a:cubicBezTo>
                  <a:cubicBezTo>
                    <a:pt x="6928" y="849"/>
                    <a:pt x="6928" y="451"/>
                    <a:pt x="6682" y="186"/>
                  </a:cubicBezTo>
                  <a:cubicBezTo>
                    <a:pt x="6558" y="63"/>
                    <a:pt x="6393" y="1"/>
                    <a:pt x="62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50"/>
            <p:cNvSpPr/>
            <p:nvPr/>
          </p:nvSpPr>
          <p:spPr>
            <a:xfrm>
              <a:off x="3091238" y="2445625"/>
              <a:ext cx="18975" cy="16200"/>
            </a:xfrm>
            <a:custGeom>
              <a:avLst/>
              <a:gdLst/>
              <a:ahLst/>
              <a:cxnLst/>
              <a:rect l="l" t="t" r="r" b="b"/>
              <a:pathLst>
                <a:path w="759" h="648" extrusionOk="0">
                  <a:moveTo>
                    <a:pt x="332" y="1"/>
                  </a:moveTo>
                  <a:cubicBezTo>
                    <a:pt x="166" y="1"/>
                    <a:pt x="0" y="133"/>
                    <a:pt x="0" y="325"/>
                  </a:cubicBezTo>
                  <a:cubicBezTo>
                    <a:pt x="0" y="515"/>
                    <a:pt x="152" y="648"/>
                    <a:pt x="323" y="648"/>
                  </a:cubicBezTo>
                  <a:cubicBezTo>
                    <a:pt x="626" y="648"/>
                    <a:pt x="759" y="307"/>
                    <a:pt x="550" y="98"/>
                  </a:cubicBezTo>
                  <a:cubicBezTo>
                    <a:pt x="489" y="31"/>
                    <a:pt x="410" y="1"/>
                    <a:pt x="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50"/>
            <p:cNvSpPr/>
            <p:nvPr/>
          </p:nvSpPr>
          <p:spPr>
            <a:xfrm>
              <a:off x="3001163" y="2256975"/>
              <a:ext cx="443725" cy="416275"/>
            </a:xfrm>
            <a:custGeom>
              <a:avLst/>
              <a:gdLst/>
              <a:ahLst/>
              <a:cxnLst/>
              <a:rect l="l" t="t" r="r" b="b"/>
              <a:pathLst>
                <a:path w="17749" h="16651" extrusionOk="0">
                  <a:moveTo>
                    <a:pt x="14487" y="1121"/>
                  </a:moveTo>
                  <a:lnTo>
                    <a:pt x="14487" y="2714"/>
                  </a:lnTo>
                  <a:lnTo>
                    <a:pt x="13198" y="4003"/>
                  </a:lnTo>
                  <a:lnTo>
                    <a:pt x="13198" y="2430"/>
                  </a:lnTo>
                  <a:cubicBezTo>
                    <a:pt x="13463" y="2164"/>
                    <a:pt x="13956" y="1652"/>
                    <a:pt x="14487" y="1121"/>
                  </a:cubicBezTo>
                  <a:close/>
                  <a:moveTo>
                    <a:pt x="16535" y="3169"/>
                  </a:moveTo>
                  <a:lnTo>
                    <a:pt x="15227" y="4477"/>
                  </a:lnTo>
                  <a:lnTo>
                    <a:pt x="13672" y="4477"/>
                  </a:lnTo>
                  <a:lnTo>
                    <a:pt x="14961" y="3169"/>
                  </a:lnTo>
                  <a:close/>
                  <a:moveTo>
                    <a:pt x="12409" y="4923"/>
                  </a:moveTo>
                  <a:cubicBezTo>
                    <a:pt x="12492" y="4923"/>
                    <a:pt x="12572" y="4951"/>
                    <a:pt x="12629" y="5008"/>
                  </a:cubicBezTo>
                  <a:cubicBezTo>
                    <a:pt x="12762" y="5141"/>
                    <a:pt x="12762" y="5350"/>
                    <a:pt x="12629" y="5482"/>
                  </a:cubicBezTo>
                  <a:lnTo>
                    <a:pt x="7339" y="10773"/>
                  </a:lnTo>
                  <a:cubicBezTo>
                    <a:pt x="7268" y="10843"/>
                    <a:pt x="7190" y="10873"/>
                    <a:pt x="7114" y="10873"/>
                  </a:cubicBezTo>
                  <a:cubicBezTo>
                    <a:pt x="6865" y="10873"/>
                    <a:pt x="6651" y="10550"/>
                    <a:pt x="6884" y="10318"/>
                  </a:cubicBezTo>
                  <a:lnTo>
                    <a:pt x="12174" y="5008"/>
                  </a:lnTo>
                  <a:cubicBezTo>
                    <a:pt x="12240" y="4951"/>
                    <a:pt x="12326" y="4923"/>
                    <a:pt x="12409" y="4923"/>
                  </a:cubicBezTo>
                  <a:close/>
                  <a:moveTo>
                    <a:pt x="7140" y="8202"/>
                  </a:moveTo>
                  <a:cubicBezTo>
                    <a:pt x="7398" y="8202"/>
                    <a:pt x="7668" y="8247"/>
                    <a:pt x="7946" y="8346"/>
                  </a:cubicBezTo>
                  <a:lnTo>
                    <a:pt x="6429" y="9843"/>
                  </a:lnTo>
                  <a:cubicBezTo>
                    <a:pt x="6050" y="10223"/>
                    <a:pt x="6050" y="10848"/>
                    <a:pt x="6429" y="11228"/>
                  </a:cubicBezTo>
                  <a:cubicBezTo>
                    <a:pt x="6618" y="11417"/>
                    <a:pt x="6865" y="11512"/>
                    <a:pt x="7114" y="11512"/>
                  </a:cubicBezTo>
                  <a:cubicBezTo>
                    <a:pt x="7363" y="11512"/>
                    <a:pt x="7614" y="11417"/>
                    <a:pt x="7813" y="11228"/>
                  </a:cubicBezTo>
                  <a:lnTo>
                    <a:pt x="9330" y="9711"/>
                  </a:lnTo>
                  <a:lnTo>
                    <a:pt x="9330" y="9711"/>
                  </a:lnTo>
                  <a:cubicBezTo>
                    <a:pt x="9905" y="11368"/>
                    <a:pt x="8581" y="12767"/>
                    <a:pt x="7159" y="12767"/>
                  </a:cubicBezTo>
                  <a:cubicBezTo>
                    <a:pt x="6612" y="12767"/>
                    <a:pt x="6050" y="12560"/>
                    <a:pt x="5575" y="12081"/>
                  </a:cubicBezTo>
                  <a:cubicBezTo>
                    <a:pt x="4059" y="10581"/>
                    <a:pt x="5267" y="8202"/>
                    <a:pt x="7140" y="8202"/>
                  </a:cubicBezTo>
                  <a:close/>
                  <a:moveTo>
                    <a:pt x="7187" y="4951"/>
                  </a:moveTo>
                  <a:cubicBezTo>
                    <a:pt x="8306" y="4951"/>
                    <a:pt x="9406" y="5293"/>
                    <a:pt x="10335" y="5937"/>
                  </a:cubicBezTo>
                  <a:lnTo>
                    <a:pt x="9633" y="6658"/>
                  </a:lnTo>
                  <a:cubicBezTo>
                    <a:pt x="8951" y="6203"/>
                    <a:pt x="8154" y="5956"/>
                    <a:pt x="7339" y="5937"/>
                  </a:cubicBezTo>
                  <a:cubicBezTo>
                    <a:pt x="7279" y="5935"/>
                    <a:pt x="7220" y="5934"/>
                    <a:pt x="7161" y="5934"/>
                  </a:cubicBezTo>
                  <a:cubicBezTo>
                    <a:pt x="6275" y="5934"/>
                    <a:pt x="5412" y="6198"/>
                    <a:pt x="4665" y="6696"/>
                  </a:cubicBezTo>
                  <a:cubicBezTo>
                    <a:pt x="4355" y="6882"/>
                    <a:pt x="4552" y="7296"/>
                    <a:pt x="4831" y="7296"/>
                  </a:cubicBezTo>
                  <a:cubicBezTo>
                    <a:pt x="4893" y="7296"/>
                    <a:pt x="4960" y="7275"/>
                    <a:pt x="5026" y="7227"/>
                  </a:cubicBezTo>
                  <a:cubicBezTo>
                    <a:pt x="5678" y="6802"/>
                    <a:pt x="6422" y="6588"/>
                    <a:pt x="7169" y="6588"/>
                  </a:cubicBezTo>
                  <a:cubicBezTo>
                    <a:pt x="7855" y="6588"/>
                    <a:pt x="8542" y="6769"/>
                    <a:pt x="9159" y="7132"/>
                  </a:cubicBezTo>
                  <a:lnTo>
                    <a:pt x="8439" y="7834"/>
                  </a:lnTo>
                  <a:cubicBezTo>
                    <a:pt x="8034" y="7643"/>
                    <a:pt x="7605" y="7552"/>
                    <a:pt x="7181" y="7552"/>
                  </a:cubicBezTo>
                  <a:cubicBezTo>
                    <a:pt x="6256" y="7552"/>
                    <a:pt x="5357" y="7988"/>
                    <a:pt x="4798" y="8782"/>
                  </a:cubicBezTo>
                  <a:cubicBezTo>
                    <a:pt x="3983" y="9957"/>
                    <a:pt x="4115" y="11531"/>
                    <a:pt x="5120" y="12536"/>
                  </a:cubicBezTo>
                  <a:cubicBezTo>
                    <a:pt x="5686" y="13101"/>
                    <a:pt x="6437" y="13390"/>
                    <a:pt x="7191" y="13390"/>
                  </a:cubicBezTo>
                  <a:cubicBezTo>
                    <a:pt x="7779" y="13390"/>
                    <a:pt x="8369" y="13215"/>
                    <a:pt x="8875" y="12858"/>
                  </a:cubicBezTo>
                  <a:cubicBezTo>
                    <a:pt x="10031" y="12043"/>
                    <a:pt x="10430" y="10488"/>
                    <a:pt x="9823" y="9218"/>
                  </a:cubicBezTo>
                  <a:lnTo>
                    <a:pt x="10543" y="8497"/>
                  </a:lnTo>
                  <a:lnTo>
                    <a:pt x="10543" y="8497"/>
                  </a:lnTo>
                  <a:cubicBezTo>
                    <a:pt x="12003" y="10981"/>
                    <a:pt x="10373" y="14129"/>
                    <a:pt x="7510" y="14375"/>
                  </a:cubicBezTo>
                  <a:cubicBezTo>
                    <a:pt x="7392" y="14385"/>
                    <a:pt x="7276" y="14390"/>
                    <a:pt x="7161" y="14390"/>
                  </a:cubicBezTo>
                  <a:cubicBezTo>
                    <a:pt x="4476" y="14390"/>
                    <a:pt x="2546" y="11686"/>
                    <a:pt x="3528" y="9104"/>
                  </a:cubicBezTo>
                  <a:lnTo>
                    <a:pt x="3528" y="9085"/>
                  </a:lnTo>
                  <a:cubicBezTo>
                    <a:pt x="3636" y="8833"/>
                    <a:pt x="3424" y="8641"/>
                    <a:pt x="3216" y="8641"/>
                  </a:cubicBezTo>
                  <a:cubicBezTo>
                    <a:pt x="3095" y="8641"/>
                    <a:pt x="2976" y="8705"/>
                    <a:pt x="2921" y="8857"/>
                  </a:cubicBezTo>
                  <a:cubicBezTo>
                    <a:pt x="2921" y="8857"/>
                    <a:pt x="2921" y="8876"/>
                    <a:pt x="2902" y="8895"/>
                  </a:cubicBezTo>
                  <a:cubicBezTo>
                    <a:pt x="1786" y="11902"/>
                    <a:pt x="4037" y="15028"/>
                    <a:pt x="7140" y="15028"/>
                  </a:cubicBezTo>
                  <a:cubicBezTo>
                    <a:pt x="7305" y="15028"/>
                    <a:pt x="7473" y="15019"/>
                    <a:pt x="7642" y="15001"/>
                  </a:cubicBezTo>
                  <a:cubicBezTo>
                    <a:pt x="11017" y="14660"/>
                    <a:pt x="12819" y="10886"/>
                    <a:pt x="10998" y="8023"/>
                  </a:cubicBezTo>
                  <a:lnTo>
                    <a:pt x="11719" y="7322"/>
                  </a:lnTo>
                  <a:lnTo>
                    <a:pt x="11719" y="7322"/>
                  </a:lnTo>
                  <a:cubicBezTo>
                    <a:pt x="14222" y="10905"/>
                    <a:pt x="11681" y="16006"/>
                    <a:pt x="7187" y="16006"/>
                  </a:cubicBezTo>
                  <a:cubicBezTo>
                    <a:pt x="4134" y="16006"/>
                    <a:pt x="1650" y="13522"/>
                    <a:pt x="1650" y="10469"/>
                  </a:cubicBezTo>
                  <a:cubicBezTo>
                    <a:pt x="1650" y="7416"/>
                    <a:pt x="4134" y="4951"/>
                    <a:pt x="7187" y="4951"/>
                  </a:cubicBezTo>
                  <a:close/>
                  <a:moveTo>
                    <a:pt x="14807" y="1"/>
                  </a:moveTo>
                  <a:cubicBezTo>
                    <a:pt x="14729" y="1"/>
                    <a:pt x="14649" y="31"/>
                    <a:pt x="14582" y="97"/>
                  </a:cubicBezTo>
                  <a:lnTo>
                    <a:pt x="12629" y="2069"/>
                  </a:lnTo>
                  <a:cubicBezTo>
                    <a:pt x="12572" y="2126"/>
                    <a:pt x="12534" y="2221"/>
                    <a:pt x="12534" y="2297"/>
                  </a:cubicBezTo>
                  <a:lnTo>
                    <a:pt x="12534" y="4288"/>
                  </a:lnTo>
                  <a:cubicBezTo>
                    <a:pt x="12482" y="4278"/>
                    <a:pt x="12429" y="4273"/>
                    <a:pt x="12377" y="4273"/>
                  </a:cubicBezTo>
                  <a:cubicBezTo>
                    <a:pt x="12129" y="4273"/>
                    <a:pt x="11891" y="4381"/>
                    <a:pt x="11719" y="4553"/>
                  </a:cubicBezTo>
                  <a:lnTo>
                    <a:pt x="10790" y="5482"/>
                  </a:lnTo>
                  <a:cubicBezTo>
                    <a:pt x="9681" y="4677"/>
                    <a:pt x="8422" y="4303"/>
                    <a:pt x="7184" y="4303"/>
                  </a:cubicBezTo>
                  <a:cubicBezTo>
                    <a:pt x="4634" y="4303"/>
                    <a:pt x="2171" y="5892"/>
                    <a:pt x="1290" y="8573"/>
                  </a:cubicBezTo>
                  <a:cubicBezTo>
                    <a:pt x="1" y="12555"/>
                    <a:pt x="2978" y="16651"/>
                    <a:pt x="7168" y="16651"/>
                  </a:cubicBezTo>
                  <a:lnTo>
                    <a:pt x="7187" y="16651"/>
                  </a:lnTo>
                  <a:cubicBezTo>
                    <a:pt x="12212" y="16651"/>
                    <a:pt x="15132" y="10943"/>
                    <a:pt x="12174" y="6848"/>
                  </a:cubicBezTo>
                  <a:lnTo>
                    <a:pt x="13103" y="5937"/>
                  </a:lnTo>
                  <a:cubicBezTo>
                    <a:pt x="13312" y="5729"/>
                    <a:pt x="13407" y="5407"/>
                    <a:pt x="13369" y="5122"/>
                  </a:cubicBezTo>
                  <a:lnTo>
                    <a:pt x="15341" y="5122"/>
                  </a:lnTo>
                  <a:cubicBezTo>
                    <a:pt x="15435" y="5122"/>
                    <a:pt x="15511" y="5084"/>
                    <a:pt x="15587" y="5008"/>
                  </a:cubicBezTo>
                  <a:lnTo>
                    <a:pt x="17559" y="3074"/>
                  </a:lnTo>
                  <a:cubicBezTo>
                    <a:pt x="17749" y="2866"/>
                    <a:pt x="17597" y="2505"/>
                    <a:pt x="17313" y="2505"/>
                  </a:cubicBezTo>
                  <a:lnTo>
                    <a:pt x="15587" y="2505"/>
                  </a:lnTo>
                  <a:lnTo>
                    <a:pt x="16346" y="1766"/>
                  </a:lnTo>
                  <a:cubicBezTo>
                    <a:pt x="16459" y="1633"/>
                    <a:pt x="16459" y="1425"/>
                    <a:pt x="16346" y="1311"/>
                  </a:cubicBezTo>
                  <a:cubicBezTo>
                    <a:pt x="16279" y="1244"/>
                    <a:pt x="16194" y="1211"/>
                    <a:pt x="16109" y="1211"/>
                  </a:cubicBezTo>
                  <a:cubicBezTo>
                    <a:pt x="16023" y="1211"/>
                    <a:pt x="15938" y="1244"/>
                    <a:pt x="15872" y="1311"/>
                  </a:cubicBezTo>
                  <a:lnTo>
                    <a:pt x="15132" y="2050"/>
                  </a:lnTo>
                  <a:lnTo>
                    <a:pt x="15132" y="344"/>
                  </a:lnTo>
                  <a:cubicBezTo>
                    <a:pt x="15132" y="137"/>
                    <a:pt x="14974" y="1"/>
                    <a:pt x="1480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13" name="Google Shape;2713;p50"/>
          <p:cNvGrpSpPr/>
          <p:nvPr/>
        </p:nvGrpSpPr>
        <p:grpSpPr>
          <a:xfrm>
            <a:off x="4585559" y="1991501"/>
            <a:ext cx="298393" cy="365763"/>
            <a:chOff x="3578063" y="2293050"/>
            <a:chExt cx="283025" cy="345125"/>
          </a:xfrm>
        </p:grpSpPr>
        <p:sp>
          <p:nvSpPr>
            <p:cNvPr id="2714" name="Google Shape;2714;p50"/>
            <p:cNvSpPr/>
            <p:nvPr/>
          </p:nvSpPr>
          <p:spPr>
            <a:xfrm>
              <a:off x="3638288" y="2299700"/>
              <a:ext cx="162125" cy="237500"/>
            </a:xfrm>
            <a:custGeom>
              <a:avLst/>
              <a:gdLst/>
              <a:ahLst/>
              <a:cxnLst/>
              <a:rect l="l" t="t" r="r" b="b"/>
              <a:pathLst>
                <a:path w="6485" h="9500" extrusionOk="0">
                  <a:moveTo>
                    <a:pt x="0" y="0"/>
                  </a:moveTo>
                  <a:lnTo>
                    <a:pt x="0" y="2313"/>
                  </a:lnTo>
                  <a:cubicBezTo>
                    <a:pt x="0" y="3584"/>
                    <a:pt x="417" y="4816"/>
                    <a:pt x="1176" y="5821"/>
                  </a:cubicBezTo>
                  <a:cubicBezTo>
                    <a:pt x="1441" y="6162"/>
                    <a:pt x="1745" y="6485"/>
                    <a:pt x="2067" y="6769"/>
                  </a:cubicBezTo>
                  <a:cubicBezTo>
                    <a:pt x="2313" y="6978"/>
                    <a:pt x="2446" y="7281"/>
                    <a:pt x="2427" y="7604"/>
                  </a:cubicBezTo>
                  <a:lnTo>
                    <a:pt x="2427" y="9500"/>
                  </a:lnTo>
                  <a:lnTo>
                    <a:pt x="4058" y="9500"/>
                  </a:lnTo>
                  <a:lnTo>
                    <a:pt x="4058" y="7604"/>
                  </a:lnTo>
                  <a:cubicBezTo>
                    <a:pt x="4039" y="7281"/>
                    <a:pt x="4172" y="6978"/>
                    <a:pt x="4418" y="6769"/>
                  </a:cubicBezTo>
                  <a:cubicBezTo>
                    <a:pt x="5726" y="5651"/>
                    <a:pt x="6485" y="4020"/>
                    <a:pt x="6485" y="2313"/>
                  </a:cubicBezTo>
                  <a:lnTo>
                    <a:pt x="648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50"/>
            <p:cNvSpPr/>
            <p:nvPr/>
          </p:nvSpPr>
          <p:spPr>
            <a:xfrm>
              <a:off x="3638288" y="2536700"/>
              <a:ext cx="162125" cy="94375"/>
            </a:xfrm>
            <a:custGeom>
              <a:avLst/>
              <a:gdLst/>
              <a:ahLst/>
              <a:cxnLst/>
              <a:rect l="l" t="t" r="r" b="b"/>
              <a:pathLst>
                <a:path w="6485" h="3775" extrusionOk="0">
                  <a:moveTo>
                    <a:pt x="1631" y="1"/>
                  </a:moveTo>
                  <a:cubicBezTo>
                    <a:pt x="1327" y="1"/>
                    <a:pt x="1081" y="247"/>
                    <a:pt x="1081" y="551"/>
                  </a:cubicBezTo>
                  <a:lnTo>
                    <a:pt x="1081" y="2712"/>
                  </a:lnTo>
                  <a:lnTo>
                    <a:pt x="550" y="2712"/>
                  </a:lnTo>
                  <a:cubicBezTo>
                    <a:pt x="539" y="2712"/>
                    <a:pt x="528" y="2711"/>
                    <a:pt x="517" y="2711"/>
                  </a:cubicBezTo>
                  <a:cubicBezTo>
                    <a:pt x="229" y="2711"/>
                    <a:pt x="0" y="2951"/>
                    <a:pt x="0" y="3243"/>
                  </a:cubicBezTo>
                  <a:lnTo>
                    <a:pt x="0" y="3774"/>
                  </a:lnTo>
                  <a:lnTo>
                    <a:pt x="6485" y="3774"/>
                  </a:lnTo>
                  <a:lnTo>
                    <a:pt x="6485" y="3243"/>
                  </a:lnTo>
                  <a:cubicBezTo>
                    <a:pt x="6485" y="2951"/>
                    <a:pt x="6256" y="2711"/>
                    <a:pt x="5968" y="2711"/>
                  </a:cubicBezTo>
                  <a:cubicBezTo>
                    <a:pt x="5957" y="2711"/>
                    <a:pt x="5946" y="2712"/>
                    <a:pt x="5935" y="2712"/>
                  </a:cubicBezTo>
                  <a:lnTo>
                    <a:pt x="5404" y="2712"/>
                  </a:lnTo>
                  <a:lnTo>
                    <a:pt x="5404" y="551"/>
                  </a:lnTo>
                  <a:cubicBezTo>
                    <a:pt x="5404" y="247"/>
                    <a:pt x="5158" y="1"/>
                    <a:pt x="48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50"/>
            <p:cNvSpPr/>
            <p:nvPr/>
          </p:nvSpPr>
          <p:spPr>
            <a:xfrm>
              <a:off x="3685213" y="2333350"/>
              <a:ext cx="67325" cy="64025"/>
            </a:xfrm>
            <a:custGeom>
              <a:avLst/>
              <a:gdLst/>
              <a:ahLst/>
              <a:cxnLst/>
              <a:rect l="l" t="t" r="r" b="b"/>
              <a:pathLst>
                <a:path w="2693" h="2561" extrusionOk="0">
                  <a:moveTo>
                    <a:pt x="1347" y="0"/>
                  </a:moveTo>
                  <a:lnTo>
                    <a:pt x="929" y="835"/>
                  </a:lnTo>
                  <a:lnTo>
                    <a:pt x="0" y="967"/>
                  </a:lnTo>
                  <a:lnTo>
                    <a:pt x="683" y="1631"/>
                  </a:lnTo>
                  <a:lnTo>
                    <a:pt x="512" y="2560"/>
                  </a:lnTo>
                  <a:lnTo>
                    <a:pt x="512" y="2560"/>
                  </a:lnTo>
                  <a:lnTo>
                    <a:pt x="1347" y="2124"/>
                  </a:lnTo>
                  <a:lnTo>
                    <a:pt x="2181" y="2560"/>
                  </a:lnTo>
                  <a:lnTo>
                    <a:pt x="2029" y="1631"/>
                  </a:lnTo>
                  <a:lnTo>
                    <a:pt x="2693" y="967"/>
                  </a:lnTo>
                  <a:lnTo>
                    <a:pt x="1764" y="835"/>
                  </a:lnTo>
                  <a:lnTo>
                    <a:pt x="134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50"/>
            <p:cNvSpPr/>
            <p:nvPr/>
          </p:nvSpPr>
          <p:spPr>
            <a:xfrm>
              <a:off x="3685688" y="2556950"/>
              <a:ext cx="15650" cy="13450"/>
            </a:xfrm>
            <a:custGeom>
              <a:avLst/>
              <a:gdLst/>
              <a:ahLst/>
              <a:cxnLst/>
              <a:rect l="l" t="t" r="r" b="b"/>
              <a:pathLst>
                <a:path w="626" h="538" extrusionOk="0">
                  <a:moveTo>
                    <a:pt x="264" y="0"/>
                  </a:moveTo>
                  <a:cubicBezTo>
                    <a:pt x="128" y="0"/>
                    <a:pt x="0" y="106"/>
                    <a:pt x="0" y="272"/>
                  </a:cubicBezTo>
                  <a:cubicBezTo>
                    <a:pt x="0" y="423"/>
                    <a:pt x="114" y="537"/>
                    <a:pt x="266" y="537"/>
                  </a:cubicBezTo>
                  <a:cubicBezTo>
                    <a:pt x="512" y="537"/>
                    <a:pt x="626" y="253"/>
                    <a:pt x="455" y="82"/>
                  </a:cubicBezTo>
                  <a:cubicBezTo>
                    <a:pt x="399" y="26"/>
                    <a:pt x="331" y="0"/>
                    <a:pt x="2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50"/>
            <p:cNvSpPr/>
            <p:nvPr/>
          </p:nvSpPr>
          <p:spPr>
            <a:xfrm>
              <a:off x="3578063" y="2293050"/>
              <a:ext cx="283025" cy="345125"/>
            </a:xfrm>
            <a:custGeom>
              <a:avLst/>
              <a:gdLst/>
              <a:ahLst/>
              <a:cxnLst/>
              <a:rect l="l" t="t" r="r" b="b"/>
              <a:pathLst>
                <a:path w="11321" h="13805" extrusionOk="0">
                  <a:moveTo>
                    <a:pt x="2163" y="1081"/>
                  </a:moveTo>
                  <a:lnTo>
                    <a:pt x="2163" y="2579"/>
                  </a:lnTo>
                  <a:cubicBezTo>
                    <a:pt x="2144" y="3641"/>
                    <a:pt x="2428" y="4665"/>
                    <a:pt x="2940" y="5594"/>
                  </a:cubicBezTo>
                  <a:cubicBezTo>
                    <a:pt x="1480" y="4950"/>
                    <a:pt x="532" y="3489"/>
                    <a:pt x="532" y="1897"/>
                  </a:cubicBezTo>
                  <a:lnTo>
                    <a:pt x="532" y="1347"/>
                  </a:lnTo>
                  <a:cubicBezTo>
                    <a:pt x="532" y="1195"/>
                    <a:pt x="665" y="1081"/>
                    <a:pt x="797" y="1081"/>
                  </a:cubicBezTo>
                  <a:close/>
                  <a:moveTo>
                    <a:pt x="10506" y="1081"/>
                  </a:moveTo>
                  <a:cubicBezTo>
                    <a:pt x="10657" y="1081"/>
                    <a:pt x="10790" y="1195"/>
                    <a:pt x="10790" y="1347"/>
                  </a:cubicBezTo>
                  <a:lnTo>
                    <a:pt x="10790" y="1897"/>
                  </a:lnTo>
                  <a:cubicBezTo>
                    <a:pt x="10790" y="3489"/>
                    <a:pt x="9842" y="4950"/>
                    <a:pt x="8382" y="5594"/>
                  </a:cubicBezTo>
                  <a:cubicBezTo>
                    <a:pt x="8894" y="4665"/>
                    <a:pt x="9178" y="3641"/>
                    <a:pt x="9159" y="2579"/>
                  </a:cubicBezTo>
                  <a:lnTo>
                    <a:pt x="9159" y="1081"/>
                  </a:lnTo>
                  <a:close/>
                  <a:moveTo>
                    <a:pt x="8609" y="550"/>
                  </a:moveTo>
                  <a:lnTo>
                    <a:pt x="8609" y="2579"/>
                  </a:lnTo>
                  <a:cubicBezTo>
                    <a:pt x="8628" y="4229"/>
                    <a:pt x="7908" y="5784"/>
                    <a:pt x="6656" y="6846"/>
                  </a:cubicBezTo>
                  <a:cubicBezTo>
                    <a:pt x="6353" y="7092"/>
                    <a:pt x="6182" y="7471"/>
                    <a:pt x="6182" y="7870"/>
                  </a:cubicBezTo>
                  <a:lnTo>
                    <a:pt x="6182" y="9481"/>
                  </a:lnTo>
                  <a:lnTo>
                    <a:pt x="5121" y="9481"/>
                  </a:lnTo>
                  <a:lnTo>
                    <a:pt x="5121" y="7851"/>
                  </a:lnTo>
                  <a:cubicBezTo>
                    <a:pt x="5121" y="7452"/>
                    <a:pt x="4950" y="7073"/>
                    <a:pt x="4647" y="6827"/>
                  </a:cubicBezTo>
                  <a:cubicBezTo>
                    <a:pt x="4343" y="6542"/>
                    <a:pt x="4040" y="6239"/>
                    <a:pt x="3793" y="5917"/>
                  </a:cubicBezTo>
                  <a:cubicBezTo>
                    <a:pt x="3073" y="4950"/>
                    <a:pt x="2675" y="3774"/>
                    <a:pt x="2693" y="2560"/>
                  </a:cubicBezTo>
                  <a:lnTo>
                    <a:pt x="2693" y="550"/>
                  </a:lnTo>
                  <a:close/>
                  <a:moveTo>
                    <a:pt x="7263" y="10031"/>
                  </a:moveTo>
                  <a:cubicBezTo>
                    <a:pt x="7415" y="10031"/>
                    <a:pt x="7548" y="10145"/>
                    <a:pt x="7548" y="10297"/>
                  </a:cubicBezTo>
                  <a:lnTo>
                    <a:pt x="7548" y="12193"/>
                  </a:lnTo>
                  <a:lnTo>
                    <a:pt x="3774" y="12193"/>
                  </a:lnTo>
                  <a:lnTo>
                    <a:pt x="3774" y="10297"/>
                  </a:lnTo>
                  <a:cubicBezTo>
                    <a:pt x="3774" y="10145"/>
                    <a:pt x="3888" y="10031"/>
                    <a:pt x="4040" y="10031"/>
                  </a:cubicBezTo>
                  <a:close/>
                  <a:moveTo>
                    <a:pt x="8344" y="12724"/>
                  </a:moveTo>
                  <a:cubicBezTo>
                    <a:pt x="8496" y="12724"/>
                    <a:pt x="8609" y="12856"/>
                    <a:pt x="8609" y="12989"/>
                  </a:cubicBezTo>
                  <a:lnTo>
                    <a:pt x="8609" y="13274"/>
                  </a:lnTo>
                  <a:lnTo>
                    <a:pt x="2693" y="13274"/>
                  </a:lnTo>
                  <a:lnTo>
                    <a:pt x="2693" y="12989"/>
                  </a:lnTo>
                  <a:cubicBezTo>
                    <a:pt x="2693" y="12837"/>
                    <a:pt x="2807" y="12724"/>
                    <a:pt x="2959" y="12724"/>
                  </a:cubicBezTo>
                  <a:close/>
                  <a:moveTo>
                    <a:pt x="2409" y="1"/>
                  </a:moveTo>
                  <a:cubicBezTo>
                    <a:pt x="2276" y="1"/>
                    <a:pt x="2144" y="114"/>
                    <a:pt x="2144" y="266"/>
                  </a:cubicBezTo>
                  <a:lnTo>
                    <a:pt x="2144" y="550"/>
                  </a:lnTo>
                  <a:lnTo>
                    <a:pt x="797" y="550"/>
                  </a:lnTo>
                  <a:cubicBezTo>
                    <a:pt x="787" y="550"/>
                    <a:pt x="776" y="550"/>
                    <a:pt x="766" y="550"/>
                  </a:cubicBezTo>
                  <a:cubicBezTo>
                    <a:pt x="344" y="550"/>
                    <a:pt x="1" y="921"/>
                    <a:pt x="1" y="1347"/>
                  </a:cubicBezTo>
                  <a:lnTo>
                    <a:pt x="1" y="1897"/>
                  </a:lnTo>
                  <a:cubicBezTo>
                    <a:pt x="1" y="3982"/>
                    <a:pt x="1404" y="5803"/>
                    <a:pt x="3433" y="6334"/>
                  </a:cubicBezTo>
                  <a:cubicBezTo>
                    <a:pt x="3679" y="6656"/>
                    <a:pt x="3983" y="6978"/>
                    <a:pt x="4305" y="7244"/>
                  </a:cubicBezTo>
                  <a:cubicBezTo>
                    <a:pt x="4476" y="7414"/>
                    <a:pt x="4590" y="7642"/>
                    <a:pt x="4571" y="7870"/>
                  </a:cubicBezTo>
                  <a:lnTo>
                    <a:pt x="4571" y="9481"/>
                  </a:lnTo>
                  <a:lnTo>
                    <a:pt x="4040" y="9481"/>
                  </a:lnTo>
                  <a:cubicBezTo>
                    <a:pt x="3585" y="9481"/>
                    <a:pt x="3224" y="9842"/>
                    <a:pt x="3224" y="10278"/>
                  </a:cubicBezTo>
                  <a:lnTo>
                    <a:pt x="3224" y="12174"/>
                  </a:lnTo>
                  <a:lnTo>
                    <a:pt x="2959" y="12174"/>
                  </a:lnTo>
                  <a:cubicBezTo>
                    <a:pt x="2504" y="12174"/>
                    <a:pt x="2144" y="12534"/>
                    <a:pt x="2144" y="12989"/>
                  </a:cubicBezTo>
                  <a:lnTo>
                    <a:pt x="2144" y="13520"/>
                  </a:lnTo>
                  <a:cubicBezTo>
                    <a:pt x="2144" y="13672"/>
                    <a:pt x="2276" y="13805"/>
                    <a:pt x="2409" y="13805"/>
                  </a:cubicBezTo>
                  <a:lnTo>
                    <a:pt x="8894" y="13805"/>
                  </a:lnTo>
                  <a:cubicBezTo>
                    <a:pt x="9046" y="13805"/>
                    <a:pt x="9159" y="13672"/>
                    <a:pt x="9159" y="13520"/>
                  </a:cubicBezTo>
                  <a:lnTo>
                    <a:pt x="9159" y="12989"/>
                  </a:lnTo>
                  <a:cubicBezTo>
                    <a:pt x="9159" y="12534"/>
                    <a:pt x="8799" y="12174"/>
                    <a:pt x="8344" y="12174"/>
                  </a:cubicBezTo>
                  <a:lnTo>
                    <a:pt x="8079" y="12174"/>
                  </a:lnTo>
                  <a:lnTo>
                    <a:pt x="8079" y="10278"/>
                  </a:lnTo>
                  <a:cubicBezTo>
                    <a:pt x="8079" y="9842"/>
                    <a:pt x="7718" y="9481"/>
                    <a:pt x="7263" y="9481"/>
                  </a:cubicBezTo>
                  <a:lnTo>
                    <a:pt x="6732" y="9481"/>
                  </a:lnTo>
                  <a:lnTo>
                    <a:pt x="6732" y="7851"/>
                  </a:lnTo>
                  <a:cubicBezTo>
                    <a:pt x="6732" y="7623"/>
                    <a:pt x="6827" y="7396"/>
                    <a:pt x="6998" y="7225"/>
                  </a:cubicBezTo>
                  <a:cubicBezTo>
                    <a:pt x="7320" y="6959"/>
                    <a:pt x="7623" y="6637"/>
                    <a:pt x="7889" y="6315"/>
                  </a:cubicBezTo>
                  <a:cubicBezTo>
                    <a:pt x="9899" y="5784"/>
                    <a:pt x="11302" y="3964"/>
                    <a:pt x="11321" y="1897"/>
                  </a:cubicBezTo>
                  <a:lnTo>
                    <a:pt x="11321" y="1347"/>
                  </a:lnTo>
                  <a:cubicBezTo>
                    <a:pt x="11321" y="921"/>
                    <a:pt x="10978" y="550"/>
                    <a:pt x="10538" y="550"/>
                  </a:cubicBezTo>
                  <a:cubicBezTo>
                    <a:pt x="10527" y="550"/>
                    <a:pt x="10517" y="550"/>
                    <a:pt x="10506" y="550"/>
                  </a:cubicBezTo>
                  <a:lnTo>
                    <a:pt x="9159" y="550"/>
                  </a:lnTo>
                  <a:lnTo>
                    <a:pt x="9159" y="266"/>
                  </a:lnTo>
                  <a:cubicBezTo>
                    <a:pt x="9159" y="114"/>
                    <a:pt x="9046" y="1"/>
                    <a:pt x="889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50"/>
            <p:cNvSpPr/>
            <p:nvPr/>
          </p:nvSpPr>
          <p:spPr>
            <a:xfrm>
              <a:off x="3710138" y="2557050"/>
              <a:ext cx="44775" cy="13375"/>
            </a:xfrm>
            <a:custGeom>
              <a:avLst/>
              <a:gdLst/>
              <a:ahLst/>
              <a:cxnLst/>
              <a:rect l="l" t="t" r="r" b="b"/>
              <a:pathLst>
                <a:path w="1791" h="535" extrusionOk="0">
                  <a:moveTo>
                    <a:pt x="352" y="0"/>
                  </a:moveTo>
                  <a:cubicBezTo>
                    <a:pt x="1" y="0"/>
                    <a:pt x="1" y="535"/>
                    <a:pt x="352" y="535"/>
                  </a:cubicBezTo>
                  <a:cubicBezTo>
                    <a:pt x="364" y="535"/>
                    <a:pt x="375" y="534"/>
                    <a:pt x="387" y="533"/>
                  </a:cubicBezTo>
                  <a:lnTo>
                    <a:pt x="1449" y="533"/>
                  </a:lnTo>
                  <a:cubicBezTo>
                    <a:pt x="1791" y="514"/>
                    <a:pt x="1791" y="40"/>
                    <a:pt x="1449" y="2"/>
                  </a:cubicBezTo>
                  <a:lnTo>
                    <a:pt x="387" y="2"/>
                  </a:lnTo>
                  <a:cubicBezTo>
                    <a:pt x="375" y="1"/>
                    <a:pt x="364" y="0"/>
                    <a:pt x="35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50"/>
            <p:cNvSpPr/>
            <p:nvPr/>
          </p:nvSpPr>
          <p:spPr>
            <a:xfrm>
              <a:off x="3678563" y="2326700"/>
              <a:ext cx="83000" cy="77200"/>
            </a:xfrm>
            <a:custGeom>
              <a:avLst/>
              <a:gdLst/>
              <a:ahLst/>
              <a:cxnLst/>
              <a:rect l="l" t="t" r="r" b="b"/>
              <a:pathLst>
                <a:path w="3320" h="3088" extrusionOk="0">
                  <a:moveTo>
                    <a:pt x="1613" y="873"/>
                  </a:moveTo>
                  <a:lnTo>
                    <a:pt x="1783" y="1233"/>
                  </a:lnTo>
                  <a:cubicBezTo>
                    <a:pt x="1821" y="1309"/>
                    <a:pt x="1897" y="1366"/>
                    <a:pt x="1992" y="1366"/>
                  </a:cubicBezTo>
                  <a:lnTo>
                    <a:pt x="2371" y="1423"/>
                  </a:lnTo>
                  <a:lnTo>
                    <a:pt x="2106" y="1707"/>
                  </a:lnTo>
                  <a:cubicBezTo>
                    <a:pt x="2030" y="1764"/>
                    <a:pt x="2011" y="1859"/>
                    <a:pt x="2030" y="1935"/>
                  </a:cubicBezTo>
                  <a:lnTo>
                    <a:pt x="2087" y="2333"/>
                  </a:lnTo>
                  <a:lnTo>
                    <a:pt x="1745" y="2143"/>
                  </a:lnTo>
                  <a:cubicBezTo>
                    <a:pt x="1707" y="2125"/>
                    <a:pt x="1665" y="2115"/>
                    <a:pt x="1622" y="2115"/>
                  </a:cubicBezTo>
                  <a:cubicBezTo>
                    <a:pt x="1579" y="2115"/>
                    <a:pt x="1537" y="2125"/>
                    <a:pt x="1499" y="2143"/>
                  </a:cubicBezTo>
                  <a:lnTo>
                    <a:pt x="1138" y="2333"/>
                  </a:lnTo>
                  <a:lnTo>
                    <a:pt x="1214" y="1935"/>
                  </a:lnTo>
                  <a:cubicBezTo>
                    <a:pt x="1214" y="1859"/>
                    <a:pt x="1195" y="1764"/>
                    <a:pt x="1138" y="1707"/>
                  </a:cubicBezTo>
                  <a:lnTo>
                    <a:pt x="854" y="1423"/>
                  </a:lnTo>
                  <a:lnTo>
                    <a:pt x="1233" y="1366"/>
                  </a:lnTo>
                  <a:cubicBezTo>
                    <a:pt x="1328" y="1366"/>
                    <a:pt x="1404" y="1309"/>
                    <a:pt x="1442" y="1233"/>
                  </a:cubicBezTo>
                  <a:lnTo>
                    <a:pt x="1613" y="873"/>
                  </a:lnTo>
                  <a:close/>
                  <a:moveTo>
                    <a:pt x="1631" y="1"/>
                  </a:moveTo>
                  <a:cubicBezTo>
                    <a:pt x="1537" y="1"/>
                    <a:pt x="1442" y="58"/>
                    <a:pt x="1385" y="153"/>
                  </a:cubicBezTo>
                  <a:lnTo>
                    <a:pt x="1044" y="854"/>
                  </a:lnTo>
                  <a:lnTo>
                    <a:pt x="247" y="968"/>
                  </a:lnTo>
                  <a:cubicBezTo>
                    <a:pt x="152" y="987"/>
                    <a:pt x="58" y="1063"/>
                    <a:pt x="39" y="1157"/>
                  </a:cubicBezTo>
                  <a:cubicBezTo>
                    <a:pt x="1" y="1252"/>
                    <a:pt x="39" y="1366"/>
                    <a:pt x="96" y="1442"/>
                  </a:cubicBezTo>
                  <a:lnTo>
                    <a:pt x="645" y="1992"/>
                  </a:lnTo>
                  <a:lnTo>
                    <a:pt x="513" y="2769"/>
                  </a:lnTo>
                  <a:cubicBezTo>
                    <a:pt x="494" y="2864"/>
                    <a:pt x="551" y="2978"/>
                    <a:pt x="627" y="3035"/>
                  </a:cubicBezTo>
                  <a:cubicBezTo>
                    <a:pt x="671" y="3068"/>
                    <a:pt x="727" y="3088"/>
                    <a:pt x="786" y="3088"/>
                  </a:cubicBezTo>
                  <a:cubicBezTo>
                    <a:pt x="828" y="3088"/>
                    <a:pt x="871" y="3077"/>
                    <a:pt x="911" y="3054"/>
                  </a:cubicBezTo>
                  <a:lnTo>
                    <a:pt x="1613" y="2693"/>
                  </a:lnTo>
                  <a:lnTo>
                    <a:pt x="2333" y="3054"/>
                  </a:lnTo>
                  <a:cubicBezTo>
                    <a:pt x="2373" y="3077"/>
                    <a:pt x="2412" y="3088"/>
                    <a:pt x="2452" y="3088"/>
                  </a:cubicBezTo>
                  <a:cubicBezTo>
                    <a:pt x="2507" y="3088"/>
                    <a:pt x="2562" y="3068"/>
                    <a:pt x="2617" y="3035"/>
                  </a:cubicBezTo>
                  <a:cubicBezTo>
                    <a:pt x="2693" y="2978"/>
                    <a:pt x="2731" y="2864"/>
                    <a:pt x="2712" y="2769"/>
                  </a:cubicBezTo>
                  <a:lnTo>
                    <a:pt x="2580" y="1992"/>
                  </a:lnTo>
                  <a:lnTo>
                    <a:pt x="3167" y="1442"/>
                  </a:lnTo>
                  <a:cubicBezTo>
                    <a:pt x="3319" y="1271"/>
                    <a:pt x="3224" y="1006"/>
                    <a:pt x="3016" y="968"/>
                  </a:cubicBezTo>
                  <a:lnTo>
                    <a:pt x="2219" y="854"/>
                  </a:lnTo>
                  <a:lnTo>
                    <a:pt x="1859" y="153"/>
                  </a:lnTo>
                  <a:cubicBezTo>
                    <a:pt x="1821" y="58"/>
                    <a:pt x="1726" y="1"/>
                    <a:pt x="163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21" name="Google Shape;2721;p50"/>
          <p:cNvGrpSpPr/>
          <p:nvPr/>
        </p:nvGrpSpPr>
        <p:grpSpPr>
          <a:xfrm>
            <a:off x="5265631" y="1991512"/>
            <a:ext cx="365741" cy="365742"/>
            <a:chOff x="4910113" y="2257300"/>
            <a:chExt cx="388425" cy="381100"/>
          </a:xfrm>
        </p:grpSpPr>
        <p:sp>
          <p:nvSpPr>
            <p:cNvPr id="2722" name="Google Shape;2722;p50"/>
            <p:cNvSpPr/>
            <p:nvPr/>
          </p:nvSpPr>
          <p:spPr>
            <a:xfrm>
              <a:off x="5121538" y="2467975"/>
              <a:ext cx="177000" cy="162125"/>
            </a:xfrm>
            <a:custGeom>
              <a:avLst/>
              <a:gdLst/>
              <a:ahLst/>
              <a:cxnLst/>
              <a:rect l="l" t="t" r="r" b="b"/>
              <a:pathLst>
                <a:path w="7080" h="6485" extrusionOk="0">
                  <a:moveTo>
                    <a:pt x="1745" y="0"/>
                  </a:moveTo>
                  <a:lnTo>
                    <a:pt x="1" y="1745"/>
                  </a:lnTo>
                  <a:lnTo>
                    <a:pt x="3964" y="6068"/>
                  </a:lnTo>
                  <a:cubicBezTo>
                    <a:pt x="4282" y="6361"/>
                    <a:pt x="4632" y="6484"/>
                    <a:pt x="4967" y="6484"/>
                  </a:cubicBezTo>
                  <a:cubicBezTo>
                    <a:pt x="6108" y="6484"/>
                    <a:pt x="7080" y="5048"/>
                    <a:pt x="6068" y="3963"/>
                  </a:cubicBezTo>
                  <a:lnTo>
                    <a:pt x="174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50"/>
            <p:cNvSpPr/>
            <p:nvPr/>
          </p:nvSpPr>
          <p:spPr>
            <a:xfrm>
              <a:off x="5101163" y="2447575"/>
              <a:ext cx="64025" cy="64025"/>
            </a:xfrm>
            <a:custGeom>
              <a:avLst/>
              <a:gdLst/>
              <a:ahLst/>
              <a:cxnLst/>
              <a:rect l="l" t="t" r="r" b="b"/>
              <a:pathLst>
                <a:path w="2561" h="2561" extrusionOk="0">
                  <a:moveTo>
                    <a:pt x="1688" y="1"/>
                  </a:moveTo>
                  <a:lnTo>
                    <a:pt x="0" y="1689"/>
                  </a:lnTo>
                  <a:lnTo>
                    <a:pt x="816" y="2561"/>
                  </a:lnTo>
                  <a:lnTo>
                    <a:pt x="2560" y="816"/>
                  </a:lnTo>
                  <a:lnTo>
                    <a:pt x="168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50"/>
            <p:cNvSpPr/>
            <p:nvPr/>
          </p:nvSpPr>
          <p:spPr>
            <a:xfrm>
              <a:off x="4918188" y="2264600"/>
              <a:ext cx="365975" cy="366225"/>
            </a:xfrm>
            <a:custGeom>
              <a:avLst/>
              <a:gdLst/>
              <a:ahLst/>
              <a:cxnLst/>
              <a:rect l="l" t="t" r="r" b="b"/>
              <a:pathLst>
                <a:path w="14639" h="14649" extrusionOk="0">
                  <a:moveTo>
                    <a:pt x="853" y="1"/>
                  </a:moveTo>
                  <a:lnTo>
                    <a:pt x="19" y="854"/>
                  </a:lnTo>
                  <a:lnTo>
                    <a:pt x="1271" y="2959"/>
                  </a:lnTo>
                  <a:lnTo>
                    <a:pt x="2124" y="2959"/>
                  </a:lnTo>
                  <a:lnTo>
                    <a:pt x="6068" y="6903"/>
                  </a:lnTo>
                  <a:lnTo>
                    <a:pt x="3546" y="9425"/>
                  </a:lnTo>
                  <a:cubicBezTo>
                    <a:pt x="3256" y="9327"/>
                    <a:pt x="2965" y="9281"/>
                    <a:pt x="2681" y="9281"/>
                  </a:cubicBezTo>
                  <a:cubicBezTo>
                    <a:pt x="1258" y="9281"/>
                    <a:pt x="19" y="10432"/>
                    <a:pt x="19" y="11966"/>
                  </a:cubicBezTo>
                  <a:cubicBezTo>
                    <a:pt x="0" y="12250"/>
                    <a:pt x="57" y="12534"/>
                    <a:pt x="152" y="12819"/>
                  </a:cubicBezTo>
                  <a:lnTo>
                    <a:pt x="1479" y="11492"/>
                  </a:lnTo>
                  <a:lnTo>
                    <a:pt x="2313" y="11492"/>
                  </a:lnTo>
                  <a:lnTo>
                    <a:pt x="3148" y="12345"/>
                  </a:lnTo>
                  <a:lnTo>
                    <a:pt x="3148" y="13179"/>
                  </a:lnTo>
                  <a:lnTo>
                    <a:pt x="1839" y="14506"/>
                  </a:lnTo>
                  <a:cubicBezTo>
                    <a:pt x="2129" y="14604"/>
                    <a:pt x="2417" y="14649"/>
                    <a:pt x="2696" y="14649"/>
                  </a:cubicBezTo>
                  <a:cubicBezTo>
                    <a:pt x="4431" y="14649"/>
                    <a:pt x="5838" y="12909"/>
                    <a:pt x="5234" y="11112"/>
                  </a:cubicBezTo>
                  <a:lnTo>
                    <a:pt x="11112" y="5215"/>
                  </a:lnTo>
                  <a:cubicBezTo>
                    <a:pt x="11399" y="5313"/>
                    <a:pt x="11688" y="5359"/>
                    <a:pt x="11970" y="5359"/>
                  </a:cubicBezTo>
                  <a:cubicBezTo>
                    <a:pt x="13387" y="5359"/>
                    <a:pt x="14638" y="4208"/>
                    <a:pt x="14638" y="2674"/>
                  </a:cubicBezTo>
                  <a:cubicBezTo>
                    <a:pt x="14638" y="2390"/>
                    <a:pt x="14601" y="2106"/>
                    <a:pt x="14506" y="1821"/>
                  </a:cubicBezTo>
                  <a:lnTo>
                    <a:pt x="13178" y="3167"/>
                  </a:lnTo>
                  <a:lnTo>
                    <a:pt x="12344" y="3167"/>
                  </a:lnTo>
                  <a:lnTo>
                    <a:pt x="11529" y="2314"/>
                  </a:lnTo>
                  <a:lnTo>
                    <a:pt x="11529" y="1461"/>
                  </a:lnTo>
                  <a:lnTo>
                    <a:pt x="12818" y="153"/>
                  </a:lnTo>
                  <a:cubicBezTo>
                    <a:pt x="12520" y="51"/>
                    <a:pt x="12224" y="3"/>
                    <a:pt x="11938" y="3"/>
                  </a:cubicBezTo>
                  <a:cubicBezTo>
                    <a:pt x="10203" y="3"/>
                    <a:pt x="8822" y="1740"/>
                    <a:pt x="9424" y="3547"/>
                  </a:cubicBezTo>
                  <a:lnTo>
                    <a:pt x="6902" y="6069"/>
                  </a:lnTo>
                  <a:lnTo>
                    <a:pt x="2958" y="2106"/>
                  </a:lnTo>
                  <a:lnTo>
                    <a:pt x="2958" y="1271"/>
                  </a:lnTo>
                  <a:lnTo>
                    <a:pt x="85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50"/>
            <p:cNvSpPr/>
            <p:nvPr/>
          </p:nvSpPr>
          <p:spPr>
            <a:xfrm>
              <a:off x="5158988" y="2372700"/>
              <a:ext cx="17575" cy="15050"/>
            </a:xfrm>
            <a:custGeom>
              <a:avLst/>
              <a:gdLst/>
              <a:ahLst/>
              <a:cxnLst/>
              <a:rect l="l" t="t" r="r" b="b"/>
              <a:pathLst>
                <a:path w="703" h="602" extrusionOk="0">
                  <a:moveTo>
                    <a:pt x="399" y="0"/>
                  </a:moveTo>
                  <a:cubicBezTo>
                    <a:pt x="133" y="0"/>
                    <a:pt x="1" y="322"/>
                    <a:pt x="190" y="512"/>
                  </a:cubicBezTo>
                  <a:cubicBezTo>
                    <a:pt x="252" y="574"/>
                    <a:pt x="328" y="601"/>
                    <a:pt x="402" y="601"/>
                  </a:cubicBezTo>
                  <a:cubicBezTo>
                    <a:pt x="555" y="601"/>
                    <a:pt x="702" y="483"/>
                    <a:pt x="702" y="303"/>
                  </a:cubicBezTo>
                  <a:cubicBezTo>
                    <a:pt x="702" y="133"/>
                    <a:pt x="550" y="0"/>
                    <a:pt x="39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50"/>
            <p:cNvSpPr/>
            <p:nvPr/>
          </p:nvSpPr>
          <p:spPr>
            <a:xfrm>
              <a:off x="5023888" y="2507800"/>
              <a:ext cx="17575" cy="15050"/>
            </a:xfrm>
            <a:custGeom>
              <a:avLst/>
              <a:gdLst/>
              <a:ahLst/>
              <a:cxnLst/>
              <a:rect l="l" t="t" r="r" b="b"/>
              <a:pathLst>
                <a:path w="703" h="602" extrusionOk="0">
                  <a:moveTo>
                    <a:pt x="399" y="0"/>
                  </a:moveTo>
                  <a:cubicBezTo>
                    <a:pt x="133" y="0"/>
                    <a:pt x="1" y="322"/>
                    <a:pt x="190" y="512"/>
                  </a:cubicBezTo>
                  <a:cubicBezTo>
                    <a:pt x="252" y="574"/>
                    <a:pt x="328" y="601"/>
                    <a:pt x="402" y="601"/>
                  </a:cubicBezTo>
                  <a:cubicBezTo>
                    <a:pt x="555" y="601"/>
                    <a:pt x="702" y="483"/>
                    <a:pt x="702" y="303"/>
                  </a:cubicBezTo>
                  <a:cubicBezTo>
                    <a:pt x="702" y="133"/>
                    <a:pt x="569" y="0"/>
                    <a:pt x="39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50"/>
            <p:cNvSpPr/>
            <p:nvPr/>
          </p:nvSpPr>
          <p:spPr>
            <a:xfrm>
              <a:off x="4910113" y="2257300"/>
              <a:ext cx="385900" cy="381100"/>
            </a:xfrm>
            <a:custGeom>
              <a:avLst/>
              <a:gdLst/>
              <a:ahLst/>
              <a:cxnLst/>
              <a:rect l="l" t="t" r="r" b="b"/>
              <a:pathLst>
                <a:path w="15436" h="15244" extrusionOk="0">
                  <a:moveTo>
                    <a:pt x="1214" y="672"/>
                  </a:moveTo>
                  <a:lnTo>
                    <a:pt x="2978" y="1734"/>
                  </a:lnTo>
                  <a:lnTo>
                    <a:pt x="2978" y="2398"/>
                  </a:lnTo>
                  <a:cubicBezTo>
                    <a:pt x="2978" y="2473"/>
                    <a:pt x="3016" y="2549"/>
                    <a:pt x="3073" y="2606"/>
                  </a:cubicBezTo>
                  <a:lnTo>
                    <a:pt x="6808" y="6361"/>
                  </a:lnTo>
                  <a:lnTo>
                    <a:pt x="6372" y="6778"/>
                  </a:lnTo>
                  <a:lnTo>
                    <a:pt x="2655" y="3023"/>
                  </a:lnTo>
                  <a:cubicBezTo>
                    <a:pt x="2580" y="2985"/>
                    <a:pt x="2523" y="2947"/>
                    <a:pt x="2428" y="2947"/>
                  </a:cubicBezTo>
                  <a:lnTo>
                    <a:pt x="1764" y="2947"/>
                  </a:lnTo>
                  <a:lnTo>
                    <a:pt x="702" y="1184"/>
                  </a:lnTo>
                  <a:lnTo>
                    <a:pt x="1214" y="672"/>
                  </a:lnTo>
                  <a:close/>
                  <a:moveTo>
                    <a:pt x="9330" y="8029"/>
                  </a:moveTo>
                  <a:lnTo>
                    <a:pt x="9766" y="8427"/>
                  </a:lnTo>
                  <a:lnTo>
                    <a:pt x="8458" y="9736"/>
                  </a:lnTo>
                  <a:lnTo>
                    <a:pt x="8059" y="9300"/>
                  </a:lnTo>
                  <a:lnTo>
                    <a:pt x="9330" y="8029"/>
                  </a:lnTo>
                  <a:close/>
                  <a:moveTo>
                    <a:pt x="12288" y="577"/>
                  </a:moveTo>
                  <a:cubicBezTo>
                    <a:pt x="12383" y="577"/>
                    <a:pt x="12459" y="596"/>
                    <a:pt x="12553" y="596"/>
                  </a:cubicBezTo>
                  <a:lnTo>
                    <a:pt x="11624" y="1544"/>
                  </a:lnTo>
                  <a:cubicBezTo>
                    <a:pt x="11567" y="1601"/>
                    <a:pt x="11548" y="1677"/>
                    <a:pt x="11548" y="1753"/>
                  </a:cubicBezTo>
                  <a:lnTo>
                    <a:pt x="11548" y="2606"/>
                  </a:lnTo>
                  <a:cubicBezTo>
                    <a:pt x="11548" y="2682"/>
                    <a:pt x="11567" y="2758"/>
                    <a:pt x="11624" y="2815"/>
                  </a:cubicBezTo>
                  <a:lnTo>
                    <a:pt x="12459" y="3668"/>
                  </a:lnTo>
                  <a:cubicBezTo>
                    <a:pt x="12515" y="3725"/>
                    <a:pt x="12591" y="3763"/>
                    <a:pt x="12667" y="3763"/>
                  </a:cubicBezTo>
                  <a:lnTo>
                    <a:pt x="13501" y="3763"/>
                  </a:lnTo>
                  <a:cubicBezTo>
                    <a:pt x="13577" y="3763"/>
                    <a:pt x="13653" y="3725"/>
                    <a:pt x="13710" y="3668"/>
                  </a:cubicBezTo>
                  <a:lnTo>
                    <a:pt x="14658" y="2720"/>
                  </a:lnTo>
                  <a:lnTo>
                    <a:pt x="14658" y="2720"/>
                  </a:lnTo>
                  <a:cubicBezTo>
                    <a:pt x="14827" y="4131"/>
                    <a:pt x="13727" y="5356"/>
                    <a:pt x="12320" y="5356"/>
                  </a:cubicBezTo>
                  <a:cubicBezTo>
                    <a:pt x="12309" y="5356"/>
                    <a:pt x="12299" y="5356"/>
                    <a:pt x="12288" y="5356"/>
                  </a:cubicBezTo>
                  <a:cubicBezTo>
                    <a:pt x="12022" y="5356"/>
                    <a:pt x="11776" y="5299"/>
                    <a:pt x="11529" y="5223"/>
                  </a:cubicBezTo>
                  <a:cubicBezTo>
                    <a:pt x="11499" y="5213"/>
                    <a:pt x="11468" y="5208"/>
                    <a:pt x="11439" y="5208"/>
                  </a:cubicBezTo>
                  <a:cubicBezTo>
                    <a:pt x="11357" y="5208"/>
                    <a:pt x="11282" y="5243"/>
                    <a:pt x="11226" y="5299"/>
                  </a:cubicBezTo>
                  <a:lnTo>
                    <a:pt x="5329" y="11196"/>
                  </a:lnTo>
                  <a:cubicBezTo>
                    <a:pt x="5253" y="11272"/>
                    <a:pt x="5234" y="11385"/>
                    <a:pt x="5272" y="11499"/>
                  </a:cubicBezTo>
                  <a:cubicBezTo>
                    <a:pt x="5784" y="13035"/>
                    <a:pt x="4627" y="14628"/>
                    <a:pt x="3016" y="14628"/>
                  </a:cubicBezTo>
                  <a:cubicBezTo>
                    <a:pt x="2921" y="14628"/>
                    <a:pt x="2845" y="14628"/>
                    <a:pt x="2750" y="14609"/>
                  </a:cubicBezTo>
                  <a:lnTo>
                    <a:pt x="3698" y="13661"/>
                  </a:lnTo>
                  <a:cubicBezTo>
                    <a:pt x="3755" y="13623"/>
                    <a:pt x="3793" y="13547"/>
                    <a:pt x="3793" y="13452"/>
                  </a:cubicBezTo>
                  <a:lnTo>
                    <a:pt x="3793" y="12618"/>
                  </a:lnTo>
                  <a:cubicBezTo>
                    <a:pt x="3793" y="12542"/>
                    <a:pt x="3755" y="12466"/>
                    <a:pt x="3698" y="12409"/>
                  </a:cubicBezTo>
                  <a:lnTo>
                    <a:pt x="2845" y="11556"/>
                  </a:lnTo>
                  <a:cubicBezTo>
                    <a:pt x="2788" y="11499"/>
                    <a:pt x="2712" y="11461"/>
                    <a:pt x="2636" y="11461"/>
                  </a:cubicBezTo>
                  <a:lnTo>
                    <a:pt x="1802" y="11461"/>
                  </a:lnTo>
                  <a:cubicBezTo>
                    <a:pt x="1726" y="11461"/>
                    <a:pt x="1631" y="11499"/>
                    <a:pt x="1594" y="11556"/>
                  </a:cubicBezTo>
                  <a:lnTo>
                    <a:pt x="646" y="12504"/>
                  </a:lnTo>
                  <a:cubicBezTo>
                    <a:pt x="469" y="11045"/>
                    <a:pt x="1635" y="9858"/>
                    <a:pt x="2996" y="9858"/>
                  </a:cubicBezTo>
                  <a:cubicBezTo>
                    <a:pt x="3245" y="9858"/>
                    <a:pt x="3500" y="9897"/>
                    <a:pt x="3755" y="9982"/>
                  </a:cubicBezTo>
                  <a:cubicBezTo>
                    <a:pt x="3793" y="9995"/>
                    <a:pt x="3831" y="10001"/>
                    <a:pt x="3868" y="10001"/>
                  </a:cubicBezTo>
                  <a:cubicBezTo>
                    <a:pt x="3943" y="10001"/>
                    <a:pt x="4014" y="9976"/>
                    <a:pt x="4078" y="9925"/>
                  </a:cubicBezTo>
                  <a:lnTo>
                    <a:pt x="9956" y="4028"/>
                  </a:lnTo>
                  <a:cubicBezTo>
                    <a:pt x="10050" y="3952"/>
                    <a:pt x="10069" y="3839"/>
                    <a:pt x="10031" y="3725"/>
                  </a:cubicBezTo>
                  <a:cubicBezTo>
                    <a:pt x="9519" y="2189"/>
                    <a:pt x="10657" y="577"/>
                    <a:pt x="12288" y="577"/>
                  </a:cubicBezTo>
                  <a:close/>
                  <a:moveTo>
                    <a:pt x="10221" y="8826"/>
                  </a:moveTo>
                  <a:lnTo>
                    <a:pt x="14317" y="12599"/>
                  </a:lnTo>
                  <a:cubicBezTo>
                    <a:pt x="15191" y="13459"/>
                    <a:pt x="14397" y="14654"/>
                    <a:pt x="13475" y="14654"/>
                  </a:cubicBezTo>
                  <a:cubicBezTo>
                    <a:pt x="13197" y="14654"/>
                    <a:pt x="12907" y="14545"/>
                    <a:pt x="12648" y="14286"/>
                  </a:cubicBezTo>
                  <a:lnTo>
                    <a:pt x="8856" y="10191"/>
                  </a:lnTo>
                  <a:lnTo>
                    <a:pt x="10221" y="8826"/>
                  </a:lnTo>
                  <a:close/>
                  <a:moveTo>
                    <a:pt x="1179" y="1"/>
                  </a:moveTo>
                  <a:cubicBezTo>
                    <a:pt x="1102" y="1"/>
                    <a:pt x="1025" y="35"/>
                    <a:pt x="968" y="103"/>
                  </a:cubicBezTo>
                  <a:lnTo>
                    <a:pt x="134" y="938"/>
                  </a:lnTo>
                  <a:cubicBezTo>
                    <a:pt x="20" y="1032"/>
                    <a:pt x="1" y="1184"/>
                    <a:pt x="77" y="1298"/>
                  </a:cubicBezTo>
                  <a:lnTo>
                    <a:pt x="1347" y="3403"/>
                  </a:lnTo>
                  <a:cubicBezTo>
                    <a:pt x="1404" y="3497"/>
                    <a:pt x="1499" y="3554"/>
                    <a:pt x="1594" y="3554"/>
                  </a:cubicBezTo>
                  <a:lnTo>
                    <a:pt x="2314" y="3554"/>
                  </a:lnTo>
                  <a:lnTo>
                    <a:pt x="5955" y="7214"/>
                  </a:lnTo>
                  <a:lnTo>
                    <a:pt x="3774" y="9394"/>
                  </a:lnTo>
                  <a:cubicBezTo>
                    <a:pt x="3510" y="9323"/>
                    <a:pt x="3247" y="9289"/>
                    <a:pt x="2989" y="9289"/>
                  </a:cubicBezTo>
                  <a:cubicBezTo>
                    <a:pt x="1401" y="9289"/>
                    <a:pt x="39" y="10577"/>
                    <a:pt x="39" y="12258"/>
                  </a:cubicBezTo>
                  <a:cubicBezTo>
                    <a:pt x="20" y="12580"/>
                    <a:pt x="77" y="12902"/>
                    <a:pt x="190" y="13206"/>
                  </a:cubicBezTo>
                  <a:cubicBezTo>
                    <a:pt x="209" y="13300"/>
                    <a:pt x="304" y="13376"/>
                    <a:pt x="399" y="13414"/>
                  </a:cubicBezTo>
                  <a:cubicBezTo>
                    <a:pt x="415" y="13417"/>
                    <a:pt x="432" y="13419"/>
                    <a:pt x="449" y="13419"/>
                  </a:cubicBezTo>
                  <a:cubicBezTo>
                    <a:pt x="532" y="13419"/>
                    <a:pt x="621" y="13382"/>
                    <a:pt x="683" y="13319"/>
                  </a:cubicBezTo>
                  <a:lnTo>
                    <a:pt x="1916" y="12087"/>
                  </a:lnTo>
                  <a:lnTo>
                    <a:pt x="2504" y="12087"/>
                  </a:lnTo>
                  <a:lnTo>
                    <a:pt x="3186" y="12770"/>
                  </a:lnTo>
                  <a:lnTo>
                    <a:pt x="3186" y="13357"/>
                  </a:lnTo>
                  <a:lnTo>
                    <a:pt x="1954" y="14590"/>
                  </a:lnTo>
                  <a:cubicBezTo>
                    <a:pt x="1783" y="14742"/>
                    <a:pt x="1840" y="15007"/>
                    <a:pt x="2068" y="15083"/>
                  </a:cubicBezTo>
                  <a:cubicBezTo>
                    <a:pt x="2391" y="15193"/>
                    <a:pt x="2714" y="15244"/>
                    <a:pt x="3028" y="15244"/>
                  </a:cubicBezTo>
                  <a:cubicBezTo>
                    <a:pt x="4882" y="15244"/>
                    <a:pt x="6414" y="13461"/>
                    <a:pt x="5879" y="11499"/>
                  </a:cubicBezTo>
                  <a:lnTo>
                    <a:pt x="7642" y="9736"/>
                  </a:lnTo>
                  <a:lnTo>
                    <a:pt x="8040" y="10172"/>
                  </a:lnTo>
                  <a:lnTo>
                    <a:pt x="7851" y="10361"/>
                  </a:lnTo>
                  <a:cubicBezTo>
                    <a:pt x="7634" y="10579"/>
                    <a:pt x="7837" y="10874"/>
                    <a:pt x="8064" y="10874"/>
                  </a:cubicBezTo>
                  <a:cubicBezTo>
                    <a:pt x="8133" y="10874"/>
                    <a:pt x="8205" y="10846"/>
                    <a:pt x="8268" y="10779"/>
                  </a:cubicBezTo>
                  <a:lnTo>
                    <a:pt x="8439" y="10608"/>
                  </a:lnTo>
                  <a:lnTo>
                    <a:pt x="12212" y="14704"/>
                  </a:lnTo>
                  <a:cubicBezTo>
                    <a:pt x="12560" y="15043"/>
                    <a:pt x="13012" y="15213"/>
                    <a:pt x="13464" y="15213"/>
                  </a:cubicBezTo>
                  <a:cubicBezTo>
                    <a:pt x="13922" y="15213"/>
                    <a:pt x="14381" y="15038"/>
                    <a:pt x="14734" y="14685"/>
                  </a:cubicBezTo>
                  <a:cubicBezTo>
                    <a:pt x="15435" y="14002"/>
                    <a:pt x="15435" y="12864"/>
                    <a:pt x="14734" y="12163"/>
                  </a:cubicBezTo>
                  <a:lnTo>
                    <a:pt x="10638" y="8408"/>
                  </a:lnTo>
                  <a:lnTo>
                    <a:pt x="10809" y="8257"/>
                  </a:lnTo>
                  <a:cubicBezTo>
                    <a:pt x="11001" y="8035"/>
                    <a:pt x="10801" y="7743"/>
                    <a:pt x="10568" y="7743"/>
                  </a:cubicBezTo>
                  <a:cubicBezTo>
                    <a:pt x="10503" y="7743"/>
                    <a:pt x="10435" y="7766"/>
                    <a:pt x="10373" y="7821"/>
                  </a:cubicBezTo>
                  <a:lnTo>
                    <a:pt x="10202" y="8010"/>
                  </a:lnTo>
                  <a:lnTo>
                    <a:pt x="9766" y="7612"/>
                  </a:lnTo>
                  <a:lnTo>
                    <a:pt x="11529" y="5849"/>
                  </a:lnTo>
                  <a:cubicBezTo>
                    <a:pt x="11776" y="5905"/>
                    <a:pt x="12022" y="5943"/>
                    <a:pt x="12288" y="5943"/>
                  </a:cubicBezTo>
                  <a:cubicBezTo>
                    <a:pt x="13938" y="5943"/>
                    <a:pt x="15265" y="4616"/>
                    <a:pt x="15265" y="2966"/>
                  </a:cubicBezTo>
                  <a:cubicBezTo>
                    <a:pt x="15265" y="2644"/>
                    <a:pt x="15208" y="2322"/>
                    <a:pt x="15113" y="2018"/>
                  </a:cubicBezTo>
                  <a:cubicBezTo>
                    <a:pt x="15075" y="1924"/>
                    <a:pt x="14999" y="1848"/>
                    <a:pt x="14905" y="1829"/>
                  </a:cubicBezTo>
                  <a:lnTo>
                    <a:pt x="14886" y="1829"/>
                  </a:lnTo>
                  <a:cubicBezTo>
                    <a:pt x="14863" y="1824"/>
                    <a:pt x="14840" y="1822"/>
                    <a:pt x="14816" y="1822"/>
                  </a:cubicBezTo>
                  <a:cubicBezTo>
                    <a:pt x="14740" y="1822"/>
                    <a:pt x="14664" y="1847"/>
                    <a:pt x="14620" y="1905"/>
                  </a:cubicBezTo>
                  <a:lnTo>
                    <a:pt x="13388" y="3156"/>
                  </a:lnTo>
                  <a:lnTo>
                    <a:pt x="12800" y="3156"/>
                  </a:lnTo>
                  <a:lnTo>
                    <a:pt x="12136" y="2473"/>
                  </a:lnTo>
                  <a:lnTo>
                    <a:pt x="12136" y="1886"/>
                  </a:lnTo>
                  <a:lnTo>
                    <a:pt x="13350" y="653"/>
                  </a:lnTo>
                  <a:cubicBezTo>
                    <a:pt x="13501" y="482"/>
                    <a:pt x="13445" y="217"/>
                    <a:pt x="13236" y="160"/>
                  </a:cubicBezTo>
                  <a:cubicBezTo>
                    <a:pt x="12933" y="46"/>
                    <a:pt x="12610" y="8"/>
                    <a:pt x="12288" y="8"/>
                  </a:cubicBezTo>
                  <a:cubicBezTo>
                    <a:pt x="10335" y="8"/>
                    <a:pt x="8913" y="1848"/>
                    <a:pt x="9425" y="3744"/>
                  </a:cubicBezTo>
                  <a:lnTo>
                    <a:pt x="7225" y="5924"/>
                  </a:lnTo>
                  <a:lnTo>
                    <a:pt x="3585" y="2284"/>
                  </a:lnTo>
                  <a:lnTo>
                    <a:pt x="3585" y="1563"/>
                  </a:lnTo>
                  <a:cubicBezTo>
                    <a:pt x="3566" y="1468"/>
                    <a:pt x="3528" y="1374"/>
                    <a:pt x="3433" y="1317"/>
                  </a:cubicBezTo>
                  <a:lnTo>
                    <a:pt x="1328" y="46"/>
                  </a:lnTo>
                  <a:cubicBezTo>
                    <a:pt x="1283" y="16"/>
                    <a:pt x="1231" y="1"/>
                    <a:pt x="11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50"/>
            <p:cNvSpPr/>
            <p:nvPr/>
          </p:nvSpPr>
          <p:spPr>
            <a:xfrm>
              <a:off x="5044063" y="2392950"/>
              <a:ext cx="115325" cy="108700"/>
            </a:xfrm>
            <a:custGeom>
              <a:avLst/>
              <a:gdLst/>
              <a:ahLst/>
              <a:cxnLst/>
              <a:rect l="l" t="t" r="r" b="b"/>
              <a:pathLst>
                <a:path w="4613" h="4348" extrusionOk="0">
                  <a:moveTo>
                    <a:pt x="4164" y="0"/>
                  </a:moveTo>
                  <a:cubicBezTo>
                    <a:pt x="4086" y="0"/>
                    <a:pt x="4004" y="35"/>
                    <a:pt x="3934" y="119"/>
                  </a:cubicBezTo>
                  <a:lnTo>
                    <a:pt x="217" y="3836"/>
                  </a:lnTo>
                  <a:cubicBezTo>
                    <a:pt x="0" y="4053"/>
                    <a:pt x="204" y="4348"/>
                    <a:pt x="430" y="4348"/>
                  </a:cubicBezTo>
                  <a:cubicBezTo>
                    <a:pt x="500" y="4348"/>
                    <a:pt x="572" y="4320"/>
                    <a:pt x="635" y="4253"/>
                  </a:cubicBezTo>
                  <a:lnTo>
                    <a:pt x="4370" y="536"/>
                  </a:lnTo>
                  <a:cubicBezTo>
                    <a:pt x="4613" y="322"/>
                    <a:pt x="4404" y="0"/>
                    <a:pt x="41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50"/>
            <p:cNvSpPr/>
            <p:nvPr/>
          </p:nvSpPr>
          <p:spPr>
            <a:xfrm>
              <a:off x="5166563" y="2513725"/>
              <a:ext cx="85100" cy="81625"/>
            </a:xfrm>
            <a:custGeom>
              <a:avLst/>
              <a:gdLst/>
              <a:ahLst/>
              <a:cxnLst/>
              <a:rect l="l" t="t" r="r" b="b"/>
              <a:pathLst>
                <a:path w="3404" h="3265" extrusionOk="0">
                  <a:moveTo>
                    <a:pt x="323" y="0"/>
                  </a:moveTo>
                  <a:cubicBezTo>
                    <a:pt x="247" y="0"/>
                    <a:pt x="172" y="29"/>
                    <a:pt x="115" y="85"/>
                  </a:cubicBezTo>
                  <a:cubicBezTo>
                    <a:pt x="1" y="199"/>
                    <a:pt x="1" y="389"/>
                    <a:pt x="115" y="522"/>
                  </a:cubicBezTo>
                  <a:lnTo>
                    <a:pt x="2807" y="3195"/>
                  </a:lnTo>
                  <a:cubicBezTo>
                    <a:pt x="2864" y="3244"/>
                    <a:pt x="2926" y="3265"/>
                    <a:pt x="2986" y="3265"/>
                  </a:cubicBezTo>
                  <a:cubicBezTo>
                    <a:pt x="3207" y="3265"/>
                    <a:pt x="3403" y="2983"/>
                    <a:pt x="3224" y="2759"/>
                  </a:cubicBezTo>
                  <a:lnTo>
                    <a:pt x="532" y="85"/>
                  </a:lnTo>
                  <a:cubicBezTo>
                    <a:pt x="475" y="29"/>
                    <a:pt x="399" y="0"/>
                    <a:pt x="32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30" name="Google Shape;2730;p50"/>
          <p:cNvGrpSpPr/>
          <p:nvPr/>
        </p:nvGrpSpPr>
        <p:grpSpPr>
          <a:xfrm>
            <a:off x="5994586" y="1991492"/>
            <a:ext cx="335299" cy="365780"/>
            <a:chOff x="5453363" y="2197900"/>
            <a:chExt cx="401075" cy="440275"/>
          </a:xfrm>
        </p:grpSpPr>
        <p:sp>
          <p:nvSpPr>
            <p:cNvPr id="2731" name="Google Shape;2731;p50"/>
            <p:cNvSpPr/>
            <p:nvPr/>
          </p:nvSpPr>
          <p:spPr>
            <a:xfrm>
              <a:off x="5532538" y="2280700"/>
              <a:ext cx="282800" cy="292050"/>
            </a:xfrm>
            <a:custGeom>
              <a:avLst/>
              <a:gdLst/>
              <a:ahLst/>
              <a:cxnLst/>
              <a:rect l="l" t="t" r="r" b="b"/>
              <a:pathLst>
                <a:path w="11312" h="11682" extrusionOk="0">
                  <a:moveTo>
                    <a:pt x="4894" y="0"/>
                  </a:moveTo>
                  <a:cubicBezTo>
                    <a:pt x="4856" y="0"/>
                    <a:pt x="4817" y="1"/>
                    <a:pt x="4779" y="2"/>
                  </a:cubicBezTo>
                  <a:cubicBezTo>
                    <a:pt x="2238" y="77"/>
                    <a:pt x="171" y="2087"/>
                    <a:pt x="57" y="4628"/>
                  </a:cubicBezTo>
                  <a:cubicBezTo>
                    <a:pt x="0" y="5937"/>
                    <a:pt x="493" y="7226"/>
                    <a:pt x="1441" y="8155"/>
                  </a:cubicBezTo>
                  <a:cubicBezTo>
                    <a:pt x="2295" y="8989"/>
                    <a:pt x="2788" y="10127"/>
                    <a:pt x="2807" y="11341"/>
                  </a:cubicBezTo>
                  <a:lnTo>
                    <a:pt x="2807" y="11682"/>
                  </a:lnTo>
                  <a:lnTo>
                    <a:pt x="6940" y="11682"/>
                  </a:lnTo>
                  <a:lnTo>
                    <a:pt x="6940" y="11322"/>
                  </a:lnTo>
                  <a:cubicBezTo>
                    <a:pt x="6940" y="10146"/>
                    <a:pt x="7414" y="9027"/>
                    <a:pt x="8267" y="8212"/>
                  </a:cubicBezTo>
                  <a:cubicBezTo>
                    <a:pt x="11312" y="5186"/>
                    <a:pt x="9160" y="0"/>
                    <a:pt x="48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50"/>
            <p:cNvSpPr/>
            <p:nvPr/>
          </p:nvSpPr>
          <p:spPr>
            <a:xfrm>
              <a:off x="5602213" y="2572725"/>
              <a:ext cx="103375" cy="56925"/>
            </a:xfrm>
            <a:custGeom>
              <a:avLst/>
              <a:gdLst/>
              <a:ahLst/>
              <a:cxnLst/>
              <a:rect l="l" t="t" r="r" b="b"/>
              <a:pathLst>
                <a:path w="4135" h="2277" extrusionOk="0">
                  <a:moveTo>
                    <a:pt x="1" y="1"/>
                  </a:moveTo>
                  <a:lnTo>
                    <a:pt x="1" y="892"/>
                  </a:lnTo>
                  <a:cubicBezTo>
                    <a:pt x="1" y="1650"/>
                    <a:pt x="626" y="2276"/>
                    <a:pt x="1385" y="2276"/>
                  </a:cubicBezTo>
                  <a:lnTo>
                    <a:pt x="2750" y="2276"/>
                  </a:lnTo>
                  <a:cubicBezTo>
                    <a:pt x="3508" y="2276"/>
                    <a:pt x="4134" y="1650"/>
                    <a:pt x="4134" y="892"/>
                  </a:cubicBezTo>
                  <a:lnTo>
                    <a:pt x="4134"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50"/>
            <p:cNvSpPr/>
            <p:nvPr/>
          </p:nvSpPr>
          <p:spPr>
            <a:xfrm>
              <a:off x="5670963" y="2400650"/>
              <a:ext cx="40300" cy="34575"/>
            </a:xfrm>
            <a:custGeom>
              <a:avLst/>
              <a:gdLst/>
              <a:ahLst/>
              <a:cxnLst/>
              <a:rect l="l" t="t" r="r" b="b"/>
              <a:pathLst>
                <a:path w="1612" h="1383" extrusionOk="0">
                  <a:moveTo>
                    <a:pt x="702" y="1"/>
                  </a:moveTo>
                  <a:cubicBezTo>
                    <a:pt x="322" y="1"/>
                    <a:pt x="0" y="304"/>
                    <a:pt x="0" y="702"/>
                  </a:cubicBezTo>
                  <a:cubicBezTo>
                    <a:pt x="0" y="1111"/>
                    <a:pt x="336" y="1382"/>
                    <a:pt x="688" y="1382"/>
                  </a:cubicBezTo>
                  <a:cubicBezTo>
                    <a:pt x="859" y="1382"/>
                    <a:pt x="1033" y="1319"/>
                    <a:pt x="1176" y="1176"/>
                  </a:cubicBezTo>
                  <a:cubicBezTo>
                    <a:pt x="1612" y="740"/>
                    <a:pt x="1308" y="1"/>
                    <a:pt x="7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50"/>
            <p:cNvSpPr/>
            <p:nvPr/>
          </p:nvSpPr>
          <p:spPr>
            <a:xfrm>
              <a:off x="5602213" y="2400650"/>
              <a:ext cx="40325" cy="34575"/>
            </a:xfrm>
            <a:custGeom>
              <a:avLst/>
              <a:gdLst/>
              <a:ahLst/>
              <a:cxnLst/>
              <a:rect l="l" t="t" r="r" b="b"/>
              <a:pathLst>
                <a:path w="1613" h="1383" extrusionOk="0">
                  <a:moveTo>
                    <a:pt x="702" y="1"/>
                  </a:moveTo>
                  <a:cubicBezTo>
                    <a:pt x="323" y="1"/>
                    <a:pt x="1" y="304"/>
                    <a:pt x="1" y="702"/>
                  </a:cubicBezTo>
                  <a:cubicBezTo>
                    <a:pt x="1" y="1111"/>
                    <a:pt x="336" y="1382"/>
                    <a:pt x="689" y="1382"/>
                  </a:cubicBezTo>
                  <a:cubicBezTo>
                    <a:pt x="859" y="1382"/>
                    <a:pt x="1034" y="1319"/>
                    <a:pt x="1176" y="1176"/>
                  </a:cubicBezTo>
                  <a:cubicBezTo>
                    <a:pt x="1612" y="740"/>
                    <a:pt x="1309" y="1"/>
                    <a:pt x="7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50"/>
            <p:cNvSpPr/>
            <p:nvPr/>
          </p:nvSpPr>
          <p:spPr>
            <a:xfrm>
              <a:off x="5565238" y="2375050"/>
              <a:ext cx="19925" cy="17150"/>
            </a:xfrm>
            <a:custGeom>
              <a:avLst/>
              <a:gdLst/>
              <a:ahLst/>
              <a:cxnLst/>
              <a:rect l="l" t="t" r="r" b="b"/>
              <a:pathLst>
                <a:path w="797" h="686" extrusionOk="0">
                  <a:moveTo>
                    <a:pt x="456" y="1"/>
                  </a:moveTo>
                  <a:cubicBezTo>
                    <a:pt x="152" y="1"/>
                    <a:pt x="1" y="361"/>
                    <a:pt x="209" y="589"/>
                  </a:cubicBezTo>
                  <a:cubicBezTo>
                    <a:pt x="282" y="655"/>
                    <a:pt x="368" y="685"/>
                    <a:pt x="451" y="685"/>
                  </a:cubicBezTo>
                  <a:cubicBezTo>
                    <a:pt x="630" y="685"/>
                    <a:pt x="797" y="549"/>
                    <a:pt x="797" y="342"/>
                  </a:cubicBezTo>
                  <a:cubicBezTo>
                    <a:pt x="797" y="153"/>
                    <a:pt x="645" y="1"/>
                    <a:pt x="45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50"/>
            <p:cNvSpPr/>
            <p:nvPr/>
          </p:nvSpPr>
          <p:spPr>
            <a:xfrm>
              <a:off x="5576613" y="2306325"/>
              <a:ext cx="88675" cy="53650"/>
            </a:xfrm>
            <a:custGeom>
              <a:avLst/>
              <a:gdLst/>
              <a:ahLst/>
              <a:cxnLst/>
              <a:rect l="l" t="t" r="r" b="b"/>
              <a:pathLst>
                <a:path w="3547" h="2146" extrusionOk="0">
                  <a:moveTo>
                    <a:pt x="3091" y="0"/>
                  </a:moveTo>
                  <a:cubicBezTo>
                    <a:pt x="1897" y="0"/>
                    <a:pt x="797" y="607"/>
                    <a:pt x="171" y="1612"/>
                  </a:cubicBezTo>
                  <a:cubicBezTo>
                    <a:pt x="1" y="1888"/>
                    <a:pt x="230" y="2146"/>
                    <a:pt x="469" y="2146"/>
                  </a:cubicBezTo>
                  <a:cubicBezTo>
                    <a:pt x="575" y="2146"/>
                    <a:pt x="683" y="2095"/>
                    <a:pt x="759" y="1972"/>
                  </a:cubicBezTo>
                  <a:cubicBezTo>
                    <a:pt x="1252" y="1176"/>
                    <a:pt x="2143" y="683"/>
                    <a:pt x="3091" y="683"/>
                  </a:cubicBezTo>
                  <a:cubicBezTo>
                    <a:pt x="3546" y="683"/>
                    <a:pt x="3546" y="0"/>
                    <a:pt x="309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50"/>
            <p:cNvSpPr/>
            <p:nvPr/>
          </p:nvSpPr>
          <p:spPr>
            <a:xfrm>
              <a:off x="5523538" y="2271700"/>
              <a:ext cx="280100" cy="366475"/>
            </a:xfrm>
            <a:custGeom>
              <a:avLst/>
              <a:gdLst/>
              <a:ahLst/>
              <a:cxnLst/>
              <a:rect l="l" t="t" r="r" b="b"/>
              <a:pathLst>
                <a:path w="11204" h="14659" extrusionOk="0">
                  <a:moveTo>
                    <a:pt x="3849" y="5500"/>
                  </a:moveTo>
                  <a:cubicBezTo>
                    <a:pt x="4039" y="5500"/>
                    <a:pt x="4191" y="5652"/>
                    <a:pt x="4191" y="5860"/>
                  </a:cubicBezTo>
                  <a:cubicBezTo>
                    <a:pt x="4191" y="6063"/>
                    <a:pt x="4022" y="6197"/>
                    <a:pt x="3848" y="6197"/>
                  </a:cubicBezTo>
                  <a:cubicBezTo>
                    <a:pt x="3761" y="6197"/>
                    <a:pt x="3672" y="6164"/>
                    <a:pt x="3603" y="6088"/>
                  </a:cubicBezTo>
                  <a:cubicBezTo>
                    <a:pt x="3394" y="5879"/>
                    <a:pt x="3546" y="5500"/>
                    <a:pt x="3849" y="5500"/>
                  </a:cubicBezTo>
                  <a:close/>
                  <a:moveTo>
                    <a:pt x="6594" y="5505"/>
                  </a:moveTo>
                  <a:cubicBezTo>
                    <a:pt x="6681" y="5505"/>
                    <a:pt x="6770" y="5539"/>
                    <a:pt x="6845" y="5614"/>
                  </a:cubicBezTo>
                  <a:cubicBezTo>
                    <a:pt x="7054" y="5822"/>
                    <a:pt x="6902" y="6202"/>
                    <a:pt x="6599" y="6202"/>
                  </a:cubicBezTo>
                  <a:cubicBezTo>
                    <a:pt x="6409" y="6202"/>
                    <a:pt x="6257" y="6050"/>
                    <a:pt x="6257" y="5860"/>
                  </a:cubicBezTo>
                  <a:cubicBezTo>
                    <a:pt x="6257" y="5644"/>
                    <a:pt x="6419" y="5505"/>
                    <a:pt x="6594" y="5505"/>
                  </a:cubicBezTo>
                  <a:close/>
                  <a:moveTo>
                    <a:pt x="5231" y="702"/>
                  </a:moveTo>
                  <a:cubicBezTo>
                    <a:pt x="9190" y="702"/>
                    <a:pt x="11203" y="5503"/>
                    <a:pt x="8362" y="8325"/>
                  </a:cubicBezTo>
                  <a:cubicBezTo>
                    <a:pt x="7471" y="9217"/>
                    <a:pt x="6959" y="10411"/>
                    <a:pt x="6940" y="11682"/>
                  </a:cubicBezTo>
                  <a:lnTo>
                    <a:pt x="6257" y="11682"/>
                  </a:lnTo>
                  <a:lnTo>
                    <a:pt x="6257" y="6884"/>
                  </a:lnTo>
                  <a:lnTo>
                    <a:pt x="6599" y="6884"/>
                  </a:lnTo>
                  <a:cubicBezTo>
                    <a:pt x="7604" y="6884"/>
                    <a:pt x="8021" y="5595"/>
                    <a:pt x="7205" y="5007"/>
                  </a:cubicBezTo>
                  <a:cubicBezTo>
                    <a:pt x="7012" y="4871"/>
                    <a:pt x="6806" y="4811"/>
                    <a:pt x="6608" y="4811"/>
                  </a:cubicBezTo>
                  <a:cubicBezTo>
                    <a:pt x="5947" y="4811"/>
                    <a:pt x="5369" y="5473"/>
                    <a:pt x="5632" y="6202"/>
                  </a:cubicBezTo>
                  <a:lnTo>
                    <a:pt x="4835" y="6202"/>
                  </a:lnTo>
                  <a:cubicBezTo>
                    <a:pt x="5083" y="5473"/>
                    <a:pt x="4502" y="4811"/>
                    <a:pt x="3849" y="4811"/>
                  </a:cubicBezTo>
                  <a:cubicBezTo>
                    <a:pt x="3653" y="4811"/>
                    <a:pt x="3450" y="4871"/>
                    <a:pt x="3261" y="5007"/>
                  </a:cubicBezTo>
                  <a:cubicBezTo>
                    <a:pt x="2446" y="5595"/>
                    <a:pt x="2844" y="6884"/>
                    <a:pt x="3849" y="6884"/>
                  </a:cubicBezTo>
                  <a:lnTo>
                    <a:pt x="4209" y="6884"/>
                  </a:lnTo>
                  <a:lnTo>
                    <a:pt x="4209" y="11701"/>
                  </a:lnTo>
                  <a:lnTo>
                    <a:pt x="3508" y="11701"/>
                  </a:lnTo>
                  <a:cubicBezTo>
                    <a:pt x="3489" y="10411"/>
                    <a:pt x="2958" y="9179"/>
                    <a:pt x="2029" y="8287"/>
                  </a:cubicBezTo>
                  <a:cubicBezTo>
                    <a:pt x="1176" y="7415"/>
                    <a:pt x="702" y="6221"/>
                    <a:pt x="758" y="5007"/>
                  </a:cubicBezTo>
                  <a:cubicBezTo>
                    <a:pt x="872" y="2637"/>
                    <a:pt x="2787" y="760"/>
                    <a:pt x="5139" y="703"/>
                  </a:cubicBezTo>
                  <a:cubicBezTo>
                    <a:pt x="5170" y="702"/>
                    <a:pt x="5201" y="702"/>
                    <a:pt x="5231" y="702"/>
                  </a:cubicBezTo>
                  <a:close/>
                  <a:moveTo>
                    <a:pt x="5556" y="6884"/>
                  </a:moveTo>
                  <a:lnTo>
                    <a:pt x="5556" y="11701"/>
                  </a:lnTo>
                  <a:lnTo>
                    <a:pt x="4873" y="11701"/>
                  </a:lnTo>
                  <a:lnTo>
                    <a:pt x="4873" y="6884"/>
                  </a:lnTo>
                  <a:close/>
                  <a:moveTo>
                    <a:pt x="6940" y="12383"/>
                  </a:moveTo>
                  <a:lnTo>
                    <a:pt x="6940" y="12933"/>
                  </a:lnTo>
                  <a:cubicBezTo>
                    <a:pt x="6940" y="13502"/>
                    <a:pt x="6466" y="13957"/>
                    <a:pt x="5897" y="13957"/>
                  </a:cubicBezTo>
                  <a:lnTo>
                    <a:pt x="4532" y="13957"/>
                  </a:lnTo>
                  <a:cubicBezTo>
                    <a:pt x="3963" y="13957"/>
                    <a:pt x="3508" y="13502"/>
                    <a:pt x="3508" y="12933"/>
                  </a:cubicBezTo>
                  <a:lnTo>
                    <a:pt x="3508" y="12383"/>
                  </a:lnTo>
                  <a:close/>
                  <a:moveTo>
                    <a:pt x="5189" y="1"/>
                  </a:moveTo>
                  <a:cubicBezTo>
                    <a:pt x="5166" y="1"/>
                    <a:pt x="5143" y="1"/>
                    <a:pt x="5120" y="1"/>
                  </a:cubicBezTo>
                  <a:cubicBezTo>
                    <a:pt x="2408" y="77"/>
                    <a:pt x="190" y="2239"/>
                    <a:pt x="57" y="4969"/>
                  </a:cubicBezTo>
                  <a:cubicBezTo>
                    <a:pt x="0" y="6391"/>
                    <a:pt x="531" y="7757"/>
                    <a:pt x="1536" y="8761"/>
                  </a:cubicBezTo>
                  <a:cubicBezTo>
                    <a:pt x="2332" y="9539"/>
                    <a:pt x="2787" y="10582"/>
                    <a:pt x="2806" y="11701"/>
                  </a:cubicBezTo>
                  <a:lnTo>
                    <a:pt x="2806" y="12933"/>
                  </a:lnTo>
                  <a:cubicBezTo>
                    <a:pt x="2806" y="13881"/>
                    <a:pt x="3584" y="14659"/>
                    <a:pt x="4532" y="14659"/>
                  </a:cubicBezTo>
                  <a:lnTo>
                    <a:pt x="5897" y="14659"/>
                  </a:lnTo>
                  <a:cubicBezTo>
                    <a:pt x="6845" y="14659"/>
                    <a:pt x="7623" y="13881"/>
                    <a:pt x="7623" y="12933"/>
                  </a:cubicBezTo>
                  <a:lnTo>
                    <a:pt x="7623" y="11682"/>
                  </a:lnTo>
                  <a:cubicBezTo>
                    <a:pt x="7623" y="10601"/>
                    <a:pt x="8078" y="9558"/>
                    <a:pt x="8855" y="8818"/>
                  </a:cubicBezTo>
                  <a:cubicBezTo>
                    <a:pt x="9822" y="7851"/>
                    <a:pt x="10372" y="6543"/>
                    <a:pt x="10372" y="5159"/>
                  </a:cubicBezTo>
                  <a:cubicBezTo>
                    <a:pt x="10372" y="2300"/>
                    <a:pt x="8040" y="1"/>
                    <a:pt x="518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50"/>
            <p:cNvSpPr/>
            <p:nvPr/>
          </p:nvSpPr>
          <p:spPr>
            <a:xfrm>
              <a:off x="5645363" y="2197900"/>
              <a:ext cx="17075" cy="56775"/>
            </a:xfrm>
            <a:custGeom>
              <a:avLst/>
              <a:gdLst/>
              <a:ahLst/>
              <a:cxnLst/>
              <a:rect l="l" t="t" r="r" b="b"/>
              <a:pathLst>
                <a:path w="683" h="2271" extrusionOk="0">
                  <a:moveTo>
                    <a:pt x="341" y="0"/>
                  </a:moveTo>
                  <a:cubicBezTo>
                    <a:pt x="171" y="0"/>
                    <a:pt x="0" y="119"/>
                    <a:pt x="0" y="356"/>
                  </a:cubicBezTo>
                  <a:lnTo>
                    <a:pt x="0" y="1929"/>
                  </a:lnTo>
                  <a:cubicBezTo>
                    <a:pt x="0" y="2157"/>
                    <a:pt x="171" y="2271"/>
                    <a:pt x="341" y="2271"/>
                  </a:cubicBezTo>
                  <a:cubicBezTo>
                    <a:pt x="512" y="2271"/>
                    <a:pt x="683" y="2157"/>
                    <a:pt x="683" y="1929"/>
                  </a:cubicBezTo>
                  <a:lnTo>
                    <a:pt x="683" y="356"/>
                  </a:lnTo>
                  <a:cubicBezTo>
                    <a:pt x="683" y="119"/>
                    <a:pt x="512" y="0"/>
                    <a:pt x="34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50"/>
            <p:cNvSpPr/>
            <p:nvPr/>
          </p:nvSpPr>
          <p:spPr>
            <a:xfrm>
              <a:off x="5752488" y="2251225"/>
              <a:ext cx="43150" cy="41500"/>
            </a:xfrm>
            <a:custGeom>
              <a:avLst/>
              <a:gdLst/>
              <a:ahLst/>
              <a:cxnLst/>
              <a:rect l="l" t="t" r="r" b="b"/>
              <a:pathLst>
                <a:path w="1726" h="1660" extrusionOk="0">
                  <a:moveTo>
                    <a:pt x="1356" y="0"/>
                  </a:moveTo>
                  <a:cubicBezTo>
                    <a:pt x="1271" y="0"/>
                    <a:pt x="1186" y="33"/>
                    <a:pt x="1119" y="100"/>
                  </a:cubicBezTo>
                  <a:lnTo>
                    <a:pt x="152" y="1067"/>
                  </a:lnTo>
                  <a:cubicBezTo>
                    <a:pt x="0" y="1200"/>
                    <a:pt x="0" y="1427"/>
                    <a:pt x="152" y="1560"/>
                  </a:cubicBezTo>
                  <a:cubicBezTo>
                    <a:pt x="218" y="1626"/>
                    <a:pt x="304" y="1659"/>
                    <a:pt x="389" y="1659"/>
                  </a:cubicBezTo>
                  <a:cubicBezTo>
                    <a:pt x="474" y="1659"/>
                    <a:pt x="560" y="1626"/>
                    <a:pt x="626" y="1560"/>
                  </a:cubicBezTo>
                  <a:lnTo>
                    <a:pt x="1593" y="593"/>
                  </a:lnTo>
                  <a:cubicBezTo>
                    <a:pt x="1726" y="441"/>
                    <a:pt x="1726" y="232"/>
                    <a:pt x="1593" y="100"/>
                  </a:cubicBezTo>
                  <a:cubicBezTo>
                    <a:pt x="1527" y="33"/>
                    <a:pt x="1441" y="0"/>
                    <a:pt x="135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50"/>
            <p:cNvSpPr/>
            <p:nvPr/>
          </p:nvSpPr>
          <p:spPr>
            <a:xfrm>
              <a:off x="5511038" y="2252025"/>
              <a:ext cx="44275" cy="40700"/>
            </a:xfrm>
            <a:custGeom>
              <a:avLst/>
              <a:gdLst/>
              <a:ahLst/>
              <a:cxnLst/>
              <a:rect l="l" t="t" r="r" b="b"/>
              <a:pathLst>
                <a:path w="1771" h="1628" extrusionOk="0">
                  <a:moveTo>
                    <a:pt x="469" y="1"/>
                  </a:moveTo>
                  <a:cubicBezTo>
                    <a:pt x="212" y="1"/>
                    <a:pt x="1" y="305"/>
                    <a:pt x="197" y="561"/>
                  </a:cubicBezTo>
                  <a:lnTo>
                    <a:pt x="1164" y="1528"/>
                  </a:lnTo>
                  <a:cubicBezTo>
                    <a:pt x="1230" y="1594"/>
                    <a:pt x="1315" y="1627"/>
                    <a:pt x="1401" y="1627"/>
                  </a:cubicBezTo>
                  <a:cubicBezTo>
                    <a:pt x="1486" y="1627"/>
                    <a:pt x="1571" y="1594"/>
                    <a:pt x="1638" y="1528"/>
                  </a:cubicBezTo>
                  <a:cubicBezTo>
                    <a:pt x="1770" y="1395"/>
                    <a:pt x="1770" y="1168"/>
                    <a:pt x="1638" y="1035"/>
                  </a:cubicBezTo>
                  <a:lnTo>
                    <a:pt x="671" y="68"/>
                  </a:lnTo>
                  <a:cubicBezTo>
                    <a:pt x="604" y="21"/>
                    <a:pt x="535" y="1"/>
                    <a:pt x="46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50"/>
            <p:cNvSpPr/>
            <p:nvPr/>
          </p:nvSpPr>
          <p:spPr>
            <a:xfrm>
              <a:off x="5797038" y="2375050"/>
              <a:ext cx="57400" cy="17100"/>
            </a:xfrm>
            <a:custGeom>
              <a:avLst/>
              <a:gdLst/>
              <a:ahLst/>
              <a:cxnLst/>
              <a:rect l="l" t="t" r="r" b="b"/>
              <a:pathLst>
                <a:path w="2296" h="684" extrusionOk="0">
                  <a:moveTo>
                    <a:pt x="456" y="1"/>
                  </a:moveTo>
                  <a:cubicBezTo>
                    <a:pt x="1" y="1"/>
                    <a:pt x="1" y="684"/>
                    <a:pt x="456" y="684"/>
                  </a:cubicBezTo>
                  <a:lnTo>
                    <a:pt x="1840" y="684"/>
                  </a:lnTo>
                  <a:cubicBezTo>
                    <a:pt x="2295" y="684"/>
                    <a:pt x="2295" y="1"/>
                    <a:pt x="18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50"/>
            <p:cNvSpPr/>
            <p:nvPr/>
          </p:nvSpPr>
          <p:spPr>
            <a:xfrm>
              <a:off x="5453363" y="2375050"/>
              <a:ext cx="57400" cy="17100"/>
            </a:xfrm>
            <a:custGeom>
              <a:avLst/>
              <a:gdLst/>
              <a:ahLst/>
              <a:cxnLst/>
              <a:rect l="l" t="t" r="r" b="b"/>
              <a:pathLst>
                <a:path w="2296" h="684" extrusionOk="0">
                  <a:moveTo>
                    <a:pt x="456" y="1"/>
                  </a:moveTo>
                  <a:cubicBezTo>
                    <a:pt x="1" y="1"/>
                    <a:pt x="1" y="684"/>
                    <a:pt x="456" y="684"/>
                  </a:cubicBezTo>
                  <a:lnTo>
                    <a:pt x="1840" y="684"/>
                  </a:lnTo>
                  <a:cubicBezTo>
                    <a:pt x="2295" y="684"/>
                    <a:pt x="2295" y="1"/>
                    <a:pt x="18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3" name="Google Shape;2743;p50"/>
          <p:cNvGrpSpPr/>
          <p:nvPr/>
        </p:nvGrpSpPr>
        <p:grpSpPr>
          <a:xfrm>
            <a:off x="6693102" y="2000209"/>
            <a:ext cx="365744" cy="348346"/>
            <a:chOff x="6015963" y="2196025"/>
            <a:chExt cx="491525" cy="476925"/>
          </a:xfrm>
        </p:grpSpPr>
        <p:sp>
          <p:nvSpPr>
            <p:cNvPr id="2744" name="Google Shape;2744;p50"/>
            <p:cNvSpPr/>
            <p:nvPr/>
          </p:nvSpPr>
          <p:spPr>
            <a:xfrm>
              <a:off x="6329863" y="2250050"/>
              <a:ext cx="117125" cy="111625"/>
            </a:xfrm>
            <a:custGeom>
              <a:avLst/>
              <a:gdLst/>
              <a:ahLst/>
              <a:cxnLst/>
              <a:rect l="l" t="t" r="r" b="b"/>
              <a:pathLst>
                <a:path w="4685" h="4465" extrusionOk="0">
                  <a:moveTo>
                    <a:pt x="2247" y="0"/>
                  </a:moveTo>
                  <a:cubicBezTo>
                    <a:pt x="1101" y="0"/>
                    <a:pt x="1" y="887"/>
                    <a:pt x="1" y="2233"/>
                  </a:cubicBezTo>
                  <a:cubicBezTo>
                    <a:pt x="1" y="3578"/>
                    <a:pt x="1101" y="4465"/>
                    <a:pt x="2247" y="4465"/>
                  </a:cubicBezTo>
                  <a:cubicBezTo>
                    <a:pt x="2797" y="4465"/>
                    <a:pt x="3357" y="4261"/>
                    <a:pt x="3812" y="3806"/>
                  </a:cubicBezTo>
                  <a:cubicBezTo>
                    <a:pt x="4684" y="2934"/>
                    <a:pt x="4684" y="1531"/>
                    <a:pt x="3812" y="659"/>
                  </a:cubicBezTo>
                  <a:cubicBezTo>
                    <a:pt x="3357" y="204"/>
                    <a:pt x="2797" y="0"/>
                    <a:pt x="224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50"/>
            <p:cNvSpPr/>
            <p:nvPr/>
          </p:nvSpPr>
          <p:spPr>
            <a:xfrm>
              <a:off x="6409988" y="2206775"/>
              <a:ext cx="76325" cy="74925"/>
            </a:xfrm>
            <a:custGeom>
              <a:avLst/>
              <a:gdLst/>
              <a:ahLst/>
              <a:cxnLst/>
              <a:rect l="l" t="t" r="r" b="b"/>
              <a:pathLst>
                <a:path w="3053" h="2997" extrusionOk="0">
                  <a:moveTo>
                    <a:pt x="2247" y="1"/>
                  </a:moveTo>
                  <a:cubicBezTo>
                    <a:pt x="2057" y="1"/>
                    <a:pt x="1868" y="76"/>
                    <a:pt x="1726" y="228"/>
                  </a:cubicBezTo>
                  <a:lnTo>
                    <a:pt x="0" y="1954"/>
                  </a:lnTo>
                  <a:lnTo>
                    <a:pt x="1043" y="2996"/>
                  </a:lnTo>
                  <a:lnTo>
                    <a:pt x="2768" y="1271"/>
                  </a:lnTo>
                  <a:cubicBezTo>
                    <a:pt x="3053" y="987"/>
                    <a:pt x="3053" y="513"/>
                    <a:pt x="2768" y="228"/>
                  </a:cubicBezTo>
                  <a:cubicBezTo>
                    <a:pt x="2626" y="76"/>
                    <a:pt x="2437" y="1"/>
                    <a:pt x="224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50"/>
            <p:cNvSpPr/>
            <p:nvPr/>
          </p:nvSpPr>
          <p:spPr>
            <a:xfrm>
              <a:off x="6360688" y="2287375"/>
              <a:ext cx="49775" cy="37000"/>
            </a:xfrm>
            <a:custGeom>
              <a:avLst/>
              <a:gdLst/>
              <a:ahLst/>
              <a:cxnLst/>
              <a:rect l="l" t="t" r="r" b="b"/>
              <a:pathLst>
                <a:path w="1991" h="1480" extrusionOk="0">
                  <a:moveTo>
                    <a:pt x="996" y="0"/>
                  </a:moveTo>
                  <a:cubicBezTo>
                    <a:pt x="806" y="0"/>
                    <a:pt x="616" y="76"/>
                    <a:pt x="474" y="228"/>
                  </a:cubicBezTo>
                  <a:cubicBezTo>
                    <a:pt x="0" y="683"/>
                    <a:pt x="341" y="1479"/>
                    <a:pt x="1005" y="1479"/>
                  </a:cubicBezTo>
                  <a:cubicBezTo>
                    <a:pt x="1669" y="1479"/>
                    <a:pt x="1991" y="683"/>
                    <a:pt x="1517" y="228"/>
                  </a:cubicBezTo>
                  <a:cubicBezTo>
                    <a:pt x="1375" y="76"/>
                    <a:pt x="1185" y="0"/>
                    <a:pt x="99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50"/>
            <p:cNvSpPr/>
            <p:nvPr/>
          </p:nvSpPr>
          <p:spPr>
            <a:xfrm>
              <a:off x="6236013" y="2353725"/>
              <a:ext cx="177775" cy="251425"/>
            </a:xfrm>
            <a:custGeom>
              <a:avLst/>
              <a:gdLst/>
              <a:ahLst/>
              <a:cxnLst/>
              <a:rect l="l" t="t" r="r" b="b"/>
              <a:pathLst>
                <a:path w="7111" h="10057" extrusionOk="0">
                  <a:moveTo>
                    <a:pt x="7111" y="1"/>
                  </a:moveTo>
                  <a:lnTo>
                    <a:pt x="7111" y="1"/>
                  </a:lnTo>
                  <a:cubicBezTo>
                    <a:pt x="6763" y="205"/>
                    <a:pt x="6371" y="310"/>
                    <a:pt x="5980" y="310"/>
                  </a:cubicBezTo>
                  <a:cubicBezTo>
                    <a:pt x="5646" y="310"/>
                    <a:pt x="5312" y="234"/>
                    <a:pt x="5006" y="76"/>
                  </a:cubicBezTo>
                  <a:lnTo>
                    <a:pt x="0" y="9861"/>
                  </a:lnTo>
                  <a:cubicBezTo>
                    <a:pt x="266" y="9993"/>
                    <a:pt x="549" y="10057"/>
                    <a:pt x="829" y="10057"/>
                  </a:cubicBezTo>
                  <a:cubicBezTo>
                    <a:pt x="1507" y="10057"/>
                    <a:pt x="2162" y="9684"/>
                    <a:pt x="2484" y="9026"/>
                  </a:cubicBezTo>
                  <a:cubicBezTo>
                    <a:pt x="2693" y="8590"/>
                    <a:pt x="2977" y="8059"/>
                    <a:pt x="3318" y="7415"/>
                  </a:cubicBezTo>
                  <a:cubicBezTo>
                    <a:pt x="4191" y="5727"/>
                    <a:pt x="5480" y="3281"/>
                    <a:pt x="71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50"/>
            <p:cNvSpPr/>
            <p:nvPr/>
          </p:nvSpPr>
          <p:spPr>
            <a:xfrm>
              <a:off x="6080038" y="2277400"/>
              <a:ext cx="257900" cy="178750"/>
            </a:xfrm>
            <a:custGeom>
              <a:avLst/>
              <a:gdLst/>
              <a:ahLst/>
              <a:cxnLst/>
              <a:rect l="l" t="t" r="r" b="b"/>
              <a:pathLst>
                <a:path w="10316" h="7150" extrusionOk="0">
                  <a:moveTo>
                    <a:pt x="10297" y="1"/>
                  </a:moveTo>
                  <a:cubicBezTo>
                    <a:pt x="10294" y="5"/>
                    <a:pt x="10292" y="10"/>
                    <a:pt x="10289" y="14"/>
                  </a:cubicBezTo>
                  <a:lnTo>
                    <a:pt x="10289" y="14"/>
                  </a:lnTo>
                  <a:cubicBezTo>
                    <a:pt x="10298" y="10"/>
                    <a:pt x="10307" y="5"/>
                    <a:pt x="10316" y="1"/>
                  </a:cubicBezTo>
                  <a:close/>
                  <a:moveTo>
                    <a:pt x="10289" y="14"/>
                  </a:moveTo>
                  <a:cubicBezTo>
                    <a:pt x="5772" y="2282"/>
                    <a:pt x="2804" y="3870"/>
                    <a:pt x="1290" y="4627"/>
                  </a:cubicBezTo>
                  <a:cubicBezTo>
                    <a:pt x="361" y="5101"/>
                    <a:pt x="1" y="6201"/>
                    <a:pt x="456" y="7130"/>
                  </a:cubicBezTo>
                  <a:lnTo>
                    <a:pt x="456" y="7149"/>
                  </a:lnTo>
                  <a:lnTo>
                    <a:pt x="8382" y="3148"/>
                  </a:lnTo>
                  <a:lnTo>
                    <a:pt x="10221" y="2125"/>
                  </a:lnTo>
                  <a:cubicBezTo>
                    <a:pt x="9901" y="1447"/>
                    <a:pt x="9917" y="657"/>
                    <a:pt x="10289" y="1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50"/>
            <p:cNvSpPr/>
            <p:nvPr/>
          </p:nvSpPr>
          <p:spPr>
            <a:xfrm>
              <a:off x="6245013" y="2361075"/>
              <a:ext cx="19925" cy="18600"/>
            </a:xfrm>
            <a:custGeom>
              <a:avLst/>
              <a:gdLst/>
              <a:ahLst/>
              <a:cxnLst/>
              <a:rect l="l" t="t" r="r" b="b"/>
              <a:pathLst>
                <a:path w="797" h="744" extrusionOk="0">
                  <a:moveTo>
                    <a:pt x="406" y="1"/>
                  </a:moveTo>
                  <a:cubicBezTo>
                    <a:pt x="315" y="1"/>
                    <a:pt x="224" y="33"/>
                    <a:pt x="152" y="105"/>
                  </a:cubicBezTo>
                  <a:cubicBezTo>
                    <a:pt x="0" y="257"/>
                    <a:pt x="0" y="484"/>
                    <a:pt x="152" y="636"/>
                  </a:cubicBezTo>
                  <a:cubicBezTo>
                    <a:pt x="226" y="710"/>
                    <a:pt x="321" y="744"/>
                    <a:pt x="415" y="744"/>
                  </a:cubicBezTo>
                  <a:cubicBezTo>
                    <a:pt x="608" y="744"/>
                    <a:pt x="797" y="600"/>
                    <a:pt x="797" y="370"/>
                  </a:cubicBezTo>
                  <a:cubicBezTo>
                    <a:pt x="797" y="150"/>
                    <a:pt x="602" y="1"/>
                    <a:pt x="4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50"/>
            <p:cNvSpPr/>
            <p:nvPr/>
          </p:nvSpPr>
          <p:spPr>
            <a:xfrm>
              <a:off x="6354988" y="2277725"/>
              <a:ext cx="58325" cy="55825"/>
            </a:xfrm>
            <a:custGeom>
              <a:avLst/>
              <a:gdLst/>
              <a:ahLst/>
              <a:cxnLst/>
              <a:rect l="l" t="t" r="r" b="b"/>
              <a:pathLst>
                <a:path w="2333" h="2233" extrusionOk="0">
                  <a:moveTo>
                    <a:pt x="1225" y="752"/>
                  </a:moveTo>
                  <a:cubicBezTo>
                    <a:pt x="1413" y="752"/>
                    <a:pt x="1593" y="896"/>
                    <a:pt x="1593" y="1126"/>
                  </a:cubicBezTo>
                  <a:cubicBezTo>
                    <a:pt x="1593" y="1346"/>
                    <a:pt x="1407" y="1495"/>
                    <a:pt x="1217" y="1495"/>
                  </a:cubicBezTo>
                  <a:cubicBezTo>
                    <a:pt x="1129" y="1495"/>
                    <a:pt x="1040" y="1463"/>
                    <a:pt x="968" y="1391"/>
                  </a:cubicBezTo>
                  <a:cubicBezTo>
                    <a:pt x="816" y="1239"/>
                    <a:pt x="816" y="1012"/>
                    <a:pt x="968" y="860"/>
                  </a:cubicBezTo>
                  <a:cubicBezTo>
                    <a:pt x="1042" y="786"/>
                    <a:pt x="1134" y="752"/>
                    <a:pt x="1225" y="752"/>
                  </a:cubicBezTo>
                  <a:close/>
                  <a:moveTo>
                    <a:pt x="1215" y="0"/>
                  </a:moveTo>
                  <a:cubicBezTo>
                    <a:pt x="942" y="0"/>
                    <a:pt x="664" y="102"/>
                    <a:pt x="437" y="329"/>
                  </a:cubicBezTo>
                  <a:cubicBezTo>
                    <a:pt x="1" y="765"/>
                    <a:pt x="1" y="1467"/>
                    <a:pt x="437" y="1903"/>
                  </a:cubicBezTo>
                  <a:cubicBezTo>
                    <a:pt x="664" y="2131"/>
                    <a:pt x="944" y="2233"/>
                    <a:pt x="1218" y="2233"/>
                  </a:cubicBezTo>
                  <a:cubicBezTo>
                    <a:pt x="1788" y="2233"/>
                    <a:pt x="2333" y="1791"/>
                    <a:pt x="2333" y="1126"/>
                  </a:cubicBezTo>
                  <a:cubicBezTo>
                    <a:pt x="2333" y="446"/>
                    <a:pt x="1786" y="0"/>
                    <a:pt x="121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50"/>
            <p:cNvSpPr/>
            <p:nvPr/>
          </p:nvSpPr>
          <p:spPr>
            <a:xfrm>
              <a:off x="6017463" y="2196025"/>
              <a:ext cx="490025" cy="476925"/>
            </a:xfrm>
            <a:custGeom>
              <a:avLst/>
              <a:gdLst/>
              <a:ahLst/>
              <a:cxnLst/>
              <a:rect l="l" t="t" r="r" b="b"/>
              <a:pathLst>
                <a:path w="19601" h="19077" extrusionOk="0">
                  <a:moveTo>
                    <a:pt x="17917" y="810"/>
                  </a:moveTo>
                  <a:cubicBezTo>
                    <a:pt x="18204" y="810"/>
                    <a:pt x="18441" y="1169"/>
                    <a:pt x="18204" y="1436"/>
                  </a:cubicBezTo>
                  <a:lnTo>
                    <a:pt x="16820" y="2839"/>
                  </a:lnTo>
                  <a:cubicBezTo>
                    <a:pt x="16744" y="2744"/>
                    <a:pt x="16649" y="2649"/>
                    <a:pt x="16573" y="2554"/>
                  </a:cubicBezTo>
                  <a:cubicBezTo>
                    <a:pt x="16478" y="2459"/>
                    <a:pt x="16384" y="2384"/>
                    <a:pt x="16289" y="2308"/>
                  </a:cubicBezTo>
                  <a:lnTo>
                    <a:pt x="17673" y="905"/>
                  </a:lnTo>
                  <a:cubicBezTo>
                    <a:pt x="17752" y="838"/>
                    <a:pt x="17836" y="810"/>
                    <a:pt x="17917" y="810"/>
                  </a:cubicBezTo>
                  <a:close/>
                  <a:moveTo>
                    <a:pt x="14709" y="2535"/>
                  </a:moveTo>
                  <a:cubicBezTo>
                    <a:pt x="15662" y="2535"/>
                    <a:pt x="16573" y="3278"/>
                    <a:pt x="16573" y="4394"/>
                  </a:cubicBezTo>
                  <a:cubicBezTo>
                    <a:pt x="16573" y="5509"/>
                    <a:pt x="15662" y="6252"/>
                    <a:pt x="14709" y="6252"/>
                  </a:cubicBezTo>
                  <a:cubicBezTo>
                    <a:pt x="14253" y="6252"/>
                    <a:pt x="13787" y="6082"/>
                    <a:pt x="13407" y="5702"/>
                  </a:cubicBezTo>
                  <a:cubicBezTo>
                    <a:pt x="12686" y="4981"/>
                    <a:pt x="12686" y="3806"/>
                    <a:pt x="13407" y="3085"/>
                  </a:cubicBezTo>
                  <a:cubicBezTo>
                    <a:pt x="13787" y="2705"/>
                    <a:pt x="14253" y="2535"/>
                    <a:pt x="14709" y="2535"/>
                  </a:cubicBezTo>
                  <a:close/>
                  <a:moveTo>
                    <a:pt x="12155" y="4014"/>
                  </a:moveTo>
                  <a:lnTo>
                    <a:pt x="12155" y="4014"/>
                  </a:lnTo>
                  <a:cubicBezTo>
                    <a:pt x="12079" y="4412"/>
                    <a:pt x="12117" y="4830"/>
                    <a:pt x="12250" y="5209"/>
                  </a:cubicBezTo>
                  <a:lnTo>
                    <a:pt x="10714" y="6081"/>
                  </a:lnTo>
                  <a:cubicBezTo>
                    <a:pt x="10346" y="6289"/>
                    <a:pt x="10545" y="6781"/>
                    <a:pt x="10879" y="6781"/>
                  </a:cubicBezTo>
                  <a:cubicBezTo>
                    <a:pt x="10940" y="6781"/>
                    <a:pt x="11006" y="6764"/>
                    <a:pt x="11074" y="6726"/>
                  </a:cubicBezTo>
                  <a:lnTo>
                    <a:pt x="12591" y="5873"/>
                  </a:lnTo>
                  <a:cubicBezTo>
                    <a:pt x="12686" y="6005"/>
                    <a:pt x="12781" y="6119"/>
                    <a:pt x="12895" y="6233"/>
                  </a:cubicBezTo>
                  <a:cubicBezTo>
                    <a:pt x="13009" y="6347"/>
                    <a:pt x="13122" y="6441"/>
                    <a:pt x="13255" y="6536"/>
                  </a:cubicBezTo>
                  <a:lnTo>
                    <a:pt x="10600" y="11732"/>
                  </a:lnTo>
                  <a:lnTo>
                    <a:pt x="9254" y="10385"/>
                  </a:lnTo>
                  <a:lnTo>
                    <a:pt x="9520" y="10120"/>
                  </a:lnTo>
                  <a:cubicBezTo>
                    <a:pt x="9671" y="9987"/>
                    <a:pt x="9671" y="9741"/>
                    <a:pt x="9520" y="9608"/>
                  </a:cubicBezTo>
                  <a:cubicBezTo>
                    <a:pt x="9444" y="9532"/>
                    <a:pt x="9349" y="9494"/>
                    <a:pt x="9254" y="9494"/>
                  </a:cubicBezTo>
                  <a:cubicBezTo>
                    <a:pt x="9159" y="9494"/>
                    <a:pt x="9065" y="9532"/>
                    <a:pt x="8989" y="9608"/>
                  </a:cubicBezTo>
                  <a:lnTo>
                    <a:pt x="8723" y="9854"/>
                  </a:lnTo>
                  <a:lnTo>
                    <a:pt x="7434" y="8565"/>
                  </a:lnTo>
                  <a:lnTo>
                    <a:pt x="8401" y="8053"/>
                  </a:lnTo>
                  <a:cubicBezTo>
                    <a:pt x="8791" y="7874"/>
                    <a:pt x="8596" y="7362"/>
                    <a:pt x="8258" y="7362"/>
                  </a:cubicBezTo>
                  <a:cubicBezTo>
                    <a:pt x="8201" y="7362"/>
                    <a:pt x="8141" y="7376"/>
                    <a:pt x="8079" y="7408"/>
                  </a:cubicBezTo>
                  <a:lnTo>
                    <a:pt x="3167" y="9873"/>
                  </a:lnTo>
                  <a:cubicBezTo>
                    <a:pt x="3016" y="9210"/>
                    <a:pt x="3338" y="8527"/>
                    <a:pt x="3945" y="8224"/>
                  </a:cubicBezTo>
                  <a:lnTo>
                    <a:pt x="3926" y="8224"/>
                  </a:lnTo>
                  <a:cubicBezTo>
                    <a:pt x="4381" y="7996"/>
                    <a:pt x="9690" y="5247"/>
                    <a:pt x="12155" y="4014"/>
                  </a:cubicBezTo>
                  <a:close/>
                  <a:moveTo>
                    <a:pt x="13919" y="6859"/>
                  </a:moveTo>
                  <a:cubicBezTo>
                    <a:pt x="14168" y="6946"/>
                    <a:pt x="14433" y="6992"/>
                    <a:pt x="14699" y="6992"/>
                  </a:cubicBezTo>
                  <a:cubicBezTo>
                    <a:pt x="14838" y="6992"/>
                    <a:pt x="14977" y="6979"/>
                    <a:pt x="15113" y="6953"/>
                  </a:cubicBezTo>
                  <a:lnTo>
                    <a:pt x="15113" y="6953"/>
                  </a:lnTo>
                  <a:cubicBezTo>
                    <a:pt x="13881" y="9418"/>
                    <a:pt x="11112" y="14728"/>
                    <a:pt x="10885" y="15183"/>
                  </a:cubicBezTo>
                  <a:lnTo>
                    <a:pt x="10904" y="15183"/>
                  </a:lnTo>
                  <a:cubicBezTo>
                    <a:pt x="10638" y="15676"/>
                    <a:pt x="10126" y="15998"/>
                    <a:pt x="9576" y="15998"/>
                  </a:cubicBezTo>
                  <a:cubicBezTo>
                    <a:pt x="9463" y="15998"/>
                    <a:pt x="9368" y="15979"/>
                    <a:pt x="9273" y="15960"/>
                  </a:cubicBezTo>
                  <a:lnTo>
                    <a:pt x="13919" y="6859"/>
                  </a:lnTo>
                  <a:close/>
                  <a:moveTo>
                    <a:pt x="17971" y="1"/>
                  </a:moveTo>
                  <a:cubicBezTo>
                    <a:pt x="17697" y="1"/>
                    <a:pt x="17411" y="116"/>
                    <a:pt x="17161" y="393"/>
                  </a:cubicBezTo>
                  <a:lnTo>
                    <a:pt x="15606" y="1947"/>
                  </a:lnTo>
                  <a:cubicBezTo>
                    <a:pt x="15316" y="1841"/>
                    <a:pt x="15017" y="1790"/>
                    <a:pt x="14722" y="1790"/>
                  </a:cubicBezTo>
                  <a:cubicBezTo>
                    <a:pt x="13861" y="1790"/>
                    <a:pt x="13034" y="2223"/>
                    <a:pt x="12553" y="2971"/>
                  </a:cubicBezTo>
                  <a:cubicBezTo>
                    <a:pt x="9709" y="4394"/>
                    <a:pt x="7472" y="5550"/>
                    <a:pt x="5860" y="6403"/>
                  </a:cubicBezTo>
                  <a:lnTo>
                    <a:pt x="5462" y="6612"/>
                  </a:lnTo>
                  <a:lnTo>
                    <a:pt x="3736" y="4868"/>
                  </a:lnTo>
                  <a:cubicBezTo>
                    <a:pt x="3655" y="4773"/>
                    <a:pt x="3562" y="4734"/>
                    <a:pt x="3471" y="4734"/>
                  </a:cubicBezTo>
                  <a:cubicBezTo>
                    <a:pt x="3180" y="4734"/>
                    <a:pt x="2921" y="5138"/>
                    <a:pt x="3224" y="5398"/>
                  </a:cubicBezTo>
                  <a:lnTo>
                    <a:pt x="4798" y="6953"/>
                  </a:lnTo>
                  <a:cubicBezTo>
                    <a:pt x="4362" y="7162"/>
                    <a:pt x="3964" y="7389"/>
                    <a:pt x="3623" y="7560"/>
                  </a:cubicBezTo>
                  <a:cubicBezTo>
                    <a:pt x="2637" y="8034"/>
                    <a:pt x="2163" y="9172"/>
                    <a:pt x="2504" y="10215"/>
                  </a:cubicBezTo>
                  <a:lnTo>
                    <a:pt x="266" y="11333"/>
                  </a:lnTo>
                  <a:cubicBezTo>
                    <a:pt x="77" y="11428"/>
                    <a:pt x="1" y="11656"/>
                    <a:pt x="96" y="11845"/>
                  </a:cubicBezTo>
                  <a:cubicBezTo>
                    <a:pt x="163" y="11980"/>
                    <a:pt x="287" y="12057"/>
                    <a:pt x="421" y="12057"/>
                  </a:cubicBezTo>
                  <a:cubicBezTo>
                    <a:pt x="476" y="12057"/>
                    <a:pt x="533" y="12044"/>
                    <a:pt x="589" y="12016"/>
                  </a:cubicBezTo>
                  <a:lnTo>
                    <a:pt x="6732" y="8906"/>
                  </a:lnTo>
                  <a:lnTo>
                    <a:pt x="8211" y="10385"/>
                  </a:lnTo>
                  <a:lnTo>
                    <a:pt x="7946" y="10651"/>
                  </a:lnTo>
                  <a:cubicBezTo>
                    <a:pt x="7667" y="10915"/>
                    <a:pt x="7921" y="11292"/>
                    <a:pt x="8217" y="11292"/>
                  </a:cubicBezTo>
                  <a:cubicBezTo>
                    <a:pt x="8304" y="11292"/>
                    <a:pt x="8395" y="11259"/>
                    <a:pt x="8477" y="11182"/>
                  </a:cubicBezTo>
                  <a:lnTo>
                    <a:pt x="8723" y="10916"/>
                  </a:lnTo>
                  <a:lnTo>
                    <a:pt x="10240" y="12414"/>
                  </a:lnTo>
                  <a:cubicBezTo>
                    <a:pt x="8268" y="16282"/>
                    <a:pt x="9330" y="14197"/>
                    <a:pt x="7111" y="18520"/>
                  </a:cubicBezTo>
                  <a:cubicBezTo>
                    <a:pt x="6947" y="18823"/>
                    <a:pt x="7196" y="19076"/>
                    <a:pt x="7442" y="19076"/>
                  </a:cubicBezTo>
                  <a:cubicBezTo>
                    <a:pt x="7564" y="19076"/>
                    <a:pt x="7687" y="19013"/>
                    <a:pt x="7756" y="18861"/>
                  </a:cubicBezTo>
                  <a:lnTo>
                    <a:pt x="8913" y="16643"/>
                  </a:lnTo>
                  <a:cubicBezTo>
                    <a:pt x="9121" y="16700"/>
                    <a:pt x="9349" y="16737"/>
                    <a:pt x="9576" y="16737"/>
                  </a:cubicBezTo>
                  <a:cubicBezTo>
                    <a:pt x="10411" y="16737"/>
                    <a:pt x="11188" y="16263"/>
                    <a:pt x="11567" y="15505"/>
                  </a:cubicBezTo>
                  <a:cubicBezTo>
                    <a:pt x="11738" y="15164"/>
                    <a:pt x="11947" y="14765"/>
                    <a:pt x="12155" y="14329"/>
                  </a:cubicBezTo>
                  <a:lnTo>
                    <a:pt x="13710" y="15903"/>
                  </a:lnTo>
                  <a:cubicBezTo>
                    <a:pt x="13794" y="15982"/>
                    <a:pt x="13885" y="16015"/>
                    <a:pt x="13972" y="16015"/>
                  </a:cubicBezTo>
                  <a:cubicBezTo>
                    <a:pt x="14262" y="16015"/>
                    <a:pt x="14503" y="15649"/>
                    <a:pt x="14241" y="15372"/>
                  </a:cubicBezTo>
                  <a:lnTo>
                    <a:pt x="12516" y="13647"/>
                  </a:lnTo>
                  <a:lnTo>
                    <a:pt x="12724" y="13267"/>
                  </a:lnTo>
                  <a:cubicBezTo>
                    <a:pt x="13558" y="11637"/>
                    <a:pt x="14715" y="9418"/>
                    <a:pt x="16137" y="6574"/>
                  </a:cubicBezTo>
                  <a:cubicBezTo>
                    <a:pt x="16289" y="6479"/>
                    <a:pt x="16441" y="6366"/>
                    <a:pt x="16573" y="6233"/>
                  </a:cubicBezTo>
                  <a:cubicBezTo>
                    <a:pt x="17275" y="5512"/>
                    <a:pt x="17502" y="4469"/>
                    <a:pt x="17180" y="3521"/>
                  </a:cubicBezTo>
                  <a:lnTo>
                    <a:pt x="18735" y="1966"/>
                  </a:lnTo>
                  <a:cubicBezTo>
                    <a:pt x="19600" y="1159"/>
                    <a:pt x="18842" y="1"/>
                    <a:pt x="1797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50"/>
            <p:cNvSpPr/>
            <p:nvPr/>
          </p:nvSpPr>
          <p:spPr>
            <a:xfrm>
              <a:off x="6015963" y="2522175"/>
              <a:ext cx="156150" cy="150475"/>
            </a:xfrm>
            <a:custGeom>
              <a:avLst/>
              <a:gdLst/>
              <a:ahLst/>
              <a:cxnLst/>
              <a:rect l="l" t="t" r="r" b="b"/>
              <a:pathLst>
                <a:path w="6246" h="6019" extrusionOk="0">
                  <a:moveTo>
                    <a:pt x="480" y="0"/>
                  </a:moveTo>
                  <a:cubicBezTo>
                    <a:pt x="245" y="0"/>
                    <a:pt x="1" y="213"/>
                    <a:pt x="118" y="506"/>
                  </a:cubicBezTo>
                  <a:lnTo>
                    <a:pt x="137" y="525"/>
                  </a:lnTo>
                  <a:cubicBezTo>
                    <a:pt x="1028" y="3085"/>
                    <a:pt x="3057" y="5095"/>
                    <a:pt x="5617" y="6005"/>
                  </a:cubicBezTo>
                  <a:cubicBezTo>
                    <a:pt x="5652" y="6014"/>
                    <a:pt x="5685" y="6018"/>
                    <a:pt x="5717" y="6018"/>
                  </a:cubicBezTo>
                  <a:cubicBezTo>
                    <a:pt x="6085" y="6018"/>
                    <a:pt x="6245" y="5460"/>
                    <a:pt x="5844" y="5303"/>
                  </a:cubicBezTo>
                  <a:cubicBezTo>
                    <a:pt x="3493" y="4469"/>
                    <a:pt x="1654" y="2611"/>
                    <a:pt x="819" y="278"/>
                  </a:cubicBezTo>
                  <a:cubicBezTo>
                    <a:pt x="769" y="82"/>
                    <a:pt x="626" y="0"/>
                    <a:pt x="48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53" name="Google Shape;2753;p50"/>
          <p:cNvGrpSpPr/>
          <p:nvPr/>
        </p:nvGrpSpPr>
        <p:grpSpPr>
          <a:xfrm>
            <a:off x="7411181" y="1991488"/>
            <a:ext cx="365773" cy="365788"/>
            <a:chOff x="6741813" y="2198225"/>
            <a:chExt cx="637125" cy="637150"/>
          </a:xfrm>
        </p:grpSpPr>
        <p:sp>
          <p:nvSpPr>
            <p:cNvPr id="2754" name="Google Shape;2754;p50"/>
            <p:cNvSpPr/>
            <p:nvPr/>
          </p:nvSpPr>
          <p:spPr>
            <a:xfrm>
              <a:off x="6853688" y="2648575"/>
              <a:ext cx="512925" cy="174475"/>
            </a:xfrm>
            <a:custGeom>
              <a:avLst/>
              <a:gdLst/>
              <a:ahLst/>
              <a:cxnLst/>
              <a:rect l="l" t="t" r="r" b="b"/>
              <a:pathLst>
                <a:path w="20517" h="6979" extrusionOk="0">
                  <a:moveTo>
                    <a:pt x="7926" y="1"/>
                  </a:moveTo>
                  <a:lnTo>
                    <a:pt x="0" y="6941"/>
                  </a:lnTo>
                  <a:lnTo>
                    <a:pt x="0" y="6978"/>
                  </a:lnTo>
                  <a:lnTo>
                    <a:pt x="20516" y="6978"/>
                  </a:lnTo>
                  <a:lnTo>
                    <a:pt x="205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50"/>
            <p:cNvSpPr/>
            <p:nvPr/>
          </p:nvSpPr>
          <p:spPr>
            <a:xfrm>
              <a:off x="6902988" y="2313425"/>
              <a:ext cx="360750" cy="484025"/>
            </a:xfrm>
            <a:custGeom>
              <a:avLst/>
              <a:gdLst/>
              <a:ahLst/>
              <a:cxnLst/>
              <a:rect l="l" t="t" r="r" b="b"/>
              <a:pathLst>
                <a:path w="14430" h="19361" extrusionOk="0">
                  <a:moveTo>
                    <a:pt x="9500" y="1"/>
                  </a:moveTo>
                  <a:lnTo>
                    <a:pt x="1024" y="8477"/>
                  </a:lnTo>
                  <a:lnTo>
                    <a:pt x="0" y="19361"/>
                  </a:lnTo>
                  <a:lnTo>
                    <a:pt x="14430" y="4931"/>
                  </a:lnTo>
                  <a:lnTo>
                    <a:pt x="950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50"/>
            <p:cNvSpPr/>
            <p:nvPr/>
          </p:nvSpPr>
          <p:spPr>
            <a:xfrm>
              <a:off x="6754138" y="2598800"/>
              <a:ext cx="174450" cy="224250"/>
            </a:xfrm>
            <a:custGeom>
              <a:avLst/>
              <a:gdLst/>
              <a:ahLst/>
              <a:cxnLst/>
              <a:rect l="l" t="t" r="r" b="b"/>
              <a:pathLst>
                <a:path w="6978" h="8970" extrusionOk="0">
                  <a:moveTo>
                    <a:pt x="0" y="1"/>
                  </a:moveTo>
                  <a:lnTo>
                    <a:pt x="0" y="5481"/>
                  </a:lnTo>
                  <a:cubicBezTo>
                    <a:pt x="0" y="7415"/>
                    <a:pt x="1555" y="8969"/>
                    <a:pt x="3489" y="8969"/>
                  </a:cubicBezTo>
                  <a:cubicBezTo>
                    <a:pt x="5404" y="8969"/>
                    <a:pt x="6978" y="7415"/>
                    <a:pt x="6978" y="5481"/>
                  </a:cubicBezTo>
                  <a:lnTo>
                    <a:pt x="697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50"/>
            <p:cNvSpPr/>
            <p:nvPr/>
          </p:nvSpPr>
          <p:spPr>
            <a:xfrm>
              <a:off x="6754138" y="2210575"/>
              <a:ext cx="174450" cy="388250"/>
            </a:xfrm>
            <a:custGeom>
              <a:avLst/>
              <a:gdLst/>
              <a:ahLst/>
              <a:cxnLst/>
              <a:rect l="l" t="t" r="r" b="b"/>
              <a:pathLst>
                <a:path w="6978" h="15530" extrusionOk="0">
                  <a:moveTo>
                    <a:pt x="0" y="0"/>
                  </a:moveTo>
                  <a:lnTo>
                    <a:pt x="0" y="15530"/>
                  </a:lnTo>
                  <a:lnTo>
                    <a:pt x="6978" y="15530"/>
                  </a:lnTo>
                  <a:lnTo>
                    <a:pt x="697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50"/>
            <p:cNvSpPr/>
            <p:nvPr/>
          </p:nvSpPr>
          <p:spPr>
            <a:xfrm>
              <a:off x="6791113" y="2698350"/>
              <a:ext cx="87225" cy="74850"/>
            </a:xfrm>
            <a:custGeom>
              <a:avLst/>
              <a:gdLst/>
              <a:ahLst/>
              <a:cxnLst/>
              <a:rect l="l" t="t" r="r" b="b"/>
              <a:pathLst>
                <a:path w="3489" h="2994" extrusionOk="0">
                  <a:moveTo>
                    <a:pt x="2010" y="1"/>
                  </a:moveTo>
                  <a:cubicBezTo>
                    <a:pt x="664" y="1"/>
                    <a:pt x="0" y="1612"/>
                    <a:pt x="948" y="2560"/>
                  </a:cubicBezTo>
                  <a:cubicBezTo>
                    <a:pt x="1253" y="2859"/>
                    <a:pt x="1625" y="2994"/>
                    <a:pt x="1989" y="2994"/>
                  </a:cubicBezTo>
                  <a:cubicBezTo>
                    <a:pt x="2757" y="2994"/>
                    <a:pt x="3489" y="2399"/>
                    <a:pt x="3489" y="1499"/>
                  </a:cubicBezTo>
                  <a:cubicBezTo>
                    <a:pt x="3489" y="683"/>
                    <a:pt x="2825" y="1"/>
                    <a:pt x="201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50"/>
            <p:cNvSpPr/>
            <p:nvPr/>
          </p:nvSpPr>
          <p:spPr>
            <a:xfrm>
              <a:off x="7222013" y="2686025"/>
              <a:ext cx="29400" cy="25150"/>
            </a:xfrm>
            <a:custGeom>
              <a:avLst/>
              <a:gdLst/>
              <a:ahLst/>
              <a:cxnLst/>
              <a:rect l="l" t="t" r="r" b="b"/>
              <a:pathLst>
                <a:path w="1176" h="1006" extrusionOk="0">
                  <a:moveTo>
                    <a:pt x="506" y="1"/>
                  </a:moveTo>
                  <a:cubicBezTo>
                    <a:pt x="250" y="1"/>
                    <a:pt x="0" y="200"/>
                    <a:pt x="0" y="494"/>
                  </a:cubicBezTo>
                  <a:cubicBezTo>
                    <a:pt x="0" y="778"/>
                    <a:pt x="228" y="1006"/>
                    <a:pt x="512" y="1006"/>
                  </a:cubicBezTo>
                  <a:cubicBezTo>
                    <a:pt x="948" y="1006"/>
                    <a:pt x="1176" y="456"/>
                    <a:pt x="853" y="152"/>
                  </a:cubicBezTo>
                  <a:cubicBezTo>
                    <a:pt x="754" y="47"/>
                    <a:pt x="629" y="1"/>
                    <a:pt x="5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50"/>
            <p:cNvSpPr/>
            <p:nvPr/>
          </p:nvSpPr>
          <p:spPr>
            <a:xfrm>
              <a:off x="6787313" y="2322450"/>
              <a:ext cx="28950" cy="24925"/>
            </a:xfrm>
            <a:custGeom>
              <a:avLst/>
              <a:gdLst/>
              <a:ahLst/>
              <a:cxnLst/>
              <a:rect l="l" t="t" r="r" b="b"/>
              <a:pathLst>
                <a:path w="1158" h="997" extrusionOk="0">
                  <a:moveTo>
                    <a:pt x="664" y="0"/>
                  </a:moveTo>
                  <a:cubicBezTo>
                    <a:pt x="209" y="0"/>
                    <a:pt x="0" y="531"/>
                    <a:pt x="304" y="853"/>
                  </a:cubicBezTo>
                  <a:cubicBezTo>
                    <a:pt x="408" y="952"/>
                    <a:pt x="534" y="996"/>
                    <a:pt x="657" y="996"/>
                  </a:cubicBezTo>
                  <a:cubicBezTo>
                    <a:pt x="914" y="996"/>
                    <a:pt x="1157" y="801"/>
                    <a:pt x="1157" y="493"/>
                  </a:cubicBezTo>
                  <a:cubicBezTo>
                    <a:pt x="1157" y="228"/>
                    <a:pt x="930" y="0"/>
                    <a:pt x="6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50"/>
            <p:cNvSpPr/>
            <p:nvPr/>
          </p:nvSpPr>
          <p:spPr>
            <a:xfrm>
              <a:off x="6741813" y="2198225"/>
              <a:ext cx="637125" cy="637150"/>
            </a:xfrm>
            <a:custGeom>
              <a:avLst/>
              <a:gdLst/>
              <a:ahLst/>
              <a:cxnLst/>
              <a:rect l="l" t="t" r="r" b="b"/>
              <a:pathLst>
                <a:path w="25485" h="25486" extrusionOk="0">
                  <a:moveTo>
                    <a:pt x="6959" y="987"/>
                  </a:moveTo>
                  <a:lnTo>
                    <a:pt x="6959" y="4969"/>
                  </a:lnTo>
                  <a:lnTo>
                    <a:pt x="4475" y="4969"/>
                  </a:lnTo>
                  <a:cubicBezTo>
                    <a:pt x="3811" y="4969"/>
                    <a:pt x="3811" y="5974"/>
                    <a:pt x="4475" y="5974"/>
                  </a:cubicBezTo>
                  <a:lnTo>
                    <a:pt x="6959" y="5974"/>
                  </a:lnTo>
                  <a:lnTo>
                    <a:pt x="6959" y="10544"/>
                  </a:lnTo>
                  <a:lnTo>
                    <a:pt x="986" y="10544"/>
                  </a:lnTo>
                  <a:lnTo>
                    <a:pt x="986" y="987"/>
                  </a:lnTo>
                  <a:close/>
                  <a:moveTo>
                    <a:pt x="6959" y="11549"/>
                  </a:moveTo>
                  <a:lnTo>
                    <a:pt x="6959" y="15531"/>
                  </a:lnTo>
                  <a:lnTo>
                    <a:pt x="986" y="15531"/>
                  </a:lnTo>
                  <a:lnTo>
                    <a:pt x="986" y="11549"/>
                  </a:lnTo>
                  <a:close/>
                  <a:moveTo>
                    <a:pt x="15947" y="5310"/>
                  </a:moveTo>
                  <a:lnTo>
                    <a:pt x="20156" y="9539"/>
                  </a:lnTo>
                  <a:lnTo>
                    <a:pt x="7945" y="21750"/>
                  </a:lnTo>
                  <a:lnTo>
                    <a:pt x="7945" y="21504"/>
                  </a:lnTo>
                  <a:lnTo>
                    <a:pt x="7945" y="13293"/>
                  </a:lnTo>
                  <a:lnTo>
                    <a:pt x="15947" y="5310"/>
                  </a:lnTo>
                  <a:close/>
                  <a:moveTo>
                    <a:pt x="6959" y="16517"/>
                  </a:moveTo>
                  <a:lnTo>
                    <a:pt x="6959" y="21504"/>
                  </a:lnTo>
                  <a:cubicBezTo>
                    <a:pt x="6959" y="23153"/>
                    <a:pt x="5632" y="24481"/>
                    <a:pt x="3982" y="24481"/>
                  </a:cubicBezTo>
                  <a:cubicBezTo>
                    <a:pt x="2332" y="24481"/>
                    <a:pt x="986" y="23153"/>
                    <a:pt x="986" y="21504"/>
                  </a:cubicBezTo>
                  <a:lnTo>
                    <a:pt x="986" y="16517"/>
                  </a:lnTo>
                  <a:close/>
                  <a:moveTo>
                    <a:pt x="8950" y="22167"/>
                  </a:moveTo>
                  <a:lnTo>
                    <a:pt x="8950" y="24499"/>
                  </a:lnTo>
                  <a:lnTo>
                    <a:pt x="6599" y="24499"/>
                  </a:lnTo>
                  <a:cubicBezTo>
                    <a:pt x="6656" y="24443"/>
                    <a:pt x="6731" y="24386"/>
                    <a:pt x="6788" y="24329"/>
                  </a:cubicBezTo>
                  <a:lnTo>
                    <a:pt x="8950" y="22167"/>
                  </a:lnTo>
                  <a:close/>
                  <a:moveTo>
                    <a:pt x="13918" y="18527"/>
                  </a:moveTo>
                  <a:lnTo>
                    <a:pt x="13918" y="24499"/>
                  </a:lnTo>
                  <a:lnTo>
                    <a:pt x="9955" y="24499"/>
                  </a:lnTo>
                  <a:lnTo>
                    <a:pt x="9955" y="21181"/>
                  </a:lnTo>
                  <a:lnTo>
                    <a:pt x="12591" y="18527"/>
                  </a:lnTo>
                  <a:close/>
                  <a:moveTo>
                    <a:pt x="24479" y="18527"/>
                  </a:moveTo>
                  <a:lnTo>
                    <a:pt x="24479" y="24499"/>
                  </a:lnTo>
                  <a:lnTo>
                    <a:pt x="20194" y="24499"/>
                  </a:lnTo>
                  <a:lnTo>
                    <a:pt x="20194" y="21997"/>
                  </a:lnTo>
                  <a:cubicBezTo>
                    <a:pt x="20194" y="21665"/>
                    <a:pt x="19948" y="21499"/>
                    <a:pt x="19701" y="21499"/>
                  </a:cubicBezTo>
                  <a:cubicBezTo>
                    <a:pt x="19455" y="21499"/>
                    <a:pt x="19208" y="21665"/>
                    <a:pt x="19208" y="21997"/>
                  </a:cubicBezTo>
                  <a:lnTo>
                    <a:pt x="19208" y="24499"/>
                  </a:lnTo>
                  <a:lnTo>
                    <a:pt x="14923" y="24499"/>
                  </a:lnTo>
                  <a:lnTo>
                    <a:pt x="14923" y="18527"/>
                  </a:lnTo>
                  <a:close/>
                  <a:moveTo>
                    <a:pt x="460" y="0"/>
                  </a:moveTo>
                  <a:cubicBezTo>
                    <a:pt x="193" y="0"/>
                    <a:pt x="0" y="221"/>
                    <a:pt x="0" y="494"/>
                  </a:cubicBezTo>
                  <a:lnTo>
                    <a:pt x="0" y="21504"/>
                  </a:lnTo>
                  <a:cubicBezTo>
                    <a:pt x="0" y="23703"/>
                    <a:pt x="1782" y="25485"/>
                    <a:pt x="3982" y="25485"/>
                  </a:cubicBezTo>
                  <a:lnTo>
                    <a:pt x="24991" y="25485"/>
                  </a:lnTo>
                  <a:cubicBezTo>
                    <a:pt x="25257" y="25485"/>
                    <a:pt x="25484" y="25258"/>
                    <a:pt x="25484" y="24992"/>
                  </a:cubicBezTo>
                  <a:lnTo>
                    <a:pt x="25484" y="18015"/>
                  </a:lnTo>
                  <a:cubicBezTo>
                    <a:pt x="25484" y="17749"/>
                    <a:pt x="25257" y="17522"/>
                    <a:pt x="24991" y="17522"/>
                  </a:cubicBezTo>
                  <a:lnTo>
                    <a:pt x="13596" y="17522"/>
                  </a:lnTo>
                  <a:lnTo>
                    <a:pt x="21237" y="9880"/>
                  </a:lnTo>
                  <a:cubicBezTo>
                    <a:pt x="21427" y="9691"/>
                    <a:pt x="21427" y="9368"/>
                    <a:pt x="21237" y="9179"/>
                  </a:cubicBezTo>
                  <a:lnTo>
                    <a:pt x="16307" y="4268"/>
                  </a:lnTo>
                  <a:cubicBezTo>
                    <a:pt x="16203" y="4163"/>
                    <a:pt x="16070" y="4111"/>
                    <a:pt x="15940" y="4111"/>
                  </a:cubicBezTo>
                  <a:cubicBezTo>
                    <a:pt x="15809" y="4111"/>
                    <a:pt x="15681" y="4163"/>
                    <a:pt x="15586" y="4268"/>
                  </a:cubicBezTo>
                  <a:lnTo>
                    <a:pt x="7945" y="11890"/>
                  </a:lnTo>
                  <a:lnTo>
                    <a:pt x="7945" y="494"/>
                  </a:lnTo>
                  <a:cubicBezTo>
                    <a:pt x="7945" y="210"/>
                    <a:pt x="7736" y="1"/>
                    <a:pt x="7452" y="1"/>
                  </a:cubicBezTo>
                  <a:lnTo>
                    <a:pt x="493" y="1"/>
                  </a:lnTo>
                  <a:cubicBezTo>
                    <a:pt x="482" y="1"/>
                    <a:pt x="471" y="0"/>
                    <a:pt x="46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50"/>
            <p:cNvSpPr/>
            <p:nvPr/>
          </p:nvSpPr>
          <p:spPr>
            <a:xfrm>
              <a:off x="6791588" y="2686000"/>
              <a:ext cx="116150" cy="99600"/>
            </a:xfrm>
            <a:custGeom>
              <a:avLst/>
              <a:gdLst/>
              <a:ahLst/>
              <a:cxnLst/>
              <a:rect l="l" t="t" r="r" b="b"/>
              <a:pathLst>
                <a:path w="4646" h="3984" extrusionOk="0">
                  <a:moveTo>
                    <a:pt x="1991" y="1007"/>
                  </a:moveTo>
                  <a:cubicBezTo>
                    <a:pt x="2863" y="1007"/>
                    <a:pt x="3318" y="2068"/>
                    <a:pt x="2693" y="2694"/>
                  </a:cubicBezTo>
                  <a:cubicBezTo>
                    <a:pt x="2489" y="2897"/>
                    <a:pt x="2238" y="2989"/>
                    <a:pt x="1992" y="2989"/>
                  </a:cubicBezTo>
                  <a:cubicBezTo>
                    <a:pt x="1479" y="2989"/>
                    <a:pt x="986" y="2594"/>
                    <a:pt x="986" y="1993"/>
                  </a:cubicBezTo>
                  <a:cubicBezTo>
                    <a:pt x="986" y="1443"/>
                    <a:pt x="1441" y="1007"/>
                    <a:pt x="1991" y="1007"/>
                  </a:cubicBezTo>
                  <a:close/>
                  <a:moveTo>
                    <a:pt x="1997" y="1"/>
                  </a:moveTo>
                  <a:cubicBezTo>
                    <a:pt x="977" y="1"/>
                    <a:pt x="0" y="789"/>
                    <a:pt x="0" y="1993"/>
                  </a:cubicBezTo>
                  <a:cubicBezTo>
                    <a:pt x="0" y="3092"/>
                    <a:pt x="891" y="3984"/>
                    <a:pt x="1991" y="3984"/>
                  </a:cubicBezTo>
                  <a:cubicBezTo>
                    <a:pt x="3754" y="3984"/>
                    <a:pt x="4646" y="1841"/>
                    <a:pt x="3394" y="589"/>
                  </a:cubicBezTo>
                  <a:cubicBezTo>
                    <a:pt x="2988" y="183"/>
                    <a:pt x="2487" y="1"/>
                    <a:pt x="199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63" name="Google Shape;2763;p50"/>
          <p:cNvGrpSpPr/>
          <p:nvPr/>
        </p:nvGrpSpPr>
        <p:grpSpPr>
          <a:xfrm>
            <a:off x="8129272" y="1991501"/>
            <a:ext cx="365776" cy="365763"/>
            <a:chOff x="4193363" y="2293000"/>
            <a:chExt cx="381175" cy="380725"/>
          </a:xfrm>
        </p:grpSpPr>
        <p:sp>
          <p:nvSpPr>
            <p:cNvPr id="2764" name="Google Shape;2764;p50"/>
            <p:cNvSpPr/>
            <p:nvPr/>
          </p:nvSpPr>
          <p:spPr>
            <a:xfrm>
              <a:off x="4537538" y="2636725"/>
              <a:ext cx="29400" cy="29425"/>
            </a:xfrm>
            <a:custGeom>
              <a:avLst/>
              <a:gdLst/>
              <a:ahLst/>
              <a:cxnLst/>
              <a:rect l="l" t="t" r="r" b="b"/>
              <a:pathLst>
                <a:path w="1176" h="1177" extrusionOk="0">
                  <a:moveTo>
                    <a:pt x="0" y="1"/>
                  </a:moveTo>
                  <a:lnTo>
                    <a:pt x="0" y="1176"/>
                  </a:lnTo>
                  <a:lnTo>
                    <a:pt x="1176" y="1176"/>
                  </a:lnTo>
                  <a:lnTo>
                    <a:pt x="11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50"/>
            <p:cNvSpPr/>
            <p:nvPr/>
          </p:nvSpPr>
          <p:spPr>
            <a:xfrm>
              <a:off x="4537538" y="2468450"/>
              <a:ext cx="29400" cy="29400"/>
            </a:xfrm>
            <a:custGeom>
              <a:avLst/>
              <a:gdLst/>
              <a:ahLst/>
              <a:cxnLst/>
              <a:rect l="l" t="t" r="r" b="b"/>
              <a:pathLst>
                <a:path w="1176" h="1176" extrusionOk="0">
                  <a:moveTo>
                    <a:pt x="0" y="0"/>
                  </a:moveTo>
                  <a:lnTo>
                    <a:pt x="0" y="1176"/>
                  </a:lnTo>
                  <a:lnTo>
                    <a:pt x="1176" y="1176"/>
                  </a:lnTo>
                  <a:lnTo>
                    <a:pt x="117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50"/>
            <p:cNvSpPr/>
            <p:nvPr/>
          </p:nvSpPr>
          <p:spPr>
            <a:xfrm>
              <a:off x="4537538" y="2300150"/>
              <a:ext cx="29400" cy="29900"/>
            </a:xfrm>
            <a:custGeom>
              <a:avLst/>
              <a:gdLst/>
              <a:ahLst/>
              <a:cxnLst/>
              <a:rect l="l" t="t" r="r" b="b"/>
              <a:pathLst>
                <a:path w="1176" h="1196" extrusionOk="0">
                  <a:moveTo>
                    <a:pt x="0" y="1"/>
                  </a:moveTo>
                  <a:lnTo>
                    <a:pt x="0" y="1196"/>
                  </a:lnTo>
                  <a:lnTo>
                    <a:pt x="1176" y="1196"/>
                  </a:lnTo>
                  <a:lnTo>
                    <a:pt x="11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50"/>
            <p:cNvSpPr/>
            <p:nvPr/>
          </p:nvSpPr>
          <p:spPr>
            <a:xfrm>
              <a:off x="4260688" y="2374575"/>
              <a:ext cx="247000" cy="217150"/>
            </a:xfrm>
            <a:custGeom>
              <a:avLst/>
              <a:gdLst/>
              <a:ahLst/>
              <a:cxnLst/>
              <a:rect l="l" t="t" r="r" b="b"/>
              <a:pathLst>
                <a:path w="9880" h="8686" extrusionOk="0">
                  <a:moveTo>
                    <a:pt x="1" y="1"/>
                  </a:moveTo>
                  <a:lnTo>
                    <a:pt x="1" y="3149"/>
                  </a:lnTo>
                  <a:cubicBezTo>
                    <a:pt x="1" y="2485"/>
                    <a:pt x="531" y="1973"/>
                    <a:pt x="1176" y="1973"/>
                  </a:cubicBezTo>
                  <a:lnTo>
                    <a:pt x="3736" y="1973"/>
                  </a:lnTo>
                  <a:lnTo>
                    <a:pt x="3736" y="7491"/>
                  </a:lnTo>
                  <a:cubicBezTo>
                    <a:pt x="3736" y="8154"/>
                    <a:pt x="3205" y="8685"/>
                    <a:pt x="2560" y="8685"/>
                  </a:cubicBezTo>
                  <a:lnTo>
                    <a:pt x="7301" y="8685"/>
                  </a:lnTo>
                  <a:cubicBezTo>
                    <a:pt x="6656" y="8685"/>
                    <a:pt x="6125" y="8154"/>
                    <a:pt x="6125" y="7491"/>
                  </a:cubicBezTo>
                  <a:lnTo>
                    <a:pt x="6125" y="1973"/>
                  </a:lnTo>
                  <a:lnTo>
                    <a:pt x="8704" y="1973"/>
                  </a:lnTo>
                  <a:cubicBezTo>
                    <a:pt x="9349" y="1973"/>
                    <a:pt x="9879" y="2485"/>
                    <a:pt x="9879" y="3149"/>
                  </a:cubicBezTo>
                  <a:lnTo>
                    <a:pt x="9879" y="1973"/>
                  </a:lnTo>
                  <a:lnTo>
                    <a:pt x="987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50"/>
            <p:cNvSpPr/>
            <p:nvPr/>
          </p:nvSpPr>
          <p:spPr>
            <a:xfrm>
              <a:off x="4369238" y="2636725"/>
              <a:ext cx="29425" cy="29425"/>
            </a:xfrm>
            <a:custGeom>
              <a:avLst/>
              <a:gdLst/>
              <a:ahLst/>
              <a:cxnLst/>
              <a:rect l="l" t="t" r="r" b="b"/>
              <a:pathLst>
                <a:path w="1177" h="1177" extrusionOk="0">
                  <a:moveTo>
                    <a:pt x="1" y="1"/>
                  </a:moveTo>
                  <a:lnTo>
                    <a:pt x="1" y="1176"/>
                  </a:lnTo>
                  <a:lnTo>
                    <a:pt x="1176" y="1176"/>
                  </a:lnTo>
                  <a:lnTo>
                    <a:pt x="11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50"/>
            <p:cNvSpPr/>
            <p:nvPr/>
          </p:nvSpPr>
          <p:spPr>
            <a:xfrm>
              <a:off x="4369238" y="2300150"/>
              <a:ext cx="29425" cy="29900"/>
            </a:xfrm>
            <a:custGeom>
              <a:avLst/>
              <a:gdLst/>
              <a:ahLst/>
              <a:cxnLst/>
              <a:rect l="l" t="t" r="r" b="b"/>
              <a:pathLst>
                <a:path w="1177" h="1196" extrusionOk="0">
                  <a:moveTo>
                    <a:pt x="1" y="1"/>
                  </a:moveTo>
                  <a:lnTo>
                    <a:pt x="1" y="1196"/>
                  </a:lnTo>
                  <a:lnTo>
                    <a:pt x="1176" y="1196"/>
                  </a:lnTo>
                  <a:lnTo>
                    <a:pt x="11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50"/>
            <p:cNvSpPr/>
            <p:nvPr/>
          </p:nvSpPr>
          <p:spPr>
            <a:xfrm>
              <a:off x="4200963" y="2636250"/>
              <a:ext cx="29875" cy="29900"/>
            </a:xfrm>
            <a:custGeom>
              <a:avLst/>
              <a:gdLst/>
              <a:ahLst/>
              <a:cxnLst/>
              <a:rect l="l" t="t" r="r" b="b"/>
              <a:pathLst>
                <a:path w="1195" h="1196" extrusionOk="0">
                  <a:moveTo>
                    <a:pt x="0" y="1"/>
                  </a:moveTo>
                  <a:lnTo>
                    <a:pt x="0" y="1195"/>
                  </a:lnTo>
                  <a:lnTo>
                    <a:pt x="1195" y="1195"/>
                  </a:lnTo>
                  <a:lnTo>
                    <a:pt x="119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50"/>
            <p:cNvSpPr/>
            <p:nvPr/>
          </p:nvSpPr>
          <p:spPr>
            <a:xfrm>
              <a:off x="4200963" y="2468450"/>
              <a:ext cx="29875" cy="29400"/>
            </a:xfrm>
            <a:custGeom>
              <a:avLst/>
              <a:gdLst/>
              <a:ahLst/>
              <a:cxnLst/>
              <a:rect l="l" t="t" r="r" b="b"/>
              <a:pathLst>
                <a:path w="1195" h="1176" extrusionOk="0">
                  <a:moveTo>
                    <a:pt x="0" y="0"/>
                  </a:moveTo>
                  <a:lnTo>
                    <a:pt x="0" y="1176"/>
                  </a:lnTo>
                  <a:lnTo>
                    <a:pt x="1195" y="1176"/>
                  </a:lnTo>
                  <a:lnTo>
                    <a:pt x="119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50"/>
            <p:cNvSpPr/>
            <p:nvPr/>
          </p:nvSpPr>
          <p:spPr>
            <a:xfrm>
              <a:off x="4200963" y="2300150"/>
              <a:ext cx="29875" cy="29900"/>
            </a:xfrm>
            <a:custGeom>
              <a:avLst/>
              <a:gdLst/>
              <a:ahLst/>
              <a:cxnLst/>
              <a:rect l="l" t="t" r="r" b="b"/>
              <a:pathLst>
                <a:path w="1195" h="1196" extrusionOk="0">
                  <a:moveTo>
                    <a:pt x="0" y="1"/>
                  </a:moveTo>
                  <a:lnTo>
                    <a:pt x="0" y="1196"/>
                  </a:lnTo>
                  <a:lnTo>
                    <a:pt x="1195" y="1196"/>
                  </a:lnTo>
                  <a:lnTo>
                    <a:pt x="119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50"/>
            <p:cNvSpPr/>
            <p:nvPr/>
          </p:nvSpPr>
          <p:spPr>
            <a:xfrm>
              <a:off x="4373988" y="2446175"/>
              <a:ext cx="19925" cy="14950"/>
            </a:xfrm>
            <a:custGeom>
              <a:avLst/>
              <a:gdLst/>
              <a:ahLst/>
              <a:cxnLst/>
              <a:rect l="l" t="t" r="r" b="b"/>
              <a:pathLst>
                <a:path w="797" h="598" extrusionOk="0">
                  <a:moveTo>
                    <a:pt x="399" y="0"/>
                  </a:moveTo>
                  <a:cubicBezTo>
                    <a:pt x="133" y="0"/>
                    <a:pt x="0" y="322"/>
                    <a:pt x="190" y="512"/>
                  </a:cubicBezTo>
                  <a:cubicBezTo>
                    <a:pt x="247" y="569"/>
                    <a:pt x="323" y="597"/>
                    <a:pt x="399" y="597"/>
                  </a:cubicBezTo>
                  <a:cubicBezTo>
                    <a:pt x="474" y="597"/>
                    <a:pt x="550" y="569"/>
                    <a:pt x="607" y="512"/>
                  </a:cubicBezTo>
                  <a:cubicBezTo>
                    <a:pt x="797" y="322"/>
                    <a:pt x="664" y="0"/>
                    <a:pt x="39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50"/>
            <p:cNvSpPr/>
            <p:nvPr/>
          </p:nvSpPr>
          <p:spPr>
            <a:xfrm>
              <a:off x="4193363" y="2293000"/>
              <a:ext cx="381175" cy="380725"/>
            </a:xfrm>
            <a:custGeom>
              <a:avLst/>
              <a:gdLst/>
              <a:ahLst/>
              <a:cxnLst/>
              <a:rect l="l" t="t" r="r" b="b"/>
              <a:pathLst>
                <a:path w="15247" h="15229" extrusionOk="0">
                  <a:moveTo>
                    <a:pt x="1196" y="590"/>
                  </a:moveTo>
                  <a:lnTo>
                    <a:pt x="1196" y="1178"/>
                  </a:lnTo>
                  <a:lnTo>
                    <a:pt x="608" y="1178"/>
                  </a:lnTo>
                  <a:lnTo>
                    <a:pt x="608" y="590"/>
                  </a:lnTo>
                  <a:close/>
                  <a:moveTo>
                    <a:pt x="7927" y="590"/>
                  </a:moveTo>
                  <a:lnTo>
                    <a:pt x="7927" y="1178"/>
                  </a:lnTo>
                  <a:lnTo>
                    <a:pt x="7339" y="1178"/>
                  </a:lnTo>
                  <a:lnTo>
                    <a:pt x="7339" y="590"/>
                  </a:lnTo>
                  <a:close/>
                  <a:moveTo>
                    <a:pt x="14639" y="590"/>
                  </a:moveTo>
                  <a:lnTo>
                    <a:pt x="14639" y="1197"/>
                  </a:lnTo>
                  <a:lnTo>
                    <a:pt x="14051" y="1197"/>
                  </a:lnTo>
                  <a:lnTo>
                    <a:pt x="14051" y="590"/>
                  </a:lnTo>
                  <a:close/>
                  <a:moveTo>
                    <a:pt x="1196" y="7303"/>
                  </a:moveTo>
                  <a:lnTo>
                    <a:pt x="1196" y="7909"/>
                  </a:lnTo>
                  <a:lnTo>
                    <a:pt x="608" y="7909"/>
                  </a:lnTo>
                  <a:lnTo>
                    <a:pt x="608" y="7303"/>
                  </a:lnTo>
                  <a:close/>
                  <a:moveTo>
                    <a:pt x="14639" y="7322"/>
                  </a:moveTo>
                  <a:lnTo>
                    <a:pt x="14639" y="7909"/>
                  </a:lnTo>
                  <a:lnTo>
                    <a:pt x="14051" y="7909"/>
                  </a:lnTo>
                  <a:lnTo>
                    <a:pt x="14051" y="7322"/>
                  </a:lnTo>
                  <a:close/>
                  <a:moveTo>
                    <a:pt x="13445" y="1178"/>
                  </a:moveTo>
                  <a:lnTo>
                    <a:pt x="13445" y="1482"/>
                  </a:lnTo>
                  <a:cubicBezTo>
                    <a:pt x="13445" y="1633"/>
                    <a:pt x="13577" y="1766"/>
                    <a:pt x="13748" y="1766"/>
                  </a:cubicBezTo>
                  <a:lnTo>
                    <a:pt x="14033" y="1766"/>
                  </a:lnTo>
                  <a:lnTo>
                    <a:pt x="14033" y="6715"/>
                  </a:lnTo>
                  <a:lnTo>
                    <a:pt x="13767" y="6715"/>
                  </a:lnTo>
                  <a:cubicBezTo>
                    <a:pt x="13596" y="6715"/>
                    <a:pt x="13464" y="6848"/>
                    <a:pt x="13464" y="6999"/>
                  </a:cubicBezTo>
                  <a:lnTo>
                    <a:pt x="13464" y="8194"/>
                  </a:lnTo>
                  <a:cubicBezTo>
                    <a:pt x="13464" y="8365"/>
                    <a:pt x="13596" y="8497"/>
                    <a:pt x="13767" y="8497"/>
                  </a:cubicBezTo>
                  <a:lnTo>
                    <a:pt x="14051" y="8497"/>
                  </a:lnTo>
                  <a:lnTo>
                    <a:pt x="14051" y="13427"/>
                  </a:lnTo>
                  <a:lnTo>
                    <a:pt x="13767" y="13427"/>
                  </a:lnTo>
                  <a:cubicBezTo>
                    <a:pt x="13596" y="13427"/>
                    <a:pt x="13464" y="13560"/>
                    <a:pt x="13464" y="13731"/>
                  </a:cubicBezTo>
                  <a:lnTo>
                    <a:pt x="13464" y="13750"/>
                  </a:lnTo>
                  <a:lnTo>
                    <a:pt x="13464" y="14034"/>
                  </a:lnTo>
                  <a:lnTo>
                    <a:pt x="8515" y="14034"/>
                  </a:lnTo>
                  <a:lnTo>
                    <a:pt x="8515" y="13750"/>
                  </a:lnTo>
                  <a:cubicBezTo>
                    <a:pt x="8515" y="13579"/>
                    <a:pt x="8382" y="13446"/>
                    <a:pt x="8211" y="13446"/>
                  </a:cubicBezTo>
                  <a:lnTo>
                    <a:pt x="7036" y="13446"/>
                  </a:lnTo>
                  <a:cubicBezTo>
                    <a:pt x="6865" y="13446"/>
                    <a:pt x="6732" y="13579"/>
                    <a:pt x="6732" y="13750"/>
                  </a:cubicBezTo>
                  <a:lnTo>
                    <a:pt x="6732" y="14034"/>
                  </a:lnTo>
                  <a:lnTo>
                    <a:pt x="1802" y="14034"/>
                  </a:lnTo>
                  <a:lnTo>
                    <a:pt x="1802" y="13750"/>
                  </a:lnTo>
                  <a:cubicBezTo>
                    <a:pt x="1802" y="13579"/>
                    <a:pt x="1670" y="13446"/>
                    <a:pt x="1499" y="13446"/>
                  </a:cubicBezTo>
                  <a:lnTo>
                    <a:pt x="1196" y="13446"/>
                  </a:lnTo>
                  <a:lnTo>
                    <a:pt x="1196" y="8497"/>
                  </a:lnTo>
                  <a:lnTo>
                    <a:pt x="1499" y="8497"/>
                  </a:lnTo>
                  <a:cubicBezTo>
                    <a:pt x="1651" y="8497"/>
                    <a:pt x="1783" y="8365"/>
                    <a:pt x="1783" y="8194"/>
                  </a:cubicBezTo>
                  <a:lnTo>
                    <a:pt x="1783" y="7018"/>
                  </a:lnTo>
                  <a:cubicBezTo>
                    <a:pt x="1783" y="6848"/>
                    <a:pt x="1651" y="6715"/>
                    <a:pt x="1499" y="6715"/>
                  </a:cubicBezTo>
                  <a:lnTo>
                    <a:pt x="1196" y="6715"/>
                  </a:lnTo>
                  <a:lnTo>
                    <a:pt x="1196" y="1785"/>
                  </a:lnTo>
                  <a:lnTo>
                    <a:pt x="1499" y="1785"/>
                  </a:lnTo>
                  <a:cubicBezTo>
                    <a:pt x="1651" y="1785"/>
                    <a:pt x="1783" y="1652"/>
                    <a:pt x="1783" y="1482"/>
                  </a:cubicBezTo>
                  <a:lnTo>
                    <a:pt x="1783" y="1178"/>
                  </a:lnTo>
                  <a:lnTo>
                    <a:pt x="6732" y="1178"/>
                  </a:lnTo>
                  <a:lnTo>
                    <a:pt x="6732" y="1482"/>
                  </a:lnTo>
                  <a:cubicBezTo>
                    <a:pt x="6732" y="1633"/>
                    <a:pt x="6865" y="1766"/>
                    <a:pt x="7017" y="1766"/>
                  </a:cubicBezTo>
                  <a:lnTo>
                    <a:pt x="8211" y="1766"/>
                  </a:lnTo>
                  <a:cubicBezTo>
                    <a:pt x="8382" y="1766"/>
                    <a:pt x="8515" y="1633"/>
                    <a:pt x="8515" y="1482"/>
                  </a:cubicBezTo>
                  <a:lnTo>
                    <a:pt x="8515" y="1178"/>
                  </a:lnTo>
                  <a:close/>
                  <a:moveTo>
                    <a:pt x="1196" y="14034"/>
                  </a:moveTo>
                  <a:lnTo>
                    <a:pt x="1196" y="14622"/>
                  </a:lnTo>
                  <a:lnTo>
                    <a:pt x="608" y="14622"/>
                  </a:lnTo>
                  <a:lnTo>
                    <a:pt x="608" y="14034"/>
                  </a:lnTo>
                  <a:close/>
                  <a:moveTo>
                    <a:pt x="7927" y="14034"/>
                  </a:moveTo>
                  <a:lnTo>
                    <a:pt x="7927" y="14622"/>
                  </a:lnTo>
                  <a:lnTo>
                    <a:pt x="7320" y="14622"/>
                  </a:lnTo>
                  <a:lnTo>
                    <a:pt x="7320" y="14034"/>
                  </a:lnTo>
                  <a:close/>
                  <a:moveTo>
                    <a:pt x="14639" y="14034"/>
                  </a:moveTo>
                  <a:lnTo>
                    <a:pt x="14639" y="14641"/>
                  </a:lnTo>
                  <a:lnTo>
                    <a:pt x="14051" y="14641"/>
                  </a:lnTo>
                  <a:lnTo>
                    <a:pt x="14051" y="14034"/>
                  </a:lnTo>
                  <a:close/>
                  <a:moveTo>
                    <a:pt x="1531" y="1"/>
                  </a:moveTo>
                  <a:cubicBezTo>
                    <a:pt x="1521" y="1"/>
                    <a:pt x="1510" y="1"/>
                    <a:pt x="1499" y="3"/>
                  </a:cubicBezTo>
                  <a:lnTo>
                    <a:pt x="304" y="3"/>
                  </a:lnTo>
                  <a:cubicBezTo>
                    <a:pt x="153" y="3"/>
                    <a:pt x="20" y="116"/>
                    <a:pt x="20" y="287"/>
                  </a:cubicBezTo>
                  <a:lnTo>
                    <a:pt x="20" y="1482"/>
                  </a:lnTo>
                  <a:cubicBezTo>
                    <a:pt x="20" y="1633"/>
                    <a:pt x="153" y="1766"/>
                    <a:pt x="304" y="1766"/>
                  </a:cubicBezTo>
                  <a:lnTo>
                    <a:pt x="608" y="1766"/>
                  </a:lnTo>
                  <a:lnTo>
                    <a:pt x="608" y="6715"/>
                  </a:lnTo>
                  <a:lnTo>
                    <a:pt x="304" y="6715"/>
                  </a:lnTo>
                  <a:cubicBezTo>
                    <a:pt x="153" y="6715"/>
                    <a:pt x="20" y="6848"/>
                    <a:pt x="20" y="6999"/>
                  </a:cubicBezTo>
                  <a:lnTo>
                    <a:pt x="20" y="8194"/>
                  </a:lnTo>
                  <a:cubicBezTo>
                    <a:pt x="20" y="8365"/>
                    <a:pt x="153" y="8497"/>
                    <a:pt x="304" y="8497"/>
                  </a:cubicBezTo>
                  <a:lnTo>
                    <a:pt x="608" y="8497"/>
                  </a:lnTo>
                  <a:lnTo>
                    <a:pt x="608" y="13427"/>
                  </a:lnTo>
                  <a:lnTo>
                    <a:pt x="304" y="13427"/>
                  </a:lnTo>
                  <a:cubicBezTo>
                    <a:pt x="134" y="13427"/>
                    <a:pt x="1" y="13560"/>
                    <a:pt x="20" y="13750"/>
                  </a:cubicBezTo>
                  <a:lnTo>
                    <a:pt x="20" y="14925"/>
                  </a:lnTo>
                  <a:cubicBezTo>
                    <a:pt x="1" y="15096"/>
                    <a:pt x="134" y="15229"/>
                    <a:pt x="304" y="15229"/>
                  </a:cubicBezTo>
                  <a:lnTo>
                    <a:pt x="1499" y="15229"/>
                  </a:lnTo>
                  <a:cubicBezTo>
                    <a:pt x="1651" y="15229"/>
                    <a:pt x="1783" y="15096"/>
                    <a:pt x="1783" y="14925"/>
                  </a:cubicBezTo>
                  <a:lnTo>
                    <a:pt x="1783" y="14622"/>
                  </a:lnTo>
                  <a:lnTo>
                    <a:pt x="6732" y="14622"/>
                  </a:lnTo>
                  <a:lnTo>
                    <a:pt x="6732" y="14925"/>
                  </a:lnTo>
                  <a:cubicBezTo>
                    <a:pt x="6732" y="15096"/>
                    <a:pt x="6865" y="15229"/>
                    <a:pt x="7017" y="15229"/>
                  </a:cubicBezTo>
                  <a:lnTo>
                    <a:pt x="8211" y="15229"/>
                  </a:lnTo>
                  <a:cubicBezTo>
                    <a:pt x="8382" y="15229"/>
                    <a:pt x="8515" y="15096"/>
                    <a:pt x="8515" y="14925"/>
                  </a:cubicBezTo>
                  <a:lnTo>
                    <a:pt x="8515" y="14622"/>
                  </a:lnTo>
                  <a:lnTo>
                    <a:pt x="13445" y="14622"/>
                  </a:lnTo>
                  <a:lnTo>
                    <a:pt x="13445" y="14925"/>
                  </a:lnTo>
                  <a:cubicBezTo>
                    <a:pt x="13445" y="15096"/>
                    <a:pt x="13577" y="15229"/>
                    <a:pt x="13748" y="15229"/>
                  </a:cubicBezTo>
                  <a:lnTo>
                    <a:pt x="14924" y="15229"/>
                  </a:lnTo>
                  <a:cubicBezTo>
                    <a:pt x="15094" y="15229"/>
                    <a:pt x="15227" y="15096"/>
                    <a:pt x="15227" y="14925"/>
                  </a:cubicBezTo>
                  <a:lnTo>
                    <a:pt x="15227" y="13750"/>
                  </a:lnTo>
                  <a:cubicBezTo>
                    <a:pt x="15227" y="13579"/>
                    <a:pt x="15094" y="13446"/>
                    <a:pt x="14924" y="13446"/>
                  </a:cubicBezTo>
                  <a:lnTo>
                    <a:pt x="14639" y="13446"/>
                  </a:lnTo>
                  <a:lnTo>
                    <a:pt x="14639" y="8497"/>
                  </a:lnTo>
                  <a:lnTo>
                    <a:pt x="14943" y="8497"/>
                  </a:lnTo>
                  <a:cubicBezTo>
                    <a:pt x="15113" y="8497"/>
                    <a:pt x="15246" y="8365"/>
                    <a:pt x="15246" y="8194"/>
                  </a:cubicBezTo>
                  <a:lnTo>
                    <a:pt x="15246" y="7018"/>
                  </a:lnTo>
                  <a:cubicBezTo>
                    <a:pt x="15246" y="6848"/>
                    <a:pt x="15113" y="6715"/>
                    <a:pt x="14943" y="6715"/>
                  </a:cubicBezTo>
                  <a:lnTo>
                    <a:pt x="14639" y="6715"/>
                  </a:lnTo>
                  <a:lnTo>
                    <a:pt x="14639" y="1785"/>
                  </a:lnTo>
                  <a:lnTo>
                    <a:pt x="14943" y="1785"/>
                  </a:lnTo>
                  <a:cubicBezTo>
                    <a:pt x="15113" y="1785"/>
                    <a:pt x="15246" y="1652"/>
                    <a:pt x="15246" y="1482"/>
                  </a:cubicBezTo>
                  <a:lnTo>
                    <a:pt x="15246" y="287"/>
                  </a:lnTo>
                  <a:cubicBezTo>
                    <a:pt x="15246" y="144"/>
                    <a:pt x="15128" y="1"/>
                    <a:pt x="14972" y="1"/>
                  </a:cubicBezTo>
                  <a:cubicBezTo>
                    <a:pt x="14962" y="1"/>
                    <a:pt x="14952" y="1"/>
                    <a:pt x="14943" y="3"/>
                  </a:cubicBezTo>
                  <a:lnTo>
                    <a:pt x="13767" y="3"/>
                  </a:lnTo>
                  <a:cubicBezTo>
                    <a:pt x="13596" y="3"/>
                    <a:pt x="13464" y="116"/>
                    <a:pt x="13464" y="287"/>
                  </a:cubicBezTo>
                  <a:lnTo>
                    <a:pt x="13464" y="590"/>
                  </a:lnTo>
                  <a:lnTo>
                    <a:pt x="8515" y="590"/>
                  </a:lnTo>
                  <a:lnTo>
                    <a:pt x="8515" y="287"/>
                  </a:lnTo>
                  <a:cubicBezTo>
                    <a:pt x="8515" y="127"/>
                    <a:pt x="8398" y="1"/>
                    <a:pt x="8244" y="1"/>
                  </a:cubicBezTo>
                  <a:cubicBezTo>
                    <a:pt x="8233" y="1"/>
                    <a:pt x="8222" y="1"/>
                    <a:pt x="8211" y="3"/>
                  </a:cubicBezTo>
                  <a:lnTo>
                    <a:pt x="7036" y="3"/>
                  </a:lnTo>
                  <a:cubicBezTo>
                    <a:pt x="6865" y="3"/>
                    <a:pt x="6732" y="116"/>
                    <a:pt x="6732" y="287"/>
                  </a:cubicBezTo>
                  <a:lnTo>
                    <a:pt x="6732" y="590"/>
                  </a:lnTo>
                  <a:lnTo>
                    <a:pt x="1802" y="590"/>
                  </a:lnTo>
                  <a:lnTo>
                    <a:pt x="1802" y="287"/>
                  </a:lnTo>
                  <a:cubicBezTo>
                    <a:pt x="1802" y="127"/>
                    <a:pt x="1686" y="1"/>
                    <a:pt x="153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50"/>
            <p:cNvSpPr/>
            <p:nvPr/>
          </p:nvSpPr>
          <p:spPr>
            <a:xfrm>
              <a:off x="4375888" y="2475550"/>
              <a:ext cx="16125" cy="79775"/>
            </a:xfrm>
            <a:custGeom>
              <a:avLst/>
              <a:gdLst/>
              <a:ahLst/>
              <a:cxnLst/>
              <a:rect l="l" t="t" r="r" b="b"/>
              <a:pathLst>
                <a:path w="645" h="3191" extrusionOk="0">
                  <a:moveTo>
                    <a:pt x="323" y="1"/>
                  </a:moveTo>
                  <a:cubicBezTo>
                    <a:pt x="152" y="1"/>
                    <a:pt x="19" y="133"/>
                    <a:pt x="19" y="304"/>
                  </a:cubicBezTo>
                  <a:lnTo>
                    <a:pt x="19" y="2864"/>
                  </a:lnTo>
                  <a:cubicBezTo>
                    <a:pt x="0" y="3082"/>
                    <a:pt x="161" y="3191"/>
                    <a:pt x="323" y="3191"/>
                  </a:cubicBezTo>
                  <a:cubicBezTo>
                    <a:pt x="484" y="3191"/>
                    <a:pt x="645" y="3082"/>
                    <a:pt x="626" y="2864"/>
                  </a:cubicBezTo>
                  <a:lnTo>
                    <a:pt x="626" y="304"/>
                  </a:lnTo>
                  <a:cubicBezTo>
                    <a:pt x="626" y="133"/>
                    <a:pt x="493" y="1"/>
                    <a:pt x="32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50"/>
            <p:cNvSpPr/>
            <p:nvPr/>
          </p:nvSpPr>
          <p:spPr>
            <a:xfrm>
              <a:off x="4252388" y="2367000"/>
              <a:ext cx="262875" cy="232350"/>
            </a:xfrm>
            <a:custGeom>
              <a:avLst/>
              <a:gdLst/>
              <a:ahLst/>
              <a:cxnLst/>
              <a:rect l="l" t="t" r="r" b="b"/>
              <a:pathLst>
                <a:path w="10515" h="9294" extrusionOk="0">
                  <a:moveTo>
                    <a:pt x="9908" y="607"/>
                  </a:moveTo>
                  <a:lnTo>
                    <a:pt x="9908" y="2276"/>
                  </a:lnTo>
                  <a:cubicBezTo>
                    <a:pt x="9662" y="2067"/>
                    <a:pt x="9339" y="1973"/>
                    <a:pt x="9017" y="1973"/>
                  </a:cubicBezTo>
                  <a:lnTo>
                    <a:pt x="6457" y="1973"/>
                  </a:lnTo>
                  <a:cubicBezTo>
                    <a:pt x="6286" y="1973"/>
                    <a:pt x="6154" y="2105"/>
                    <a:pt x="6154" y="2276"/>
                  </a:cubicBezTo>
                  <a:lnTo>
                    <a:pt x="6154" y="7794"/>
                  </a:lnTo>
                  <a:cubicBezTo>
                    <a:pt x="6154" y="8116"/>
                    <a:pt x="6267" y="8438"/>
                    <a:pt x="6457" y="8685"/>
                  </a:cubicBezTo>
                  <a:lnTo>
                    <a:pt x="4087" y="8685"/>
                  </a:lnTo>
                  <a:cubicBezTo>
                    <a:pt x="4277" y="8438"/>
                    <a:pt x="4390" y="8116"/>
                    <a:pt x="4390" y="7794"/>
                  </a:cubicBezTo>
                  <a:lnTo>
                    <a:pt x="4390" y="2276"/>
                  </a:lnTo>
                  <a:cubicBezTo>
                    <a:pt x="4390" y="2105"/>
                    <a:pt x="4258" y="1973"/>
                    <a:pt x="4087" y="1973"/>
                  </a:cubicBezTo>
                  <a:lnTo>
                    <a:pt x="1508" y="1973"/>
                  </a:lnTo>
                  <a:cubicBezTo>
                    <a:pt x="1186" y="1973"/>
                    <a:pt x="882" y="2067"/>
                    <a:pt x="617" y="2276"/>
                  </a:cubicBezTo>
                  <a:lnTo>
                    <a:pt x="617" y="607"/>
                  </a:lnTo>
                  <a:close/>
                  <a:moveTo>
                    <a:pt x="333" y="1"/>
                  </a:moveTo>
                  <a:cubicBezTo>
                    <a:pt x="162" y="1"/>
                    <a:pt x="10" y="133"/>
                    <a:pt x="29" y="304"/>
                  </a:cubicBezTo>
                  <a:lnTo>
                    <a:pt x="29" y="3452"/>
                  </a:lnTo>
                  <a:cubicBezTo>
                    <a:pt x="1" y="3670"/>
                    <a:pt x="157" y="3779"/>
                    <a:pt x="316" y="3779"/>
                  </a:cubicBezTo>
                  <a:cubicBezTo>
                    <a:pt x="475" y="3779"/>
                    <a:pt x="636" y="3670"/>
                    <a:pt x="617" y="3452"/>
                  </a:cubicBezTo>
                  <a:cubicBezTo>
                    <a:pt x="617" y="2959"/>
                    <a:pt x="1015" y="2560"/>
                    <a:pt x="1508" y="2560"/>
                  </a:cubicBezTo>
                  <a:lnTo>
                    <a:pt x="3765" y="2560"/>
                  </a:lnTo>
                  <a:lnTo>
                    <a:pt x="3765" y="7794"/>
                  </a:lnTo>
                  <a:cubicBezTo>
                    <a:pt x="3765" y="8287"/>
                    <a:pt x="3366" y="8685"/>
                    <a:pt x="2873" y="8685"/>
                  </a:cubicBezTo>
                  <a:cubicBezTo>
                    <a:pt x="2513" y="8723"/>
                    <a:pt x="2513" y="9254"/>
                    <a:pt x="2873" y="9292"/>
                  </a:cubicBezTo>
                  <a:lnTo>
                    <a:pt x="7633" y="9292"/>
                  </a:lnTo>
                  <a:cubicBezTo>
                    <a:pt x="7645" y="9293"/>
                    <a:pt x="7656" y="9293"/>
                    <a:pt x="7667" y="9293"/>
                  </a:cubicBezTo>
                  <a:cubicBezTo>
                    <a:pt x="8057" y="9293"/>
                    <a:pt x="8057" y="8683"/>
                    <a:pt x="7667" y="8683"/>
                  </a:cubicBezTo>
                  <a:cubicBezTo>
                    <a:pt x="7656" y="8683"/>
                    <a:pt x="7645" y="8684"/>
                    <a:pt x="7633" y="8685"/>
                  </a:cubicBezTo>
                  <a:cubicBezTo>
                    <a:pt x="7140" y="8685"/>
                    <a:pt x="6742" y="8287"/>
                    <a:pt x="6742" y="7794"/>
                  </a:cubicBezTo>
                  <a:lnTo>
                    <a:pt x="6742" y="2560"/>
                  </a:lnTo>
                  <a:lnTo>
                    <a:pt x="8998" y="2560"/>
                  </a:lnTo>
                  <a:cubicBezTo>
                    <a:pt x="9491" y="2560"/>
                    <a:pt x="9889" y="2959"/>
                    <a:pt x="9889" y="3452"/>
                  </a:cubicBezTo>
                  <a:cubicBezTo>
                    <a:pt x="9870" y="3670"/>
                    <a:pt x="10031" y="3779"/>
                    <a:pt x="10193" y="3779"/>
                  </a:cubicBezTo>
                  <a:cubicBezTo>
                    <a:pt x="10354" y="3779"/>
                    <a:pt x="10515" y="3670"/>
                    <a:pt x="10496" y="3452"/>
                  </a:cubicBezTo>
                  <a:lnTo>
                    <a:pt x="10496" y="304"/>
                  </a:lnTo>
                  <a:cubicBezTo>
                    <a:pt x="10496" y="133"/>
                    <a:pt x="10363" y="1"/>
                    <a:pt x="101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77" name="Google Shape;2777;p50"/>
          <p:cNvGrpSpPr/>
          <p:nvPr/>
        </p:nvGrpSpPr>
        <p:grpSpPr>
          <a:xfrm>
            <a:off x="1752328" y="2684911"/>
            <a:ext cx="231293" cy="365730"/>
            <a:chOff x="1461488" y="3250125"/>
            <a:chExt cx="394900" cy="624325"/>
          </a:xfrm>
        </p:grpSpPr>
        <p:sp>
          <p:nvSpPr>
            <p:cNvPr id="2778" name="Google Shape;2778;p50"/>
            <p:cNvSpPr/>
            <p:nvPr/>
          </p:nvSpPr>
          <p:spPr>
            <a:xfrm>
              <a:off x="1474763" y="3313650"/>
              <a:ext cx="370725" cy="548950"/>
            </a:xfrm>
            <a:custGeom>
              <a:avLst/>
              <a:gdLst/>
              <a:ahLst/>
              <a:cxnLst/>
              <a:rect l="l" t="t" r="r" b="b"/>
              <a:pathLst>
                <a:path w="14829" h="21958" extrusionOk="0">
                  <a:moveTo>
                    <a:pt x="4589" y="1"/>
                  </a:moveTo>
                  <a:cubicBezTo>
                    <a:pt x="3774" y="1"/>
                    <a:pt x="3129" y="645"/>
                    <a:pt x="3129" y="1461"/>
                  </a:cubicBezTo>
                  <a:lnTo>
                    <a:pt x="3129" y="8704"/>
                  </a:lnTo>
                  <a:lnTo>
                    <a:pt x="1593" y="9747"/>
                  </a:lnTo>
                  <a:cubicBezTo>
                    <a:pt x="513" y="10448"/>
                    <a:pt x="1" y="11757"/>
                    <a:pt x="285" y="13008"/>
                  </a:cubicBezTo>
                  <a:cubicBezTo>
                    <a:pt x="892" y="15568"/>
                    <a:pt x="2219" y="17900"/>
                    <a:pt x="4096" y="19720"/>
                  </a:cubicBezTo>
                  <a:lnTo>
                    <a:pt x="4096" y="21958"/>
                  </a:lnTo>
                  <a:lnTo>
                    <a:pt x="12838" y="21958"/>
                  </a:lnTo>
                  <a:lnTo>
                    <a:pt x="12838" y="19720"/>
                  </a:lnTo>
                  <a:cubicBezTo>
                    <a:pt x="14108" y="17824"/>
                    <a:pt x="14791" y="15587"/>
                    <a:pt x="14791" y="13312"/>
                  </a:cubicBezTo>
                  <a:lnTo>
                    <a:pt x="14791" y="9519"/>
                  </a:lnTo>
                  <a:cubicBezTo>
                    <a:pt x="14829" y="8685"/>
                    <a:pt x="14165" y="8002"/>
                    <a:pt x="13331" y="8002"/>
                  </a:cubicBezTo>
                  <a:cubicBezTo>
                    <a:pt x="12542" y="8002"/>
                    <a:pt x="11906" y="8612"/>
                    <a:pt x="11871" y="9384"/>
                  </a:cubicBezTo>
                  <a:lnTo>
                    <a:pt x="11871" y="9384"/>
                  </a:lnTo>
                  <a:lnTo>
                    <a:pt x="11871" y="8552"/>
                  </a:lnTo>
                  <a:cubicBezTo>
                    <a:pt x="11871" y="7737"/>
                    <a:pt x="11226" y="7092"/>
                    <a:pt x="10411" y="7092"/>
                  </a:cubicBezTo>
                  <a:cubicBezTo>
                    <a:pt x="9614" y="7092"/>
                    <a:pt x="8951" y="7737"/>
                    <a:pt x="8951" y="8552"/>
                  </a:cubicBezTo>
                  <a:lnTo>
                    <a:pt x="8951" y="7566"/>
                  </a:lnTo>
                  <a:cubicBezTo>
                    <a:pt x="8951" y="6770"/>
                    <a:pt x="8306" y="6106"/>
                    <a:pt x="7509" y="6106"/>
                  </a:cubicBezTo>
                  <a:cubicBezTo>
                    <a:pt x="6694" y="6106"/>
                    <a:pt x="6049" y="6770"/>
                    <a:pt x="6049" y="7566"/>
                  </a:cubicBezTo>
                  <a:lnTo>
                    <a:pt x="6049" y="1461"/>
                  </a:lnTo>
                  <a:cubicBezTo>
                    <a:pt x="6049" y="645"/>
                    <a:pt x="5386" y="1"/>
                    <a:pt x="45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50"/>
            <p:cNvSpPr/>
            <p:nvPr/>
          </p:nvSpPr>
          <p:spPr>
            <a:xfrm>
              <a:off x="1783838" y="3624350"/>
              <a:ext cx="28475" cy="24475"/>
            </a:xfrm>
            <a:custGeom>
              <a:avLst/>
              <a:gdLst/>
              <a:ahLst/>
              <a:cxnLst/>
              <a:rect l="l" t="t" r="r" b="b"/>
              <a:pathLst>
                <a:path w="1139" h="979" extrusionOk="0">
                  <a:moveTo>
                    <a:pt x="492" y="1"/>
                  </a:moveTo>
                  <a:cubicBezTo>
                    <a:pt x="242" y="1"/>
                    <a:pt x="1" y="191"/>
                    <a:pt x="1" y="485"/>
                  </a:cubicBezTo>
                  <a:cubicBezTo>
                    <a:pt x="1" y="751"/>
                    <a:pt x="209" y="978"/>
                    <a:pt x="475" y="978"/>
                  </a:cubicBezTo>
                  <a:cubicBezTo>
                    <a:pt x="911" y="978"/>
                    <a:pt x="1138" y="466"/>
                    <a:pt x="835" y="144"/>
                  </a:cubicBezTo>
                  <a:cubicBezTo>
                    <a:pt x="736" y="45"/>
                    <a:pt x="613" y="1"/>
                    <a:pt x="49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50"/>
            <p:cNvSpPr/>
            <p:nvPr/>
          </p:nvSpPr>
          <p:spPr>
            <a:xfrm>
              <a:off x="1461488" y="3301325"/>
              <a:ext cx="394900" cy="573125"/>
            </a:xfrm>
            <a:custGeom>
              <a:avLst/>
              <a:gdLst/>
              <a:ahLst/>
              <a:cxnLst/>
              <a:rect l="l" t="t" r="r" b="b"/>
              <a:pathLst>
                <a:path w="15796" h="22925" extrusionOk="0">
                  <a:moveTo>
                    <a:pt x="5120" y="972"/>
                  </a:moveTo>
                  <a:cubicBezTo>
                    <a:pt x="5604" y="972"/>
                    <a:pt x="6087" y="1299"/>
                    <a:pt x="6087" y="1954"/>
                  </a:cubicBezTo>
                  <a:lnTo>
                    <a:pt x="6087" y="11472"/>
                  </a:lnTo>
                  <a:cubicBezTo>
                    <a:pt x="6087" y="11795"/>
                    <a:pt x="6334" y="11956"/>
                    <a:pt x="6580" y="11956"/>
                  </a:cubicBezTo>
                  <a:cubicBezTo>
                    <a:pt x="6827" y="11956"/>
                    <a:pt x="7073" y="11795"/>
                    <a:pt x="7073" y="11472"/>
                  </a:cubicBezTo>
                  <a:lnTo>
                    <a:pt x="7073" y="8059"/>
                  </a:lnTo>
                  <a:cubicBezTo>
                    <a:pt x="7073" y="7415"/>
                    <a:pt x="7557" y="7092"/>
                    <a:pt x="8040" y="7092"/>
                  </a:cubicBezTo>
                  <a:cubicBezTo>
                    <a:pt x="8524" y="7092"/>
                    <a:pt x="9008" y="7415"/>
                    <a:pt x="9008" y="8059"/>
                  </a:cubicBezTo>
                  <a:lnTo>
                    <a:pt x="9008" y="11472"/>
                  </a:lnTo>
                  <a:cubicBezTo>
                    <a:pt x="9008" y="11795"/>
                    <a:pt x="9249" y="11956"/>
                    <a:pt x="9491" y="11956"/>
                  </a:cubicBezTo>
                  <a:cubicBezTo>
                    <a:pt x="9733" y="11956"/>
                    <a:pt x="9975" y="11795"/>
                    <a:pt x="9975" y="11472"/>
                  </a:cubicBezTo>
                  <a:lnTo>
                    <a:pt x="9975" y="9045"/>
                  </a:lnTo>
                  <a:cubicBezTo>
                    <a:pt x="9975" y="8391"/>
                    <a:pt x="10463" y="8064"/>
                    <a:pt x="10951" y="8064"/>
                  </a:cubicBezTo>
                  <a:cubicBezTo>
                    <a:pt x="11439" y="8064"/>
                    <a:pt x="11928" y="8391"/>
                    <a:pt x="11928" y="9045"/>
                  </a:cubicBezTo>
                  <a:lnTo>
                    <a:pt x="11928" y="11472"/>
                  </a:lnTo>
                  <a:cubicBezTo>
                    <a:pt x="11928" y="11795"/>
                    <a:pt x="12169" y="11956"/>
                    <a:pt x="12411" y="11956"/>
                  </a:cubicBezTo>
                  <a:cubicBezTo>
                    <a:pt x="12653" y="11956"/>
                    <a:pt x="12895" y="11795"/>
                    <a:pt x="12895" y="11472"/>
                  </a:cubicBezTo>
                  <a:lnTo>
                    <a:pt x="12895" y="10012"/>
                  </a:lnTo>
                  <a:cubicBezTo>
                    <a:pt x="12857" y="9330"/>
                    <a:pt x="13359" y="8988"/>
                    <a:pt x="13862" y="8988"/>
                  </a:cubicBezTo>
                  <a:cubicBezTo>
                    <a:pt x="14364" y="8988"/>
                    <a:pt x="14867" y="9330"/>
                    <a:pt x="14829" y="10012"/>
                  </a:cubicBezTo>
                  <a:lnTo>
                    <a:pt x="14829" y="13805"/>
                  </a:lnTo>
                  <a:cubicBezTo>
                    <a:pt x="14829" y="15985"/>
                    <a:pt x="14184" y="18128"/>
                    <a:pt x="12970" y="19948"/>
                  </a:cubicBezTo>
                  <a:cubicBezTo>
                    <a:pt x="12914" y="20024"/>
                    <a:pt x="12895" y="20119"/>
                    <a:pt x="12895" y="20213"/>
                  </a:cubicBezTo>
                  <a:lnTo>
                    <a:pt x="12895" y="21977"/>
                  </a:lnTo>
                  <a:lnTo>
                    <a:pt x="5120" y="21977"/>
                  </a:lnTo>
                  <a:lnTo>
                    <a:pt x="5120" y="20213"/>
                  </a:lnTo>
                  <a:cubicBezTo>
                    <a:pt x="5120" y="20081"/>
                    <a:pt x="5064" y="19967"/>
                    <a:pt x="4969" y="19872"/>
                  </a:cubicBezTo>
                  <a:cubicBezTo>
                    <a:pt x="4040" y="18962"/>
                    <a:pt x="3243" y="17938"/>
                    <a:pt x="2617" y="16800"/>
                  </a:cubicBezTo>
                  <a:cubicBezTo>
                    <a:pt x="2011" y="15720"/>
                    <a:pt x="1575" y="14582"/>
                    <a:pt x="1290" y="13387"/>
                  </a:cubicBezTo>
                  <a:cubicBezTo>
                    <a:pt x="1044" y="12326"/>
                    <a:pt x="1480" y="11226"/>
                    <a:pt x="2390" y="10638"/>
                  </a:cubicBezTo>
                  <a:lnTo>
                    <a:pt x="3186" y="10107"/>
                  </a:lnTo>
                  <a:lnTo>
                    <a:pt x="3186" y="13406"/>
                  </a:lnTo>
                  <a:cubicBezTo>
                    <a:pt x="3186" y="13729"/>
                    <a:pt x="3428" y="13890"/>
                    <a:pt x="3670" y="13890"/>
                  </a:cubicBezTo>
                  <a:cubicBezTo>
                    <a:pt x="3912" y="13890"/>
                    <a:pt x="4153" y="13729"/>
                    <a:pt x="4153" y="13406"/>
                  </a:cubicBezTo>
                  <a:lnTo>
                    <a:pt x="4153" y="1954"/>
                  </a:lnTo>
                  <a:cubicBezTo>
                    <a:pt x="4153" y="1299"/>
                    <a:pt x="4637" y="972"/>
                    <a:pt x="5120" y="972"/>
                  </a:cubicBezTo>
                  <a:close/>
                  <a:moveTo>
                    <a:pt x="5101" y="1"/>
                  </a:moveTo>
                  <a:cubicBezTo>
                    <a:pt x="4040" y="1"/>
                    <a:pt x="3167" y="873"/>
                    <a:pt x="3167" y="1954"/>
                  </a:cubicBezTo>
                  <a:lnTo>
                    <a:pt x="3167" y="8931"/>
                  </a:lnTo>
                  <a:lnTo>
                    <a:pt x="1840" y="9823"/>
                  </a:lnTo>
                  <a:cubicBezTo>
                    <a:pt x="589" y="10657"/>
                    <a:pt x="1" y="12155"/>
                    <a:pt x="342" y="13615"/>
                  </a:cubicBezTo>
                  <a:lnTo>
                    <a:pt x="361" y="13615"/>
                  </a:lnTo>
                  <a:cubicBezTo>
                    <a:pt x="949" y="16175"/>
                    <a:pt x="2257" y="18526"/>
                    <a:pt x="4134" y="20403"/>
                  </a:cubicBezTo>
                  <a:lnTo>
                    <a:pt x="4153" y="20403"/>
                  </a:lnTo>
                  <a:lnTo>
                    <a:pt x="4153" y="22451"/>
                  </a:lnTo>
                  <a:cubicBezTo>
                    <a:pt x="4153" y="22716"/>
                    <a:pt x="4362" y="22925"/>
                    <a:pt x="4627" y="22925"/>
                  </a:cubicBezTo>
                  <a:lnTo>
                    <a:pt x="13369" y="22925"/>
                  </a:lnTo>
                  <a:cubicBezTo>
                    <a:pt x="13634" y="22925"/>
                    <a:pt x="13862" y="22716"/>
                    <a:pt x="13843" y="22451"/>
                  </a:cubicBezTo>
                  <a:lnTo>
                    <a:pt x="13843" y="20346"/>
                  </a:lnTo>
                  <a:cubicBezTo>
                    <a:pt x="15113" y="18393"/>
                    <a:pt x="15796" y="16118"/>
                    <a:pt x="15796" y="13786"/>
                  </a:cubicBezTo>
                  <a:lnTo>
                    <a:pt x="15796" y="9993"/>
                  </a:lnTo>
                  <a:cubicBezTo>
                    <a:pt x="15796" y="8851"/>
                    <a:pt x="14853" y="8046"/>
                    <a:pt x="13842" y="8046"/>
                  </a:cubicBezTo>
                  <a:cubicBezTo>
                    <a:pt x="13477" y="8046"/>
                    <a:pt x="13104" y="8150"/>
                    <a:pt x="12762" y="8382"/>
                  </a:cubicBezTo>
                  <a:cubicBezTo>
                    <a:pt x="12496" y="7604"/>
                    <a:pt x="11757" y="7092"/>
                    <a:pt x="10942" y="7092"/>
                  </a:cubicBezTo>
                  <a:cubicBezTo>
                    <a:pt x="10913" y="7091"/>
                    <a:pt x="10885" y="7090"/>
                    <a:pt x="10856" y="7090"/>
                  </a:cubicBezTo>
                  <a:cubicBezTo>
                    <a:pt x="10489" y="7090"/>
                    <a:pt x="10142" y="7203"/>
                    <a:pt x="9861" y="7415"/>
                  </a:cubicBezTo>
                  <a:cubicBezTo>
                    <a:pt x="9566" y="6597"/>
                    <a:pt x="8806" y="6111"/>
                    <a:pt x="8018" y="6111"/>
                  </a:cubicBezTo>
                  <a:cubicBezTo>
                    <a:pt x="7691" y="6111"/>
                    <a:pt x="7360" y="6194"/>
                    <a:pt x="7054" y="6372"/>
                  </a:cubicBezTo>
                  <a:lnTo>
                    <a:pt x="7054" y="1954"/>
                  </a:lnTo>
                  <a:cubicBezTo>
                    <a:pt x="7054" y="873"/>
                    <a:pt x="6182" y="1"/>
                    <a:pt x="510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50"/>
            <p:cNvSpPr/>
            <p:nvPr/>
          </p:nvSpPr>
          <p:spPr>
            <a:xfrm>
              <a:off x="1741663" y="3674550"/>
              <a:ext cx="63050" cy="117175"/>
            </a:xfrm>
            <a:custGeom>
              <a:avLst/>
              <a:gdLst/>
              <a:ahLst/>
              <a:cxnLst/>
              <a:rect l="l" t="t" r="r" b="b"/>
              <a:pathLst>
                <a:path w="2522" h="4687" extrusionOk="0">
                  <a:moveTo>
                    <a:pt x="2023" y="1"/>
                  </a:moveTo>
                  <a:cubicBezTo>
                    <a:pt x="1835" y="1"/>
                    <a:pt x="1648" y="106"/>
                    <a:pt x="1574" y="336"/>
                  </a:cubicBezTo>
                  <a:cubicBezTo>
                    <a:pt x="1365" y="1625"/>
                    <a:pt x="872" y="2857"/>
                    <a:pt x="152" y="3938"/>
                  </a:cubicBezTo>
                  <a:cubicBezTo>
                    <a:pt x="0" y="4147"/>
                    <a:pt x="57" y="4469"/>
                    <a:pt x="284" y="4602"/>
                  </a:cubicBezTo>
                  <a:cubicBezTo>
                    <a:pt x="370" y="4659"/>
                    <a:pt x="464" y="4687"/>
                    <a:pt x="556" y="4687"/>
                  </a:cubicBezTo>
                  <a:cubicBezTo>
                    <a:pt x="707" y="4687"/>
                    <a:pt x="854" y="4611"/>
                    <a:pt x="948" y="4469"/>
                  </a:cubicBezTo>
                  <a:cubicBezTo>
                    <a:pt x="1763" y="3275"/>
                    <a:pt x="2294" y="1909"/>
                    <a:pt x="2522" y="506"/>
                  </a:cubicBezTo>
                  <a:cubicBezTo>
                    <a:pt x="2522" y="183"/>
                    <a:pt x="2271" y="1"/>
                    <a:pt x="202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50"/>
            <p:cNvSpPr/>
            <p:nvPr/>
          </p:nvSpPr>
          <p:spPr>
            <a:xfrm>
              <a:off x="1490888" y="3250125"/>
              <a:ext cx="196750" cy="112150"/>
            </a:xfrm>
            <a:custGeom>
              <a:avLst/>
              <a:gdLst/>
              <a:ahLst/>
              <a:cxnLst/>
              <a:rect l="l" t="t" r="r" b="b"/>
              <a:pathLst>
                <a:path w="7870" h="4486" extrusionOk="0">
                  <a:moveTo>
                    <a:pt x="3925" y="1"/>
                  </a:moveTo>
                  <a:cubicBezTo>
                    <a:pt x="1745" y="1"/>
                    <a:pt x="0" y="1802"/>
                    <a:pt x="38" y="4002"/>
                  </a:cubicBezTo>
                  <a:cubicBezTo>
                    <a:pt x="38" y="4267"/>
                    <a:pt x="247" y="4476"/>
                    <a:pt x="512" y="4476"/>
                  </a:cubicBezTo>
                  <a:lnTo>
                    <a:pt x="550" y="4476"/>
                  </a:lnTo>
                  <a:cubicBezTo>
                    <a:pt x="816" y="4476"/>
                    <a:pt x="1024" y="4267"/>
                    <a:pt x="1024" y="4002"/>
                  </a:cubicBezTo>
                  <a:cubicBezTo>
                    <a:pt x="1024" y="2390"/>
                    <a:pt x="2314" y="1082"/>
                    <a:pt x="3925" y="1082"/>
                  </a:cubicBezTo>
                  <a:cubicBezTo>
                    <a:pt x="5537" y="1082"/>
                    <a:pt x="6846" y="2390"/>
                    <a:pt x="6846" y="4002"/>
                  </a:cubicBezTo>
                  <a:cubicBezTo>
                    <a:pt x="6846" y="4324"/>
                    <a:pt x="7087" y="4485"/>
                    <a:pt x="7329" y="4485"/>
                  </a:cubicBezTo>
                  <a:cubicBezTo>
                    <a:pt x="7571" y="4485"/>
                    <a:pt x="7813" y="4324"/>
                    <a:pt x="7813" y="4002"/>
                  </a:cubicBezTo>
                  <a:cubicBezTo>
                    <a:pt x="7869" y="1802"/>
                    <a:pt x="6125" y="1"/>
                    <a:pt x="392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3" name="Google Shape;2783;p50"/>
          <p:cNvGrpSpPr/>
          <p:nvPr/>
        </p:nvGrpSpPr>
        <p:grpSpPr>
          <a:xfrm>
            <a:off x="2398838" y="2684899"/>
            <a:ext cx="365755" cy="365754"/>
            <a:chOff x="2072538" y="3306075"/>
            <a:chExt cx="511975" cy="514350"/>
          </a:xfrm>
        </p:grpSpPr>
        <p:sp>
          <p:nvSpPr>
            <p:cNvPr id="2784" name="Google Shape;2784;p50"/>
            <p:cNvSpPr/>
            <p:nvPr/>
          </p:nvSpPr>
          <p:spPr>
            <a:xfrm>
              <a:off x="2083913" y="3356325"/>
              <a:ext cx="488275" cy="200050"/>
            </a:xfrm>
            <a:custGeom>
              <a:avLst/>
              <a:gdLst/>
              <a:ahLst/>
              <a:cxnLst/>
              <a:rect l="l" t="t" r="r" b="b"/>
              <a:pathLst>
                <a:path w="19531" h="8002" extrusionOk="0">
                  <a:moveTo>
                    <a:pt x="9765" y="0"/>
                  </a:moveTo>
                  <a:cubicBezTo>
                    <a:pt x="9769" y="0"/>
                    <a:pt x="9772" y="0"/>
                    <a:pt x="9775" y="0"/>
                  </a:cubicBezTo>
                  <a:lnTo>
                    <a:pt x="9775" y="0"/>
                  </a:lnTo>
                  <a:cubicBezTo>
                    <a:pt x="9778" y="0"/>
                    <a:pt x="9781" y="0"/>
                    <a:pt x="9784" y="0"/>
                  </a:cubicBezTo>
                  <a:close/>
                  <a:moveTo>
                    <a:pt x="9775" y="0"/>
                  </a:moveTo>
                  <a:lnTo>
                    <a:pt x="9775" y="0"/>
                  </a:lnTo>
                  <a:cubicBezTo>
                    <a:pt x="4887" y="4"/>
                    <a:pt x="607" y="2885"/>
                    <a:pt x="0" y="7604"/>
                  </a:cubicBezTo>
                  <a:cubicBezTo>
                    <a:pt x="285" y="6902"/>
                    <a:pt x="1271" y="6390"/>
                    <a:pt x="2389" y="6390"/>
                  </a:cubicBezTo>
                  <a:cubicBezTo>
                    <a:pt x="3717" y="6390"/>
                    <a:pt x="4854" y="7111"/>
                    <a:pt x="4854" y="8002"/>
                  </a:cubicBezTo>
                  <a:cubicBezTo>
                    <a:pt x="4854" y="7945"/>
                    <a:pt x="4854" y="7907"/>
                    <a:pt x="4854" y="7869"/>
                  </a:cubicBezTo>
                  <a:cubicBezTo>
                    <a:pt x="4968" y="7035"/>
                    <a:pt x="6049" y="6390"/>
                    <a:pt x="7319" y="6390"/>
                  </a:cubicBezTo>
                  <a:cubicBezTo>
                    <a:pt x="8628" y="6390"/>
                    <a:pt x="9765" y="7111"/>
                    <a:pt x="9765" y="8002"/>
                  </a:cubicBezTo>
                  <a:cubicBezTo>
                    <a:pt x="9765" y="7111"/>
                    <a:pt x="10903" y="6390"/>
                    <a:pt x="12230" y="6390"/>
                  </a:cubicBezTo>
                  <a:cubicBezTo>
                    <a:pt x="13501" y="6390"/>
                    <a:pt x="14582" y="7035"/>
                    <a:pt x="14676" y="7869"/>
                  </a:cubicBezTo>
                  <a:cubicBezTo>
                    <a:pt x="14679" y="7874"/>
                    <a:pt x="14681" y="7879"/>
                    <a:pt x="14683" y="7884"/>
                  </a:cubicBezTo>
                  <a:lnTo>
                    <a:pt x="14683" y="7884"/>
                  </a:lnTo>
                  <a:cubicBezTo>
                    <a:pt x="14778" y="7048"/>
                    <a:pt x="15873" y="6390"/>
                    <a:pt x="17141" y="6390"/>
                  </a:cubicBezTo>
                  <a:cubicBezTo>
                    <a:pt x="18279" y="6390"/>
                    <a:pt x="19265" y="6902"/>
                    <a:pt x="19531" y="7604"/>
                  </a:cubicBezTo>
                  <a:cubicBezTo>
                    <a:pt x="18943" y="2885"/>
                    <a:pt x="14644" y="4"/>
                    <a:pt x="9775" y="0"/>
                  </a:cubicBezTo>
                  <a:close/>
                  <a:moveTo>
                    <a:pt x="14683" y="7884"/>
                  </a:moveTo>
                  <a:cubicBezTo>
                    <a:pt x="14679" y="7923"/>
                    <a:pt x="14676" y="7962"/>
                    <a:pt x="14676" y="8002"/>
                  </a:cubicBezTo>
                  <a:cubicBezTo>
                    <a:pt x="14693" y="7953"/>
                    <a:pt x="14695" y="7918"/>
                    <a:pt x="14683" y="78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50"/>
            <p:cNvSpPr/>
            <p:nvPr/>
          </p:nvSpPr>
          <p:spPr>
            <a:xfrm>
              <a:off x="2228488" y="3668225"/>
              <a:ext cx="119950" cy="139875"/>
            </a:xfrm>
            <a:custGeom>
              <a:avLst/>
              <a:gdLst/>
              <a:ahLst/>
              <a:cxnLst/>
              <a:rect l="l" t="t" r="r" b="b"/>
              <a:pathLst>
                <a:path w="4798" h="5595" extrusionOk="0">
                  <a:moveTo>
                    <a:pt x="3186" y="1"/>
                  </a:moveTo>
                  <a:lnTo>
                    <a:pt x="3186" y="3205"/>
                  </a:lnTo>
                  <a:cubicBezTo>
                    <a:pt x="3224" y="3765"/>
                    <a:pt x="2812" y="4044"/>
                    <a:pt x="2397" y="4044"/>
                  </a:cubicBezTo>
                  <a:cubicBezTo>
                    <a:pt x="1982" y="4044"/>
                    <a:pt x="1565" y="3765"/>
                    <a:pt x="1593" y="3205"/>
                  </a:cubicBezTo>
                  <a:cubicBezTo>
                    <a:pt x="1565" y="2693"/>
                    <a:pt x="1181" y="2437"/>
                    <a:pt x="797" y="2437"/>
                  </a:cubicBezTo>
                  <a:cubicBezTo>
                    <a:pt x="413" y="2437"/>
                    <a:pt x="29" y="2693"/>
                    <a:pt x="1" y="3205"/>
                  </a:cubicBezTo>
                  <a:cubicBezTo>
                    <a:pt x="1" y="4514"/>
                    <a:pt x="1062" y="5594"/>
                    <a:pt x="2390" y="5594"/>
                  </a:cubicBezTo>
                  <a:cubicBezTo>
                    <a:pt x="3717" y="5594"/>
                    <a:pt x="4798" y="4514"/>
                    <a:pt x="4798" y="3205"/>
                  </a:cubicBezTo>
                  <a:lnTo>
                    <a:pt x="47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50"/>
            <p:cNvSpPr/>
            <p:nvPr/>
          </p:nvSpPr>
          <p:spPr>
            <a:xfrm>
              <a:off x="2314763" y="3426000"/>
              <a:ext cx="23725" cy="20000"/>
            </a:xfrm>
            <a:custGeom>
              <a:avLst/>
              <a:gdLst/>
              <a:ahLst/>
              <a:cxnLst/>
              <a:rect l="l" t="t" r="r" b="b"/>
              <a:pathLst>
                <a:path w="949" h="800" extrusionOk="0">
                  <a:moveTo>
                    <a:pt x="550" y="0"/>
                  </a:moveTo>
                  <a:cubicBezTo>
                    <a:pt x="190" y="0"/>
                    <a:pt x="1" y="437"/>
                    <a:pt x="266" y="683"/>
                  </a:cubicBezTo>
                  <a:cubicBezTo>
                    <a:pt x="346" y="763"/>
                    <a:pt x="446" y="799"/>
                    <a:pt x="544" y="799"/>
                  </a:cubicBezTo>
                  <a:cubicBezTo>
                    <a:pt x="749" y="799"/>
                    <a:pt x="949" y="642"/>
                    <a:pt x="949" y="399"/>
                  </a:cubicBezTo>
                  <a:cubicBezTo>
                    <a:pt x="949" y="190"/>
                    <a:pt x="759" y="0"/>
                    <a:pt x="5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50"/>
            <p:cNvSpPr/>
            <p:nvPr/>
          </p:nvSpPr>
          <p:spPr>
            <a:xfrm>
              <a:off x="2072538" y="3306075"/>
              <a:ext cx="511975" cy="514350"/>
            </a:xfrm>
            <a:custGeom>
              <a:avLst/>
              <a:gdLst/>
              <a:ahLst/>
              <a:cxnLst/>
              <a:rect l="l" t="t" r="r" b="b"/>
              <a:pathLst>
                <a:path w="20479" h="20574" extrusionOk="0">
                  <a:moveTo>
                    <a:pt x="10638" y="2446"/>
                  </a:moveTo>
                  <a:cubicBezTo>
                    <a:pt x="12666" y="2712"/>
                    <a:pt x="14221" y="5158"/>
                    <a:pt x="14638" y="8552"/>
                  </a:cubicBezTo>
                  <a:lnTo>
                    <a:pt x="14563" y="8495"/>
                  </a:lnTo>
                  <a:cubicBezTo>
                    <a:pt x="14022" y="8189"/>
                    <a:pt x="13414" y="8019"/>
                    <a:pt x="12785" y="8019"/>
                  </a:cubicBezTo>
                  <a:cubicBezTo>
                    <a:pt x="12752" y="8019"/>
                    <a:pt x="12719" y="8020"/>
                    <a:pt x="12685" y="8021"/>
                  </a:cubicBezTo>
                  <a:cubicBezTo>
                    <a:pt x="12655" y="8020"/>
                    <a:pt x="12625" y="8020"/>
                    <a:pt x="12595" y="8020"/>
                  </a:cubicBezTo>
                  <a:cubicBezTo>
                    <a:pt x="11905" y="8020"/>
                    <a:pt x="11219" y="8228"/>
                    <a:pt x="10638" y="8628"/>
                  </a:cubicBezTo>
                  <a:lnTo>
                    <a:pt x="10638" y="6807"/>
                  </a:lnTo>
                  <a:cubicBezTo>
                    <a:pt x="10638" y="6542"/>
                    <a:pt x="10434" y="6409"/>
                    <a:pt x="10232" y="6409"/>
                  </a:cubicBezTo>
                  <a:cubicBezTo>
                    <a:pt x="10031" y="6409"/>
                    <a:pt x="9832" y="6542"/>
                    <a:pt x="9841" y="6807"/>
                  </a:cubicBezTo>
                  <a:lnTo>
                    <a:pt x="9841" y="8628"/>
                  </a:lnTo>
                  <a:cubicBezTo>
                    <a:pt x="9260" y="8228"/>
                    <a:pt x="8574" y="8020"/>
                    <a:pt x="7867" y="8020"/>
                  </a:cubicBezTo>
                  <a:cubicBezTo>
                    <a:pt x="7836" y="8020"/>
                    <a:pt x="7805" y="8020"/>
                    <a:pt x="7774" y="8021"/>
                  </a:cubicBezTo>
                  <a:cubicBezTo>
                    <a:pt x="7741" y="8020"/>
                    <a:pt x="7708" y="8019"/>
                    <a:pt x="7675" y="8019"/>
                  </a:cubicBezTo>
                  <a:cubicBezTo>
                    <a:pt x="7046" y="8019"/>
                    <a:pt x="6437" y="8189"/>
                    <a:pt x="5897" y="8495"/>
                  </a:cubicBezTo>
                  <a:lnTo>
                    <a:pt x="5821" y="8552"/>
                  </a:lnTo>
                  <a:cubicBezTo>
                    <a:pt x="6239" y="5158"/>
                    <a:pt x="7812" y="2731"/>
                    <a:pt x="9841" y="2446"/>
                  </a:cubicBezTo>
                  <a:lnTo>
                    <a:pt x="9841" y="3603"/>
                  </a:lnTo>
                  <a:cubicBezTo>
                    <a:pt x="9841" y="3868"/>
                    <a:pt x="10040" y="4001"/>
                    <a:pt x="10239" y="4001"/>
                  </a:cubicBezTo>
                  <a:cubicBezTo>
                    <a:pt x="10438" y="4001"/>
                    <a:pt x="10638" y="3868"/>
                    <a:pt x="10638" y="3603"/>
                  </a:cubicBezTo>
                  <a:lnTo>
                    <a:pt x="10638" y="2446"/>
                  </a:lnTo>
                  <a:close/>
                  <a:moveTo>
                    <a:pt x="7547" y="2712"/>
                  </a:moveTo>
                  <a:lnTo>
                    <a:pt x="7547" y="2712"/>
                  </a:lnTo>
                  <a:cubicBezTo>
                    <a:pt x="5957" y="4150"/>
                    <a:pt x="5218" y="6532"/>
                    <a:pt x="4988" y="8672"/>
                  </a:cubicBezTo>
                  <a:lnTo>
                    <a:pt x="4988" y="8672"/>
                  </a:lnTo>
                  <a:cubicBezTo>
                    <a:pt x="4389" y="8241"/>
                    <a:pt x="3669" y="8001"/>
                    <a:pt x="2928" y="8001"/>
                  </a:cubicBezTo>
                  <a:cubicBezTo>
                    <a:pt x="2900" y="8001"/>
                    <a:pt x="2872" y="8001"/>
                    <a:pt x="2844" y="8002"/>
                  </a:cubicBezTo>
                  <a:cubicBezTo>
                    <a:pt x="2257" y="8002"/>
                    <a:pt x="1669" y="8135"/>
                    <a:pt x="1119" y="8400"/>
                  </a:cubicBezTo>
                  <a:cubicBezTo>
                    <a:pt x="1972" y="5575"/>
                    <a:pt x="4380" y="3470"/>
                    <a:pt x="7547" y="2712"/>
                  </a:cubicBezTo>
                  <a:close/>
                  <a:moveTo>
                    <a:pt x="12932" y="2731"/>
                  </a:moveTo>
                  <a:cubicBezTo>
                    <a:pt x="16099" y="3489"/>
                    <a:pt x="18507" y="5594"/>
                    <a:pt x="19341" y="8419"/>
                  </a:cubicBezTo>
                  <a:cubicBezTo>
                    <a:pt x="18840" y="8169"/>
                    <a:pt x="18288" y="8019"/>
                    <a:pt x="17717" y="8019"/>
                  </a:cubicBezTo>
                  <a:cubicBezTo>
                    <a:pt x="17683" y="8019"/>
                    <a:pt x="17649" y="8020"/>
                    <a:pt x="17615" y="8021"/>
                  </a:cubicBezTo>
                  <a:cubicBezTo>
                    <a:pt x="17588" y="8020"/>
                    <a:pt x="17560" y="8020"/>
                    <a:pt x="17532" y="8020"/>
                  </a:cubicBezTo>
                  <a:cubicBezTo>
                    <a:pt x="16785" y="8020"/>
                    <a:pt x="16076" y="8265"/>
                    <a:pt x="15473" y="8704"/>
                  </a:cubicBezTo>
                  <a:cubicBezTo>
                    <a:pt x="15264" y="6561"/>
                    <a:pt x="14525" y="4172"/>
                    <a:pt x="12932" y="2731"/>
                  </a:cubicBezTo>
                  <a:close/>
                  <a:moveTo>
                    <a:pt x="10638" y="14885"/>
                  </a:moveTo>
                  <a:lnTo>
                    <a:pt x="10638" y="17691"/>
                  </a:lnTo>
                  <a:cubicBezTo>
                    <a:pt x="10638" y="18791"/>
                    <a:pt x="9746" y="19682"/>
                    <a:pt x="8628" y="19682"/>
                  </a:cubicBezTo>
                  <a:cubicBezTo>
                    <a:pt x="7528" y="19682"/>
                    <a:pt x="6637" y="18791"/>
                    <a:pt x="6637" y="17691"/>
                  </a:cubicBezTo>
                  <a:cubicBezTo>
                    <a:pt x="6656" y="17445"/>
                    <a:pt x="6845" y="17321"/>
                    <a:pt x="7035" y="17321"/>
                  </a:cubicBezTo>
                  <a:cubicBezTo>
                    <a:pt x="7225" y="17321"/>
                    <a:pt x="7414" y="17445"/>
                    <a:pt x="7433" y="17691"/>
                  </a:cubicBezTo>
                  <a:cubicBezTo>
                    <a:pt x="7395" y="18374"/>
                    <a:pt x="7945" y="18943"/>
                    <a:pt x="8628" y="18943"/>
                  </a:cubicBezTo>
                  <a:cubicBezTo>
                    <a:pt x="9310" y="18943"/>
                    <a:pt x="9860" y="18374"/>
                    <a:pt x="9841" y="17691"/>
                  </a:cubicBezTo>
                  <a:lnTo>
                    <a:pt x="9841" y="14885"/>
                  </a:lnTo>
                  <a:close/>
                  <a:moveTo>
                    <a:pt x="10232" y="0"/>
                  </a:moveTo>
                  <a:cubicBezTo>
                    <a:pt x="10031" y="0"/>
                    <a:pt x="9832" y="133"/>
                    <a:pt x="9841" y="398"/>
                  </a:cubicBezTo>
                  <a:lnTo>
                    <a:pt x="9841" y="1612"/>
                  </a:lnTo>
                  <a:cubicBezTo>
                    <a:pt x="4949" y="1764"/>
                    <a:pt x="702" y="4741"/>
                    <a:pt x="76" y="9519"/>
                  </a:cubicBezTo>
                  <a:cubicBezTo>
                    <a:pt x="19" y="9671"/>
                    <a:pt x="0" y="9841"/>
                    <a:pt x="0" y="9993"/>
                  </a:cubicBezTo>
                  <a:cubicBezTo>
                    <a:pt x="0" y="10220"/>
                    <a:pt x="171" y="10391"/>
                    <a:pt x="398" y="10391"/>
                  </a:cubicBezTo>
                  <a:lnTo>
                    <a:pt x="417" y="10391"/>
                  </a:lnTo>
                  <a:cubicBezTo>
                    <a:pt x="626" y="10391"/>
                    <a:pt x="797" y="10239"/>
                    <a:pt x="816" y="10031"/>
                  </a:cubicBezTo>
                  <a:cubicBezTo>
                    <a:pt x="816" y="9917"/>
                    <a:pt x="834" y="9822"/>
                    <a:pt x="853" y="9708"/>
                  </a:cubicBezTo>
                  <a:cubicBezTo>
                    <a:pt x="1100" y="9197"/>
                    <a:pt x="1934" y="8798"/>
                    <a:pt x="2844" y="8798"/>
                  </a:cubicBezTo>
                  <a:cubicBezTo>
                    <a:pt x="3944" y="8798"/>
                    <a:pt x="4911" y="9348"/>
                    <a:pt x="4911" y="9993"/>
                  </a:cubicBezTo>
                  <a:cubicBezTo>
                    <a:pt x="4911" y="10220"/>
                    <a:pt x="5082" y="10391"/>
                    <a:pt x="5309" y="10391"/>
                  </a:cubicBezTo>
                  <a:lnTo>
                    <a:pt x="5366" y="10391"/>
                  </a:lnTo>
                  <a:cubicBezTo>
                    <a:pt x="5556" y="10372"/>
                    <a:pt x="5708" y="10220"/>
                    <a:pt x="5727" y="10012"/>
                  </a:cubicBezTo>
                  <a:lnTo>
                    <a:pt x="5727" y="9917"/>
                  </a:lnTo>
                  <a:cubicBezTo>
                    <a:pt x="5802" y="9310"/>
                    <a:pt x="6750" y="8798"/>
                    <a:pt x="7774" y="8798"/>
                  </a:cubicBezTo>
                  <a:cubicBezTo>
                    <a:pt x="8874" y="8798"/>
                    <a:pt x="9841" y="9367"/>
                    <a:pt x="9841" y="9993"/>
                  </a:cubicBezTo>
                  <a:lnTo>
                    <a:pt x="9841" y="14089"/>
                  </a:lnTo>
                  <a:lnTo>
                    <a:pt x="9424" y="14089"/>
                  </a:lnTo>
                  <a:cubicBezTo>
                    <a:pt x="9215" y="14089"/>
                    <a:pt x="9026" y="14259"/>
                    <a:pt x="9026" y="14487"/>
                  </a:cubicBezTo>
                  <a:lnTo>
                    <a:pt x="9026" y="17672"/>
                  </a:lnTo>
                  <a:cubicBezTo>
                    <a:pt x="9026" y="17947"/>
                    <a:pt x="8827" y="18085"/>
                    <a:pt x="8628" y="18085"/>
                  </a:cubicBezTo>
                  <a:cubicBezTo>
                    <a:pt x="8429" y="18085"/>
                    <a:pt x="8229" y="17947"/>
                    <a:pt x="8229" y="17672"/>
                  </a:cubicBezTo>
                  <a:cubicBezTo>
                    <a:pt x="8201" y="16914"/>
                    <a:pt x="7618" y="16535"/>
                    <a:pt x="7035" y="16535"/>
                  </a:cubicBezTo>
                  <a:cubicBezTo>
                    <a:pt x="6452" y="16535"/>
                    <a:pt x="5869" y="16914"/>
                    <a:pt x="5840" y="17672"/>
                  </a:cubicBezTo>
                  <a:cubicBezTo>
                    <a:pt x="5783" y="19265"/>
                    <a:pt x="7054" y="20573"/>
                    <a:pt x="8628" y="20573"/>
                  </a:cubicBezTo>
                  <a:cubicBezTo>
                    <a:pt x="10201" y="20573"/>
                    <a:pt x="11472" y="19265"/>
                    <a:pt x="11434" y="17672"/>
                  </a:cubicBezTo>
                  <a:lnTo>
                    <a:pt x="11434" y="14487"/>
                  </a:lnTo>
                  <a:cubicBezTo>
                    <a:pt x="11434" y="14259"/>
                    <a:pt x="11244" y="14089"/>
                    <a:pt x="11036" y="14089"/>
                  </a:cubicBezTo>
                  <a:lnTo>
                    <a:pt x="10638" y="14089"/>
                  </a:lnTo>
                  <a:lnTo>
                    <a:pt x="10638" y="10012"/>
                  </a:lnTo>
                  <a:cubicBezTo>
                    <a:pt x="10638" y="9367"/>
                    <a:pt x="11605" y="8798"/>
                    <a:pt x="12685" y="8798"/>
                  </a:cubicBezTo>
                  <a:cubicBezTo>
                    <a:pt x="13728" y="8798"/>
                    <a:pt x="14657" y="9310"/>
                    <a:pt x="14752" y="9917"/>
                  </a:cubicBezTo>
                  <a:lnTo>
                    <a:pt x="14752" y="10012"/>
                  </a:lnTo>
                  <a:cubicBezTo>
                    <a:pt x="14752" y="10220"/>
                    <a:pt x="14904" y="10372"/>
                    <a:pt x="15113" y="10410"/>
                  </a:cubicBezTo>
                  <a:lnTo>
                    <a:pt x="15169" y="10410"/>
                  </a:lnTo>
                  <a:cubicBezTo>
                    <a:pt x="15378" y="10410"/>
                    <a:pt x="15568" y="10220"/>
                    <a:pt x="15568" y="9993"/>
                  </a:cubicBezTo>
                  <a:cubicBezTo>
                    <a:pt x="15568" y="9367"/>
                    <a:pt x="16516" y="8798"/>
                    <a:pt x="17615" y="8798"/>
                  </a:cubicBezTo>
                  <a:cubicBezTo>
                    <a:pt x="18526" y="8798"/>
                    <a:pt x="19379" y="9197"/>
                    <a:pt x="19625" y="9727"/>
                  </a:cubicBezTo>
                  <a:cubicBezTo>
                    <a:pt x="19625" y="9822"/>
                    <a:pt x="19644" y="9936"/>
                    <a:pt x="19644" y="10031"/>
                  </a:cubicBezTo>
                  <a:cubicBezTo>
                    <a:pt x="19663" y="10239"/>
                    <a:pt x="19834" y="10391"/>
                    <a:pt x="20043" y="10410"/>
                  </a:cubicBezTo>
                  <a:lnTo>
                    <a:pt x="20080" y="10410"/>
                  </a:lnTo>
                  <a:cubicBezTo>
                    <a:pt x="20308" y="10410"/>
                    <a:pt x="20479" y="10220"/>
                    <a:pt x="20479" y="9993"/>
                  </a:cubicBezTo>
                  <a:cubicBezTo>
                    <a:pt x="20479" y="9841"/>
                    <a:pt x="20460" y="9671"/>
                    <a:pt x="20403" y="9519"/>
                  </a:cubicBezTo>
                  <a:cubicBezTo>
                    <a:pt x="19777" y="4760"/>
                    <a:pt x="15530" y="1764"/>
                    <a:pt x="10638" y="1612"/>
                  </a:cubicBezTo>
                  <a:lnTo>
                    <a:pt x="10638" y="398"/>
                  </a:lnTo>
                  <a:cubicBezTo>
                    <a:pt x="10638" y="133"/>
                    <a:pt x="10434" y="0"/>
                    <a:pt x="1023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8" name="Google Shape;2788;p50"/>
          <p:cNvGrpSpPr/>
          <p:nvPr/>
        </p:nvGrpSpPr>
        <p:grpSpPr>
          <a:xfrm>
            <a:off x="3115539" y="2684902"/>
            <a:ext cx="371631" cy="365748"/>
            <a:chOff x="2717688" y="3216950"/>
            <a:chExt cx="577875" cy="564600"/>
          </a:xfrm>
        </p:grpSpPr>
        <p:sp>
          <p:nvSpPr>
            <p:cNvPr id="2789" name="Google Shape;2789;p50"/>
            <p:cNvSpPr/>
            <p:nvPr/>
          </p:nvSpPr>
          <p:spPr>
            <a:xfrm>
              <a:off x="3205488" y="3470550"/>
              <a:ext cx="65900" cy="66400"/>
            </a:xfrm>
            <a:custGeom>
              <a:avLst/>
              <a:gdLst/>
              <a:ahLst/>
              <a:cxnLst/>
              <a:rect l="l" t="t" r="r" b="b"/>
              <a:pathLst>
                <a:path w="2636" h="2656" extrusionOk="0">
                  <a:moveTo>
                    <a:pt x="0" y="1"/>
                  </a:moveTo>
                  <a:lnTo>
                    <a:pt x="0" y="2655"/>
                  </a:lnTo>
                  <a:lnTo>
                    <a:pt x="2636" y="2655"/>
                  </a:lnTo>
                  <a:lnTo>
                    <a:pt x="263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50"/>
            <p:cNvSpPr/>
            <p:nvPr/>
          </p:nvSpPr>
          <p:spPr>
            <a:xfrm>
              <a:off x="3194113" y="3228325"/>
              <a:ext cx="77275" cy="66225"/>
            </a:xfrm>
            <a:custGeom>
              <a:avLst/>
              <a:gdLst/>
              <a:ahLst/>
              <a:cxnLst/>
              <a:rect l="l" t="t" r="r" b="b"/>
              <a:pathLst>
                <a:path w="3091" h="2649" extrusionOk="0">
                  <a:moveTo>
                    <a:pt x="1764" y="1"/>
                  </a:moveTo>
                  <a:cubicBezTo>
                    <a:pt x="588" y="1"/>
                    <a:pt x="0" y="1423"/>
                    <a:pt x="834" y="2257"/>
                  </a:cubicBezTo>
                  <a:cubicBezTo>
                    <a:pt x="1105" y="2527"/>
                    <a:pt x="1437" y="2648"/>
                    <a:pt x="1763" y="2648"/>
                  </a:cubicBezTo>
                  <a:cubicBezTo>
                    <a:pt x="2441" y="2648"/>
                    <a:pt x="3091" y="2122"/>
                    <a:pt x="3091" y="1328"/>
                  </a:cubicBezTo>
                  <a:cubicBezTo>
                    <a:pt x="3091" y="588"/>
                    <a:pt x="2503" y="1"/>
                    <a:pt x="17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50"/>
            <p:cNvSpPr/>
            <p:nvPr/>
          </p:nvSpPr>
          <p:spPr>
            <a:xfrm>
              <a:off x="2874138" y="3294225"/>
              <a:ext cx="252675" cy="359325"/>
            </a:xfrm>
            <a:custGeom>
              <a:avLst/>
              <a:gdLst/>
              <a:ahLst/>
              <a:cxnLst/>
              <a:rect l="l" t="t" r="r" b="b"/>
              <a:pathLst>
                <a:path w="10107" h="14373" extrusionOk="0">
                  <a:moveTo>
                    <a:pt x="5044" y="0"/>
                  </a:moveTo>
                  <a:lnTo>
                    <a:pt x="0" y="9178"/>
                  </a:lnTo>
                  <a:cubicBezTo>
                    <a:pt x="1157" y="9746"/>
                    <a:pt x="2408" y="10960"/>
                    <a:pt x="2408" y="12344"/>
                  </a:cubicBezTo>
                  <a:lnTo>
                    <a:pt x="2408" y="14373"/>
                  </a:lnTo>
                  <a:lnTo>
                    <a:pt x="7698" y="14373"/>
                  </a:lnTo>
                  <a:lnTo>
                    <a:pt x="7698" y="12344"/>
                  </a:lnTo>
                  <a:cubicBezTo>
                    <a:pt x="7698" y="10960"/>
                    <a:pt x="8931" y="9746"/>
                    <a:pt x="10107" y="9178"/>
                  </a:cubicBezTo>
                  <a:lnTo>
                    <a:pt x="504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50"/>
            <p:cNvSpPr/>
            <p:nvPr/>
          </p:nvSpPr>
          <p:spPr>
            <a:xfrm>
              <a:off x="2934338" y="3653525"/>
              <a:ext cx="132275" cy="116650"/>
            </a:xfrm>
            <a:custGeom>
              <a:avLst/>
              <a:gdLst/>
              <a:ahLst/>
              <a:cxnLst/>
              <a:rect l="l" t="t" r="r" b="b"/>
              <a:pathLst>
                <a:path w="5291" h="4666" extrusionOk="0">
                  <a:moveTo>
                    <a:pt x="0" y="1"/>
                  </a:moveTo>
                  <a:lnTo>
                    <a:pt x="0" y="4665"/>
                  </a:lnTo>
                  <a:lnTo>
                    <a:pt x="5290" y="4665"/>
                  </a:lnTo>
                  <a:lnTo>
                    <a:pt x="5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50"/>
            <p:cNvSpPr/>
            <p:nvPr/>
          </p:nvSpPr>
          <p:spPr>
            <a:xfrm>
              <a:off x="2967038" y="3228325"/>
              <a:ext cx="66400" cy="65925"/>
            </a:xfrm>
            <a:custGeom>
              <a:avLst/>
              <a:gdLst/>
              <a:ahLst/>
              <a:cxnLst/>
              <a:rect l="l" t="t" r="r" b="b"/>
              <a:pathLst>
                <a:path w="2656" h="2637" extrusionOk="0">
                  <a:moveTo>
                    <a:pt x="1" y="1"/>
                  </a:moveTo>
                  <a:lnTo>
                    <a:pt x="1" y="2636"/>
                  </a:lnTo>
                  <a:lnTo>
                    <a:pt x="2655" y="2636"/>
                  </a:lnTo>
                  <a:lnTo>
                    <a:pt x="265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50"/>
            <p:cNvSpPr/>
            <p:nvPr/>
          </p:nvSpPr>
          <p:spPr>
            <a:xfrm>
              <a:off x="2978413" y="3470550"/>
              <a:ext cx="51225" cy="44350"/>
            </a:xfrm>
            <a:custGeom>
              <a:avLst/>
              <a:gdLst/>
              <a:ahLst/>
              <a:cxnLst/>
              <a:rect l="l" t="t" r="r" b="b"/>
              <a:pathLst>
                <a:path w="2049" h="1774" extrusionOk="0">
                  <a:moveTo>
                    <a:pt x="873" y="1"/>
                  </a:moveTo>
                  <a:cubicBezTo>
                    <a:pt x="380" y="1"/>
                    <a:pt x="1" y="399"/>
                    <a:pt x="1" y="892"/>
                  </a:cubicBezTo>
                  <a:cubicBezTo>
                    <a:pt x="1" y="1420"/>
                    <a:pt x="438" y="1773"/>
                    <a:pt x="891" y="1773"/>
                  </a:cubicBezTo>
                  <a:cubicBezTo>
                    <a:pt x="1105" y="1773"/>
                    <a:pt x="1322" y="1694"/>
                    <a:pt x="1499" y="1518"/>
                  </a:cubicBezTo>
                  <a:cubicBezTo>
                    <a:pt x="2048" y="949"/>
                    <a:pt x="1669" y="1"/>
                    <a:pt x="8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50"/>
            <p:cNvSpPr/>
            <p:nvPr/>
          </p:nvSpPr>
          <p:spPr>
            <a:xfrm>
              <a:off x="2729063" y="3470550"/>
              <a:ext cx="66400" cy="66400"/>
            </a:xfrm>
            <a:custGeom>
              <a:avLst/>
              <a:gdLst/>
              <a:ahLst/>
              <a:cxnLst/>
              <a:rect l="l" t="t" r="r" b="b"/>
              <a:pathLst>
                <a:path w="2656" h="2656" extrusionOk="0">
                  <a:moveTo>
                    <a:pt x="1" y="1"/>
                  </a:moveTo>
                  <a:lnTo>
                    <a:pt x="1" y="2655"/>
                  </a:lnTo>
                  <a:lnTo>
                    <a:pt x="2655" y="2655"/>
                  </a:lnTo>
                  <a:lnTo>
                    <a:pt x="265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50"/>
            <p:cNvSpPr/>
            <p:nvPr/>
          </p:nvSpPr>
          <p:spPr>
            <a:xfrm>
              <a:off x="2717688" y="3228325"/>
              <a:ext cx="77775" cy="66225"/>
            </a:xfrm>
            <a:custGeom>
              <a:avLst/>
              <a:gdLst/>
              <a:ahLst/>
              <a:cxnLst/>
              <a:rect l="l" t="t" r="r" b="b"/>
              <a:pathLst>
                <a:path w="3111" h="2649" extrusionOk="0">
                  <a:moveTo>
                    <a:pt x="1783" y="1"/>
                  </a:moveTo>
                  <a:cubicBezTo>
                    <a:pt x="608" y="1"/>
                    <a:pt x="1" y="1423"/>
                    <a:pt x="835" y="2257"/>
                  </a:cubicBezTo>
                  <a:cubicBezTo>
                    <a:pt x="1106" y="2527"/>
                    <a:pt x="1440" y="2648"/>
                    <a:pt x="1768" y="2648"/>
                  </a:cubicBezTo>
                  <a:cubicBezTo>
                    <a:pt x="2452" y="2648"/>
                    <a:pt x="3110" y="2122"/>
                    <a:pt x="3110" y="1328"/>
                  </a:cubicBezTo>
                  <a:cubicBezTo>
                    <a:pt x="3110" y="588"/>
                    <a:pt x="2504" y="1"/>
                    <a:pt x="178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50"/>
            <p:cNvSpPr/>
            <p:nvPr/>
          </p:nvSpPr>
          <p:spPr>
            <a:xfrm>
              <a:off x="2985538" y="3591900"/>
              <a:ext cx="25600" cy="22075"/>
            </a:xfrm>
            <a:custGeom>
              <a:avLst/>
              <a:gdLst/>
              <a:ahLst/>
              <a:cxnLst/>
              <a:rect l="l" t="t" r="r" b="b"/>
              <a:pathLst>
                <a:path w="1024" h="883" extrusionOk="0">
                  <a:moveTo>
                    <a:pt x="588" y="1"/>
                  </a:moveTo>
                  <a:cubicBezTo>
                    <a:pt x="190" y="1"/>
                    <a:pt x="0" y="475"/>
                    <a:pt x="284" y="759"/>
                  </a:cubicBezTo>
                  <a:cubicBezTo>
                    <a:pt x="369" y="844"/>
                    <a:pt x="475" y="883"/>
                    <a:pt x="580" y="883"/>
                  </a:cubicBezTo>
                  <a:cubicBezTo>
                    <a:pt x="804" y="883"/>
                    <a:pt x="1024" y="708"/>
                    <a:pt x="1024" y="437"/>
                  </a:cubicBezTo>
                  <a:cubicBezTo>
                    <a:pt x="1024" y="191"/>
                    <a:pt x="834" y="1"/>
                    <a:pt x="58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50"/>
            <p:cNvSpPr/>
            <p:nvPr/>
          </p:nvSpPr>
          <p:spPr>
            <a:xfrm>
              <a:off x="2718163" y="3216950"/>
              <a:ext cx="577400" cy="564600"/>
            </a:xfrm>
            <a:custGeom>
              <a:avLst/>
              <a:gdLst/>
              <a:ahLst/>
              <a:cxnLst/>
              <a:rect l="l" t="t" r="r" b="b"/>
              <a:pathLst>
                <a:path w="23096" h="22584" extrusionOk="0">
                  <a:moveTo>
                    <a:pt x="1758" y="889"/>
                  </a:moveTo>
                  <a:cubicBezTo>
                    <a:pt x="2206" y="889"/>
                    <a:pt x="2636" y="1240"/>
                    <a:pt x="2636" y="1764"/>
                  </a:cubicBezTo>
                  <a:cubicBezTo>
                    <a:pt x="2636" y="2257"/>
                    <a:pt x="2257" y="2655"/>
                    <a:pt x="1764" y="2655"/>
                  </a:cubicBezTo>
                  <a:cubicBezTo>
                    <a:pt x="987" y="2655"/>
                    <a:pt x="589" y="1707"/>
                    <a:pt x="1138" y="1157"/>
                  </a:cubicBezTo>
                  <a:cubicBezTo>
                    <a:pt x="1318" y="971"/>
                    <a:pt x="1540" y="889"/>
                    <a:pt x="1758" y="889"/>
                  </a:cubicBezTo>
                  <a:close/>
                  <a:moveTo>
                    <a:pt x="12174" y="892"/>
                  </a:moveTo>
                  <a:lnTo>
                    <a:pt x="12174" y="2655"/>
                  </a:lnTo>
                  <a:lnTo>
                    <a:pt x="10411" y="2655"/>
                  </a:lnTo>
                  <a:lnTo>
                    <a:pt x="10411" y="892"/>
                  </a:lnTo>
                  <a:close/>
                  <a:moveTo>
                    <a:pt x="20802" y="892"/>
                  </a:moveTo>
                  <a:cubicBezTo>
                    <a:pt x="21598" y="892"/>
                    <a:pt x="21977" y="1840"/>
                    <a:pt x="21427" y="2390"/>
                  </a:cubicBezTo>
                  <a:cubicBezTo>
                    <a:pt x="21248" y="2575"/>
                    <a:pt x="21026" y="2658"/>
                    <a:pt x="20808" y="2658"/>
                  </a:cubicBezTo>
                  <a:cubicBezTo>
                    <a:pt x="20359" y="2658"/>
                    <a:pt x="19929" y="2306"/>
                    <a:pt x="19929" y="1783"/>
                  </a:cubicBezTo>
                  <a:cubicBezTo>
                    <a:pt x="19929" y="1290"/>
                    <a:pt x="20328" y="892"/>
                    <a:pt x="20802" y="892"/>
                  </a:cubicBezTo>
                  <a:close/>
                  <a:moveTo>
                    <a:pt x="11283" y="10581"/>
                  </a:moveTo>
                  <a:cubicBezTo>
                    <a:pt x="11681" y="10581"/>
                    <a:pt x="11871" y="11055"/>
                    <a:pt x="11605" y="11339"/>
                  </a:cubicBezTo>
                  <a:cubicBezTo>
                    <a:pt x="11514" y="11431"/>
                    <a:pt x="11402" y="11472"/>
                    <a:pt x="11293" y="11472"/>
                  </a:cubicBezTo>
                  <a:cubicBezTo>
                    <a:pt x="11064" y="11472"/>
                    <a:pt x="10847" y="11293"/>
                    <a:pt x="10847" y="11036"/>
                  </a:cubicBezTo>
                  <a:cubicBezTo>
                    <a:pt x="10847" y="10790"/>
                    <a:pt x="11036" y="10581"/>
                    <a:pt x="11283" y="10581"/>
                  </a:cubicBezTo>
                  <a:close/>
                  <a:moveTo>
                    <a:pt x="2636" y="10600"/>
                  </a:moveTo>
                  <a:lnTo>
                    <a:pt x="2636" y="12344"/>
                  </a:lnTo>
                  <a:lnTo>
                    <a:pt x="873" y="12344"/>
                  </a:lnTo>
                  <a:lnTo>
                    <a:pt x="873" y="10600"/>
                  </a:lnTo>
                  <a:close/>
                  <a:moveTo>
                    <a:pt x="21693" y="10581"/>
                  </a:moveTo>
                  <a:lnTo>
                    <a:pt x="21693" y="12344"/>
                  </a:lnTo>
                  <a:lnTo>
                    <a:pt x="19929" y="12344"/>
                  </a:lnTo>
                  <a:lnTo>
                    <a:pt x="19929" y="10581"/>
                  </a:lnTo>
                  <a:close/>
                  <a:moveTo>
                    <a:pt x="11719" y="4817"/>
                  </a:moveTo>
                  <a:lnTo>
                    <a:pt x="15739" y="12098"/>
                  </a:lnTo>
                  <a:cubicBezTo>
                    <a:pt x="14544" y="12818"/>
                    <a:pt x="13482" y="14051"/>
                    <a:pt x="13482" y="15435"/>
                  </a:cubicBezTo>
                  <a:lnTo>
                    <a:pt x="13482" y="17028"/>
                  </a:lnTo>
                  <a:lnTo>
                    <a:pt x="9083" y="17028"/>
                  </a:lnTo>
                  <a:lnTo>
                    <a:pt x="9083" y="15435"/>
                  </a:lnTo>
                  <a:cubicBezTo>
                    <a:pt x="9083" y="14051"/>
                    <a:pt x="8003" y="12799"/>
                    <a:pt x="6827" y="12098"/>
                  </a:cubicBezTo>
                  <a:lnTo>
                    <a:pt x="10847" y="4817"/>
                  </a:lnTo>
                  <a:lnTo>
                    <a:pt x="10847" y="9785"/>
                  </a:lnTo>
                  <a:cubicBezTo>
                    <a:pt x="9671" y="10202"/>
                    <a:pt x="9671" y="11870"/>
                    <a:pt x="10847" y="12287"/>
                  </a:cubicBezTo>
                  <a:lnTo>
                    <a:pt x="10847" y="13672"/>
                  </a:lnTo>
                  <a:cubicBezTo>
                    <a:pt x="10847" y="13966"/>
                    <a:pt x="11065" y="14113"/>
                    <a:pt x="11283" y="14113"/>
                  </a:cubicBezTo>
                  <a:cubicBezTo>
                    <a:pt x="11501" y="14113"/>
                    <a:pt x="11719" y="13966"/>
                    <a:pt x="11719" y="13672"/>
                  </a:cubicBezTo>
                  <a:lnTo>
                    <a:pt x="11719" y="12287"/>
                  </a:lnTo>
                  <a:cubicBezTo>
                    <a:pt x="12895" y="11870"/>
                    <a:pt x="12895" y="10202"/>
                    <a:pt x="11719" y="9785"/>
                  </a:cubicBezTo>
                  <a:lnTo>
                    <a:pt x="11719" y="4817"/>
                  </a:lnTo>
                  <a:close/>
                  <a:moveTo>
                    <a:pt x="13482" y="17900"/>
                  </a:moveTo>
                  <a:lnTo>
                    <a:pt x="13482" y="21692"/>
                  </a:lnTo>
                  <a:lnTo>
                    <a:pt x="9083" y="21692"/>
                  </a:lnTo>
                  <a:lnTo>
                    <a:pt x="9083" y="17900"/>
                  </a:lnTo>
                  <a:close/>
                  <a:moveTo>
                    <a:pt x="9956" y="0"/>
                  </a:moveTo>
                  <a:cubicBezTo>
                    <a:pt x="9709" y="0"/>
                    <a:pt x="9519" y="209"/>
                    <a:pt x="9519" y="456"/>
                  </a:cubicBezTo>
                  <a:lnTo>
                    <a:pt x="9519" y="1328"/>
                  </a:lnTo>
                  <a:lnTo>
                    <a:pt x="3471" y="1328"/>
                  </a:lnTo>
                  <a:cubicBezTo>
                    <a:pt x="3241" y="424"/>
                    <a:pt x="2516" y="4"/>
                    <a:pt x="1788" y="4"/>
                  </a:cubicBezTo>
                  <a:cubicBezTo>
                    <a:pt x="897" y="4"/>
                    <a:pt x="1" y="635"/>
                    <a:pt x="1" y="1783"/>
                  </a:cubicBezTo>
                  <a:cubicBezTo>
                    <a:pt x="1" y="2919"/>
                    <a:pt x="894" y="3545"/>
                    <a:pt x="1784" y="3545"/>
                  </a:cubicBezTo>
                  <a:cubicBezTo>
                    <a:pt x="2513" y="3545"/>
                    <a:pt x="3240" y="3124"/>
                    <a:pt x="3471" y="2219"/>
                  </a:cubicBezTo>
                  <a:lnTo>
                    <a:pt x="7225" y="2219"/>
                  </a:lnTo>
                  <a:cubicBezTo>
                    <a:pt x="4096" y="3622"/>
                    <a:pt x="1878" y="6485"/>
                    <a:pt x="1404" y="9709"/>
                  </a:cubicBezTo>
                  <a:lnTo>
                    <a:pt x="437" y="9709"/>
                  </a:lnTo>
                  <a:cubicBezTo>
                    <a:pt x="190" y="9709"/>
                    <a:pt x="1" y="9898"/>
                    <a:pt x="1" y="10145"/>
                  </a:cubicBezTo>
                  <a:lnTo>
                    <a:pt x="1" y="12799"/>
                  </a:lnTo>
                  <a:cubicBezTo>
                    <a:pt x="1" y="13027"/>
                    <a:pt x="190" y="13236"/>
                    <a:pt x="437" y="13236"/>
                  </a:cubicBezTo>
                  <a:lnTo>
                    <a:pt x="3091" y="13236"/>
                  </a:lnTo>
                  <a:cubicBezTo>
                    <a:pt x="3319" y="13236"/>
                    <a:pt x="3528" y="13027"/>
                    <a:pt x="3528" y="12799"/>
                  </a:cubicBezTo>
                  <a:lnTo>
                    <a:pt x="3528" y="10145"/>
                  </a:lnTo>
                  <a:cubicBezTo>
                    <a:pt x="3528" y="9898"/>
                    <a:pt x="3319" y="9709"/>
                    <a:pt x="3091" y="9709"/>
                  </a:cubicBezTo>
                  <a:lnTo>
                    <a:pt x="2295" y="9709"/>
                  </a:lnTo>
                  <a:cubicBezTo>
                    <a:pt x="2864" y="6106"/>
                    <a:pt x="5784" y="3129"/>
                    <a:pt x="9519" y="2390"/>
                  </a:cubicBezTo>
                  <a:lnTo>
                    <a:pt x="9519" y="3110"/>
                  </a:lnTo>
                  <a:cubicBezTo>
                    <a:pt x="9519" y="3338"/>
                    <a:pt x="9709" y="3546"/>
                    <a:pt x="9956" y="3546"/>
                  </a:cubicBezTo>
                  <a:lnTo>
                    <a:pt x="10543" y="3546"/>
                  </a:lnTo>
                  <a:lnTo>
                    <a:pt x="5841" y="12079"/>
                  </a:lnTo>
                  <a:cubicBezTo>
                    <a:pt x="5784" y="12174"/>
                    <a:pt x="5765" y="12306"/>
                    <a:pt x="5803" y="12420"/>
                  </a:cubicBezTo>
                  <a:cubicBezTo>
                    <a:pt x="5841" y="12534"/>
                    <a:pt x="5936" y="12629"/>
                    <a:pt x="6049" y="12686"/>
                  </a:cubicBezTo>
                  <a:cubicBezTo>
                    <a:pt x="7092" y="13198"/>
                    <a:pt x="8211" y="14278"/>
                    <a:pt x="8211" y="15454"/>
                  </a:cubicBezTo>
                  <a:lnTo>
                    <a:pt x="8211" y="17047"/>
                  </a:lnTo>
                  <a:lnTo>
                    <a:pt x="7775" y="17047"/>
                  </a:lnTo>
                  <a:cubicBezTo>
                    <a:pt x="7187" y="17047"/>
                    <a:pt x="7187" y="17919"/>
                    <a:pt x="7775" y="17919"/>
                  </a:cubicBezTo>
                  <a:lnTo>
                    <a:pt x="8211" y="17919"/>
                  </a:lnTo>
                  <a:lnTo>
                    <a:pt x="8211" y="22147"/>
                  </a:lnTo>
                  <a:cubicBezTo>
                    <a:pt x="8211" y="22394"/>
                    <a:pt x="8401" y="22584"/>
                    <a:pt x="8647" y="22584"/>
                  </a:cubicBezTo>
                  <a:lnTo>
                    <a:pt x="13937" y="22584"/>
                  </a:lnTo>
                  <a:cubicBezTo>
                    <a:pt x="14184" y="22584"/>
                    <a:pt x="14374" y="22394"/>
                    <a:pt x="14374" y="22147"/>
                  </a:cubicBezTo>
                  <a:lnTo>
                    <a:pt x="14374" y="17900"/>
                  </a:lnTo>
                  <a:lnTo>
                    <a:pt x="14829" y="17900"/>
                  </a:lnTo>
                  <a:cubicBezTo>
                    <a:pt x="15398" y="17900"/>
                    <a:pt x="15398" y="17028"/>
                    <a:pt x="14829" y="17028"/>
                  </a:cubicBezTo>
                  <a:lnTo>
                    <a:pt x="14374" y="17028"/>
                  </a:lnTo>
                  <a:lnTo>
                    <a:pt x="14374" y="15435"/>
                  </a:lnTo>
                  <a:cubicBezTo>
                    <a:pt x="14374" y="14278"/>
                    <a:pt x="15492" y="13179"/>
                    <a:pt x="16535" y="12667"/>
                  </a:cubicBezTo>
                  <a:cubicBezTo>
                    <a:pt x="16763" y="12553"/>
                    <a:pt x="16858" y="12287"/>
                    <a:pt x="16725" y="12060"/>
                  </a:cubicBezTo>
                  <a:lnTo>
                    <a:pt x="12041" y="3527"/>
                  </a:lnTo>
                  <a:lnTo>
                    <a:pt x="12610" y="3527"/>
                  </a:lnTo>
                  <a:cubicBezTo>
                    <a:pt x="12857" y="3527"/>
                    <a:pt x="13065" y="3338"/>
                    <a:pt x="13065" y="3091"/>
                  </a:cubicBezTo>
                  <a:lnTo>
                    <a:pt x="13065" y="2371"/>
                  </a:lnTo>
                  <a:cubicBezTo>
                    <a:pt x="16782" y="3129"/>
                    <a:pt x="19721" y="6087"/>
                    <a:pt x="20271" y="9690"/>
                  </a:cubicBezTo>
                  <a:lnTo>
                    <a:pt x="19493" y="9690"/>
                  </a:lnTo>
                  <a:cubicBezTo>
                    <a:pt x="19247" y="9690"/>
                    <a:pt x="19057" y="9898"/>
                    <a:pt x="19057" y="10145"/>
                  </a:cubicBezTo>
                  <a:lnTo>
                    <a:pt x="19057" y="12780"/>
                  </a:lnTo>
                  <a:cubicBezTo>
                    <a:pt x="19057" y="13027"/>
                    <a:pt x="19247" y="13217"/>
                    <a:pt x="19493" y="13217"/>
                  </a:cubicBezTo>
                  <a:lnTo>
                    <a:pt x="22129" y="13217"/>
                  </a:lnTo>
                  <a:cubicBezTo>
                    <a:pt x="22375" y="13217"/>
                    <a:pt x="22584" y="13027"/>
                    <a:pt x="22584" y="12780"/>
                  </a:cubicBezTo>
                  <a:lnTo>
                    <a:pt x="22584" y="10145"/>
                  </a:lnTo>
                  <a:cubicBezTo>
                    <a:pt x="22584" y="9898"/>
                    <a:pt x="22375" y="9709"/>
                    <a:pt x="22129" y="9709"/>
                  </a:cubicBezTo>
                  <a:lnTo>
                    <a:pt x="21162" y="9709"/>
                  </a:lnTo>
                  <a:cubicBezTo>
                    <a:pt x="20707" y="6466"/>
                    <a:pt x="18488" y="3622"/>
                    <a:pt x="15360" y="2219"/>
                  </a:cubicBezTo>
                  <a:lnTo>
                    <a:pt x="19114" y="2219"/>
                  </a:lnTo>
                  <a:cubicBezTo>
                    <a:pt x="19304" y="2996"/>
                    <a:pt x="20005" y="3527"/>
                    <a:pt x="20821" y="3527"/>
                  </a:cubicBezTo>
                  <a:lnTo>
                    <a:pt x="20802" y="3546"/>
                  </a:lnTo>
                  <a:cubicBezTo>
                    <a:pt x="22281" y="3546"/>
                    <a:pt x="23096" y="1859"/>
                    <a:pt x="22205" y="702"/>
                  </a:cubicBezTo>
                  <a:cubicBezTo>
                    <a:pt x="21844" y="226"/>
                    <a:pt x="21327" y="5"/>
                    <a:pt x="20815" y="5"/>
                  </a:cubicBezTo>
                  <a:cubicBezTo>
                    <a:pt x="20063" y="5"/>
                    <a:pt x="19321" y="482"/>
                    <a:pt x="19095" y="1328"/>
                  </a:cubicBezTo>
                  <a:lnTo>
                    <a:pt x="13046" y="1328"/>
                  </a:lnTo>
                  <a:lnTo>
                    <a:pt x="13046" y="456"/>
                  </a:lnTo>
                  <a:cubicBezTo>
                    <a:pt x="13046" y="209"/>
                    <a:pt x="12857" y="0"/>
                    <a:pt x="1261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99" name="Google Shape;2799;p50"/>
          <p:cNvGrpSpPr/>
          <p:nvPr/>
        </p:nvGrpSpPr>
        <p:grpSpPr>
          <a:xfrm>
            <a:off x="3838118" y="2697667"/>
            <a:ext cx="365777" cy="340219"/>
            <a:chOff x="3281338" y="3217425"/>
            <a:chExt cx="520975" cy="488750"/>
          </a:xfrm>
        </p:grpSpPr>
        <p:sp>
          <p:nvSpPr>
            <p:cNvPr id="2800" name="Google Shape;2800;p50"/>
            <p:cNvSpPr/>
            <p:nvPr/>
          </p:nvSpPr>
          <p:spPr>
            <a:xfrm>
              <a:off x="3474738" y="3492350"/>
              <a:ext cx="317625" cy="203400"/>
            </a:xfrm>
            <a:custGeom>
              <a:avLst/>
              <a:gdLst/>
              <a:ahLst/>
              <a:cxnLst/>
              <a:rect l="l" t="t" r="r" b="b"/>
              <a:pathLst>
                <a:path w="12705" h="8136" extrusionOk="0">
                  <a:moveTo>
                    <a:pt x="11922" y="0"/>
                  </a:moveTo>
                  <a:cubicBezTo>
                    <a:pt x="11911" y="0"/>
                    <a:pt x="11900" y="1"/>
                    <a:pt x="11889" y="1"/>
                  </a:cubicBezTo>
                  <a:lnTo>
                    <a:pt x="0" y="1"/>
                  </a:lnTo>
                  <a:lnTo>
                    <a:pt x="0" y="8136"/>
                  </a:lnTo>
                  <a:lnTo>
                    <a:pt x="11889" y="8136"/>
                  </a:lnTo>
                  <a:cubicBezTo>
                    <a:pt x="12344" y="8136"/>
                    <a:pt x="12705" y="7775"/>
                    <a:pt x="12705" y="7320"/>
                  </a:cubicBezTo>
                  <a:lnTo>
                    <a:pt x="12705" y="816"/>
                  </a:lnTo>
                  <a:cubicBezTo>
                    <a:pt x="12705" y="372"/>
                    <a:pt x="12361" y="0"/>
                    <a:pt x="119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50"/>
            <p:cNvSpPr/>
            <p:nvPr/>
          </p:nvSpPr>
          <p:spPr>
            <a:xfrm>
              <a:off x="3474738" y="3227375"/>
              <a:ext cx="317625" cy="203875"/>
            </a:xfrm>
            <a:custGeom>
              <a:avLst/>
              <a:gdLst/>
              <a:ahLst/>
              <a:cxnLst/>
              <a:rect l="l" t="t" r="r" b="b"/>
              <a:pathLst>
                <a:path w="12705" h="8155" extrusionOk="0">
                  <a:moveTo>
                    <a:pt x="0" y="1"/>
                  </a:moveTo>
                  <a:lnTo>
                    <a:pt x="0" y="8154"/>
                  </a:lnTo>
                  <a:lnTo>
                    <a:pt x="11889" y="8154"/>
                  </a:lnTo>
                  <a:cubicBezTo>
                    <a:pt x="12344" y="8154"/>
                    <a:pt x="12705" y="7775"/>
                    <a:pt x="12705" y="7339"/>
                  </a:cubicBezTo>
                  <a:lnTo>
                    <a:pt x="12705" y="816"/>
                  </a:lnTo>
                  <a:cubicBezTo>
                    <a:pt x="12705" y="361"/>
                    <a:pt x="12344" y="1"/>
                    <a:pt x="118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50"/>
            <p:cNvSpPr/>
            <p:nvPr/>
          </p:nvSpPr>
          <p:spPr>
            <a:xfrm>
              <a:off x="3694688" y="3288525"/>
              <a:ext cx="47300" cy="40650"/>
            </a:xfrm>
            <a:custGeom>
              <a:avLst/>
              <a:gdLst/>
              <a:ahLst/>
              <a:cxnLst/>
              <a:rect l="l" t="t" r="r" b="b"/>
              <a:pathLst>
                <a:path w="1892" h="1626" extrusionOk="0">
                  <a:moveTo>
                    <a:pt x="838" y="0"/>
                  </a:moveTo>
                  <a:cubicBezTo>
                    <a:pt x="831" y="0"/>
                    <a:pt x="823" y="0"/>
                    <a:pt x="816" y="1"/>
                  </a:cubicBezTo>
                  <a:cubicBezTo>
                    <a:pt x="361" y="1"/>
                    <a:pt x="0" y="361"/>
                    <a:pt x="0" y="816"/>
                  </a:cubicBezTo>
                  <a:cubicBezTo>
                    <a:pt x="0" y="1303"/>
                    <a:pt x="399" y="1625"/>
                    <a:pt x="815" y="1625"/>
                  </a:cubicBezTo>
                  <a:cubicBezTo>
                    <a:pt x="1015" y="1625"/>
                    <a:pt x="1219" y="1551"/>
                    <a:pt x="1385" y="1385"/>
                  </a:cubicBezTo>
                  <a:cubicBezTo>
                    <a:pt x="1891" y="878"/>
                    <a:pt x="1544" y="0"/>
                    <a:pt x="8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50"/>
            <p:cNvSpPr/>
            <p:nvPr/>
          </p:nvSpPr>
          <p:spPr>
            <a:xfrm>
              <a:off x="3613163" y="3288525"/>
              <a:ext cx="47275" cy="40650"/>
            </a:xfrm>
            <a:custGeom>
              <a:avLst/>
              <a:gdLst/>
              <a:ahLst/>
              <a:cxnLst/>
              <a:rect l="l" t="t" r="r" b="b"/>
              <a:pathLst>
                <a:path w="1891" h="1626" extrusionOk="0">
                  <a:moveTo>
                    <a:pt x="838" y="0"/>
                  </a:moveTo>
                  <a:cubicBezTo>
                    <a:pt x="831" y="0"/>
                    <a:pt x="823" y="0"/>
                    <a:pt x="815" y="1"/>
                  </a:cubicBezTo>
                  <a:cubicBezTo>
                    <a:pt x="360" y="1"/>
                    <a:pt x="0" y="361"/>
                    <a:pt x="0" y="816"/>
                  </a:cubicBezTo>
                  <a:cubicBezTo>
                    <a:pt x="0" y="1303"/>
                    <a:pt x="398" y="1625"/>
                    <a:pt x="814" y="1625"/>
                  </a:cubicBezTo>
                  <a:cubicBezTo>
                    <a:pt x="1014" y="1625"/>
                    <a:pt x="1218" y="1551"/>
                    <a:pt x="1384" y="1385"/>
                  </a:cubicBezTo>
                  <a:cubicBezTo>
                    <a:pt x="1891" y="878"/>
                    <a:pt x="1543" y="0"/>
                    <a:pt x="8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50"/>
            <p:cNvSpPr/>
            <p:nvPr/>
          </p:nvSpPr>
          <p:spPr>
            <a:xfrm>
              <a:off x="3613163" y="3553050"/>
              <a:ext cx="47425" cy="41075"/>
            </a:xfrm>
            <a:custGeom>
              <a:avLst/>
              <a:gdLst/>
              <a:ahLst/>
              <a:cxnLst/>
              <a:rect l="l" t="t" r="r" b="b"/>
              <a:pathLst>
                <a:path w="1897" h="1643" extrusionOk="0">
                  <a:moveTo>
                    <a:pt x="815" y="0"/>
                  </a:moveTo>
                  <a:cubicBezTo>
                    <a:pt x="360" y="0"/>
                    <a:pt x="0" y="379"/>
                    <a:pt x="0" y="815"/>
                  </a:cubicBezTo>
                  <a:cubicBezTo>
                    <a:pt x="0" y="1316"/>
                    <a:pt x="400" y="1643"/>
                    <a:pt x="817" y="1643"/>
                  </a:cubicBezTo>
                  <a:cubicBezTo>
                    <a:pt x="1016" y="1643"/>
                    <a:pt x="1219" y="1569"/>
                    <a:pt x="1384" y="1403"/>
                  </a:cubicBezTo>
                  <a:cubicBezTo>
                    <a:pt x="1896" y="891"/>
                    <a:pt x="1536" y="0"/>
                    <a:pt x="8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50"/>
            <p:cNvSpPr/>
            <p:nvPr/>
          </p:nvSpPr>
          <p:spPr>
            <a:xfrm>
              <a:off x="3531613" y="3288525"/>
              <a:ext cx="47425" cy="40650"/>
            </a:xfrm>
            <a:custGeom>
              <a:avLst/>
              <a:gdLst/>
              <a:ahLst/>
              <a:cxnLst/>
              <a:rect l="l" t="t" r="r" b="b"/>
              <a:pathLst>
                <a:path w="1897" h="1626" extrusionOk="0">
                  <a:moveTo>
                    <a:pt x="816" y="1"/>
                  </a:moveTo>
                  <a:cubicBezTo>
                    <a:pt x="361" y="1"/>
                    <a:pt x="1" y="361"/>
                    <a:pt x="1" y="816"/>
                  </a:cubicBezTo>
                  <a:cubicBezTo>
                    <a:pt x="1" y="1303"/>
                    <a:pt x="399" y="1625"/>
                    <a:pt x="815" y="1625"/>
                  </a:cubicBezTo>
                  <a:cubicBezTo>
                    <a:pt x="1015" y="1625"/>
                    <a:pt x="1219" y="1551"/>
                    <a:pt x="1385" y="1385"/>
                  </a:cubicBezTo>
                  <a:cubicBezTo>
                    <a:pt x="1897" y="873"/>
                    <a:pt x="1537" y="1"/>
                    <a:pt x="8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50"/>
            <p:cNvSpPr/>
            <p:nvPr/>
          </p:nvSpPr>
          <p:spPr>
            <a:xfrm>
              <a:off x="3531613" y="3553050"/>
              <a:ext cx="47425" cy="41075"/>
            </a:xfrm>
            <a:custGeom>
              <a:avLst/>
              <a:gdLst/>
              <a:ahLst/>
              <a:cxnLst/>
              <a:rect l="l" t="t" r="r" b="b"/>
              <a:pathLst>
                <a:path w="1897" h="1643" extrusionOk="0">
                  <a:moveTo>
                    <a:pt x="816" y="0"/>
                  </a:moveTo>
                  <a:cubicBezTo>
                    <a:pt x="361" y="0"/>
                    <a:pt x="1" y="379"/>
                    <a:pt x="1" y="815"/>
                  </a:cubicBezTo>
                  <a:cubicBezTo>
                    <a:pt x="1" y="1316"/>
                    <a:pt x="401" y="1643"/>
                    <a:pt x="818" y="1643"/>
                  </a:cubicBezTo>
                  <a:cubicBezTo>
                    <a:pt x="1017" y="1643"/>
                    <a:pt x="1220" y="1569"/>
                    <a:pt x="1385" y="1403"/>
                  </a:cubicBezTo>
                  <a:cubicBezTo>
                    <a:pt x="1897" y="891"/>
                    <a:pt x="1537" y="0"/>
                    <a:pt x="8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50"/>
            <p:cNvSpPr/>
            <p:nvPr/>
          </p:nvSpPr>
          <p:spPr>
            <a:xfrm>
              <a:off x="3291288" y="3492375"/>
              <a:ext cx="183475" cy="203375"/>
            </a:xfrm>
            <a:custGeom>
              <a:avLst/>
              <a:gdLst/>
              <a:ahLst/>
              <a:cxnLst/>
              <a:rect l="l" t="t" r="r" b="b"/>
              <a:pathLst>
                <a:path w="7339" h="8135" extrusionOk="0">
                  <a:moveTo>
                    <a:pt x="816" y="0"/>
                  </a:moveTo>
                  <a:cubicBezTo>
                    <a:pt x="361" y="0"/>
                    <a:pt x="0" y="360"/>
                    <a:pt x="0" y="815"/>
                  </a:cubicBezTo>
                  <a:lnTo>
                    <a:pt x="0" y="7319"/>
                  </a:lnTo>
                  <a:cubicBezTo>
                    <a:pt x="0" y="7774"/>
                    <a:pt x="361" y="8135"/>
                    <a:pt x="816" y="8135"/>
                  </a:cubicBezTo>
                  <a:lnTo>
                    <a:pt x="7338" y="8135"/>
                  </a:lnTo>
                  <a:lnTo>
                    <a:pt x="733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50"/>
            <p:cNvSpPr/>
            <p:nvPr/>
          </p:nvSpPr>
          <p:spPr>
            <a:xfrm>
              <a:off x="3291288" y="3227375"/>
              <a:ext cx="183475" cy="203875"/>
            </a:xfrm>
            <a:custGeom>
              <a:avLst/>
              <a:gdLst/>
              <a:ahLst/>
              <a:cxnLst/>
              <a:rect l="l" t="t" r="r" b="b"/>
              <a:pathLst>
                <a:path w="7339" h="8155" extrusionOk="0">
                  <a:moveTo>
                    <a:pt x="816" y="1"/>
                  </a:moveTo>
                  <a:cubicBezTo>
                    <a:pt x="361" y="1"/>
                    <a:pt x="0" y="361"/>
                    <a:pt x="0" y="816"/>
                  </a:cubicBezTo>
                  <a:lnTo>
                    <a:pt x="0" y="7339"/>
                  </a:lnTo>
                  <a:cubicBezTo>
                    <a:pt x="0" y="7775"/>
                    <a:pt x="361" y="8154"/>
                    <a:pt x="816" y="8154"/>
                  </a:cubicBezTo>
                  <a:lnTo>
                    <a:pt x="7338" y="8154"/>
                  </a:lnTo>
                  <a:lnTo>
                    <a:pt x="733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50"/>
            <p:cNvSpPr/>
            <p:nvPr/>
          </p:nvSpPr>
          <p:spPr>
            <a:xfrm>
              <a:off x="3342013" y="3593800"/>
              <a:ext cx="81550" cy="61175"/>
            </a:xfrm>
            <a:custGeom>
              <a:avLst/>
              <a:gdLst/>
              <a:ahLst/>
              <a:cxnLst/>
              <a:rect l="l" t="t" r="r" b="b"/>
              <a:pathLst>
                <a:path w="3262" h="2447" extrusionOk="0">
                  <a:moveTo>
                    <a:pt x="0" y="1"/>
                  </a:moveTo>
                  <a:lnTo>
                    <a:pt x="0" y="2447"/>
                  </a:lnTo>
                  <a:lnTo>
                    <a:pt x="3262" y="2447"/>
                  </a:lnTo>
                  <a:lnTo>
                    <a:pt x="326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50"/>
            <p:cNvSpPr/>
            <p:nvPr/>
          </p:nvSpPr>
          <p:spPr>
            <a:xfrm>
              <a:off x="3341538" y="3327400"/>
              <a:ext cx="82975" cy="63075"/>
            </a:xfrm>
            <a:custGeom>
              <a:avLst/>
              <a:gdLst/>
              <a:ahLst/>
              <a:cxnLst/>
              <a:rect l="l" t="t" r="r" b="b"/>
              <a:pathLst>
                <a:path w="3319" h="2523" extrusionOk="0">
                  <a:moveTo>
                    <a:pt x="1650" y="0"/>
                  </a:moveTo>
                  <a:cubicBezTo>
                    <a:pt x="740" y="0"/>
                    <a:pt x="0" y="778"/>
                    <a:pt x="19" y="1707"/>
                  </a:cubicBezTo>
                  <a:lnTo>
                    <a:pt x="19" y="2522"/>
                  </a:lnTo>
                  <a:lnTo>
                    <a:pt x="3281" y="2522"/>
                  </a:lnTo>
                  <a:lnTo>
                    <a:pt x="3281" y="1707"/>
                  </a:lnTo>
                  <a:cubicBezTo>
                    <a:pt x="3318" y="778"/>
                    <a:pt x="2579" y="0"/>
                    <a:pt x="16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50"/>
            <p:cNvSpPr/>
            <p:nvPr/>
          </p:nvSpPr>
          <p:spPr>
            <a:xfrm>
              <a:off x="3342013" y="3268150"/>
              <a:ext cx="71600" cy="61275"/>
            </a:xfrm>
            <a:custGeom>
              <a:avLst/>
              <a:gdLst/>
              <a:ahLst/>
              <a:cxnLst/>
              <a:rect l="l" t="t" r="r" b="b"/>
              <a:pathLst>
                <a:path w="2864" h="2451" extrusionOk="0">
                  <a:moveTo>
                    <a:pt x="1631" y="0"/>
                  </a:moveTo>
                  <a:cubicBezTo>
                    <a:pt x="550" y="0"/>
                    <a:pt x="0" y="1309"/>
                    <a:pt x="778" y="2086"/>
                  </a:cubicBezTo>
                  <a:cubicBezTo>
                    <a:pt x="1023" y="2338"/>
                    <a:pt x="1328" y="2450"/>
                    <a:pt x="1628" y="2450"/>
                  </a:cubicBezTo>
                  <a:cubicBezTo>
                    <a:pt x="2256" y="2450"/>
                    <a:pt x="2863" y="1958"/>
                    <a:pt x="2863" y="1214"/>
                  </a:cubicBezTo>
                  <a:cubicBezTo>
                    <a:pt x="2863" y="550"/>
                    <a:pt x="2313" y="0"/>
                    <a:pt x="16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50"/>
            <p:cNvSpPr/>
            <p:nvPr/>
          </p:nvSpPr>
          <p:spPr>
            <a:xfrm>
              <a:off x="3528288" y="3380025"/>
              <a:ext cx="23750" cy="20450"/>
            </a:xfrm>
            <a:custGeom>
              <a:avLst/>
              <a:gdLst/>
              <a:ahLst/>
              <a:cxnLst/>
              <a:rect l="l" t="t" r="r" b="b"/>
              <a:pathLst>
                <a:path w="950" h="818" extrusionOk="0">
                  <a:moveTo>
                    <a:pt x="551" y="0"/>
                  </a:moveTo>
                  <a:cubicBezTo>
                    <a:pt x="172" y="0"/>
                    <a:pt x="1" y="436"/>
                    <a:pt x="247" y="702"/>
                  </a:cubicBezTo>
                  <a:cubicBezTo>
                    <a:pt x="334" y="782"/>
                    <a:pt x="437" y="818"/>
                    <a:pt x="539" y="818"/>
                  </a:cubicBezTo>
                  <a:cubicBezTo>
                    <a:pt x="750" y="818"/>
                    <a:pt x="949" y="661"/>
                    <a:pt x="949" y="417"/>
                  </a:cubicBezTo>
                  <a:cubicBezTo>
                    <a:pt x="949" y="190"/>
                    <a:pt x="759" y="0"/>
                    <a:pt x="55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50"/>
            <p:cNvSpPr/>
            <p:nvPr/>
          </p:nvSpPr>
          <p:spPr>
            <a:xfrm>
              <a:off x="3528288" y="3645000"/>
              <a:ext cx="23750" cy="20200"/>
            </a:xfrm>
            <a:custGeom>
              <a:avLst/>
              <a:gdLst/>
              <a:ahLst/>
              <a:cxnLst/>
              <a:rect l="l" t="t" r="r" b="b"/>
              <a:pathLst>
                <a:path w="950" h="808" extrusionOk="0">
                  <a:moveTo>
                    <a:pt x="551" y="1"/>
                  </a:moveTo>
                  <a:cubicBezTo>
                    <a:pt x="172" y="1"/>
                    <a:pt x="1" y="437"/>
                    <a:pt x="247" y="683"/>
                  </a:cubicBezTo>
                  <a:cubicBezTo>
                    <a:pt x="334" y="769"/>
                    <a:pt x="438" y="808"/>
                    <a:pt x="539" y="808"/>
                  </a:cubicBezTo>
                  <a:cubicBezTo>
                    <a:pt x="750" y="808"/>
                    <a:pt x="949" y="642"/>
                    <a:pt x="949" y="399"/>
                  </a:cubicBezTo>
                  <a:cubicBezTo>
                    <a:pt x="949" y="171"/>
                    <a:pt x="759" y="1"/>
                    <a:pt x="55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50"/>
            <p:cNvSpPr/>
            <p:nvPr/>
          </p:nvSpPr>
          <p:spPr>
            <a:xfrm>
              <a:off x="3328263" y="3257725"/>
              <a:ext cx="109525" cy="142700"/>
            </a:xfrm>
            <a:custGeom>
              <a:avLst/>
              <a:gdLst/>
              <a:ahLst/>
              <a:cxnLst/>
              <a:rect l="l" t="t" r="r" b="b"/>
              <a:pathLst>
                <a:path w="4381" h="5708" extrusionOk="0">
                  <a:moveTo>
                    <a:pt x="2181" y="815"/>
                  </a:moveTo>
                  <a:cubicBezTo>
                    <a:pt x="2920" y="815"/>
                    <a:pt x="3281" y="1707"/>
                    <a:pt x="2769" y="2219"/>
                  </a:cubicBezTo>
                  <a:cubicBezTo>
                    <a:pt x="2603" y="2384"/>
                    <a:pt x="2398" y="2458"/>
                    <a:pt x="2197" y="2458"/>
                  </a:cubicBezTo>
                  <a:cubicBezTo>
                    <a:pt x="1774" y="2458"/>
                    <a:pt x="1365" y="2131"/>
                    <a:pt x="1365" y="1631"/>
                  </a:cubicBezTo>
                  <a:cubicBezTo>
                    <a:pt x="1365" y="1195"/>
                    <a:pt x="1745" y="815"/>
                    <a:pt x="2181" y="815"/>
                  </a:cubicBezTo>
                  <a:close/>
                  <a:moveTo>
                    <a:pt x="2181" y="3205"/>
                  </a:moveTo>
                  <a:cubicBezTo>
                    <a:pt x="2882" y="3205"/>
                    <a:pt x="3432" y="3792"/>
                    <a:pt x="3394" y="4494"/>
                  </a:cubicBezTo>
                  <a:lnTo>
                    <a:pt x="3394" y="4892"/>
                  </a:lnTo>
                  <a:lnTo>
                    <a:pt x="967" y="4892"/>
                  </a:lnTo>
                  <a:lnTo>
                    <a:pt x="967" y="4494"/>
                  </a:lnTo>
                  <a:cubicBezTo>
                    <a:pt x="929" y="3792"/>
                    <a:pt x="1479" y="3205"/>
                    <a:pt x="2181" y="3205"/>
                  </a:cubicBezTo>
                  <a:close/>
                  <a:moveTo>
                    <a:pt x="2181" y="0"/>
                  </a:moveTo>
                  <a:cubicBezTo>
                    <a:pt x="721" y="0"/>
                    <a:pt x="0" y="1783"/>
                    <a:pt x="1043" y="2806"/>
                  </a:cubicBezTo>
                  <a:cubicBezTo>
                    <a:pt x="493" y="3186"/>
                    <a:pt x="152" y="3811"/>
                    <a:pt x="152" y="4494"/>
                  </a:cubicBezTo>
                  <a:lnTo>
                    <a:pt x="152" y="5309"/>
                  </a:lnTo>
                  <a:cubicBezTo>
                    <a:pt x="152" y="5537"/>
                    <a:pt x="342" y="5708"/>
                    <a:pt x="550" y="5708"/>
                  </a:cubicBezTo>
                  <a:lnTo>
                    <a:pt x="3812" y="5708"/>
                  </a:lnTo>
                  <a:cubicBezTo>
                    <a:pt x="4039" y="5708"/>
                    <a:pt x="4229" y="5537"/>
                    <a:pt x="4229" y="5309"/>
                  </a:cubicBezTo>
                  <a:lnTo>
                    <a:pt x="4229" y="4494"/>
                  </a:lnTo>
                  <a:cubicBezTo>
                    <a:pt x="4229" y="3811"/>
                    <a:pt x="3887" y="3186"/>
                    <a:pt x="3319" y="2806"/>
                  </a:cubicBezTo>
                  <a:cubicBezTo>
                    <a:pt x="4380" y="1783"/>
                    <a:pt x="3641" y="0"/>
                    <a:pt x="218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50"/>
            <p:cNvSpPr/>
            <p:nvPr/>
          </p:nvSpPr>
          <p:spPr>
            <a:xfrm>
              <a:off x="3511238" y="3278000"/>
              <a:ext cx="71125" cy="61275"/>
            </a:xfrm>
            <a:custGeom>
              <a:avLst/>
              <a:gdLst/>
              <a:ahLst/>
              <a:cxnLst/>
              <a:rect l="l" t="t" r="r" b="b"/>
              <a:pathLst>
                <a:path w="2845" h="2451" extrusionOk="0">
                  <a:moveTo>
                    <a:pt x="1625" y="828"/>
                  </a:moveTo>
                  <a:cubicBezTo>
                    <a:pt x="1830" y="828"/>
                    <a:pt x="2029" y="994"/>
                    <a:pt x="2029" y="1237"/>
                  </a:cubicBezTo>
                  <a:cubicBezTo>
                    <a:pt x="2029" y="1465"/>
                    <a:pt x="1859" y="1635"/>
                    <a:pt x="1631" y="1635"/>
                  </a:cubicBezTo>
                  <a:cubicBezTo>
                    <a:pt x="1271" y="1635"/>
                    <a:pt x="1081" y="1199"/>
                    <a:pt x="1347" y="953"/>
                  </a:cubicBezTo>
                  <a:cubicBezTo>
                    <a:pt x="1427" y="866"/>
                    <a:pt x="1527" y="828"/>
                    <a:pt x="1625" y="828"/>
                  </a:cubicBezTo>
                  <a:close/>
                  <a:moveTo>
                    <a:pt x="1618" y="1"/>
                  </a:moveTo>
                  <a:cubicBezTo>
                    <a:pt x="1317" y="1"/>
                    <a:pt x="1010" y="113"/>
                    <a:pt x="759" y="365"/>
                  </a:cubicBezTo>
                  <a:cubicBezTo>
                    <a:pt x="0" y="1142"/>
                    <a:pt x="531" y="2451"/>
                    <a:pt x="1631" y="2451"/>
                  </a:cubicBezTo>
                  <a:cubicBezTo>
                    <a:pt x="2314" y="2451"/>
                    <a:pt x="2845" y="1901"/>
                    <a:pt x="2845" y="1237"/>
                  </a:cubicBezTo>
                  <a:cubicBezTo>
                    <a:pt x="2845" y="493"/>
                    <a:pt x="2246" y="1"/>
                    <a:pt x="16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50"/>
            <p:cNvSpPr/>
            <p:nvPr/>
          </p:nvSpPr>
          <p:spPr>
            <a:xfrm>
              <a:off x="3602713" y="3278000"/>
              <a:ext cx="71625" cy="61275"/>
            </a:xfrm>
            <a:custGeom>
              <a:avLst/>
              <a:gdLst/>
              <a:ahLst/>
              <a:cxnLst/>
              <a:rect l="l" t="t" r="r" b="b"/>
              <a:pathLst>
                <a:path w="2865" h="2451" extrusionOk="0">
                  <a:moveTo>
                    <a:pt x="1233" y="820"/>
                  </a:moveTo>
                  <a:cubicBezTo>
                    <a:pt x="1594" y="820"/>
                    <a:pt x="1783" y="1256"/>
                    <a:pt x="1518" y="1521"/>
                  </a:cubicBezTo>
                  <a:cubicBezTo>
                    <a:pt x="1438" y="1608"/>
                    <a:pt x="1336" y="1646"/>
                    <a:pt x="1235" y="1646"/>
                  </a:cubicBezTo>
                  <a:cubicBezTo>
                    <a:pt x="1024" y="1646"/>
                    <a:pt x="816" y="1480"/>
                    <a:pt x="816" y="1237"/>
                  </a:cubicBezTo>
                  <a:cubicBezTo>
                    <a:pt x="816" y="1009"/>
                    <a:pt x="1006" y="820"/>
                    <a:pt x="1233" y="820"/>
                  </a:cubicBezTo>
                  <a:close/>
                  <a:moveTo>
                    <a:pt x="1236" y="1"/>
                  </a:moveTo>
                  <a:cubicBezTo>
                    <a:pt x="608" y="1"/>
                    <a:pt x="1" y="493"/>
                    <a:pt x="1" y="1237"/>
                  </a:cubicBezTo>
                  <a:cubicBezTo>
                    <a:pt x="1" y="1901"/>
                    <a:pt x="551" y="2451"/>
                    <a:pt x="1233" y="2451"/>
                  </a:cubicBezTo>
                  <a:cubicBezTo>
                    <a:pt x="2314" y="2451"/>
                    <a:pt x="2864" y="1142"/>
                    <a:pt x="2087" y="365"/>
                  </a:cubicBezTo>
                  <a:cubicBezTo>
                    <a:pt x="1841" y="113"/>
                    <a:pt x="1536" y="1"/>
                    <a:pt x="123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50"/>
            <p:cNvSpPr/>
            <p:nvPr/>
          </p:nvSpPr>
          <p:spPr>
            <a:xfrm>
              <a:off x="3673838" y="3278100"/>
              <a:ext cx="71600" cy="61275"/>
            </a:xfrm>
            <a:custGeom>
              <a:avLst/>
              <a:gdLst/>
              <a:ahLst/>
              <a:cxnLst/>
              <a:rect l="l" t="t" r="r" b="b"/>
              <a:pathLst>
                <a:path w="2864" h="2451" extrusionOk="0">
                  <a:moveTo>
                    <a:pt x="1638" y="824"/>
                  </a:moveTo>
                  <a:cubicBezTo>
                    <a:pt x="1849" y="824"/>
                    <a:pt x="2048" y="990"/>
                    <a:pt x="2048" y="1233"/>
                  </a:cubicBezTo>
                  <a:cubicBezTo>
                    <a:pt x="2048" y="1461"/>
                    <a:pt x="1858" y="1631"/>
                    <a:pt x="1650" y="1631"/>
                  </a:cubicBezTo>
                  <a:cubicBezTo>
                    <a:pt x="1271" y="1631"/>
                    <a:pt x="1100" y="1195"/>
                    <a:pt x="1346" y="949"/>
                  </a:cubicBezTo>
                  <a:cubicBezTo>
                    <a:pt x="1433" y="862"/>
                    <a:pt x="1537" y="824"/>
                    <a:pt x="1638" y="824"/>
                  </a:cubicBezTo>
                  <a:close/>
                  <a:moveTo>
                    <a:pt x="1650" y="0"/>
                  </a:moveTo>
                  <a:cubicBezTo>
                    <a:pt x="550" y="0"/>
                    <a:pt x="0" y="1328"/>
                    <a:pt x="778" y="2086"/>
                  </a:cubicBezTo>
                  <a:cubicBezTo>
                    <a:pt x="1030" y="2338"/>
                    <a:pt x="1338" y="2451"/>
                    <a:pt x="1639" y="2451"/>
                  </a:cubicBezTo>
                  <a:cubicBezTo>
                    <a:pt x="2266" y="2451"/>
                    <a:pt x="2863" y="1963"/>
                    <a:pt x="2863" y="1233"/>
                  </a:cubicBezTo>
                  <a:cubicBezTo>
                    <a:pt x="2863" y="550"/>
                    <a:pt x="2313" y="0"/>
                    <a:pt x="16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50"/>
            <p:cNvSpPr/>
            <p:nvPr/>
          </p:nvSpPr>
          <p:spPr>
            <a:xfrm>
              <a:off x="3332038" y="3524125"/>
              <a:ext cx="101950" cy="141275"/>
            </a:xfrm>
            <a:custGeom>
              <a:avLst/>
              <a:gdLst/>
              <a:ahLst/>
              <a:cxnLst/>
              <a:rect l="l" t="t" r="r" b="b"/>
              <a:pathLst>
                <a:path w="4078" h="5651" extrusionOk="0">
                  <a:moveTo>
                    <a:pt x="2030" y="806"/>
                  </a:moveTo>
                  <a:cubicBezTo>
                    <a:pt x="2423" y="806"/>
                    <a:pt x="2817" y="1062"/>
                    <a:pt x="2845" y="1574"/>
                  </a:cubicBezTo>
                  <a:lnTo>
                    <a:pt x="2845" y="2390"/>
                  </a:lnTo>
                  <a:lnTo>
                    <a:pt x="1214" y="2390"/>
                  </a:lnTo>
                  <a:lnTo>
                    <a:pt x="1214" y="1574"/>
                  </a:lnTo>
                  <a:cubicBezTo>
                    <a:pt x="1243" y="1062"/>
                    <a:pt x="1636" y="806"/>
                    <a:pt x="2030" y="806"/>
                  </a:cubicBezTo>
                  <a:close/>
                  <a:moveTo>
                    <a:pt x="3243" y="3205"/>
                  </a:moveTo>
                  <a:lnTo>
                    <a:pt x="3243" y="4836"/>
                  </a:lnTo>
                  <a:lnTo>
                    <a:pt x="816" y="4836"/>
                  </a:lnTo>
                  <a:lnTo>
                    <a:pt x="816" y="3205"/>
                  </a:lnTo>
                  <a:close/>
                  <a:moveTo>
                    <a:pt x="2030" y="0"/>
                  </a:moveTo>
                  <a:cubicBezTo>
                    <a:pt x="1158" y="0"/>
                    <a:pt x="437" y="702"/>
                    <a:pt x="399" y="1574"/>
                  </a:cubicBezTo>
                  <a:lnTo>
                    <a:pt x="399" y="2390"/>
                  </a:lnTo>
                  <a:cubicBezTo>
                    <a:pt x="191" y="2390"/>
                    <a:pt x="1" y="2579"/>
                    <a:pt x="1" y="2788"/>
                  </a:cubicBezTo>
                  <a:lnTo>
                    <a:pt x="1" y="5234"/>
                  </a:lnTo>
                  <a:cubicBezTo>
                    <a:pt x="1" y="5461"/>
                    <a:pt x="191" y="5651"/>
                    <a:pt x="399" y="5651"/>
                  </a:cubicBezTo>
                  <a:lnTo>
                    <a:pt x="3661" y="5651"/>
                  </a:lnTo>
                  <a:cubicBezTo>
                    <a:pt x="3888" y="5651"/>
                    <a:pt x="4078" y="5461"/>
                    <a:pt x="4078" y="5234"/>
                  </a:cubicBezTo>
                  <a:lnTo>
                    <a:pt x="4078" y="2788"/>
                  </a:lnTo>
                  <a:cubicBezTo>
                    <a:pt x="4078" y="2579"/>
                    <a:pt x="3888" y="2390"/>
                    <a:pt x="3661" y="2390"/>
                  </a:cubicBezTo>
                  <a:lnTo>
                    <a:pt x="3661" y="1574"/>
                  </a:lnTo>
                  <a:cubicBezTo>
                    <a:pt x="3623" y="702"/>
                    <a:pt x="2921" y="0"/>
                    <a:pt x="203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50"/>
            <p:cNvSpPr/>
            <p:nvPr/>
          </p:nvSpPr>
          <p:spPr>
            <a:xfrm>
              <a:off x="3511238" y="3542975"/>
              <a:ext cx="71125" cy="61275"/>
            </a:xfrm>
            <a:custGeom>
              <a:avLst/>
              <a:gdLst/>
              <a:ahLst/>
              <a:cxnLst/>
              <a:rect l="l" t="t" r="r" b="b"/>
              <a:pathLst>
                <a:path w="2845" h="2451" extrusionOk="0">
                  <a:moveTo>
                    <a:pt x="1625" y="818"/>
                  </a:moveTo>
                  <a:cubicBezTo>
                    <a:pt x="1830" y="818"/>
                    <a:pt x="2029" y="975"/>
                    <a:pt x="2029" y="1218"/>
                  </a:cubicBezTo>
                  <a:cubicBezTo>
                    <a:pt x="2029" y="1446"/>
                    <a:pt x="1859" y="1636"/>
                    <a:pt x="1631" y="1636"/>
                  </a:cubicBezTo>
                  <a:cubicBezTo>
                    <a:pt x="1271" y="1636"/>
                    <a:pt x="1081" y="1200"/>
                    <a:pt x="1347" y="934"/>
                  </a:cubicBezTo>
                  <a:cubicBezTo>
                    <a:pt x="1427" y="854"/>
                    <a:pt x="1526" y="818"/>
                    <a:pt x="1625" y="818"/>
                  </a:cubicBezTo>
                  <a:close/>
                  <a:moveTo>
                    <a:pt x="1620" y="0"/>
                  </a:moveTo>
                  <a:cubicBezTo>
                    <a:pt x="1319" y="0"/>
                    <a:pt x="1011" y="113"/>
                    <a:pt x="759" y="365"/>
                  </a:cubicBezTo>
                  <a:cubicBezTo>
                    <a:pt x="0" y="1143"/>
                    <a:pt x="550" y="2451"/>
                    <a:pt x="1631" y="2451"/>
                  </a:cubicBezTo>
                  <a:cubicBezTo>
                    <a:pt x="2314" y="2451"/>
                    <a:pt x="2845" y="1901"/>
                    <a:pt x="2845" y="1218"/>
                  </a:cubicBezTo>
                  <a:cubicBezTo>
                    <a:pt x="2845" y="488"/>
                    <a:pt x="2247" y="0"/>
                    <a:pt x="162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50"/>
            <p:cNvSpPr/>
            <p:nvPr/>
          </p:nvSpPr>
          <p:spPr>
            <a:xfrm>
              <a:off x="3602713" y="3542975"/>
              <a:ext cx="71625" cy="61275"/>
            </a:xfrm>
            <a:custGeom>
              <a:avLst/>
              <a:gdLst/>
              <a:ahLst/>
              <a:cxnLst/>
              <a:rect l="l" t="t" r="r" b="b"/>
              <a:pathLst>
                <a:path w="2865" h="2451" extrusionOk="0">
                  <a:moveTo>
                    <a:pt x="1233" y="820"/>
                  </a:moveTo>
                  <a:cubicBezTo>
                    <a:pt x="1594" y="820"/>
                    <a:pt x="1783" y="1256"/>
                    <a:pt x="1518" y="1522"/>
                  </a:cubicBezTo>
                  <a:cubicBezTo>
                    <a:pt x="1439" y="1601"/>
                    <a:pt x="1338" y="1637"/>
                    <a:pt x="1238" y="1637"/>
                  </a:cubicBezTo>
                  <a:cubicBezTo>
                    <a:pt x="1026" y="1637"/>
                    <a:pt x="816" y="1476"/>
                    <a:pt x="816" y="1218"/>
                  </a:cubicBezTo>
                  <a:cubicBezTo>
                    <a:pt x="816" y="1010"/>
                    <a:pt x="1006" y="820"/>
                    <a:pt x="1233" y="820"/>
                  </a:cubicBezTo>
                  <a:close/>
                  <a:moveTo>
                    <a:pt x="1239" y="0"/>
                  </a:moveTo>
                  <a:cubicBezTo>
                    <a:pt x="607" y="0"/>
                    <a:pt x="1" y="488"/>
                    <a:pt x="1" y="1218"/>
                  </a:cubicBezTo>
                  <a:cubicBezTo>
                    <a:pt x="1" y="1901"/>
                    <a:pt x="551" y="2451"/>
                    <a:pt x="1233" y="2451"/>
                  </a:cubicBezTo>
                  <a:cubicBezTo>
                    <a:pt x="2314" y="2451"/>
                    <a:pt x="2864" y="1143"/>
                    <a:pt x="2106" y="365"/>
                  </a:cubicBezTo>
                  <a:cubicBezTo>
                    <a:pt x="1853" y="113"/>
                    <a:pt x="1543" y="0"/>
                    <a:pt x="123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50"/>
            <p:cNvSpPr/>
            <p:nvPr/>
          </p:nvSpPr>
          <p:spPr>
            <a:xfrm>
              <a:off x="3569063" y="3645000"/>
              <a:ext cx="169725" cy="20400"/>
            </a:xfrm>
            <a:custGeom>
              <a:avLst/>
              <a:gdLst/>
              <a:ahLst/>
              <a:cxnLst/>
              <a:rect l="l" t="t" r="r" b="b"/>
              <a:pathLst>
                <a:path w="6789" h="816" extrusionOk="0">
                  <a:moveTo>
                    <a:pt x="532" y="1"/>
                  </a:moveTo>
                  <a:cubicBezTo>
                    <a:pt x="1" y="1"/>
                    <a:pt x="1" y="816"/>
                    <a:pt x="532" y="816"/>
                  </a:cubicBezTo>
                  <a:lnTo>
                    <a:pt x="6239" y="816"/>
                  </a:lnTo>
                  <a:cubicBezTo>
                    <a:pt x="6789" y="816"/>
                    <a:pt x="6789" y="1"/>
                    <a:pt x="62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50"/>
            <p:cNvSpPr/>
            <p:nvPr/>
          </p:nvSpPr>
          <p:spPr>
            <a:xfrm>
              <a:off x="3569063" y="3380025"/>
              <a:ext cx="169725" cy="20400"/>
            </a:xfrm>
            <a:custGeom>
              <a:avLst/>
              <a:gdLst/>
              <a:ahLst/>
              <a:cxnLst/>
              <a:rect l="l" t="t" r="r" b="b"/>
              <a:pathLst>
                <a:path w="6789" h="816" extrusionOk="0">
                  <a:moveTo>
                    <a:pt x="532" y="0"/>
                  </a:moveTo>
                  <a:cubicBezTo>
                    <a:pt x="1" y="0"/>
                    <a:pt x="1" y="816"/>
                    <a:pt x="532" y="816"/>
                  </a:cubicBezTo>
                  <a:lnTo>
                    <a:pt x="6239" y="816"/>
                  </a:lnTo>
                  <a:cubicBezTo>
                    <a:pt x="6789" y="816"/>
                    <a:pt x="6789" y="0"/>
                    <a:pt x="623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50"/>
            <p:cNvSpPr/>
            <p:nvPr/>
          </p:nvSpPr>
          <p:spPr>
            <a:xfrm>
              <a:off x="3281338" y="3217425"/>
              <a:ext cx="520975" cy="223775"/>
            </a:xfrm>
            <a:custGeom>
              <a:avLst/>
              <a:gdLst/>
              <a:ahLst/>
              <a:cxnLst/>
              <a:rect l="l" t="t" r="r" b="b"/>
              <a:pathLst>
                <a:path w="20839" h="8951" extrusionOk="0">
                  <a:moveTo>
                    <a:pt x="7319" y="816"/>
                  </a:moveTo>
                  <a:lnTo>
                    <a:pt x="7319" y="8135"/>
                  </a:lnTo>
                  <a:lnTo>
                    <a:pt x="1214" y="8135"/>
                  </a:lnTo>
                  <a:cubicBezTo>
                    <a:pt x="986" y="8135"/>
                    <a:pt x="815" y="7945"/>
                    <a:pt x="815" y="7737"/>
                  </a:cubicBezTo>
                  <a:lnTo>
                    <a:pt x="815" y="1214"/>
                  </a:lnTo>
                  <a:cubicBezTo>
                    <a:pt x="815" y="986"/>
                    <a:pt x="986" y="816"/>
                    <a:pt x="1214" y="816"/>
                  </a:cubicBezTo>
                  <a:close/>
                  <a:moveTo>
                    <a:pt x="19625" y="816"/>
                  </a:moveTo>
                  <a:cubicBezTo>
                    <a:pt x="19853" y="816"/>
                    <a:pt x="20042" y="986"/>
                    <a:pt x="20042" y="1214"/>
                  </a:cubicBezTo>
                  <a:lnTo>
                    <a:pt x="20042" y="7737"/>
                  </a:lnTo>
                  <a:cubicBezTo>
                    <a:pt x="20042" y="7945"/>
                    <a:pt x="19853" y="8135"/>
                    <a:pt x="19625" y="8135"/>
                  </a:cubicBezTo>
                  <a:lnTo>
                    <a:pt x="8135" y="8135"/>
                  </a:lnTo>
                  <a:lnTo>
                    <a:pt x="8135" y="816"/>
                  </a:lnTo>
                  <a:close/>
                  <a:moveTo>
                    <a:pt x="1214" y="0"/>
                  </a:moveTo>
                  <a:cubicBezTo>
                    <a:pt x="531" y="0"/>
                    <a:pt x="0" y="531"/>
                    <a:pt x="0" y="1214"/>
                  </a:cubicBezTo>
                  <a:lnTo>
                    <a:pt x="0" y="7737"/>
                  </a:lnTo>
                  <a:cubicBezTo>
                    <a:pt x="0" y="8400"/>
                    <a:pt x="531" y="8950"/>
                    <a:pt x="1214" y="8950"/>
                  </a:cubicBezTo>
                  <a:lnTo>
                    <a:pt x="19625" y="8950"/>
                  </a:lnTo>
                  <a:cubicBezTo>
                    <a:pt x="20308" y="8950"/>
                    <a:pt x="20839" y="8400"/>
                    <a:pt x="20839" y="7737"/>
                  </a:cubicBezTo>
                  <a:lnTo>
                    <a:pt x="20839" y="1214"/>
                  </a:lnTo>
                  <a:cubicBezTo>
                    <a:pt x="20839" y="531"/>
                    <a:pt x="20308" y="0"/>
                    <a:pt x="196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50"/>
            <p:cNvSpPr/>
            <p:nvPr/>
          </p:nvSpPr>
          <p:spPr>
            <a:xfrm>
              <a:off x="3281338" y="3481925"/>
              <a:ext cx="520975" cy="224250"/>
            </a:xfrm>
            <a:custGeom>
              <a:avLst/>
              <a:gdLst/>
              <a:ahLst/>
              <a:cxnLst/>
              <a:rect l="l" t="t" r="r" b="b"/>
              <a:pathLst>
                <a:path w="20839" h="8970" extrusionOk="0">
                  <a:moveTo>
                    <a:pt x="7319" y="816"/>
                  </a:moveTo>
                  <a:lnTo>
                    <a:pt x="7319" y="8154"/>
                  </a:lnTo>
                  <a:lnTo>
                    <a:pt x="1214" y="8154"/>
                  </a:lnTo>
                  <a:cubicBezTo>
                    <a:pt x="986" y="8154"/>
                    <a:pt x="815" y="7965"/>
                    <a:pt x="815" y="7737"/>
                  </a:cubicBezTo>
                  <a:lnTo>
                    <a:pt x="815" y="1233"/>
                  </a:lnTo>
                  <a:cubicBezTo>
                    <a:pt x="815" y="1006"/>
                    <a:pt x="986" y="816"/>
                    <a:pt x="1214" y="816"/>
                  </a:cubicBezTo>
                  <a:close/>
                  <a:moveTo>
                    <a:pt x="19625" y="816"/>
                  </a:moveTo>
                  <a:cubicBezTo>
                    <a:pt x="19853" y="816"/>
                    <a:pt x="20042" y="1006"/>
                    <a:pt x="20042" y="1233"/>
                  </a:cubicBezTo>
                  <a:lnTo>
                    <a:pt x="20042" y="7737"/>
                  </a:lnTo>
                  <a:cubicBezTo>
                    <a:pt x="20042" y="7965"/>
                    <a:pt x="19853" y="8154"/>
                    <a:pt x="19625" y="8154"/>
                  </a:cubicBezTo>
                  <a:lnTo>
                    <a:pt x="8135" y="8154"/>
                  </a:lnTo>
                  <a:lnTo>
                    <a:pt x="8135" y="816"/>
                  </a:lnTo>
                  <a:close/>
                  <a:moveTo>
                    <a:pt x="1214" y="1"/>
                  </a:moveTo>
                  <a:cubicBezTo>
                    <a:pt x="531" y="1"/>
                    <a:pt x="0" y="551"/>
                    <a:pt x="0" y="1233"/>
                  </a:cubicBezTo>
                  <a:lnTo>
                    <a:pt x="0" y="7737"/>
                  </a:lnTo>
                  <a:cubicBezTo>
                    <a:pt x="0" y="8420"/>
                    <a:pt x="531" y="8970"/>
                    <a:pt x="1214" y="8970"/>
                  </a:cubicBezTo>
                  <a:lnTo>
                    <a:pt x="19625" y="8970"/>
                  </a:lnTo>
                  <a:cubicBezTo>
                    <a:pt x="20308" y="8970"/>
                    <a:pt x="20839" y="8420"/>
                    <a:pt x="20839" y="7737"/>
                  </a:cubicBezTo>
                  <a:lnTo>
                    <a:pt x="20839" y="1233"/>
                  </a:lnTo>
                  <a:cubicBezTo>
                    <a:pt x="20839" y="551"/>
                    <a:pt x="20308" y="1"/>
                    <a:pt x="1962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25" name="Google Shape;2825;p50"/>
          <p:cNvGrpSpPr/>
          <p:nvPr/>
        </p:nvGrpSpPr>
        <p:grpSpPr>
          <a:xfrm>
            <a:off x="4551874" y="2684908"/>
            <a:ext cx="365764" cy="365736"/>
            <a:chOff x="3962513" y="3253150"/>
            <a:chExt cx="497300" cy="497600"/>
          </a:xfrm>
        </p:grpSpPr>
        <p:sp>
          <p:nvSpPr>
            <p:cNvPr id="2826" name="Google Shape;2826;p50"/>
            <p:cNvSpPr/>
            <p:nvPr/>
          </p:nvSpPr>
          <p:spPr>
            <a:xfrm>
              <a:off x="4330363" y="3565850"/>
              <a:ext cx="119500" cy="174925"/>
            </a:xfrm>
            <a:custGeom>
              <a:avLst/>
              <a:gdLst/>
              <a:ahLst/>
              <a:cxnLst/>
              <a:rect l="l" t="t" r="r" b="b"/>
              <a:pathLst>
                <a:path w="4780" h="6997" extrusionOk="0">
                  <a:moveTo>
                    <a:pt x="1" y="0"/>
                  </a:moveTo>
                  <a:lnTo>
                    <a:pt x="1" y="6997"/>
                  </a:lnTo>
                  <a:lnTo>
                    <a:pt x="4779" y="6997"/>
                  </a:lnTo>
                  <a:lnTo>
                    <a:pt x="477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50"/>
            <p:cNvSpPr/>
            <p:nvPr/>
          </p:nvSpPr>
          <p:spPr>
            <a:xfrm>
              <a:off x="4209088" y="3262750"/>
              <a:ext cx="217550" cy="195950"/>
            </a:xfrm>
            <a:custGeom>
              <a:avLst/>
              <a:gdLst/>
              <a:ahLst/>
              <a:cxnLst/>
              <a:rect l="l" t="t" r="r" b="b"/>
              <a:pathLst>
                <a:path w="8702" h="7838" extrusionOk="0">
                  <a:moveTo>
                    <a:pt x="6474" y="1"/>
                  </a:moveTo>
                  <a:cubicBezTo>
                    <a:pt x="5696" y="1"/>
                    <a:pt x="4933" y="537"/>
                    <a:pt x="4662" y="1335"/>
                  </a:cubicBezTo>
                  <a:cubicBezTo>
                    <a:pt x="4302" y="2643"/>
                    <a:pt x="3430" y="3743"/>
                    <a:pt x="2254" y="4388"/>
                  </a:cubicBezTo>
                  <a:lnTo>
                    <a:pt x="2065" y="4217"/>
                  </a:lnTo>
                  <a:cubicBezTo>
                    <a:pt x="1853" y="4006"/>
                    <a:pt x="1617" y="3917"/>
                    <a:pt x="1390" y="3917"/>
                  </a:cubicBezTo>
                  <a:cubicBezTo>
                    <a:pt x="643" y="3917"/>
                    <a:pt x="1" y="4884"/>
                    <a:pt x="699" y="5582"/>
                  </a:cubicBezTo>
                  <a:lnTo>
                    <a:pt x="2614" y="7516"/>
                  </a:lnTo>
                  <a:cubicBezTo>
                    <a:pt x="2828" y="7743"/>
                    <a:pt x="3070" y="7837"/>
                    <a:pt x="3304" y="7837"/>
                  </a:cubicBezTo>
                  <a:cubicBezTo>
                    <a:pt x="4068" y="7837"/>
                    <a:pt x="4739" y="6829"/>
                    <a:pt x="3999" y="6132"/>
                  </a:cubicBezTo>
                  <a:lnTo>
                    <a:pt x="3809" y="5962"/>
                  </a:lnTo>
                  <a:cubicBezTo>
                    <a:pt x="4473" y="4786"/>
                    <a:pt x="5572" y="3914"/>
                    <a:pt x="6862" y="3535"/>
                  </a:cubicBezTo>
                  <a:cubicBezTo>
                    <a:pt x="8094" y="3136"/>
                    <a:pt x="8701" y="1544"/>
                    <a:pt x="7677" y="520"/>
                  </a:cubicBezTo>
                  <a:cubicBezTo>
                    <a:pt x="7323" y="159"/>
                    <a:pt x="6896" y="1"/>
                    <a:pt x="647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50"/>
            <p:cNvSpPr/>
            <p:nvPr/>
          </p:nvSpPr>
          <p:spPr>
            <a:xfrm>
              <a:off x="4210913" y="3565850"/>
              <a:ext cx="119475" cy="174925"/>
            </a:xfrm>
            <a:custGeom>
              <a:avLst/>
              <a:gdLst/>
              <a:ahLst/>
              <a:cxnLst/>
              <a:rect l="l" t="t" r="r" b="b"/>
              <a:pathLst>
                <a:path w="4779" h="6997" extrusionOk="0">
                  <a:moveTo>
                    <a:pt x="1" y="0"/>
                  </a:moveTo>
                  <a:lnTo>
                    <a:pt x="1" y="6997"/>
                  </a:lnTo>
                  <a:lnTo>
                    <a:pt x="4779" y="6997"/>
                  </a:lnTo>
                  <a:lnTo>
                    <a:pt x="477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50"/>
            <p:cNvSpPr/>
            <p:nvPr/>
          </p:nvSpPr>
          <p:spPr>
            <a:xfrm>
              <a:off x="4091463" y="3565850"/>
              <a:ext cx="119950" cy="174925"/>
            </a:xfrm>
            <a:custGeom>
              <a:avLst/>
              <a:gdLst/>
              <a:ahLst/>
              <a:cxnLst/>
              <a:rect l="l" t="t" r="r" b="b"/>
              <a:pathLst>
                <a:path w="4798" h="6997" extrusionOk="0">
                  <a:moveTo>
                    <a:pt x="2427" y="0"/>
                  </a:moveTo>
                  <a:lnTo>
                    <a:pt x="0" y="1877"/>
                  </a:lnTo>
                  <a:lnTo>
                    <a:pt x="0" y="6997"/>
                  </a:lnTo>
                  <a:lnTo>
                    <a:pt x="4798" y="6997"/>
                  </a:lnTo>
                  <a:lnTo>
                    <a:pt x="479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50"/>
            <p:cNvSpPr/>
            <p:nvPr/>
          </p:nvSpPr>
          <p:spPr>
            <a:xfrm>
              <a:off x="3972463" y="3406100"/>
              <a:ext cx="298675" cy="334675"/>
            </a:xfrm>
            <a:custGeom>
              <a:avLst/>
              <a:gdLst/>
              <a:ahLst/>
              <a:cxnLst/>
              <a:rect l="l" t="t" r="r" b="b"/>
              <a:pathLst>
                <a:path w="11947" h="13387" extrusionOk="0">
                  <a:moveTo>
                    <a:pt x="10297" y="0"/>
                  </a:moveTo>
                  <a:lnTo>
                    <a:pt x="4381" y="5916"/>
                  </a:lnTo>
                  <a:cubicBezTo>
                    <a:pt x="4248" y="6049"/>
                    <a:pt x="4135" y="6219"/>
                    <a:pt x="4078" y="6390"/>
                  </a:cubicBezTo>
                  <a:lnTo>
                    <a:pt x="1" y="6390"/>
                  </a:lnTo>
                  <a:lnTo>
                    <a:pt x="1" y="13387"/>
                  </a:lnTo>
                  <a:lnTo>
                    <a:pt x="4760" y="13387"/>
                  </a:lnTo>
                  <a:lnTo>
                    <a:pt x="4760" y="8267"/>
                  </a:lnTo>
                  <a:lnTo>
                    <a:pt x="5121" y="7907"/>
                  </a:lnTo>
                  <a:cubicBezTo>
                    <a:pt x="5142" y="7908"/>
                    <a:pt x="5164" y="7909"/>
                    <a:pt x="5185" y="7909"/>
                  </a:cubicBezTo>
                  <a:cubicBezTo>
                    <a:pt x="5502" y="7909"/>
                    <a:pt x="5799" y="7779"/>
                    <a:pt x="6012" y="7566"/>
                  </a:cubicBezTo>
                  <a:lnTo>
                    <a:pt x="11947" y="1631"/>
                  </a:lnTo>
                  <a:lnTo>
                    <a:pt x="10297"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50"/>
            <p:cNvSpPr/>
            <p:nvPr/>
          </p:nvSpPr>
          <p:spPr>
            <a:xfrm>
              <a:off x="4398288" y="3595200"/>
              <a:ext cx="22650" cy="19075"/>
            </a:xfrm>
            <a:custGeom>
              <a:avLst/>
              <a:gdLst/>
              <a:ahLst/>
              <a:cxnLst/>
              <a:rect l="l" t="t" r="r" b="b"/>
              <a:pathLst>
                <a:path w="906" h="763" extrusionOk="0">
                  <a:moveTo>
                    <a:pt x="539" y="0"/>
                  </a:moveTo>
                  <a:cubicBezTo>
                    <a:pt x="528" y="0"/>
                    <a:pt x="518" y="1"/>
                    <a:pt x="507" y="2"/>
                  </a:cubicBezTo>
                  <a:cubicBezTo>
                    <a:pt x="500" y="1"/>
                    <a:pt x="493" y="1"/>
                    <a:pt x="486" y="1"/>
                  </a:cubicBezTo>
                  <a:cubicBezTo>
                    <a:pt x="159" y="1"/>
                    <a:pt x="1" y="424"/>
                    <a:pt x="242" y="646"/>
                  </a:cubicBezTo>
                  <a:cubicBezTo>
                    <a:pt x="322" y="727"/>
                    <a:pt x="421" y="763"/>
                    <a:pt x="518" y="763"/>
                  </a:cubicBezTo>
                  <a:cubicBezTo>
                    <a:pt x="717" y="763"/>
                    <a:pt x="906" y="611"/>
                    <a:pt x="906" y="381"/>
                  </a:cubicBezTo>
                  <a:cubicBezTo>
                    <a:pt x="906" y="182"/>
                    <a:pt x="750" y="0"/>
                    <a:pt x="53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50"/>
            <p:cNvSpPr/>
            <p:nvPr/>
          </p:nvSpPr>
          <p:spPr>
            <a:xfrm>
              <a:off x="3962513" y="3253150"/>
              <a:ext cx="497300" cy="497600"/>
            </a:xfrm>
            <a:custGeom>
              <a:avLst/>
              <a:gdLst/>
              <a:ahLst/>
              <a:cxnLst/>
              <a:rect l="l" t="t" r="r" b="b"/>
              <a:pathLst>
                <a:path w="19892" h="19904" extrusionOk="0">
                  <a:moveTo>
                    <a:pt x="16336" y="787"/>
                  </a:moveTo>
                  <a:cubicBezTo>
                    <a:pt x="16663" y="787"/>
                    <a:pt x="16995" y="908"/>
                    <a:pt x="17275" y="1188"/>
                  </a:cubicBezTo>
                  <a:cubicBezTo>
                    <a:pt x="18071" y="1984"/>
                    <a:pt x="17559" y="3236"/>
                    <a:pt x="16592" y="3558"/>
                  </a:cubicBezTo>
                  <a:cubicBezTo>
                    <a:pt x="15151" y="4032"/>
                    <a:pt x="14146" y="4772"/>
                    <a:pt x="13331" y="6137"/>
                  </a:cubicBezTo>
                  <a:cubicBezTo>
                    <a:pt x="13236" y="6289"/>
                    <a:pt x="13255" y="6497"/>
                    <a:pt x="13388" y="6611"/>
                  </a:cubicBezTo>
                  <a:lnTo>
                    <a:pt x="13577" y="6801"/>
                  </a:lnTo>
                  <a:cubicBezTo>
                    <a:pt x="14024" y="7218"/>
                    <a:pt x="13628" y="7822"/>
                    <a:pt x="13170" y="7822"/>
                  </a:cubicBezTo>
                  <a:cubicBezTo>
                    <a:pt x="13026" y="7822"/>
                    <a:pt x="12875" y="7762"/>
                    <a:pt x="12743" y="7616"/>
                  </a:cubicBezTo>
                  <a:lnTo>
                    <a:pt x="10828" y="5701"/>
                  </a:lnTo>
                  <a:cubicBezTo>
                    <a:pt x="10600" y="5473"/>
                    <a:pt x="10600" y="5094"/>
                    <a:pt x="10828" y="4867"/>
                  </a:cubicBezTo>
                  <a:lnTo>
                    <a:pt x="10828" y="4886"/>
                  </a:lnTo>
                  <a:cubicBezTo>
                    <a:pt x="10942" y="4772"/>
                    <a:pt x="11093" y="4715"/>
                    <a:pt x="11245" y="4715"/>
                  </a:cubicBezTo>
                  <a:cubicBezTo>
                    <a:pt x="11397" y="4715"/>
                    <a:pt x="11548" y="4772"/>
                    <a:pt x="11662" y="4886"/>
                  </a:cubicBezTo>
                  <a:lnTo>
                    <a:pt x="11833" y="5056"/>
                  </a:lnTo>
                  <a:cubicBezTo>
                    <a:pt x="11910" y="5134"/>
                    <a:pt x="12007" y="5172"/>
                    <a:pt x="12104" y="5172"/>
                  </a:cubicBezTo>
                  <a:cubicBezTo>
                    <a:pt x="12174" y="5172"/>
                    <a:pt x="12244" y="5153"/>
                    <a:pt x="12307" y="5113"/>
                  </a:cubicBezTo>
                  <a:cubicBezTo>
                    <a:pt x="13691" y="4298"/>
                    <a:pt x="14430" y="3274"/>
                    <a:pt x="14904" y="1852"/>
                  </a:cubicBezTo>
                  <a:cubicBezTo>
                    <a:pt x="15104" y="1229"/>
                    <a:pt x="15711" y="787"/>
                    <a:pt x="16336" y="787"/>
                  </a:cubicBezTo>
                  <a:close/>
                  <a:moveTo>
                    <a:pt x="10695" y="6668"/>
                  </a:moveTo>
                  <a:lnTo>
                    <a:pt x="11795" y="7768"/>
                  </a:lnTo>
                  <a:lnTo>
                    <a:pt x="6144" y="13418"/>
                  </a:lnTo>
                  <a:cubicBezTo>
                    <a:pt x="6005" y="13557"/>
                    <a:pt x="5803" y="13648"/>
                    <a:pt x="5610" y="13648"/>
                  </a:cubicBezTo>
                  <a:cubicBezTo>
                    <a:pt x="5592" y="13648"/>
                    <a:pt x="5574" y="13647"/>
                    <a:pt x="5556" y="13646"/>
                  </a:cubicBezTo>
                  <a:cubicBezTo>
                    <a:pt x="5443" y="13646"/>
                    <a:pt x="5329" y="13684"/>
                    <a:pt x="5253" y="13760"/>
                  </a:cubicBezTo>
                  <a:cubicBezTo>
                    <a:pt x="5139" y="13873"/>
                    <a:pt x="5443" y="13570"/>
                    <a:pt x="3945" y="15068"/>
                  </a:cubicBezTo>
                  <a:cubicBezTo>
                    <a:pt x="3865" y="15140"/>
                    <a:pt x="3777" y="15170"/>
                    <a:pt x="3693" y="15170"/>
                  </a:cubicBezTo>
                  <a:cubicBezTo>
                    <a:pt x="3398" y="15170"/>
                    <a:pt x="3144" y="14798"/>
                    <a:pt x="3395" y="14518"/>
                  </a:cubicBezTo>
                  <a:lnTo>
                    <a:pt x="4703" y="13210"/>
                  </a:lnTo>
                  <a:cubicBezTo>
                    <a:pt x="4779" y="13115"/>
                    <a:pt x="4817" y="13020"/>
                    <a:pt x="4817" y="12906"/>
                  </a:cubicBezTo>
                  <a:cubicBezTo>
                    <a:pt x="4798" y="12679"/>
                    <a:pt x="4893" y="12470"/>
                    <a:pt x="5045" y="12318"/>
                  </a:cubicBezTo>
                  <a:lnTo>
                    <a:pt x="10695" y="6668"/>
                  </a:lnTo>
                  <a:close/>
                  <a:moveTo>
                    <a:pt x="3907" y="12906"/>
                  </a:moveTo>
                  <a:lnTo>
                    <a:pt x="2845" y="13968"/>
                  </a:lnTo>
                  <a:cubicBezTo>
                    <a:pt x="2018" y="14809"/>
                    <a:pt x="2789" y="15972"/>
                    <a:pt x="3689" y="15972"/>
                  </a:cubicBezTo>
                  <a:cubicBezTo>
                    <a:pt x="3966" y="15972"/>
                    <a:pt x="4255" y="15862"/>
                    <a:pt x="4514" y="15599"/>
                  </a:cubicBezTo>
                  <a:lnTo>
                    <a:pt x="4798" y="15314"/>
                  </a:lnTo>
                  <a:lnTo>
                    <a:pt x="4798" y="19107"/>
                  </a:lnTo>
                  <a:lnTo>
                    <a:pt x="778" y="19107"/>
                  </a:lnTo>
                  <a:lnTo>
                    <a:pt x="778" y="12906"/>
                  </a:lnTo>
                  <a:close/>
                  <a:moveTo>
                    <a:pt x="7756" y="12887"/>
                  </a:moveTo>
                  <a:lnTo>
                    <a:pt x="9557" y="12906"/>
                  </a:lnTo>
                  <a:lnTo>
                    <a:pt x="9557" y="19107"/>
                  </a:lnTo>
                  <a:lnTo>
                    <a:pt x="5556" y="19107"/>
                  </a:lnTo>
                  <a:lnTo>
                    <a:pt x="5556" y="14537"/>
                  </a:lnTo>
                  <a:lnTo>
                    <a:pt x="5689" y="14404"/>
                  </a:lnTo>
                  <a:cubicBezTo>
                    <a:pt x="6068" y="14385"/>
                    <a:pt x="6429" y="14215"/>
                    <a:pt x="6694" y="13949"/>
                  </a:cubicBezTo>
                  <a:lnTo>
                    <a:pt x="7756" y="12887"/>
                  </a:lnTo>
                  <a:close/>
                  <a:moveTo>
                    <a:pt x="14336" y="12906"/>
                  </a:moveTo>
                  <a:lnTo>
                    <a:pt x="14336" y="19107"/>
                  </a:lnTo>
                  <a:lnTo>
                    <a:pt x="10335" y="19107"/>
                  </a:lnTo>
                  <a:lnTo>
                    <a:pt x="10335" y="12906"/>
                  </a:lnTo>
                  <a:close/>
                  <a:moveTo>
                    <a:pt x="19114" y="12906"/>
                  </a:moveTo>
                  <a:lnTo>
                    <a:pt x="19114" y="19107"/>
                  </a:lnTo>
                  <a:lnTo>
                    <a:pt x="15113" y="19107"/>
                  </a:lnTo>
                  <a:lnTo>
                    <a:pt x="15113" y="12906"/>
                  </a:lnTo>
                  <a:close/>
                  <a:moveTo>
                    <a:pt x="16345" y="0"/>
                  </a:moveTo>
                  <a:cubicBezTo>
                    <a:pt x="15418" y="0"/>
                    <a:pt x="14512" y="626"/>
                    <a:pt x="14184" y="1586"/>
                  </a:cubicBezTo>
                  <a:cubicBezTo>
                    <a:pt x="13862" y="2705"/>
                    <a:pt x="13160" y="3672"/>
                    <a:pt x="12174" y="4298"/>
                  </a:cubicBezTo>
                  <a:cubicBezTo>
                    <a:pt x="11887" y="4029"/>
                    <a:pt x="11567" y="3914"/>
                    <a:pt x="11259" y="3914"/>
                  </a:cubicBezTo>
                  <a:cubicBezTo>
                    <a:pt x="10265" y="3914"/>
                    <a:pt x="9397" y="5105"/>
                    <a:pt x="10164" y="6118"/>
                  </a:cubicBezTo>
                  <a:lnTo>
                    <a:pt x="4514" y="11769"/>
                  </a:lnTo>
                  <a:cubicBezTo>
                    <a:pt x="4400" y="11863"/>
                    <a:pt x="4305" y="11996"/>
                    <a:pt x="4229" y="12129"/>
                  </a:cubicBezTo>
                  <a:lnTo>
                    <a:pt x="399" y="12129"/>
                  </a:lnTo>
                  <a:cubicBezTo>
                    <a:pt x="171" y="12129"/>
                    <a:pt x="1" y="12300"/>
                    <a:pt x="1" y="12508"/>
                  </a:cubicBezTo>
                  <a:lnTo>
                    <a:pt x="1" y="19505"/>
                  </a:lnTo>
                  <a:cubicBezTo>
                    <a:pt x="1" y="19713"/>
                    <a:pt x="171" y="19884"/>
                    <a:pt x="399" y="19884"/>
                  </a:cubicBezTo>
                  <a:lnTo>
                    <a:pt x="399" y="19903"/>
                  </a:lnTo>
                  <a:lnTo>
                    <a:pt x="19493" y="19903"/>
                  </a:lnTo>
                  <a:cubicBezTo>
                    <a:pt x="19721" y="19884"/>
                    <a:pt x="19891" y="19713"/>
                    <a:pt x="19891" y="19505"/>
                  </a:cubicBezTo>
                  <a:lnTo>
                    <a:pt x="19891" y="12508"/>
                  </a:lnTo>
                  <a:cubicBezTo>
                    <a:pt x="19891" y="12300"/>
                    <a:pt x="19721" y="12129"/>
                    <a:pt x="19493" y="12129"/>
                  </a:cubicBezTo>
                  <a:lnTo>
                    <a:pt x="8533" y="12129"/>
                  </a:lnTo>
                  <a:lnTo>
                    <a:pt x="12364" y="8299"/>
                  </a:lnTo>
                  <a:cubicBezTo>
                    <a:pt x="12635" y="8504"/>
                    <a:pt x="12918" y="8592"/>
                    <a:pt x="13187" y="8592"/>
                  </a:cubicBezTo>
                  <a:cubicBezTo>
                    <a:pt x="14235" y="8592"/>
                    <a:pt x="15070" y="7254"/>
                    <a:pt x="14165" y="6289"/>
                  </a:cubicBezTo>
                  <a:cubicBezTo>
                    <a:pt x="14810" y="5322"/>
                    <a:pt x="15758" y="4601"/>
                    <a:pt x="16876" y="4298"/>
                  </a:cubicBezTo>
                  <a:cubicBezTo>
                    <a:pt x="18355" y="3786"/>
                    <a:pt x="19038" y="1871"/>
                    <a:pt x="17825" y="638"/>
                  </a:cubicBezTo>
                  <a:cubicBezTo>
                    <a:pt x="17389" y="196"/>
                    <a:pt x="16864" y="0"/>
                    <a:pt x="1634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50"/>
            <p:cNvSpPr/>
            <p:nvPr/>
          </p:nvSpPr>
          <p:spPr>
            <a:xfrm>
              <a:off x="4401488" y="3633625"/>
              <a:ext cx="19450" cy="77875"/>
            </a:xfrm>
            <a:custGeom>
              <a:avLst/>
              <a:gdLst/>
              <a:ahLst/>
              <a:cxnLst/>
              <a:rect l="l" t="t" r="r" b="b"/>
              <a:pathLst>
                <a:path w="778" h="3115" extrusionOk="0">
                  <a:moveTo>
                    <a:pt x="379" y="1"/>
                  </a:moveTo>
                  <a:cubicBezTo>
                    <a:pt x="171" y="1"/>
                    <a:pt x="0" y="190"/>
                    <a:pt x="0" y="399"/>
                  </a:cubicBezTo>
                  <a:lnTo>
                    <a:pt x="0" y="2731"/>
                  </a:lnTo>
                  <a:cubicBezTo>
                    <a:pt x="0" y="2987"/>
                    <a:pt x="194" y="3115"/>
                    <a:pt x="389" y="3115"/>
                  </a:cubicBezTo>
                  <a:cubicBezTo>
                    <a:pt x="583" y="3115"/>
                    <a:pt x="778" y="2987"/>
                    <a:pt x="778" y="2731"/>
                  </a:cubicBezTo>
                  <a:lnTo>
                    <a:pt x="778" y="418"/>
                  </a:lnTo>
                  <a:cubicBezTo>
                    <a:pt x="778" y="190"/>
                    <a:pt x="607" y="20"/>
                    <a:pt x="379" y="20"/>
                  </a:cubicBezTo>
                  <a:lnTo>
                    <a:pt x="3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34" name="Google Shape;2834;p50"/>
          <p:cNvGrpSpPr/>
          <p:nvPr/>
        </p:nvGrpSpPr>
        <p:grpSpPr>
          <a:xfrm>
            <a:off x="5298689" y="2684789"/>
            <a:ext cx="299625" cy="365975"/>
            <a:chOff x="4668363" y="3341625"/>
            <a:chExt cx="299625" cy="365975"/>
          </a:xfrm>
        </p:grpSpPr>
        <p:sp>
          <p:nvSpPr>
            <p:cNvPr id="2835" name="Google Shape;2835;p50"/>
            <p:cNvSpPr/>
            <p:nvPr/>
          </p:nvSpPr>
          <p:spPr>
            <a:xfrm>
              <a:off x="4875038" y="3581475"/>
              <a:ext cx="85825" cy="119025"/>
            </a:xfrm>
            <a:custGeom>
              <a:avLst/>
              <a:gdLst/>
              <a:ahLst/>
              <a:cxnLst/>
              <a:rect l="l" t="t" r="r" b="b"/>
              <a:pathLst>
                <a:path w="3433" h="4761" extrusionOk="0">
                  <a:moveTo>
                    <a:pt x="854" y="1"/>
                  </a:moveTo>
                  <a:lnTo>
                    <a:pt x="1" y="1726"/>
                  </a:lnTo>
                  <a:lnTo>
                    <a:pt x="1726" y="4760"/>
                  </a:lnTo>
                  <a:lnTo>
                    <a:pt x="3433" y="1726"/>
                  </a:lnTo>
                  <a:lnTo>
                    <a:pt x="257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50"/>
            <p:cNvSpPr/>
            <p:nvPr/>
          </p:nvSpPr>
          <p:spPr>
            <a:xfrm>
              <a:off x="4877888" y="3553050"/>
              <a:ext cx="80600" cy="28450"/>
            </a:xfrm>
            <a:custGeom>
              <a:avLst/>
              <a:gdLst/>
              <a:ahLst/>
              <a:cxnLst/>
              <a:rect l="l" t="t" r="r" b="b"/>
              <a:pathLst>
                <a:path w="3224" h="1138" extrusionOk="0">
                  <a:moveTo>
                    <a:pt x="759" y="0"/>
                  </a:moveTo>
                  <a:cubicBezTo>
                    <a:pt x="0" y="0"/>
                    <a:pt x="0" y="1138"/>
                    <a:pt x="759" y="1138"/>
                  </a:cubicBezTo>
                  <a:lnTo>
                    <a:pt x="2465" y="1138"/>
                  </a:lnTo>
                  <a:cubicBezTo>
                    <a:pt x="3224" y="1138"/>
                    <a:pt x="3224" y="0"/>
                    <a:pt x="24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50"/>
            <p:cNvSpPr/>
            <p:nvPr/>
          </p:nvSpPr>
          <p:spPr>
            <a:xfrm>
              <a:off x="4896838" y="3349800"/>
              <a:ext cx="42700" cy="203275"/>
            </a:xfrm>
            <a:custGeom>
              <a:avLst/>
              <a:gdLst/>
              <a:ahLst/>
              <a:cxnLst/>
              <a:rect l="l" t="t" r="r" b="b"/>
              <a:pathLst>
                <a:path w="1708" h="8131" extrusionOk="0">
                  <a:moveTo>
                    <a:pt x="854" y="0"/>
                  </a:moveTo>
                  <a:cubicBezTo>
                    <a:pt x="442" y="0"/>
                    <a:pt x="29" y="271"/>
                    <a:pt x="1" y="811"/>
                  </a:cubicBezTo>
                  <a:lnTo>
                    <a:pt x="1" y="8130"/>
                  </a:lnTo>
                  <a:lnTo>
                    <a:pt x="1707" y="8130"/>
                  </a:lnTo>
                  <a:lnTo>
                    <a:pt x="1707" y="811"/>
                  </a:lnTo>
                  <a:cubicBezTo>
                    <a:pt x="1679" y="271"/>
                    <a:pt x="1267" y="0"/>
                    <a:pt x="85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50"/>
            <p:cNvSpPr/>
            <p:nvPr/>
          </p:nvSpPr>
          <p:spPr>
            <a:xfrm>
              <a:off x="4775013" y="3348725"/>
              <a:ext cx="71600" cy="351775"/>
            </a:xfrm>
            <a:custGeom>
              <a:avLst/>
              <a:gdLst/>
              <a:ahLst/>
              <a:cxnLst/>
              <a:rect l="l" t="t" r="r" b="b"/>
              <a:pathLst>
                <a:path w="2864" h="14071" extrusionOk="0">
                  <a:moveTo>
                    <a:pt x="1" y="1"/>
                  </a:moveTo>
                  <a:lnTo>
                    <a:pt x="1" y="14070"/>
                  </a:lnTo>
                  <a:lnTo>
                    <a:pt x="2864" y="14070"/>
                  </a:lnTo>
                  <a:lnTo>
                    <a:pt x="2864"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50"/>
            <p:cNvSpPr/>
            <p:nvPr/>
          </p:nvSpPr>
          <p:spPr>
            <a:xfrm>
              <a:off x="4675463" y="3632200"/>
              <a:ext cx="56925" cy="68300"/>
            </a:xfrm>
            <a:custGeom>
              <a:avLst/>
              <a:gdLst/>
              <a:ahLst/>
              <a:cxnLst/>
              <a:rect l="l" t="t" r="r" b="b"/>
              <a:pathLst>
                <a:path w="2277" h="2732" extrusionOk="0">
                  <a:moveTo>
                    <a:pt x="1" y="1"/>
                  </a:moveTo>
                  <a:lnTo>
                    <a:pt x="1" y="266"/>
                  </a:lnTo>
                  <a:lnTo>
                    <a:pt x="1139" y="2731"/>
                  </a:lnTo>
                  <a:lnTo>
                    <a:pt x="2276" y="266"/>
                  </a:lnTo>
                  <a:lnTo>
                    <a:pt x="22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50"/>
            <p:cNvSpPr/>
            <p:nvPr/>
          </p:nvSpPr>
          <p:spPr>
            <a:xfrm>
              <a:off x="4675463" y="3425050"/>
              <a:ext cx="56925" cy="207175"/>
            </a:xfrm>
            <a:custGeom>
              <a:avLst/>
              <a:gdLst/>
              <a:ahLst/>
              <a:cxnLst/>
              <a:rect l="l" t="t" r="r" b="b"/>
              <a:pathLst>
                <a:path w="2277" h="8287" extrusionOk="0">
                  <a:moveTo>
                    <a:pt x="1" y="1"/>
                  </a:moveTo>
                  <a:lnTo>
                    <a:pt x="1" y="8287"/>
                  </a:lnTo>
                  <a:lnTo>
                    <a:pt x="2276" y="8287"/>
                  </a:lnTo>
                  <a:lnTo>
                    <a:pt x="22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50"/>
            <p:cNvSpPr/>
            <p:nvPr/>
          </p:nvSpPr>
          <p:spPr>
            <a:xfrm>
              <a:off x="4675463" y="3396600"/>
              <a:ext cx="56925" cy="28475"/>
            </a:xfrm>
            <a:custGeom>
              <a:avLst/>
              <a:gdLst/>
              <a:ahLst/>
              <a:cxnLst/>
              <a:rect l="l" t="t" r="r" b="b"/>
              <a:pathLst>
                <a:path w="2277" h="1139" extrusionOk="0">
                  <a:moveTo>
                    <a:pt x="1" y="1"/>
                  </a:moveTo>
                  <a:lnTo>
                    <a:pt x="1" y="1139"/>
                  </a:lnTo>
                  <a:lnTo>
                    <a:pt x="2276" y="1139"/>
                  </a:lnTo>
                  <a:lnTo>
                    <a:pt x="2276" y="1"/>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50"/>
            <p:cNvSpPr/>
            <p:nvPr/>
          </p:nvSpPr>
          <p:spPr>
            <a:xfrm>
              <a:off x="4675463" y="3348725"/>
              <a:ext cx="56925" cy="47900"/>
            </a:xfrm>
            <a:custGeom>
              <a:avLst/>
              <a:gdLst/>
              <a:ahLst/>
              <a:cxnLst/>
              <a:rect l="l" t="t" r="r" b="b"/>
              <a:pathLst>
                <a:path w="2277" h="1916" extrusionOk="0">
                  <a:moveTo>
                    <a:pt x="570" y="1"/>
                  </a:moveTo>
                  <a:cubicBezTo>
                    <a:pt x="247" y="1"/>
                    <a:pt x="1" y="266"/>
                    <a:pt x="1" y="570"/>
                  </a:cubicBezTo>
                  <a:lnTo>
                    <a:pt x="1" y="1916"/>
                  </a:lnTo>
                  <a:lnTo>
                    <a:pt x="2276" y="1916"/>
                  </a:lnTo>
                  <a:lnTo>
                    <a:pt x="2276" y="570"/>
                  </a:lnTo>
                  <a:cubicBezTo>
                    <a:pt x="2276" y="266"/>
                    <a:pt x="2030" y="1"/>
                    <a:pt x="170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50"/>
            <p:cNvSpPr/>
            <p:nvPr/>
          </p:nvSpPr>
          <p:spPr>
            <a:xfrm>
              <a:off x="4908688" y="3603300"/>
              <a:ext cx="16625" cy="14100"/>
            </a:xfrm>
            <a:custGeom>
              <a:avLst/>
              <a:gdLst/>
              <a:ahLst/>
              <a:cxnLst/>
              <a:rect l="l" t="t" r="r" b="b"/>
              <a:pathLst>
                <a:path w="665" h="564" extrusionOk="0">
                  <a:moveTo>
                    <a:pt x="380" y="0"/>
                  </a:moveTo>
                  <a:cubicBezTo>
                    <a:pt x="115" y="0"/>
                    <a:pt x="1" y="303"/>
                    <a:pt x="172" y="474"/>
                  </a:cubicBezTo>
                  <a:cubicBezTo>
                    <a:pt x="234" y="536"/>
                    <a:pt x="309" y="564"/>
                    <a:pt x="381" y="564"/>
                  </a:cubicBezTo>
                  <a:cubicBezTo>
                    <a:pt x="528" y="564"/>
                    <a:pt x="665" y="450"/>
                    <a:pt x="665" y="284"/>
                  </a:cubicBezTo>
                  <a:cubicBezTo>
                    <a:pt x="665" y="114"/>
                    <a:pt x="532" y="0"/>
                    <a:pt x="38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50"/>
            <p:cNvSpPr/>
            <p:nvPr/>
          </p:nvSpPr>
          <p:spPr>
            <a:xfrm>
              <a:off x="4696338" y="3474950"/>
              <a:ext cx="16600" cy="14125"/>
            </a:xfrm>
            <a:custGeom>
              <a:avLst/>
              <a:gdLst/>
              <a:ahLst/>
              <a:cxnLst/>
              <a:rect l="l" t="t" r="r" b="b"/>
              <a:pathLst>
                <a:path w="664" h="565" extrusionOk="0">
                  <a:moveTo>
                    <a:pt x="284" y="0"/>
                  </a:moveTo>
                  <a:cubicBezTo>
                    <a:pt x="137" y="0"/>
                    <a:pt x="0" y="115"/>
                    <a:pt x="0" y="280"/>
                  </a:cubicBezTo>
                  <a:cubicBezTo>
                    <a:pt x="0" y="451"/>
                    <a:pt x="133" y="564"/>
                    <a:pt x="285" y="564"/>
                  </a:cubicBezTo>
                  <a:cubicBezTo>
                    <a:pt x="550" y="564"/>
                    <a:pt x="664" y="261"/>
                    <a:pt x="493" y="90"/>
                  </a:cubicBezTo>
                  <a:cubicBezTo>
                    <a:pt x="431" y="28"/>
                    <a:pt x="356" y="0"/>
                    <a:pt x="2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50"/>
            <p:cNvSpPr/>
            <p:nvPr/>
          </p:nvSpPr>
          <p:spPr>
            <a:xfrm>
              <a:off x="4696813" y="3503750"/>
              <a:ext cx="14225" cy="56200"/>
            </a:xfrm>
            <a:custGeom>
              <a:avLst/>
              <a:gdLst/>
              <a:ahLst/>
              <a:cxnLst/>
              <a:rect l="l" t="t" r="r" b="b"/>
              <a:pathLst>
                <a:path w="569" h="2248" extrusionOk="0">
                  <a:moveTo>
                    <a:pt x="285" y="0"/>
                  </a:moveTo>
                  <a:cubicBezTo>
                    <a:pt x="133" y="0"/>
                    <a:pt x="0" y="114"/>
                    <a:pt x="0" y="285"/>
                  </a:cubicBezTo>
                  <a:lnTo>
                    <a:pt x="0" y="1991"/>
                  </a:lnTo>
                  <a:cubicBezTo>
                    <a:pt x="10" y="2162"/>
                    <a:pt x="142" y="2247"/>
                    <a:pt x="277" y="2247"/>
                  </a:cubicBezTo>
                  <a:cubicBezTo>
                    <a:pt x="413" y="2247"/>
                    <a:pt x="550" y="2162"/>
                    <a:pt x="569" y="1991"/>
                  </a:cubicBezTo>
                  <a:lnTo>
                    <a:pt x="569" y="285"/>
                  </a:lnTo>
                  <a:cubicBezTo>
                    <a:pt x="569" y="114"/>
                    <a:pt x="436" y="0"/>
                    <a:pt x="28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50"/>
            <p:cNvSpPr/>
            <p:nvPr/>
          </p:nvSpPr>
          <p:spPr>
            <a:xfrm>
              <a:off x="4767913" y="3341625"/>
              <a:ext cx="85825" cy="365975"/>
            </a:xfrm>
            <a:custGeom>
              <a:avLst/>
              <a:gdLst/>
              <a:ahLst/>
              <a:cxnLst/>
              <a:rect l="l" t="t" r="r" b="b"/>
              <a:pathLst>
                <a:path w="3433" h="14639" extrusionOk="0">
                  <a:moveTo>
                    <a:pt x="2864" y="569"/>
                  </a:moveTo>
                  <a:lnTo>
                    <a:pt x="2864" y="1896"/>
                  </a:lnTo>
                  <a:lnTo>
                    <a:pt x="2010" y="1896"/>
                  </a:lnTo>
                  <a:cubicBezTo>
                    <a:pt x="1998" y="1895"/>
                    <a:pt x="1987" y="1895"/>
                    <a:pt x="1976" y="1895"/>
                  </a:cubicBezTo>
                  <a:cubicBezTo>
                    <a:pt x="1605" y="1895"/>
                    <a:pt x="1605" y="2467"/>
                    <a:pt x="1976" y="2467"/>
                  </a:cubicBezTo>
                  <a:cubicBezTo>
                    <a:pt x="1987" y="2467"/>
                    <a:pt x="1998" y="2466"/>
                    <a:pt x="2010" y="2465"/>
                  </a:cubicBezTo>
                  <a:lnTo>
                    <a:pt x="2864" y="2465"/>
                  </a:lnTo>
                  <a:lnTo>
                    <a:pt x="2864" y="3603"/>
                  </a:lnTo>
                  <a:lnTo>
                    <a:pt x="2010" y="3603"/>
                  </a:lnTo>
                  <a:cubicBezTo>
                    <a:pt x="1999" y="3602"/>
                    <a:pt x="1987" y="3601"/>
                    <a:pt x="1976" y="3601"/>
                  </a:cubicBezTo>
                  <a:cubicBezTo>
                    <a:pt x="1604" y="3601"/>
                    <a:pt x="1604" y="4192"/>
                    <a:pt x="1976" y="4192"/>
                  </a:cubicBezTo>
                  <a:cubicBezTo>
                    <a:pt x="1987" y="4192"/>
                    <a:pt x="1999" y="4192"/>
                    <a:pt x="2010" y="4191"/>
                  </a:cubicBezTo>
                  <a:lnTo>
                    <a:pt x="2864" y="4191"/>
                  </a:lnTo>
                  <a:lnTo>
                    <a:pt x="2864" y="5328"/>
                  </a:lnTo>
                  <a:lnTo>
                    <a:pt x="2010" y="5328"/>
                  </a:lnTo>
                  <a:cubicBezTo>
                    <a:pt x="1631" y="5328"/>
                    <a:pt x="1631" y="5897"/>
                    <a:pt x="2010" y="5897"/>
                  </a:cubicBezTo>
                  <a:lnTo>
                    <a:pt x="2864" y="5897"/>
                  </a:lnTo>
                  <a:lnTo>
                    <a:pt x="2864" y="7035"/>
                  </a:lnTo>
                  <a:lnTo>
                    <a:pt x="2010" y="7035"/>
                  </a:lnTo>
                  <a:cubicBezTo>
                    <a:pt x="1998" y="7034"/>
                    <a:pt x="1987" y="7033"/>
                    <a:pt x="1976" y="7033"/>
                  </a:cubicBezTo>
                  <a:cubicBezTo>
                    <a:pt x="1605" y="7033"/>
                    <a:pt x="1605" y="7605"/>
                    <a:pt x="1976" y="7605"/>
                  </a:cubicBezTo>
                  <a:cubicBezTo>
                    <a:pt x="1987" y="7605"/>
                    <a:pt x="1998" y="7605"/>
                    <a:pt x="2010" y="7604"/>
                  </a:cubicBezTo>
                  <a:lnTo>
                    <a:pt x="2864" y="7604"/>
                  </a:lnTo>
                  <a:lnTo>
                    <a:pt x="2864" y="8761"/>
                  </a:lnTo>
                  <a:lnTo>
                    <a:pt x="2010" y="8761"/>
                  </a:lnTo>
                  <a:cubicBezTo>
                    <a:pt x="1998" y="8759"/>
                    <a:pt x="1987" y="8759"/>
                    <a:pt x="1976" y="8759"/>
                  </a:cubicBezTo>
                  <a:cubicBezTo>
                    <a:pt x="1605" y="8759"/>
                    <a:pt x="1605" y="9331"/>
                    <a:pt x="1976" y="9331"/>
                  </a:cubicBezTo>
                  <a:cubicBezTo>
                    <a:pt x="1987" y="9331"/>
                    <a:pt x="1998" y="9330"/>
                    <a:pt x="2010" y="9329"/>
                  </a:cubicBezTo>
                  <a:lnTo>
                    <a:pt x="2864" y="9329"/>
                  </a:lnTo>
                  <a:lnTo>
                    <a:pt x="2864" y="10467"/>
                  </a:lnTo>
                  <a:lnTo>
                    <a:pt x="2010" y="10467"/>
                  </a:lnTo>
                  <a:cubicBezTo>
                    <a:pt x="1998" y="10466"/>
                    <a:pt x="1987" y="10465"/>
                    <a:pt x="1976" y="10465"/>
                  </a:cubicBezTo>
                  <a:cubicBezTo>
                    <a:pt x="1605" y="10465"/>
                    <a:pt x="1605" y="11037"/>
                    <a:pt x="1976" y="11037"/>
                  </a:cubicBezTo>
                  <a:cubicBezTo>
                    <a:pt x="1987" y="11037"/>
                    <a:pt x="1998" y="11037"/>
                    <a:pt x="2010" y="11036"/>
                  </a:cubicBezTo>
                  <a:lnTo>
                    <a:pt x="2864" y="11036"/>
                  </a:lnTo>
                  <a:lnTo>
                    <a:pt x="2864" y="12193"/>
                  </a:lnTo>
                  <a:lnTo>
                    <a:pt x="2010" y="12193"/>
                  </a:lnTo>
                  <a:cubicBezTo>
                    <a:pt x="1993" y="12190"/>
                    <a:pt x="1977" y="12189"/>
                    <a:pt x="1961" y="12189"/>
                  </a:cubicBezTo>
                  <a:cubicBezTo>
                    <a:pt x="1604" y="12189"/>
                    <a:pt x="1610" y="12763"/>
                    <a:pt x="1976" y="12763"/>
                  </a:cubicBezTo>
                  <a:cubicBezTo>
                    <a:pt x="1987" y="12763"/>
                    <a:pt x="1999" y="12762"/>
                    <a:pt x="2010" y="12761"/>
                  </a:cubicBezTo>
                  <a:lnTo>
                    <a:pt x="2864" y="12761"/>
                  </a:lnTo>
                  <a:lnTo>
                    <a:pt x="2864" y="14070"/>
                  </a:lnTo>
                  <a:lnTo>
                    <a:pt x="569" y="14070"/>
                  </a:lnTo>
                  <a:lnTo>
                    <a:pt x="569" y="569"/>
                  </a:lnTo>
                  <a:close/>
                  <a:moveTo>
                    <a:pt x="304" y="0"/>
                  </a:moveTo>
                  <a:cubicBezTo>
                    <a:pt x="133" y="0"/>
                    <a:pt x="0" y="133"/>
                    <a:pt x="0" y="285"/>
                  </a:cubicBezTo>
                  <a:lnTo>
                    <a:pt x="0" y="14354"/>
                  </a:lnTo>
                  <a:cubicBezTo>
                    <a:pt x="0" y="14506"/>
                    <a:pt x="133" y="14639"/>
                    <a:pt x="304" y="14639"/>
                  </a:cubicBezTo>
                  <a:lnTo>
                    <a:pt x="3148" y="14639"/>
                  </a:lnTo>
                  <a:cubicBezTo>
                    <a:pt x="3319" y="14639"/>
                    <a:pt x="3432" y="14506"/>
                    <a:pt x="3432" y="14354"/>
                  </a:cubicBezTo>
                  <a:lnTo>
                    <a:pt x="3432" y="285"/>
                  </a:lnTo>
                  <a:cubicBezTo>
                    <a:pt x="3432" y="133"/>
                    <a:pt x="3319" y="0"/>
                    <a:pt x="31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50"/>
            <p:cNvSpPr/>
            <p:nvPr/>
          </p:nvSpPr>
          <p:spPr>
            <a:xfrm>
              <a:off x="4867463" y="3341725"/>
              <a:ext cx="100525" cy="365650"/>
            </a:xfrm>
            <a:custGeom>
              <a:avLst/>
              <a:gdLst/>
              <a:ahLst/>
              <a:cxnLst/>
              <a:rect l="l" t="t" r="r" b="b"/>
              <a:pathLst>
                <a:path w="4021" h="14626" extrusionOk="0">
                  <a:moveTo>
                    <a:pt x="2029" y="565"/>
                  </a:moveTo>
                  <a:cubicBezTo>
                    <a:pt x="2352" y="565"/>
                    <a:pt x="2598" y="831"/>
                    <a:pt x="2598" y="1134"/>
                  </a:cubicBezTo>
                  <a:lnTo>
                    <a:pt x="2598" y="8169"/>
                  </a:lnTo>
                  <a:lnTo>
                    <a:pt x="1460" y="8169"/>
                  </a:lnTo>
                  <a:lnTo>
                    <a:pt x="1460" y="1134"/>
                  </a:lnTo>
                  <a:cubicBezTo>
                    <a:pt x="1460" y="831"/>
                    <a:pt x="1707" y="565"/>
                    <a:pt x="2029" y="565"/>
                  </a:cubicBezTo>
                  <a:close/>
                  <a:moveTo>
                    <a:pt x="2917" y="8736"/>
                  </a:moveTo>
                  <a:cubicBezTo>
                    <a:pt x="3288" y="8736"/>
                    <a:pt x="3288" y="9308"/>
                    <a:pt x="2917" y="9308"/>
                  </a:cubicBezTo>
                  <a:cubicBezTo>
                    <a:pt x="2906" y="9308"/>
                    <a:pt x="2894" y="9307"/>
                    <a:pt x="2882" y="9306"/>
                  </a:cubicBezTo>
                  <a:lnTo>
                    <a:pt x="1176" y="9306"/>
                  </a:lnTo>
                  <a:cubicBezTo>
                    <a:pt x="1164" y="9307"/>
                    <a:pt x="1152" y="9308"/>
                    <a:pt x="1141" y="9308"/>
                  </a:cubicBezTo>
                  <a:cubicBezTo>
                    <a:pt x="770" y="9308"/>
                    <a:pt x="770" y="8736"/>
                    <a:pt x="1141" y="8736"/>
                  </a:cubicBezTo>
                  <a:cubicBezTo>
                    <a:pt x="1152" y="8736"/>
                    <a:pt x="1164" y="8736"/>
                    <a:pt x="1176" y="8738"/>
                  </a:cubicBezTo>
                  <a:lnTo>
                    <a:pt x="2882" y="8738"/>
                  </a:lnTo>
                  <a:cubicBezTo>
                    <a:pt x="2894" y="8736"/>
                    <a:pt x="2906" y="8736"/>
                    <a:pt x="2917" y="8736"/>
                  </a:cubicBezTo>
                  <a:close/>
                  <a:moveTo>
                    <a:pt x="2712" y="9894"/>
                  </a:moveTo>
                  <a:lnTo>
                    <a:pt x="3413" y="11297"/>
                  </a:lnTo>
                  <a:lnTo>
                    <a:pt x="2314" y="13269"/>
                  </a:lnTo>
                  <a:lnTo>
                    <a:pt x="2314" y="11904"/>
                  </a:lnTo>
                  <a:cubicBezTo>
                    <a:pt x="2295" y="11724"/>
                    <a:pt x="2162" y="11634"/>
                    <a:pt x="2029" y="11634"/>
                  </a:cubicBezTo>
                  <a:cubicBezTo>
                    <a:pt x="1896" y="11634"/>
                    <a:pt x="1764" y="11724"/>
                    <a:pt x="1745" y="11904"/>
                  </a:cubicBezTo>
                  <a:lnTo>
                    <a:pt x="1745" y="13269"/>
                  </a:lnTo>
                  <a:lnTo>
                    <a:pt x="645" y="11316"/>
                  </a:lnTo>
                  <a:lnTo>
                    <a:pt x="1347" y="9894"/>
                  </a:lnTo>
                  <a:close/>
                  <a:moveTo>
                    <a:pt x="2043" y="0"/>
                  </a:moveTo>
                  <a:cubicBezTo>
                    <a:pt x="1455" y="0"/>
                    <a:pt x="891" y="454"/>
                    <a:pt x="891" y="1134"/>
                  </a:cubicBezTo>
                  <a:lnTo>
                    <a:pt x="891" y="8226"/>
                  </a:lnTo>
                  <a:cubicBezTo>
                    <a:pt x="190" y="8472"/>
                    <a:pt x="114" y="9420"/>
                    <a:pt x="759" y="9780"/>
                  </a:cubicBezTo>
                  <a:lnTo>
                    <a:pt x="57" y="11184"/>
                  </a:lnTo>
                  <a:cubicBezTo>
                    <a:pt x="0" y="11259"/>
                    <a:pt x="0" y="11373"/>
                    <a:pt x="57" y="11449"/>
                  </a:cubicBezTo>
                  <a:cubicBezTo>
                    <a:pt x="474" y="12189"/>
                    <a:pt x="1347" y="13724"/>
                    <a:pt x="1764" y="14483"/>
                  </a:cubicBezTo>
                  <a:cubicBezTo>
                    <a:pt x="1821" y="14578"/>
                    <a:pt x="1920" y="14625"/>
                    <a:pt x="2020" y="14625"/>
                  </a:cubicBezTo>
                  <a:cubicBezTo>
                    <a:pt x="2119" y="14625"/>
                    <a:pt x="2219" y="14578"/>
                    <a:pt x="2276" y="14483"/>
                  </a:cubicBezTo>
                  <a:lnTo>
                    <a:pt x="3982" y="11468"/>
                  </a:lnTo>
                  <a:cubicBezTo>
                    <a:pt x="4020" y="11373"/>
                    <a:pt x="4020" y="11278"/>
                    <a:pt x="3982" y="11184"/>
                  </a:cubicBezTo>
                  <a:lnTo>
                    <a:pt x="3262" y="9780"/>
                  </a:lnTo>
                  <a:cubicBezTo>
                    <a:pt x="3906" y="9420"/>
                    <a:pt x="3830" y="8472"/>
                    <a:pt x="3148" y="8226"/>
                  </a:cubicBezTo>
                  <a:lnTo>
                    <a:pt x="3148" y="1134"/>
                  </a:lnTo>
                  <a:cubicBezTo>
                    <a:pt x="3148" y="831"/>
                    <a:pt x="3015" y="546"/>
                    <a:pt x="2807" y="338"/>
                  </a:cubicBezTo>
                  <a:lnTo>
                    <a:pt x="2845" y="338"/>
                  </a:lnTo>
                  <a:cubicBezTo>
                    <a:pt x="2611" y="104"/>
                    <a:pt x="2324" y="0"/>
                    <a:pt x="204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50"/>
            <p:cNvSpPr/>
            <p:nvPr/>
          </p:nvSpPr>
          <p:spPr>
            <a:xfrm>
              <a:off x="4668363" y="3341625"/>
              <a:ext cx="71125" cy="365625"/>
            </a:xfrm>
            <a:custGeom>
              <a:avLst/>
              <a:gdLst/>
              <a:ahLst/>
              <a:cxnLst/>
              <a:rect l="l" t="t" r="r" b="b"/>
              <a:pathLst>
                <a:path w="2845" h="14625" extrusionOk="0">
                  <a:moveTo>
                    <a:pt x="1991" y="550"/>
                  </a:moveTo>
                  <a:cubicBezTo>
                    <a:pt x="2143" y="550"/>
                    <a:pt x="2276" y="683"/>
                    <a:pt x="2276" y="835"/>
                  </a:cubicBezTo>
                  <a:lnTo>
                    <a:pt x="2276" y="1896"/>
                  </a:lnTo>
                  <a:lnTo>
                    <a:pt x="550" y="1896"/>
                  </a:lnTo>
                  <a:lnTo>
                    <a:pt x="550" y="835"/>
                  </a:lnTo>
                  <a:cubicBezTo>
                    <a:pt x="550" y="683"/>
                    <a:pt x="683" y="550"/>
                    <a:pt x="835" y="550"/>
                  </a:cubicBezTo>
                  <a:close/>
                  <a:moveTo>
                    <a:pt x="2276" y="2465"/>
                  </a:moveTo>
                  <a:lnTo>
                    <a:pt x="2276" y="3034"/>
                  </a:lnTo>
                  <a:lnTo>
                    <a:pt x="550" y="3034"/>
                  </a:lnTo>
                  <a:lnTo>
                    <a:pt x="550" y="2465"/>
                  </a:lnTo>
                  <a:close/>
                  <a:moveTo>
                    <a:pt x="2276" y="3622"/>
                  </a:moveTo>
                  <a:lnTo>
                    <a:pt x="2276" y="11339"/>
                  </a:lnTo>
                  <a:lnTo>
                    <a:pt x="550" y="11339"/>
                  </a:lnTo>
                  <a:lnTo>
                    <a:pt x="550" y="3622"/>
                  </a:lnTo>
                  <a:close/>
                  <a:moveTo>
                    <a:pt x="2238" y="11908"/>
                  </a:moveTo>
                  <a:lnTo>
                    <a:pt x="1423" y="13653"/>
                  </a:lnTo>
                  <a:lnTo>
                    <a:pt x="607" y="11908"/>
                  </a:lnTo>
                  <a:close/>
                  <a:moveTo>
                    <a:pt x="854" y="0"/>
                  </a:moveTo>
                  <a:cubicBezTo>
                    <a:pt x="380" y="0"/>
                    <a:pt x="0" y="380"/>
                    <a:pt x="0" y="854"/>
                  </a:cubicBezTo>
                  <a:lnTo>
                    <a:pt x="0" y="11889"/>
                  </a:lnTo>
                  <a:cubicBezTo>
                    <a:pt x="0" y="11927"/>
                    <a:pt x="0" y="11965"/>
                    <a:pt x="19" y="12003"/>
                  </a:cubicBezTo>
                  <a:lnTo>
                    <a:pt x="1157" y="14468"/>
                  </a:lnTo>
                  <a:cubicBezTo>
                    <a:pt x="1204" y="14572"/>
                    <a:pt x="1309" y="14624"/>
                    <a:pt x="1413" y="14624"/>
                  </a:cubicBezTo>
                  <a:cubicBezTo>
                    <a:pt x="1517" y="14624"/>
                    <a:pt x="1622" y="14572"/>
                    <a:pt x="1669" y="14468"/>
                  </a:cubicBezTo>
                  <a:lnTo>
                    <a:pt x="2826" y="12003"/>
                  </a:lnTo>
                  <a:cubicBezTo>
                    <a:pt x="2826" y="11965"/>
                    <a:pt x="2845" y="11927"/>
                    <a:pt x="2845" y="11889"/>
                  </a:cubicBezTo>
                  <a:lnTo>
                    <a:pt x="2845" y="854"/>
                  </a:lnTo>
                  <a:cubicBezTo>
                    <a:pt x="2845" y="380"/>
                    <a:pt x="2465" y="0"/>
                    <a:pt x="199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49" name="Google Shape;2849;p50"/>
          <p:cNvGrpSpPr/>
          <p:nvPr/>
        </p:nvGrpSpPr>
        <p:grpSpPr>
          <a:xfrm>
            <a:off x="6023253" y="2684897"/>
            <a:ext cx="277964" cy="365758"/>
            <a:chOff x="5162788" y="3252750"/>
            <a:chExt cx="343250" cy="453400"/>
          </a:xfrm>
        </p:grpSpPr>
        <p:sp>
          <p:nvSpPr>
            <p:cNvPr id="2850" name="Google Shape;2850;p50"/>
            <p:cNvSpPr/>
            <p:nvPr/>
          </p:nvSpPr>
          <p:spPr>
            <a:xfrm>
              <a:off x="5356663" y="3536450"/>
              <a:ext cx="138450" cy="160725"/>
            </a:xfrm>
            <a:custGeom>
              <a:avLst/>
              <a:gdLst/>
              <a:ahLst/>
              <a:cxnLst/>
              <a:rect l="l" t="t" r="r" b="b"/>
              <a:pathLst>
                <a:path w="5538" h="6429" extrusionOk="0">
                  <a:moveTo>
                    <a:pt x="2466" y="0"/>
                  </a:moveTo>
                  <a:lnTo>
                    <a:pt x="1" y="1385"/>
                  </a:lnTo>
                  <a:lnTo>
                    <a:pt x="3072" y="6428"/>
                  </a:lnTo>
                  <a:lnTo>
                    <a:pt x="3603" y="4494"/>
                  </a:lnTo>
                  <a:lnTo>
                    <a:pt x="5537" y="5006"/>
                  </a:lnTo>
                  <a:lnTo>
                    <a:pt x="246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50"/>
            <p:cNvSpPr/>
            <p:nvPr/>
          </p:nvSpPr>
          <p:spPr>
            <a:xfrm>
              <a:off x="5178888" y="3537400"/>
              <a:ext cx="133250" cy="160250"/>
            </a:xfrm>
            <a:custGeom>
              <a:avLst/>
              <a:gdLst/>
              <a:ahLst/>
              <a:cxnLst/>
              <a:rect l="l" t="t" r="r" b="b"/>
              <a:pathLst>
                <a:path w="5330" h="6410" extrusionOk="0">
                  <a:moveTo>
                    <a:pt x="2845" y="0"/>
                  </a:moveTo>
                  <a:lnTo>
                    <a:pt x="1" y="4987"/>
                  </a:lnTo>
                  <a:lnTo>
                    <a:pt x="1935" y="4475"/>
                  </a:lnTo>
                  <a:lnTo>
                    <a:pt x="2447" y="6409"/>
                  </a:lnTo>
                  <a:lnTo>
                    <a:pt x="5329" y="1347"/>
                  </a:lnTo>
                  <a:lnTo>
                    <a:pt x="284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50"/>
            <p:cNvSpPr/>
            <p:nvPr/>
          </p:nvSpPr>
          <p:spPr>
            <a:xfrm>
              <a:off x="5172738" y="3261975"/>
              <a:ext cx="322375" cy="318175"/>
            </a:xfrm>
            <a:custGeom>
              <a:avLst/>
              <a:gdLst/>
              <a:ahLst/>
              <a:cxnLst/>
              <a:rect l="l" t="t" r="r" b="b"/>
              <a:pathLst>
                <a:path w="12895" h="12727" extrusionOk="0">
                  <a:moveTo>
                    <a:pt x="6419" y="1"/>
                  </a:moveTo>
                  <a:cubicBezTo>
                    <a:pt x="6253" y="1"/>
                    <a:pt x="6087" y="58"/>
                    <a:pt x="5954" y="171"/>
                  </a:cubicBezTo>
                  <a:lnTo>
                    <a:pt x="4760" y="1214"/>
                  </a:lnTo>
                  <a:cubicBezTo>
                    <a:pt x="4627" y="1309"/>
                    <a:pt x="4475" y="1385"/>
                    <a:pt x="4305" y="1385"/>
                  </a:cubicBezTo>
                  <a:lnTo>
                    <a:pt x="2731" y="1385"/>
                  </a:lnTo>
                  <a:cubicBezTo>
                    <a:pt x="2390" y="1385"/>
                    <a:pt x="2086" y="1631"/>
                    <a:pt x="2029" y="1973"/>
                  </a:cubicBezTo>
                  <a:lnTo>
                    <a:pt x="1745" y="3528"/>
                  </a:lnTo>
                  <a:cubicBezTo>
                    <a:pt x="1726" y="3679"/>
                    <a:pt x="1631" y="3831"/>
                    <a:pt x="1517" y="3945"/>
                  </a:cubicBezTo>
                  <a:lnTo>
                    <a:pt x="323" y="4969"/>
                  </a:lnTo>
                  <a:cubicBezTo>
                    <a:pt x="57" y="5196"/>
                    <a:pt x="0" y="5594"/>
                    <a:pt x="171" y="5898"/>
                  </a:cubicBezTo>
                  <a:lnTo>
                    <a:pt x="949" y="7263"/>
                  </a:lnTo>
                  <a:cubicBezTo>
                    <a:pt x="1043" y="7415"/>
                    <a:pt x="1062" y="7585"/>
                    <a:pt x="1024" y="7756"/>
                  </a:cubicBezTo>
                  <a:lnTo>
                    <a:pt x="759" y="9311"/>
                  </a:lnTo>
                  <a:cubicBezTo>
                    <a:pt x="702" y="9671"/>
                    <a:pt x="911" y="10012"/>
                    <a:pt x="1233" y="10126"/>
                  </a:cubicBezTo>
                  <a:lnTo>
                    <a:pt x="2712" y="10676"/>
                  </a:lnTo>
                  <a:cubicBezTo>
                    <a:pt x="2864" y="10733"/>
                    <a:pt x="2996" y="10847"/>
                    <a:pt x="3091" y="10998"/>
                  </a:cubicBezTo>
                  <a:lnTo>
                    <a:pt x="3091" y="11017"/>
                  </a:lnTo>
                  <a:lnTo>
                    <a:pt x="3850" y="12345"/>
                  </a:lnTo>
                  <a:cubicBezTo>
                    <a:pt x="3979" y="12575"/>
                    <a:pt x="4230" y="12707"/>
                    <a:pt x="4484" y="12707"/>
                  </a:cubicBezTo>
                  <a:cubicBezTo>
                    <a:pt x="4564" y="12707"/>
                    <a:pt x="4645" y="12694"/>
                    <a:pt x="4722" y="12667"/>
                  </a:cubicBezTo>
                  <a:lnTo>
                    <a:pt x="5575" y="12364"/>
                  </a:lnTo>
                  <a:lnTo>
                    <a:pt x="6182" y="12155"/>
                  </a:lnTo>
                  <a:cubicBezTo>
                    <a:pt x="6258" y="12117"/>
                    <a:pt x="6343" y="12098"/>
                    <a:pt x="6428" y="12098"/>
                  </a:cubicBezTo>
                  <a:cubicBezTo>
                    <a:pt x="6514" y="12098"/>
                    <a:pt x="6599" y="12117"/>
                    <a:pt x="6675" y="12155"/>
                  </a:cubicBezTo>
                  <a:lnTo>
                    <a:pt x="7339" y="12383"/>
                  </a:lnTo>
                  <a:lnTo>
                    <a:pt x="8154" y="12686"/>
                  </a:lnTo>
                  <a:cubicBezTo>
                    <a:pt x="8231" y="12713"/>
                    <a:pt x="8311" y="12726"/>
                    <a:pt x="8389" y="12726"/>
                  </a:cubicBezTo>
                  <a:cubicBezTo>
                    <a:pt x="8638" y="12726"/>
                    <a:pt x="8877" y="12594"/>
                    <a:pt x="9007" y="12364"/>
                  </a:cubicBezTo>
                  <a:lnTo>
                    <a:pt x="9804" y="10979"/>
                  </a:lnTo>
                  <a:cubicBezTo>
                    <a:pt x="9879" y="10847"/>
                    <a:pt x="10012" y="10733"/>
                    <a:pt x="10164" y="10676"/>
                  </a:cubicBezTo>
                  <a:lnTo>
                    <a:pt x="11643" y="10126"/>
                  </a:lnTo>
                  <a:cubicBezTo>
                    <a:pt x="11984" y="10012"/>
                    <a:pt x="12174" y="9671"/>
                    <a:pt x="12117" y="9311"/>
                  </a:cubicBezTo>
                  <a:lnTo>
                    <a:pt x="11851" y="7756"/>
                  </a:lnTo>
                  <a:cubicBezTo>
                    <a:pt x="11814" y="7585"/>
                    <a:pt x="11851" y="7415"/>
                    <a:pt x="11927" y="7263"/>
                  </a:cubicBezTo>
                  <a:lnTo>
                    <a:pt x="12724" y="5898"/>
                  </a:lnTo>
                  <a:cubicBezTo>
                    <a:pt x="12894" y="5594"/>
                    <a:pt x="12818" y="5196"/>
                    <a:pt x="12553" y="4969"/>
                  </a:cubicBezTo>
                  <a:lnTo>
                    <a:pt x="11358" y="3945"/>
                  </a:lnTo>
                  <a:cubicBezTo>
                    <a:pt x="11226" y="3831"/>
                    <a:pt x="11150" y="3679"/>
                    <a:pt x="11112" y="3528"/>
                  </a:cubicBezTo>
                  <a:lnTo>
                    <a:pt x="10846" y="1973"/>
                  </a:lnTo>
                  <a:cubicBezTo>
                    <a:pt x="10792" y="1643"/>
                    <a:pt x="10506" y="1384"/>
                    <a:pt x="10179" y="1384"/>
                  </a:cubicBezTo>
                  <a:cubicBezTo>
                    <a:pt x="10168" y="1384"/>
                    <a:pt x="10156" y="1384"/>
                    <a:pt x="10145" y="1385"/>
                  </a:cubicBezTo>
                  <a:lnTo>
                    <a:pt x="8552" y="1385"/>
                  </a:lnTo>
                  <a:cubicBezTo>
                    <a:pt x="8381" y="1385"/>
                    <a:pt x="8211" y="1328"/>
                    <a:pt x="8078" y="1214"/>
                  </a:cubicBezTo>
                  <a:lnTo>
                    <a:pt x="6884" y="171"/>
                  </a:lnTo>
                  <a:cubicBezTo>
                    <a:pt x="6751" y="58"/>
                    <a:pt x="6585" y="1"/>
                    <a:pt x="64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50"/>
            <p:cNvSpPr/>
            <p:nvPr/>
          </p:nvSpPr>
          <p:spPr>
            <a:xfrm>
              <a:off x="5283188" y="3367700"/>
              <a:ext cx="101000" cy="96250"/>
            </a:xfrm>
            <a:custGeom>
              <a:avLst/>
              <a:gdLst/>
              <a:ahLst/>
              <a:cxnLst/>
              <a:rect l="l" t="t" r="r" b="b"/>
              <a:pathLst>
                <a:path w="4040" h="3850" extrusionOk="0">
                  <a:moveTo>
                    <a:pt x="2010" y="0"/>
                  </a:moveTo>
                  <a:lnTo>
                    <a:pt x="1404" y="1271"/>
                  </a:lnTo>
                  <a:lnTo>
                    <a:pt x="1" y="1479"/>
                  </a:lnTo>
                  <a:lnTo>
                    <a:pt x="1005" y="2446"/>
                  </a:lnTo>
                  <a:lnTo>
                    <a:pt x="778" y="3849"/>
                  </a:lnTo>
                  <a:lnTo>
                    <a:pt x="778" y="3849"/>
                  </a:lnTo>
                  <a:lnTo>
                    <a:pt x="2029" y="3186"/>
                  </a:lnTo>
                  <a:lnTo>
                    <a:pt x="3262" y="3849"/>
                  </a:lnTo>
                  <a:lnTo>
                    <a:pt x="3034" y="2446"/>
                  </a:lnTo>
                  <a:lnTo>
                    <a:pt x="4039" y="1479"/>
                  </a:lnTo>
                  <a:lnTo>
                    <a:pt x="2636" y="1271"/>
                  </a:lnTo>
                  <a:lnTo>
                    <a:pt x="201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50"/>
            <p:cNvSpPr/>
            <p:nvPr/>
          </p:nvSpPr>
          <p:spPr>
            <a:xfrm>
              <a:off x="5254263" y="3332250"/>
              <a:ext cx="20425" cy="17925"/>
            </a:xfrm>
            <a:custGeom>
              <a:avLst/>
              <a:gdLst/>
              <a:ahLst/>
              <a:cxnLst/>
              <a:rect l="l" t="t" r="r" b="b"/>
              <a:pathLst>
                <a:path w="817" h="717" extrusionOk="0">
                  <a:moveTo>
                    <a:pt x="352" y="1"/>
                  </a:moveTo>
                  <a:cubicBezTo>
                    <a:pt x="171" y="1"/>
                    <a:pt x="1" y="140"/>
                    <a:pt x="1" y="356"/>
                  </a:cubicBezTo>
                  <a:cubicBezTo>
                    <a:pt x="1" y="546"/>
                    <a:pt x="153" y="717"/>
                    <a:pt x="342" y="717"/>
                  </a:cubicBezTo>
                  <a:cubicBezTo>
                    <a:pt x="665" y="717"/>
                    <a:pt x="816" y="337"/>
                    <a:pt x="608" y="110"/>
                  </a:cubicBezTo>
                  <a:cubicBezTo>
                    <a:pt x="533" y="35"/>
                    <a:pt x="441" y="1"/>
                    <a:pt x="35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50"/>
            <p:cNvSpPr/>
            <p:nvPr/>
          </p:nvSpPr>
          <p:spPr>
            <a:xfrm>
              <a:off x="5162788" y="3252750"/>
              <a:ext cx="343250" cy="453400"/>
            </a:xfrm>
            <a:custGeom>
              <a:avLst/>
              <a:gdLst/>
              <a:ahLst/>
              <a:cxnLst/>
              <a:rect l="l" t="t" r="r" b="b"/>
              <a:pathLst>
                <a:path w="13730" h="18136" extrusionOk="0">
                  <a:moveTo>
                    <a:pt x="6817" y="702"/>
                  </a:moveTo>
                  <a:cubicBezTo>
                    <a:pt x="6902" y="702"/>
                    <a:pt x="6988" y="730"/>
                    <a:pt x="7054" y="787"/>
                  </a:cubicBezTo>
                  <a:lnTo>
                    <a:pt x="8268" y="1830"/>
                  </a:lnTo>
                  <a:cubicBezTo>
                    <a:pt x="8457" y="2000"/>
                    <a:pt x="8704" y="2095"/>
                    <a:pt x="8950" y="2095"/>
                  </a:cubicBezTo>
                  <a:lnTo>
                    <a:pt x="10543" y="2095"/>
                  </a:lnTo>
                  <a:cubicBezTo>
                    <a:pt x="10714" y="2095"/>
                    <a:pt x="10865" y="2228"/>
                    <a:pt x="10903" y="2399"/>
                  </a:cubicBezTo>
                  <a:lnTo>
                    <a:pt x="11169" y="3935"/>
                  </a:lnTo>
                  <a:cubicBezTo>
                    <a:pt x="11207" y="4200"/>
                    <a:pt x="11339" y="4409"/>
                    <a:pt x="11529" y="4579"/>
                  </a:cubicBezTo>
                  <a:lnTo>
                    <a:pt x="12723" y="5603"/>
                  </a:lnTo>
                  <a:cubicBezTo>
                    <a:pt x="12875" y="5717"/>
                    <a:pt x="12894" y="5907"/>
                    <a:pt x="12818" y="6077"/>
                  </a:cubicBezTo>
                  <a:lnTo>
                    <a:pt x="12022" y="7442"/>
                  </a:lnTo>
                  <a:cubicBezTo>
                    <a:pt x="11908" y="7670"/>
                    <a:pt x="11851" y="7916"/>
                    <a:pt x="11908" y="8182"/>
                  </a:cubicBezTo>
                  <a:lnTo>
                    <a:pt x="12174" y="9737"/>
                  </a:lnTo>
                  <a:cubicBezTo>
                    <a:pt x="12212" y="9907"/>
                    <a:pt x="12098" y="10097"/>
                    <a:pt x="11927" y="10154"/>
                  </a:cubicBezTo>
                  <a:lnTo>
                    <a:pt x="10467" y="10704"/>
                  </a:lnTo>
                  <a:cubicBezTo>
                    <a:pt x="10240" y="10780"/>
                    <a:pt x="10050" y="10931"/>
                    <a:pt x="9936" y="11121"/>
                  </a:cubicBezTo>
                  <a:cubicBezTo>
                    <a:pt x="9917" y="11140"/>
                    <a:pt x="9898" y="11159"/>
                    <a:pt x="9898" y="11197"/>
                  </a:cubicBezTo>
                  <a:lnTo>
                    <a:pt x="9121" y="12543"/>
                  </a:lnTo>
                  <a:cubicBezTo>
                    <a:pt x="9047" y="12661"/>
                    <a:pt x="8917" y="12733"/>
                    <a:pt x="8783" y="12733"/>
                  </a:cubicBezTo>
                  <a:cubicBezTo>
                    <a:pt x="8744" y="12733"/>
                    <a:pt x="8704" y="12727"/>
                    <a:pt x="8666" y="12714"/>
                  </a:cubicBezTo>
                  <a:lnTo>
                    <a:pt x="7206" y="12164"/>
                  </a:lnTo>
                  <a:cubicBezTo>
                    <a:pt x="7082" y="12116"/>
                    <a:pt x="6954" y="12093"/>
                    <a:pt x="6829" y="12093"/>
                  </a:cubicBezTo>
                  <a:cubicBezTo>
                    <a:pt x="6703" y="12093"/>
                    <a:pt x="6580" y="12116"/>
                    <a:pt x="6466" y="12164"/>
                  </a:cubicBezTo>
                  <a:lnTo>
                    <a:pt x="4987" y="12714"/>
                  </a:lnTo>
                  <a:cubicBezTo>
                    <a:pt x="4949" y="12727"/>
                    <a:pt x="4910" y="12733"/>
                    <a:pt x="4873" y="12733"/>
                  </a:cubicBezTo>
                  <a:cubicBezTo>
                    <a:pt x="4744" y="12733"/>
                    <a:pt x="4625" y="12661"/>
                    <a:pt x="4551" y="12543"/>
                  </a:cubicBezTo>
                  <a:lnTo>
                    <a:pt x="3831" y="11273"/>
                  </a:lnTo>
                  <a:cubicBezTo>
                    <a:pt x="3812" y="11197"/>
                    <a:pt x="3774" y="11140"/>
                    <a:pt x="3717" y="11083"/>
                  </a:cubicBezTo>
                  <a:cubicBezTo>
                    <a:pt x="3584" y="10912"/>
                    <a:pt x="3413" y="10761"/>
                    <a:pt x="3205" y="10685"/>
                  </a:cubicBezTo>
                  <a:lnTo>
                    <a:pt x="1726" y="10154"/>
                  </a:lnTo>
                  <a:cubicBezTo>
                    <a:pt x="1555" y="10078"/>
                    <a:pt x="1460" y="9907"/>
                    <a:pt x="1498" y="9737"/>
                  </a:cubicBezTo>
                  <a:lnTo>
                    <a:pt x="1764" y="8163"/>
                  </a:lnTo>
                  <a:cubicBezTo>
                    <a:pt x="1821" y="7916"/>
                    <a:pt x="1764" y="7670"/>
                    <a:pt x="1650" y="7442"/>
                  </a:cubicBezTo>
                  <a:lnTo>
                    <a:pt x="854" y="6077"/>
                  </a:lnTo>
                  <a:cubicBezTo>
                    <a:pt x="778" y="5907"/>
                    <a:pt x="797" y="5717"/>
                    <a:pt x="948" y="5603"/>
                  </a:cubicBezTo>
                  <a:lnTo>
                    <a:pt x="2143" y="4579"/>
                  </a:lnTo>
                  <a:cubicBezTo>
                    <a:pt x="2333" y="4409"/>
                    <a:pt x="2465" y="4200"/>
                    <a:pt x="2503" y="3935"/>
                  </a:cubicBezTo>
                  <a:lnTo>
                    <a:pt x="2769" y="2399"/>
                  </a:lnTo>
                  <a:cubicBezTo>
                    <a:pt x="2807" y="2228"/>
                    <a:pt x="2958" y="2095"/>
                    <a:pt x="3129" y="2095"/>
                  </a:cubicBezTo>
                  <a:lnTo>
                    <a:pt x="4703" y="2095"/>
                  </a:lnTo>
                  <a:cubicBezTo>
                    <a:pt x="4968" y="2095"/>
                    <a:pt x="5215" y="2000"/>
                    <a:pt x="5404" y="1830"/>
                  </a:cubicBezTo>
                  <a:lnTo>
                    <a:pt x="6580" y="787"/>
                  </a:lnTo>
                  <a:cubicBezTo>
                    <a:pt x="6646" y="730"/>
                    <a:pt x="6732" y="702"/>
                    <a:pt x="6817" y="702"/>
                  </a:cubicBezTo>
                  <a:close/>
                  <a:moveTo>
                    <a:pt x="3489" y="12088"/>
                  </a:moveTo>
                  <a:lnTo>
                    <a:pt x="3963" y="12903"/>
                  </a:lnTo>
                  <a:cubicBezTo>
                    <a:pt x="4141" y="13244"/>
                    <a:pt x="4492" y="13446"/>
                    <a:pt x="4872" y="13446"/>
                  </a:cubicBezTo>
                  <a:cubicBezTo>
                    <a:pt x="4979" y="13446"/>
                    <a:pt x="5088" y="13430"/>
                    <a:pt x="5196" y="13396"/>
                  </a:cubicBezTo>
                  <a:lnTo>
                    <a:pt x="5196" y="13396"/>
                  </a:lnTo>
                  <a:lnTo>
                    <a:pt x="3205" y="16847"/>
                  </a:lnTo>
                  <a:lnTo>
                    <a:pt x="2901" y="15748"/>
                  </a:lnTo>
                  <a:cubicBezTo>
                    <a:pt x="2870" y="15591"/>
                    <a:pt x="2723" y="15486"/>
                    <a:pt x="2576" y="15486"/>
                  </a:cubicBezTo>
                  <a:cubicBezTo>
                    <a:pt x="2545" y="15486"/>
                    <a:pt x="2514" y="15491"/>
                    <a:pt x="2484" y="15501"/>
                  </a:cubicBezTo>
                  <a:lnTo>
                    <a:pt x="1366" y="15804"/>
                  </a:lnTo>
                  <a:lnTo>
                    <a:pt x="3489" y="12088"/>
                  </a:lnTo>
                  <a:close/>
                  <a:moveTo>
                    <a:pt x="10221" y="12031"/>
                  </a:moveTo>
                  <a:lnTo>
                    <a:pt x="12515" y="15785"/>
                  </a:lnTo>
                  <a:lnTo>
                    <a:pt x="12515" y="15785"/>
                  </a:lnTo>
                  <a:lnTo>
                    <a:pt x="11434" y="15501"/>
                  </a:lnTo>
                  <a:cubicBezTo>
                    <a:pt x="11401" y="15491"/>
                    <a:pt x="11368" y="15486"/>
                    <a:pt x="11335" y="15486"/>
                  </a:cubicBezTo>
                  <a:cubicBezTo>
                    <a:pt x="11183" y="15486"/>
                    <a:pt x="11048" y="15591"/>
                    <a:pt x="11017" y="15748"/>
                  </a:cubicBezTo>
                  <a:lnTo>
                    <a:pt x="10695" y="16885"/>
                  </a:lnTo>
                  <a:lnTo>
                    <a:pt x="8571" y="13415"/>
                  </a:lnTo>
                  <a:lnTo>
                    <a:pt x="8571" y="13415"/>
                  </a:lnTo>
                  <a:cubicBezTo>
                    <a:pt x="8647" y="13434"/>
                    <a:pt x="8723" y="13434"/>
                    <a:pt x="8798" y="13434"/>
                  </a:cubicBezTo>
                  <a:cubicBezTo>
                    <a:pt x="9197" y="13434"/>
                    <a:pt x="9538" y="13226"/>
                    <a:pt x="9728" y="12903"/>
                  </a:cubicBezTo>
                  <a:lnTo>
                    <a:pt x="10221" y="12031"/>
                  </a:lnTo>
                  <a:close/>
                  <a:moveTo>
                    <a:pt x="6836" y="0"/>
                  </a:moveTo>
                  <a:cubicBezTo>
                    <a:pt x="6589" y="0"/>
                    <a:pt x="6343" y="85"/>
                    <a:pt x="6144" y="256"/>
                  </a:cubicBezTo>
                  <a:lnTo>
                    <a:pt x="4949" y="1299"/>
                  </a:lnTo>
                  <a:cubicBezTo>
                    <a:pt x="4873" y="1356"/>
                    <a:pt x="4798" y="1375"/>
                    <a:pt x="4703" y="1375"/>
                  </a:cubicBezTo>
                  <a:lnTo>
                    <a:pt x="3148" y="1375"/>
                  </a:lnTo>
                  <a:cubicBezTo>
                    <a:pt x="2617" y="1375"/>
                    <a:pt x="2181" y="1754"/>
                    <a:pt x="2086" y="2285"/>
                  </a:cubicBezTo>
                  <a:lnTo>
                    <a:pt x="1821" y="3821"/>
                  </a:lnTo>
                  <a:cubicBezTo>
                    <a:pt x="1802" y="3897"/>
                    <a:pt x="1764" y="3972"/>
                    <a:pt x="1688" y="4048"/>
                  </a:cubicBezTo>
                  <a:lnTo>
                    <a:pt x="493" y="5053"/>
                  </a:lnTo>
                  <a:cubicBezTo>
                    <a:pt x="95" y="5395"/>
                    <a:pt x="0" y="5963"/>
                    <a:pt x="247" y="6418"/>
                  </a:cubicBezTo>
                  <a:lnTo>
                    <a:pt x="1043" y="7803"/>
                  </a:lnTo>
                  <a:cubicBezTo>
                    <a:pt x="1081" y="7879"/>
                    <a:pt x="1100" y="7973"/>
                    <a:pt x="1081" y="8049"/>
                  </a:cubicBezTo>
                  <a:lnTo>
                    <a:pt x="816" y="9623"/>
                  </a:lnTo>
                  <a:cubicBezTo>
                    <a:pt x="721" y="10135"/>
                    <a:pt x="1024" y="10628"/>
                    <a:pt x="1498" y="10818"/>
                  </a:cubicBezTo>
                  <a:lnTo>
                    <a:pt x="2977" y="11348"/>
                  </a:lnTo>
                  <a:cubicBezTo>
                    <a:pt x="3015" y="11367"/>
                    <a:pt x="3034" y="11386"/>
                    <a:pt x="3053" y="11405"/>
                  </a:cubicBezTo>
                  <a:lnTo>
                    <a:pt x="342" y="16184"/>
                  </a:lnTo>
                  <a:cubicBezTo>
                    <a:pt x="188" y="16422"/>
                    <a:pt x="372" y="16707"/>
                    <a:pt x="645" y="16707"/>
                  </a:cubicBezTo>
                  <a:cubicBezTo>
                    <a:pt x="675" y="16707"/>
                    <a:pt x="707" y="16703"/>
                    <a:pt x="740" y="16696"/>
                  </a:cubicBezTo>
                  <a:lnTo>
                    <a:pt x="2333" y="16278"/>
                  </a:lnTo>
                  <a:lnTo>
                    <a:pt x="2750" y="17871"/>
                  </a:lnTo>
                  <a:cubicBezTo>
                    <a:pt x="2792" y="18040"/>
                    <a:pt x="2940" y="18132"/>
                    <a:pt x="3088" y="18132"/>
                  </a:cubicBezTo>
                  <a:cubicBezTo>
                    <a:pt x="3207" y="18132"/>
                    <a:pt x="3327" y="18073"/>
                    <a:pt x="3394" y="17947"/>
                  </a:cubicBezTo>
                  <a:lnTo>
                    <a:pt x="6220" y="13017"/>
                  </a:lnTo>
                  <a:lnTo>
                    <a:pt x="6732" y="12827"/>
                  </a:lnTo>
                  <a:cubicBezTo>
                    <a:pt x="6770" y="12818"/>
                    <a:pt x="6807" y="12813"/>
                    <a:pt x="6845" y="12813"/>
                  </a:cubicBezTo>
                  <a:cubicBezTo>
                    <a:pt x="6883" y="12813"/>
                    <a:pt x="6921" y="12818"/>
                    <a:pt x="6959" y="12827"/>
                  </a:cubicBezTo>
                  <a:lnTo>
                    <a:pt x="7509" y="13036"/>
                  </a:lnTo>
                  <a:lnTo>
                    <a:pt x="10543" y="17966"/>
                  </a:lnTo>
                  <a:cubicBezTo>
                    <a:pt x="10609" y="18081"/>
                    <a:pt x="10721" y="18136"/>
                    <a:pt x="10835" y="18136"/>
                  </a:cubicBezTo>
                  <a:cubicBezTo>
                    <a:pt x="10983" y="18136"/>
                    <a:pt x="11134" y="18043"/>
                    <a:pt x="11188" y="17871"/>
                  </a:cubicBezTo>
                  <a:lnTo>
                    <a:pt x="11605" y="16278"/>
                  </a:lnTo>
                  <a:lnTo>
                    <a:pt x="13198" y="16696"/>
                  </a:lnTo>
                  <a:cubicBezTo>
                    <a:pt x="13233" y="16707"/>
                    <a:pt x="13267" y="16712"/>
                    <a:pt x="13301" y="16712"/>
                  </a:cubicBezTo>
                  <a:cubicBezTo>
                    <a:pt x="13553" y="16712"/>
                    <a:pt x="13730" y="16416"/>
                    <a:pt x="13596" y="16165"/>
                  </a:cubicBezTo>
                  <a:lnTo>
                    <a:pt x="10657" y="11386"/>
                  </a:lnTo>
                  <a:cubicBezTo>
                    <a:pt x="10676" y="11367"/>
                    <a:pt x="10695" y="11348"/>
                    <a:pt x="10714" y="11348"/>
                  </a:cubicBezTo>
                  <a:lnTo>
                    <a:pt x="12174" y="10818"/>
                  </a:lnTo>
                  <a:cubicBezTo>
                    <a:pt x="12667" y="10628"/>
                    <a:pt x="12951" y="10116"/>
                    <a:pt x="12875" y="9604"/>
                  </a:cubicBezTo>
                  <a:lnTo>
                    <a:pt x="12591" y="8068"/>
                  </a:lnTo>
                  <a:cubicBezTo>
                    <a:pt x="12591" y="7973"/>
                    <a:pt x="12591" y="7879"/>
                    <a:pt x="12648" y="7803"/>
                  </a:cubicBezTo>
                  <a:lnTo>
                    <a:pt x="13425" y="6418"/>
                  </a:lnTo>
                  <a:cubicBezTo>
                    <a:pt x="13691" y="5963"/>
                    <a:pt x="13577" y="5395"/>
                    <a:pt x="13179" y="5053"/>
                  </a:cubicBezTo>
                  <a:lnTo>
                    <a:pt x="11984" y="4048"/>
                  </a:lnTo>
                  <a:cubicBezTo>
                    <a:pt x="11927" y="3972"/>
                    <a:pt x="11870" y="3897"/>
                    <a:pt x="11851" y="3821"/>
                  </a:cubicBezTo>
                  <a:lnTo>
                    <a:pt x="11586" y="2285"/>
                  </a:lnTo>
                  <a:cubicBezTo>
                    <a:pt x="11491" y="1754"/>
                    <a:pt x="11055" y="1375"/>
                    <a:pt x="10524" y="1375"/>
                  </a:cubicBezTo>
                  <a:lnTo>
                    <a:pt x="8969" y="1375"/>
                  </a:lnTo>
                  <a:cubicBezTo>
                    <a:pt x="8874" y="1375"/>
                    <a:pt x="8798" y="1356"/>
                    <a:pt x="8723" y="1299"/>
                  </a:cubicBezTo>
                  <a:lnTo>
                    <a:pt x="7528" y="256"/>
                  </a:lnTo>
                  <a:cubicBezTo>
                    <a:pt x="7329" y="85"/>
                    <a:pt x="7082" y="0"/>
                    <a:pt x="683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50"/>
            <p:cNvSpPr/>
            <p:nvPr/>
          </p:nvSpPr>
          <p:spPr>
            <a:xfrm>
              <a:off x="5208288" y="3305600"/>
              <a:ext cx="250325" cy="230250"/>
            </a:xfrm>
            <a:custGeom>
              <a:avLst/>
              <a:gdLst/>
              <a:ahLst/>
              <a:cxnLst/>
              <a:rect l="l" t="t" r="r" b="b"/>
              <a:pathLst>
                <a:path w="10013" h="9210" extrusionOk="0">
                  <a:moveTo>
                    <a:pt x="5025" y="0"/>
                  </a:moveTo>
                  <a:cubicBezTo>
                    <a:pt x="4419" y="0"/>
                    <a:pt x="3812" y="114"/>
                    <a:pt x="3262" y="361"/>
                  </a:cubicBezTo>
                  <a:cubicBezTo>
                    <a:pt x="2876" y="512"/>
                    <a:pt x="3040" y="1034"/>
                    <a:pt x="3384" y="1034"/>
                  </a:cubicBezTo>
                  <a:cubicBezTo>
                    <a:pt x="3429" y="1034"/>
                    <a:pt x="3477" y="1025"/>
                    <a:pt x="3527" y="1005"/>
                  </a:cubicBezTo>
                  <a:cubicBezTo>
                    <a:pt x="4019" y="799"/>
                    <a:pt x="4532" y="700"/>
                    <a:pt x="5037" y="700"/>
                  </a:cubicBezTo>
                  <a:cubicBezTo>
                    <a:pt x="6343" y="700"/>
                    <a:pt x="7600" y="1360"/>
                    <a:pt x="8325" y="2522"/>
                  </a:cubicBezTo>
                  <a:cubicBezTo>
                    <a:pt x="9349" y="4115"/>
                    <a:pt x="9045" y="6220"/>
                    <a:pt x="7642" y="7490"/>
                  </a:cubicBezTo>
                  <a:cubicBezTo>
                    <a:pt x="6901" y="8152"/>
                    <a:pt x="5969" y="8485"/>
                    <a:pt x="5034" y="8485"/>
                  </a:cubicBezTo>
                  <a:cubicBezTo>
                    <a:pt x="4176" y="8485"/>
                    <a:pt x="3315" y="8204"/>
                    <a:pt x="2598" y="7642"/>
                  </a:cubicBezTo>
                  <a:cubicBezTo>
                    <a:pt x="1119" y="6447"/>
                    <a:pt x="702" y="4361"/>
                    <a:pt x="1631" y="2712"/>
                  </a:cubicBezTo>
                  <a:cubicBezTo>
                    <a:pt x="1763" y="2435"/>
                    <a:pt x="1529" y="2195"/>
                    <a:pt x="1297" y="2195"/>
                  </a:cubicBezTo>
                  <a:cubicBezTo>
                    <a:pt x="1195" y="2195"/>
                    <a:pt x="1094" y="2241"/>
                    <a:pt x="1025" y="2351"/>
                  </a:cubicBezTo>
                  <a:cubicBezTo>
                    <a:pt x="1" y="4172"/>
                    <a:pt x="323" y="6428"/>
                    <a:pt x="1802" y="7888"/>
                  </a:cubicBezTo>
                  <a:cubicBezTo>
                    <a:pt x="2694" y="8757"/>
                    <a:pt x="3861" y="9210"/>
                    <a:pt x="5035" y="9210"/>
                  </a:cubicBezTo>
                  <a:cubicBezTo>
                    <a:pt x="5834" y="9210"/>
                    <a:pt x="6636" y="9001"/>
                    <a:pt x="7358" y="8571"/>
                  </a:cubicBezTo>
                  <a:cubicBezTo>
                    <a:pt x="9159" y="7528"/>
                    <a:pt x="10012" y="5404"/>
                    <a:pt x="9481" y="3394"/>
                  </a:cubicBezTo>
                  <a:cubicBezTo>
                    <a:pt x="8931" y="1403"/>
                    <a:pt x="7111" y="0"/>
                    <a:pt x="504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50"/>
            <p:cNvSpPr/>
            <p:nvPr/>
          </p:nvSpPr>
          <p:spPr>
            <a:xfrm>
              <a:off x="5271813" y="3358925"/>
              <a:ext cx="123750" cy="113825"/>
            </a:xfrm>
            <a:custGeom>
              <a:avLst/>
              <a:gdLst/>
              <a:ahLst/>
              <a:cxnLst/>
              <a:rect l="l" t="t" r="r" b="b"/>
              <a:pathLst>
                <a:path w="4950" h="4553" extrusionOk="0">
                  <a:moveTo>
                    <a:pt x="2484" y="1167"/>
                  </a:moveTo>
                  <a:lnTo>
                    <a:pt x="2788" y="1792"/>
                  </a:lnTo>
                  <a:cubicBezTo>
                    <a:pt x="2845" y="1887"/>
                    <a:pt x="2939" y="1963"/>
                    <a:pt x="3053" y="1982"/>
                  </a:cubicBezTo>
                  <a:lnTo>
                    <a:pt x="3736" y="2077"/>
                  </a:lnTo>
                  <a:lnTo>
                    <a:pt x="3243" y="2551"/>
                  </a:lnTo>
                  <a:cubicBezTo>
                    <a:pt x="3148" y="2627"/>
                    <a:pt x="3110" y="2759"/>
                    <a:pt x="3148" y="2873"/>
                  </a:cubicBezTo>
                  <a:lnTo>
                    <a:pt x="3262" y="3556"/>
                  </a:lnTo>
                  <a:lnTo>
                    <a:pt x="3262" y="3556"/>
                  </a:lnTo>
                  <a:lnTo>
                    <a:pt x="2636" y="3233"/>
                  </a:lnTo>
                  <a:cubicBezTo>
                    <a:pt x="2598" y="3195"/>
                    <a:pt x="2541" y="3195"/>
                    <a:pt x="2484" y="3195"/>
                  </a:cubicBezTo>
                  <a:cubicBezTo>
                    <a:pt x="2428" y="3195"/>
                    <a:pt x="2371" y="3195"/>
                    <a:pt x="2314" y="3233"/>
                  </a:cubicBezTo>
                  <a:lnTo>
                    <a:pt x="1707" y="3556"/>
                  </a:lnTo>
                  <a:lnTo>
                    <a:pt x="1707" y="3556"/>
                  </a:lnTo>
                  <a:lnTo>
                    <a:pt x="1821" y="2873"/>
                  </a:lnTo>
                  <a:cubicBezTo>
                    <a:pt x="1840" y="2759"/>
                    <a:pt x="1802" y="2627"/>
                    <a:pt x="1707" y="2551"/>
                  </a:cubicBezTo>
                  <a:lnTo>
                    <a:pt x="1214" y="2077"/>
                  </a:lnTo>
                  <a:lnTo>
                    <a:pt x="1897" y="1982"/>
                  </a:lnTo>
                  <a:cubicBezTo>
                    <a:pt x="2010" y="1963"/>
                    <a:pt x="2124" y="1887"/>
                    <a:pt x="2181" y="1792"/>
                  </a:cubicBezTo>
                  <a:lnTo>
                    <a:pt x="2484" y="1167"/>
                  </a:lnTo>
                  <a:close/>
                  <a:moveTo>
                    <a:pt x="2475" y="0"/>
                  </a:moveTo>
                  <a:cubicBezTo>
                    <a:pt x="2352" y="0"/>
                    <a:pt x="2228" y="67"/>
                    <a:pt x="2162" y="199"/>
                  </a:cubicBezTo>
                  <a:lnTo>
                    <a:pt x="1612" y="1299"/>
                  </a:lnTo>
                  <a:lnTo>
                    <a:pt x="399" y="1470"/>
                  </a:lnTo>
                  <a:cubicBezTo>
                    <a:pt x="114" y="1508"/>
                    <a:pt x="0" y="1868"/>
                    <a:pt x="209" y="2077"/>
                  </a:cubicBezTo>
                  <a:lnTo>
                    <a:pt x="1081" y="2930"/>
                  </a:lnTo>
                  <a:lnTo>
                    <a:pt x="873" y="4143"/>
                  </a:lnTo>
                  <a:cubicBezTo>
                    <a:pt x="854" y="4276"/>
                    <a:pt x="911" y="4409"/>
                    <a:pt x="1024" y="4485"/>
                  </a:cubicBezTo>
                  <a:cubicBezTo>
                    <a:pt x="1088" y="4527"/>
                    <a:pt x="1158" y="4552"/>
                    <a:pt x="1231" y="4552"/>
                  </a:cubicBezTo>
                  <a:cubicBezTo>
                    <a:pt x="1287" y="4552"/>
                    <a:pt x="1345" y="4537"/>
                    <a:pt x="1404" y="4504"/>
                  </a:cubicBezTo>
                  <a:lnTo>
                    <a:pt x="2484" y="3935"/>
                  </a:lnTo>
                  <a:lnTo>
                    <a:pt x="3565" y="4504"/>
                  </a:lnTo>
                  <a:cubicBezTo>
                    <a:pt x="3621" y="4532"/>
                    <a:pt x="3679" y="4545"/>
                    <a:pt x="3733" y="4545"/>
                  </a:cubicBezTo>
                  <a:cubicBezTo>
                    <a:pt x="3937" y="4545"/>
                    <a:pt x="4107" y="4368"/>
                    <a:pt x="4077" y="4143"/>
                  </a:cubicBezTo>
                  <a:lnTo>
                    <a:pt x="3869" y="2930"/>
                  </a:lnTo>
                  <a:lnTo>
                    <a:pt x="4741" y="2077"/>
                  </a:lnTo>
                  <a:cubicBezTo>
                    <a:pt x="4949" y="1868"/>
                    <a:pt x="4836" y="1508"/>
                    <a:pt x="4551" y="1470"/>
                  </a:cubicBezTo>
                  <a:lnTo>
                    <a:pt x="3338" y="1299"/>
                  </a:lnTo>
                  <a:lnTo>
                    <a:pt x="2788" y="199"/>
                  </a:lnTo>
                  <a:cubicBezTo>
                    <a:pt x="2721" y="67"/>
                    <a:pt x="2598" y="0"/>
                    <a:pt x="247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58" name="Google Shape;2858;p50"/>
          <p:cNvGrpSpPr/>
          <p:nvPr/>
        </p:nvGrpSpPr>
        <p:grpSpPr>
          <a:xfrm>
            <a:off x="6693104" y="2688273"/>
            <a:ext cx="365741" cy="359005"/>
            <a:chOff x="5899913" y="3216125"/>
            <a:chExt cx="491125" cy="488975"/>
          </a:xfrm>
        </p:grpSpPr>
        <p:sp>
          <p:nvSpPr>
            <p:cNvPr id="2859" name="Google Shape;2859;p50"/>
            <p:cNvSpPr/>
            <p:nvPr/>
          </p:nvSpPr>
          <p:spPr>
            <a:xfrm>
              <a:off x="5909388" y="3226075"/>
              <a:ext cx="471700" cy="469550"/>
            </a:xfrm>
            <a:custGeom>
              <a:avLst/>
              <a:gdLst/>
              <a:ahLst/>
              <a:cxnLst/>
              <a:rect l="l" t="t" r="r" b="b"/>
              <a:pathLst>
                <a:path w="18868" h="18782" extrusionOk="0">
                  <a:moveTo>
                    <a:pt x="9434" y="0"/>
                  </a:moveTo>
                  <a:cubicBezTo>
                    <a:pt x="8922" y="0"/>
                    <a:pt x="8410" y="43"/>
                    <a:pt x="7908" y="128"/>
                  </a:cubicBezTo>
                  <a:lnTo>
                    <a:pt x="7908" y="1892"/>
                  </a:lnTo>
                  <a:cubicBezTo>
                    <a:pt x="6941" y="2081"/>
                    <a:pt x="6011" y="2461"/>
                    <a:pt x="5196" y="3011"/>
                  </a:cubicBezTo>
                  <a:lnTo>
                    <a:pt x="4096" y="1911"/>
                  </a:lnTo>
                  <a:cubicBezTo>
                    <a:pt x="3262" y="2499"/>
                    <a:pt x="2523" y="3238"/>
                    <a:pt x="1935" y="4072"/>
                  </a:cubicBezTo>
                  <a:lnTo>
                    <a:pt x="3035" y="5172"/>
                  </a:lnTo>
                  <a:cubicBezTo>
                    <a:pt x="2485" y="5988"/>
                    <a:pt x="2124" y="6898"/>
                    <a:pt x="1916" y="7865"/>
                  </a:cubicBezTo>
                  <a:lnTo>
                    <a:pt x="171" y="7865"/>
                  </a:lnTo>
                  <a:cubicBezTo>
                    <a:pt x="1" y="8870"/>
                    <a:pt x="1" y="9894"/>
                    <a:pt x="171" y="10918"/>
                  </a:cubicBezTo>
                  <a:lnTo>
                    <a:pt x="1916" y="10918"/>
                  </a:lnTo>
                  <a:cubicBezTo>
                    <a:pt x="2124" y="11866"/>
                    <a:pt x="2485" y="12776"/>
                    <a:pt x="3035" y="13591"/>
                  </a:cubicBezTo>
                  <a:lnTo>
                    <a:pt x="1935" y="14691"/>
                  </a:lnTo>
                  <a:cubicBezTo>
                    <a:pt x="2542" y="15525"/>
                    <a:pt x="3262" y="16246"/>
                    <a:pt x="4096" y="16852"/>
                  </a:cubicBezTo>
                  <a:lnTo>
                    <a:pt x="5196" y="15753"/>
                  </a:lnTo>
                  <a:cubicBezTo>
                    <a:pt x="6011" y="16284"/>
                    <a:pt x="6922" y="16663"/>
                    <a:pt x="7870" y="16871"/>
                  </a:cubicBezTo>
                  <a:lnTo>
                    <a:pt x="7870" y="18654"/>
                  </a:lnTo>
                  <a:cubicBezTo>
                    <a:pt x="8372" y="18739"/>
                    <a:pt x="8884" y="18782"/>
                    <a:pt x="9396" y="18782"/>
                  </a:cubicBezTo>
                  <a:cubicBezTo>
                    <a:pt x="9908" y="18782"/>
                    <a:pt x="10420" y="18739"/>
                    <a:pt x="10923" y="18654"/>
                  </a:cubicBezTo>
                  <a:lnTo>
                    <a:pt x="10923" y="16871"/>
                  </a:lnTo>
                  <a:cubicBezTo>
                    <a:pt x="11890" y="16663"/>
                    <a:pt x="12800" y="16284"/>
                    <a:pt x="13615" y="15753"/>
                  </a:cubicBezTo>
                  <a:lnTo>
                    <a:pt x="14696" y="16852"/>
                  </a:lnTo>
                  <a:cubicBezTo>
                    <a:pt x="15549" y="16246"/>
                    <a:pt x="16270" y="15525"/>
                    <a:pt x="16857" y="14691"/>
                  </a:cubicBezTo>
                  <a:lnTo>
                    <a:pt x="15777" y="13591"/>
                  </a:lnTo>
                  <a:cubicBezTo>
                    <a:pt x="16308" y="12776"/>
                    <a:pt x="16687" y="11866"/>
                    <a:pt x="16876" y="10918"/>
                  </a:cubicBezTo>
                  <a:lnTo>
                    <a:pt x="18697" y="10918"/>
                  </a:lnTo>
                  <a:cubicBezTo>
                    <a:pt x="18867" y="9894"/>
                    <a:pt x="18867" y="8870"/>
                    <a:pt x="18697" y="7865"/>
                  </a:cubicBezTo>
                  <a:lnTo>
                    <a:pt x="16895" y="7865"/>
                  </a:lnTo>
                  <a:cubicBezTo>
                    <a:pt x="16687" y="6898"/>
                    <a:pt x="16308" y="5988"/>
                    <a:pt x="15777" y="5172"/>
                  </a:cubicBezTo>
                  <a:lnTo>
                    <a:pt x="16876" y="4072"/>
                  </a:lnTo>
                  <a:cubicBezTo>
                    <a:pt x="16270" y="3238"/>
                    <a:pt x="15549" y="2518"/>
                    <a:pt x="14715" y="1911"/>
                  </a:cubicBezTo>
                  <a:lnTo>
                    <a:pt x="13615" y="3011"/>
                  </a:lnTo>
                  <a:cubicBezTo>
                    <a:pt x="12819" y="2480"/>
                    <a:pt x="11909" y="2100"/>
                    <a:pt x="10960" y="1892"/>
                  </a:cubicBezTo>
                  <a:lnTo>
                    <a:pt x="10960" y="128"/>
                  </a:lnTo>
                  <a:cubicBezTo>
                    <a:pt x="10458" y="43"/>
                    <a:pt x="9946" y="0"/>
                    <a:pt x="943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50"/>
            <p:cNvSpPr/>
            <p:nvPr/>
          </p:nvSpPr>
          <p:spPr>
            <a:xfrm>
              <a:off x="5966288" y="3326925"/>
              <a:ext cx="312400" cy="267700"/>
            </a:xfrm>
            <a:custGeom>
              <a:avLst/>
              <a:gdLst/>
              <a:ahLst/>
              <a:cxnLst/>
              <a:rect l="l" t="t" r="r" b="b"/>
              <a:pathLst>
                <a:path w="12496" h="10708" extrusionOk="0">
                  <a:moveTo>
                    <a:pt x="7149" y="1"/>
                  </a:moveTo>
                  <a:cubicBezTo>
                    <a:pt x="2389" y="1"/>
                    <a:pt x="0" y="5765"/>
                    <a:pt x="3375" y="9140"/>
                  </a:cubicBezTo>
                  <a:cubicBezTo>
                    <a:pt x="4458" y="10223"/>
                    <a:pt x="5792" y="10708"/>
                    <a:pt x="7102" y="10708"/>
                  </a:cubicBezTo>
                  <a:cubicBezTo>
                    <a:pt x="9851" y="10708"/>
                    <a:pt x="12496" y="8571"/>
                    <a:pt x="12496" y="5348"/>
                  </a:cubicBezTo>
                  <a:cubicBezTo>
                    <a:pt x="12496" y="2390"/>
                    <a:pt x="10107" y="1"/>
                    <a:pt x="71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50"/>
            <p:cNvSpPr/>
            <p:nvPr/>
          </p:nvSpPr>
          <p:spPr>
            <a:xfrm>
              <a:off x="6082888" y="3403175"/>
              <a:ext cx="22300" cy="19525"/>
            </a:xfrm>
            <a:custGeom>
              <a:avLst/>
              <a:gdLst/>
              <a:ahLst/>
              <a:cxnLst/>
              <a:rect l="l" t="t" r="r" b="b"/>
              <a:pathLst>
                <a:path w="892" h="781" extrusionOk="0">
                  <a:moveTo>
                    <a:pt x="382" y="0"/>
                  </a:moveTo>
                  <a:cubicBezTo>
                    <a:pt x="190" y="0"/>
                    <a:pt x="1" y="153"/>
                    <a:pt x="1" y="383"/>
                  </a:cubicBezTo>
                  <a:cubicBezTo>
                    <a:pt x="1" y="591"/>
                    <a:pt x="171" y="762"/>
                    <a:pt x="380" y="781"/>
                  </a:cubicBezTo>
                  <a:cubicBezTo>
                    <a:pt x="721" y="762"/>
                    <a:pt x="892" y="364"/>
                    <a:pt x="645" y="117"/>
                  </a:cubicBezTo>
                  <a:cubicBezTo>
                    <a:pt x="571" y="36"/>
                    <a:pt x="476" y="0"/>
                    <a:pt x="38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50"/>
            <p:cNvSpPr/>
            <p:nvPr/>
          </p:nvSpPr>
          <p:spPr>
            <a:xfrm>
              <a:off x="5899913" y="3216125"/>
              <a:ext cx="491125" cy="488975"/>
            </a:xfrm>
            <a:custGeom>
              <a:avLst/>
              <a:gdLst/>
              <a:ahLst/>
              <a:cxnLst/>
              <a:rect l="l" t="t" r="r" b="b"/>
              <a:pathLst>
                <a:path w="19645" h="19559" extrusionOk="0">
                  <a:moveTo>
                    <a:pt x="9806" y="778"/>
                  </a:moveTo>
                  <a:cubicBezTo>
                    <a:pt x="10188" y="778"/>
                    <a:pt x="10571" y="801"/>
                    <a:pt x="10960" y="849"/>
                  </a:cubicBezTo>
                  <a:lnTo>
                    <a:pt x="10960" y="2309"/>
                  </a:lnTo>
                  <a:cubicBezTo>
                    <a:pt x="10960" y="2479"/>
                    <a:pt x="11074" y="2631"/>
                    <a:pt x="11264" y="2669"/>
                  </a:cubicBezTo>
                  <a:cubicBezTo>
                    <a:pt x="12155" y="2859"/>
                    <a:pt x="13008" y="3219"/>
                    <a:pt x="13785" y="3731"/>
                  </a:cubicBezTo>
                  <a:cubicBezTo>
                    <a:pt x="13843" y="3772"/>
                    <a:pt x="13914" y="3792"/>
                    <a:pt x="13988" y="3792"/>
                  </a:cubicBezTo>
                  <a:cubicBezTo>
                    <a:pt x="14084" y="3792"/>
                    <a:pt x="14184" y="3758"/>
                    <a:pt x="14260" y="3693"/>
                  </a:cubicBezTo>
                  <a:lnTo>
                    <a:pt x="15113" y="2821"/>
                  </a:lnTo>
                  <a:cubicBezTo>
                    <a:pt x="15720" y="3295"/>
                    <a:pt x="16269" y="3826"/>
                    <a:pt x="16743" y="4433"/>
                  </a:cubicBezTo>
                  <a:lnTo>
                    <a:pt x="15871" y="5305"/>
                  </a:lnTo>
                  <a:cubicBezTo>
                    <a:pt x="15739" y="5437"/>
                    <a:pt x="15720" y="5627"/>
                    <a:pt x="15814" y="5779"/>
                  </a:cubicBezTo>
                  <a:cubicBezTo>
                    <a:pt x="16345" y="6556"/>
                    <a:pt x="16706" y="7428"/>
                    <a:pt x="16895" y="8339"/>
                  </a:cubicBezTo>
                  <a:cubicBezTo>
                    <a:pt x="16914" y="8509"/>
                    <a:pt x="17085" y="8642"/>
                    <a:pt x="17255" y="8642"/>
                  </a:cubicBezTo>
                  <a:lnTo>
                    <a:pt x="18734" y="8642"/>
                  </a:lnTo>
                  <a:cubicBezTo>
                    <a:pt x="18829" y="9400"/>
                    <a:pt x="18829" y="10178"/>
                    <a:pt x="18734" y="10936"/>
                  </a:cubicBezTo>
                  <a:lnTo>
                    <a:pt x="17255" y="10936"/>
                  </a:lnTo>
                  <a:cubicBezTo>
                    <a:pt x="17243" y="10935"/>
                    <a:pt x="17231" y="10934"/>
                    <a:pt x="17220" y="10934"/>
                  </a:cubicBezTo>
                  <a:cubicBezTo>
                    <a:pt x="17047" y="10934"/>
                    <a:pt x="16912" y="11062"/>
                    <a:pt x="16876" y="11240"/>
                  </a:cubicBezTo>
                  <a:cubicBezTo>
                    <a:pt x="16687" y="12131"/>
                    <a:pt x="16326" y="13003"/>
                    <a:pt x="15814" y="13781"/>
                  </a:cubicBezTo>
                  <a:cubicBezTo>
                    <a:pt x="15720" y="13932"/>
                    <a:pt x="15739" y="14122"/>
                    <a:pt x="15871" y="14255"/>
                  </a:cubicBezTo>
                  <a:lnTo>
                    <a:pt x="16725" y="15108"/>
                  </a:lnTo>
                  <a:cubicBezTo>
                    <a:pt x="16269" y="15715"/>
                    <a:pt x="15720" y="16264"/>
                    <a:pt x="15113" y="16738"/>
                  </a:cubicBezTo>
                  <a:lnTo>
                    <a:pt x="14241" y="15866"/>
                  </a:lnTo>
                  <a:cubicBezTo>
                    <a:pt x="14176" y="15802"/>
                    <a:pt x="14081" y="15768"/>
                    <a:pt x="13983" y="15768"/>
                  </a:cubicBezTo>
                  <a:cubicBezTo>
                    <a:pt x="13908" y="15768"/>
                    <a:pt x="13832" y="15787"/>
                    <a:pt x="13767" y="15828"/>
                  </a:cubicBezTo>
                  <a:cubicBezTo>
                    <a:pt x="12989" y="16340"/>
                    <a:pt x="12136" y="16701"/>
                    <a:pt x="11226" y="16871"/>
                  </a:cubicBezTo>
                  <a:cubicBezTo>
                    <a:pt x="11036" y="16909"/>
                    <a:pt x="10922" y="17080"/>
                    <a:pt x="10922" y="17250"/>
                  </a:cubicBezTo>
                  <a:lnTo>
                    <a:pt x="10922" y="18710"/>
                  </a:lnTo>
                  <a:cubicBezTo>
                    <a:pt x="10534" y="18758"/>
                    <a:pt x="10150" y="18782"/>
                    <a:pt x="9768" y="18782"/>
                  </a:cubicBezTo>
                  <a:cubicBezTo>
                    <a:pt x="9386" y="18782"/>
                    <a:pt x="9007" y="18758"/>
                    <a:pt x="8628" y="18710"/>
                  </a:cubicBezTo>
                  <a:lnTo>
                    <a:pt x="8628" y="17250"/>
                  </a:lnTo>
                  <a:cubicBezTo>
                    <a:pt x="8628" y="17080"/>
                    <a:pt x="8495" y="16909"/>
                    <a:pt x="8325" y="16871"/>
                  </a:cubicBezTo>
                  <a:cubicBezTo>
                    <a:pt x="7414" y="16701"/>
                    <a:pt x="6542" y="16340"/>
                    <a:pt x="5784" y="15828"/>
                  </a:cubicBezTo>
                  <a:cubicBezTo>
                    <a:pt x="5718" y="15787"/>
                    <a:pt x="5642" y="15768"/>
                    <a:pt x="5567" y="15768"/>
                  </a:cubicBezTo>
                  <a:cubicBezTo>
                    <a:pt x="5469" y="15768"/>
                    <a:pt x="5374" y="15802"/>
                    <a:pt x="5310" y="15866"/>
                  </a:cubicBezTo>
                  <a:lnTo>
                    <a:pt x="4437" y="16738"/>
                  </a:lnTo>
                  <a:cubicBezTo>
                    <a:pt x="3831" y="16264"/>
                    <a:pt x="3281" y="15715"/>
                    <a:pt x="2826" y="15108"/>
                  </a:cubicBezTo>
                  <a:lnTo>
                    <a:pt x="3679" y="14255"/>
                  </a:lnTo>
                  <a:cubicBezTo>
                    <a:pt x="3812" y="14122"/>
                    <a:pt x="3831" y="13932"/>
                    <a:pt x="3736" y="13781"/>
                  </a:cubicBezTo>
                  <a:cubicBezTo>
                    <a:pt x="3224" y="13003"/>
                    <a:pt x="2864" y="12131"/>
                    <a:pt x="2674" y="11240"/>
                  </a:cubicBezTo>
                  <a:cubicBezTo>
                    <a:pt x="2636" y="11050"/>
                    <a:pt x="2484" y="10936"/>
                    <a:pt x="2295" y="10936"/>
                  </a:cubicBezTo>
                  <a:lnTo>
                    <a:pt x="873" y="10936"/>
                  </a:lnTo>
                  <a:cubicBezTo>
                    <a:pt x="778" y="10159"/>
                    <a:pt x="778" y="9400"/>
                    <a:pt x="873" y="8642"/>
                  </a:cubicBezTo>
                  <a:lnTo>
                    <a:pt x="2295" y="8642"/>
                  </a:lnTo>
                  <a:cubicBezTo>
                    <a:pt x="2484" y="8642"/>
                    <a:pt x="2636" y="8509"/>
                    <a:pt x="2674" y="8339"/>
                  </a:cubicBezTo>
                  <a:cubicBezTo>
                    <a:pt x="2864" y="7409"/>
                    <a:pt x="3224" y="6556"/>
                    <a:pt x="3736" y="5779"/>
                  </a:cubicBezTo>
                  <a:cubicBezTo>
                    <a:pt x="3831" y="5627"/>
                    <a:pt x="3812" y="5437"/>
                    <a:pt x="3679" y="5305"/>
                  </a:cubicBezTo>
                  <a:lnTo>
                    <a:pt x="2826" y="4433"/>
                  </a:lnTo>
                  <a:cubicBezTo>
                    <a:pt x="3281" y="3826"/>
                    <a:pt x="3831" y="3276"/>
                    <a:pt x="4437" y="2821"/>
                  </a:cubicBezTo>
                  <a:lnTo>
                    <a:pt x="5310" y="3693"/>
                  </a:lnTo>
                  <a:cubicBezTo>
                    <a:pt x="5374" y="3758"/>
                    <a:pt x="5469" y="3792"/>
                    <a:pt x="5567" y="3792"/>
                  </a:cubicBezTo>
                  <a:cubicBezTo>
                    <a:pt x="5642" y="3792"/>
                    <a:pt x="5718" y="3772"/>
                    <a:pt x="5784" y="3731"/>
                  </a:cubicBezTo>
                  <a:cubicBezTo>
                    <a:pt x="6561" y="3219"/>
                    <a:pt x="7433" y="2859"/>
                    <a:pt x="8362" y="2669"/>
                  </a:cubicBezTo>
                  <a:cubicBezTo>
                    <a:pt x="8533" y="2631"/>
                    <a:pt x="8666" y="2479"/>
                    <a:pt x="8666" y="2309"/>
                  </a:cubicBezTo>
                  <a:lnTo>
                    <a:pt x="8666" y="849"/>
                  </a:lnTo>
                  <a:cubicBezTo>
                    <a:pt x="9045" y="801"/>
                    <a:pt x="9424" y="778"/>
                    <a:pt x="9806" y="778"/>
                  </a:cubicBezTo>
                  <a:close/>
                  <a:moveTo>
                    <a:pt x="9796" y="0"/>
                  </a:moveTo>
                  <a:cubicBezTo>
                    <a:pt x="9263" y="0"/>
                    <a:pt x="8732" y="43"/>
                    <a:pt x="8211" y="128"/>
                  </a:cubicBezTo>
                  <a:cubicBezTo>
                    <a:pt x="8021" y="166"/>
                    <a:pt x="7888" y="318"/>
                    <a:pt x="7888" y="507"/>
                  </a:cubicBezTo>
                  <a:lnTo>
                    <a:pt x="7888" y="1986"/>
                  </a:lnTo>
                  <a:cubicBezTo>
                    <a:pt x="7092" y="2176"/>
                    <a:pt x="6315" y="2498"/>
                    <a:pt x="5613" y="2916"/>
                  </a:cubicBezTo>
                  <a:lnTo>
                    <a:pt x="4760" y="2043"/>
                  </a:lnTo>
                  <a:cubicBezTo>
                    <a:pt x="4686" y="1969"/>
                    <a:pt x="4588" y="1931"/>
                    <a:pt x="4490" y="1931"/>
                  </a:cubicBezTo>
                  <a:cubicBezTo>
                    <a:pt x="4412" y="1931"/>
                    <a:pt x="4334" y="1955"/>
                    <a:pt x="4267" y="2005"/>
                  </a:cubicBezTo>
                  <a:cubicBezTo>
                    <a:pt x="3395" y="2612"/>
                    <a:pt x="2636" y="3371"/>
                    <a:pt x="2010" y="4243"/>
                  </a:cubicBezTo>
                  <a:cubicBezTo>
                    <a:pt x="1897" y="4395"/>
                    <a:pt x="1916" y="4603"/>
                    <a:pt x="2048" y="4736"/>
                  </a:cubicBezTo>
                  <a:lnTo>
                    <a:pt x="2939" y="5627"/>
                  </a:lnTo>
                  <a:cubicBezTo>
                    <a:pt x="2503" y="6310"/>
                    <a:pt x="2200" y="7068"/>
                    <a:pt x="1991" y="7865"/>
                  </a:cubicBezTo>
                  <a:lnTo>
                    <a:pt x="550" y="7865"/>
                  </a:lnTo>
                  <a:cubicBezTo>
                    <a:pt x="361" y="7865"/>
                    <a:pt x="209" y="7997"/>
                    <a:pt x="171" y="8187"/>
                  </a:cubicBezTo>
                  <a:cubicBezTo>
                    <a:pt x="0" y="9249"/>
                    <a:pt x="0" y="10311"/>
                    <a:pt x="171" y="11372"/>
                  </a:cubicBezTo>
                  <a:cubicBezTo>
                    <a:pt x="209" y="11562"/>
                    <a:pt x="361" y="11695"/>
                    <a:pt x="550" y="11695"/>
                  </a:cubicBezTo>
                  <a:lnTo>
                    <a:pt x="1991" y="11695"/>
                  </a:lnTo>
                  <a:cubicBezTo>
                    <a:pt x="2200" y="12472"/>
                    <a:pt x="2503" y="13231"/>
                    <a:pt x="2939" y="13932"/>
                  </a:cubicBezTo>
                  <a:lnTo>
                    <a:pt x="2048" y="14823"/>
                  </a:lnTo>
                  <a:cubicBezTo>
                    <a:pt x="1916" y="14937"/>
                    <a:pt x="1897" y="15146"/>
                    <a:pt x="2010" y="15297"/>
                  </a:cubicBezTo>
                  <a:cubicBezTo>
                    <a:pt x="2636" y="16170"/>
                    <a:pt x="3395" y="16928"/>
                    <a:pt x="4267" y="17554"/>
                  </a:cubicBezTo>
                  <a:cubicBezTo>
                    <a:pt x="4334" y="17604"/>
                    <a:pt x="4412" y="17629"/>
                    <a:pt x="4490" y="17629"/>
                  </a:cubicBezTo>
                  <a:cubicBezTo>
                    <a:pt x="4588" y="17629"/>
                    <a:pt x="4686" y="17590"/>
                    <a:pt x="4760" y="17516"/>
                  </a:cubicBezTo>
                  <a:lnTo>
                    <a:pt x="5632" y="16625"/>
                  </a:lnTo>
                  <a:cubicBezTo>
                    <a:pt x="6334" y="17061"/>
                    <a:pt x="7073" y="17364"/>
                    <a:pt x="7869" y="17573"/>
                  </a:cubicBezTo>
                  <a:lnTo>
                    <a:pt x="7869" y="19052"/>
                  </a:lnTo>
                  <a:cubicBezTo>
                    <a:pt x="7869" y="19241"/>
                    <a:pt x="8002" y="19393"/>
                    <a:pt x="8192" y="19431"/>
                  </a:cubicBezTo>
                  <a:cubicBezTo>
                    <a:pt x="8713" y="19516"/>
                    <a:pt x="9244" y="19559"/>
                    <a:pt x="9777" y="19559"/>
                  </a:cubicBezTo>
                  <a:cubicBezTo>
                    <a:pt x="10311" y="19559"/>
                    <a:pt x="10846" y="19516"/>
                    <a:pt x="11377" y="19431"/>
                  </a:cubicBezTo>
                  <a:cubicBezTo>
                    <a:pt x="11548" y="19393"/>
                    <a:pt x="11681" y="19241"/>
                    <a:pt x="11681" y="19052"/>
                  </a:cubicBezTo>
                  <a:lnTo>
                    <a:pt x="11681" y="17573"/>
                  </a:lnTo>
                  <a:cubicBezTo>
                    <a:pt x="12477" y="17364"/>
                    <a:pt x="13255" y="17061"/>
                    <a:pt x="13937" y="16625"/>
                  </a:cubicBezTo>
                  <a:lnTo>
                    <a:pt x="14828" y="17516"/>
                  </a:lnTo>
                  <a:cubicBezTo>
                    <a:pt x="14902" y="17590"/>
                    <a:pt x="15000" y="17629"/>
                    <a:pt x="15098" y="17629"/>
                  </a:cubicBezTo>
                  <a:cubicBezTo>
                    <a:pt x="15176" y="17629"/>
                    <a:pt x="15254" y="17604"/>
                    <a:pt x="15321" y="17554"/>
                  </a:cubicBezTo>
                  <a:cubicBezTo>
                    <a:pt x="16194" y="16928"/>
                    <a:pt x="16952" y="16170"/>
                    <a:pt x="17559" y="15297"/>
                  </a:cubicBezTo>
                  <a:cubicBezTo>
                    <a:pt x="17673" y="15146"/>
                    <a:pt x="17654" y="14937"/>
                    <a:pt x="17521" y="14823"/>
                  </a:cubicBezTo>
                  <a:lnTo>
                    <a:pt x="16649" y="13932"/>
                  </a:lnTo>
                  <a:cubicBezTo>
                    <a:pt x="17066" y="13231"/>
                    <a:pt x="17388" y="12472"/>
                    <a:pt x="17578" y="11695"/>
                  </a:cubicBezTo>
                  <a:lnTo>
                    <a:pt x="19095" y="11695"/>
                  </a:lnTo>
                  <a:cubicBezTo>
                    <a:pt x="19265" y="11695"/>
                    <a:pt x="19436" y="11562"/>
                    <a:pt x="19455" y="11372"/>
                  </a:cubicBezTo>
                  <a:cubicBezTo>
                    <a:pt x="19645" y="10311"/>
                    <a:pt x="19645" y="9249"/>
                    <a:pt x="19455" y="8187"/>
                  </a:cubicBezTo>
                  <a:cubicBezTo>
                    <a:pt x="19436" y="7997"/>
                    <a:pt x="19265" y="7865"/>
                    <a:pt x="19095" y="7865"/>
                  </a:cubicBezTo>
                  <a:lnTo>
                    <a:pt x="17559" y="7865"/>
                  </a:lnTo>
                  <a:cubicBezTo>
                    <a:pt x="17369" y="7068"/>
                    <a:pt x="17066" y="6310"/>
                    <a:pt x="16630" y="5608"/>
                  </a:cubicBezTo>
                  <a:lnTo>
                    <a:pt x="17521" y="4736"/>
                  </a:lnTo>
                  <a:cubicBezTo>
                    <a:pt x="17654" y="4603"/>
                    <a:pt x="17654" y="4395"/>
                    <a:pt x="17559" y="4243"/>
                  </a:cubicBezTo>
                  <a:cubicBezTo>
                    <a:pt x="16933" y="3371"/>
                    <a:pt x="16175" y="2612"/>
                    <a:pt x="15302" y="1986"/>
                  </a:cubicBezTo>
                  <a:cubicBezTo>
                    <a:pt x="15233" y="1943"/>
                    <a:pt x="15151" y="1920"/>
                    <a:pt x="15071" y="1920"/>
                  </a:cubicBezTo>
                  <a:cubicBezTo>
                    <a:pt x="14976" y="1920"/>
                    <a:pt x="14881" y="1952"/>
                    <a:pt x="14809" y="2024"/>
                  </a:cubicBezTo>
                  <a:lnTo>
                    <a:pt x="13937" y="2916"/>
                  </a:lnTo>
                  <a:cubicBezTo>
                    <a:pt x="13255" y="2498"/>
                    <a:pt x="12496" y="2176"/>
                    <a:pt x="11719" y="1986"/>
                  </a:cubicBezTo>
                  <a:lnTo>
                    <a:pt x="11719" y="526"/>
                  </a:lnTo>
                  <a:cubicBezTo>
                    <a:pt x="11719" y="318"/>
                    <a:pt x="11567" y="166"/>
                    <a:pt x="11396" y="128"/>
                  </a:cubicBezTo>
                  <a:cubicBezTo>
                    <a:pt x="10865" y="43"/>
                    <a:pt x="10330" y="0"/>
                    <a:pt x="979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50"/>
            <p:cNvSpPr/>
            <p:nvPr/>
          </p:nvSpPr>
          <p:spPr>
            <a:xfrm>
              <a:off x="5953488" y="3317450"/>
              <a:ext cx="334675" cy="286725"/>
            </a:xfrm>
            <a:custGeom>
              <a:avLst/>
              <a:gdLst/>
              <a:ahLst/>
              <a:cxnLst/>
              <a:rect l="l" t="t" r="r" b="b"/>
              <a:pathLst>
                <a:path w="13387" h="11469" extrusionOk="0">
                  <a:moveTo>
                    <a:pt x="9234" y="1024"/>
                  </a:moveTo>
                  <a:lnTo>
                    <a:pt x="9234" y="1024"/>
                  </a:lnTo>
                  <a:cubicBezTo>
                    <a:pt x="10429" y="1422"/>
                    <a:pt x="11434" y="2276"/>
                    <a:pt x="12041" y="3394"/>
                  </a:cubicBezTo>
                  <a:lnTo>
                    <a:pt x="10107" y="3394"/>
                  </a:lnTo>
                  <a:cubicBezTo>
                    <a:pt x="9974" y="2560"/>
                    <a:pt x="9670" y="1745"/>
                    <a:pt x="9234" y="1024"/>
                  </a:cubicBezTo>
                  <a:close/>
                  <a:moveTo>
                    <a:pt x="7661" y="759"/>
                  </a:moveTo>
                  <a:cubicBezTo>
                    <a:pt x="8324" y="759"/>
                    <a:pt x="8988" y="1840"/>
                    <a:pt x="9310" y="3394"/>
                  </a:cubicBezTo>
                  <a:lnTo>
                    <a:pt x="7073" y="3394"/>
                  </a:lnTo>
                  <a:cubicBezTo>
                    <a:pt x="6599" y="3432"/>
                    <a:pt x="6599" y="4115"/>
                    <a:pt x="7073" y="4153"/>
                  </a:cubicBezTo>
                  <a:lnTo>
                    <a:pt x="9443" y="4153"/>
                  </a:lnTo>
                  <a:cubicBezTo>
                    <a:pt x="9519" y="4684"/>
                    <a:pt x="9557" y="5196"/>
                    <a:pt x="9557" y="5727"/>
                  </a:cubicBezTo>
                  <a:cubicBezTo>
                    <a:pt x="9557" y="6220"/>
                    <a:pt x="9519" y="6713"/>
                    <a:pt x="9462" y="7206"/>
                  </a:cubicBezTo>
                  <a:lnTo>
                    <a:pt x="5840" y="7206"/>
                  </a:lnTo>
                  <a:cubicBezTo>
                    <a:pt x="5783" y="6713"/>
                    <a:pt x="5745" y="6220"/>
                    <a:pt x="5745" y="5727"/>
                  </a:cubicBezTo>
                  <a:lnTo>
                    <a:pt x="5745" y="5347"/>
                  </a:lnTo>
                  <a:cubicBezTo>
                    <a:pt x="5755" y="5084"/>
                    <a:pt x="5559" y="4951"/>
                    <a:pt x="5364" y="4951"/>
                  </a:cubicBezTo>
                  <a:cubicBezTo>
                    <a:pt x="5180" y="4951"/>
                    <a:pt x="4996" y="5070"/>
                    <a:pt x="4987" y="5309"/>
                  </a:cubicBezTo>
                  <a:lnTo>
                    <a:pt x="4987" y="5727"/>
                  </a:lnTo>
                  <a:cubicBezTo>
                    <a:pt x="4987" y="6220"/>
                    <a:pt x="5025" y="6713"/>
                    <a:pt x="5082" y="7206"/>
                  </a:cubicBezTo>
                  <a:lnTo>
                    <a:pt x="2920" y="7206"/>
                  </a:lnTo>
                  <a:cubicBezTo>
                    <a:pt x="2768" y="6732"/>
                    <a:pt x="2693" y="6220"/>
                    <a:pt x="2693" y="5727"/>
                  </a:cubicBezTo>
                  <a:cubicBezTo>
                    <a:pt x="2693" y="5196"/>
                    <a:pt x="2787" y="4665"/>
                    <a:pt x="2958" y="4153"/>
                  </a:cubicBezTo>
                  <a:lnTo>
                    <a:pt x="4039" y="4153"/>
                  </a:lnTo>
                  <a:cubicBezTo>
                    <a:pt x="4494" y="4134"/>
                    <a:pt x="4494" y="3432"/>
                    <a:pt x="4039" y="3394"/>
                  </a:cubicBezTo>
                  <a:lnTo>
                    <a:pt x="3280" y="3394"/>
                  </a:lnTo>
                  <a:cubicBezTo>
                    <a:pt x="3887" y="2257"/>
                    <a:pt x="4892" y="1403"/>
                    <a:pt x="6125" y="1005"/>
                  </a:cubicBezTo>
                  <a:lnTo>
                    <a:pt x="6125" y="1005"/>
                  </a:lnTo>
                  <a:cubicBezTo>
                    <a:pt x="5878" y="1384"/>
                    <a:pt x="5689" y="1783"/>
                    <a:pt x="5537" y="2200"/>
                  </a:cubicBezTo>
                  <a:cubicBezTo>
                    <a:pt x="5489" y="2465"/>
                    <a:pt x="5709" y="2653"/>
                    <a:pt x="5929" y="2653"/>
                  </a:cubicBezTo>
                  <a:cubicBezTo>
                    <a:pt x="6055" y="2653"/>
                    <a:pt x="6181" y="2591"/>
                    <a:pt x="6257" y="2446"/>
                  </a:cubicBezTo>
                  <a:cubicBezTo>
                    <a:pt x="6618" y="1403"/>
                    <a:pt x="7168" y="759"/>
                    <a:pt x="7661" y="759"/>
                  </a:cubicBezTo>
                  <a:close/>
                  <a:moveTo>
                    <a:pt x="12382" y="4153"/>
                  </a:moveTo>
                  <a:cubicBezTo>
                    <a:pt x="12704" y="5139"/>
                    <a:pt x="12704" y="6220"/>
                    <a:pt x="12401" y="7206"/>
                  </a:cubicBezTo>
                  <a:lnTo>
                    <a:pt x="10239" y="7206"/>
                  </a:lnTo>
                  <a:cubicBezTo>
                    <a:pt x="10315" y="6713"/>
                    <a:pt x="10334" y="6220"/>
                    <a:pt x="10334" y="5727"/>
                  </a:cubicBezTo>
                  <a:cubicBezTo>
                    <a:pt x="10334" y="5196"/>
                    <a:pt x="10296" y="4665"/>
                    <a:pt x="10239" y="4153"/>
                  </a:cubicBezTo>
                  <a:close/>
                  <a:moveTo>
                    <a:pt x="5196" y="7983"/>
                  </a:moveTo>
                  <a:cubicBezTo>
                    <a:pt x="5328" y="8798"/>
                    <a:pt x="5613" y="9576"/>
                    <a:pt x="6011" y="10296"/>
                  </a:cubicBezTo>
                  <a:lnTo>
                    <a:pt x="6106" y="10448"/>
                  </a:lnTo>
                  <a:cubicBezTo>
                    <a:pt x="4873" y="10031"/>
                    <a:pt x="3830" y="9140"/>
                    <a:pt x="3243" y="7983"/>
                  </a:cubicBezTo>
                  <a:close/>
                  <a:moveTo>
                    <a:pt x="12098" y="7983"/>
                  </a:moveTo>
                  <a:cubicBezTo>
                    <a:pt x="11491" y="9140"/>
                    <a:pt x="10467" y="10031"/>
                    <a:pt x="9215" y="10448"/>
                  </a:cubicBezTo>
                  <a:lnTo>
                    <a:pt x="9215" y="10429"/>
                  </a:lnTo>
                  <a:cubicBezTo>
                    <a:pt x="9253" y="10391"/>
                    <a:pt x="9272" y="10334"/>
                    <a:pt x="9310" y="10296"/>
                  </a:cubicBezTo>
                  <a:cubicBezTo>
                    <a:pt x="9708" y="9576"/>
                    <a:pt x="9993" y="8779"/>
                    <a:pt x="10126" y="7983"/>
                  </a:cubicBezTo>
                  <a:close/>
                  <a:moveTo>
                    <a:pt x="9348" y="7983"/>
                  </a:moveTo>
                  <a:cubicBezTo>
                    <a:pt x="9007" y="9576"/>
                    <a:pt x="8343" y="10695"/>
                    <a:pt x="7661" y="10695"/>
                  </a:cubicBezTo>
                  <a:cubicBezTo>
                    <a:pt x="6997" y="10695"/>
                    <a:pt x="6314" y="9576"/>
                    <a:pt x="5973" y="7983"/>
                  </a:cubicBezTo>
                  <a:close/>
                  <a:moveTo>
                    <a:pt x="7661" y="0"/>
                  </a:moveTo>
                  <a:cubicBezTo>
                    <a:pt x="2560" y="0"/>
                    <a:pt x="0" y="6163"/>
                    <a:pt x="3603" y="9784"/>
                  </a:cubicBezTo>
                  <a:cubicBezTo>
                    <a:pt x="4772" y="10948"/>
                    <a:pt x="6207" y="11469"/>
                    <a:pt x="7614" y="11469"/>
                  </a:cubicBezTo>
                  <a:cubicBezTo>
                    <a:pt x="10562" y="11469"/>
                    <a:pt x="13387" y="9180"/>
                    <a:pt x="13387" y="5727"/>
                  </a:cubicBezTo>
                  <a:cubicBezTo>
                    <a:pt x="13387" y="2560"/>
                    <a:pt x="10827" y="0"/>
                    <a:pt x="766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64" name="Google Shape;2864;p50"/>
          <p:cNvGrpSpPr/>
          <p:nvPr/>
        </p:nvGrpSpPr>
        <p:grpSpPr>
          <a:xfrm>
            <a:off x="7411178" y="2684896"/>
            <a:ext cx="365780" cy="365760"/>
            <a:chOff x="6564038" y="3306475"/>
            <a:chExt cx="402000" cy="400175"/>
          </a:xfrm>
        </p:grpSpPr>
        <p:sp>
          <p:nvSpPr>
            <p:cNvPr id="2865" name="Google Shape;2865;p50"/>
            <p:cNvSpPr/>
            <p:nvPr/>
          </p:nvSpPr>
          <p:spPr>
            <a:xfrm>
              <a:off x="6571613" y="3314125"/>
              <a:ext cx="384475" cy="384475"/>
            </a:xfrm>
            <a:custGeom>
              <a:avLst/>
              <a:gdLst/>
              <a:ahLst/>
              <a:cxnLst/>
              <a:rect l="l" t="t" r="r" b="b"/>
              <a:pathLst>
                <a:path w="15379" h="15379" extrusionOk="0">
                  <a:moveTo>
                    <a:pt x="2693" y="6410"/>
                  </a:moveTo>
                  <a:lnTo>
                    <a:pt x="8970" y="12686"/>
                  </a:lnTo>
                  <a:lnTo>
                    <a:pt x="2693" y="12686"/>
                  </a:lnTo>
                  <a:lnTo>
                    <a:pt x="2693" y="6410"/>
                  </a:lnTo>
                  <a:close/>
                  <a:moveTo>
                    <a:pt x="1" y="1"/>
                  </a:moveTo>
                  <a:lnTo>
                    <a:pt x="1" y="15378"/>
                  </a:lnTo>
                  <a:lnTo>
                    <a:pt x="15379" y="15378"/>
                  </a:lnTo>
                  <a:lnTo>
                    <a:pt x="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50"/>
            <p:cNvSpPr/>
            <p:nvPr/>
          </p:nvSpPr>
          <p:spPr>
            <a:xfrm>
              <a:off x="6884963" y="3533600"/>
              <a:ext cx="72550" cy="70650"/>
            </a:xfrm>
            <a:custGeom>
              <a:avLst/>
              <a:gdLst/>
              <a:ahLst/>
              <a:cxnLst/>
              <a:rect l="l" t="t" r="r" b="b"/>
              <a:pathLst>
                <a:path w="2902" h="2826" extrusionOk="0">
                  <a:moveTo>
                    <a:pt x="1745" y="1"/>
                  </a:moveTo>
                  <a:lnTo>
                    <a:pt x="0" y="1745"/>
                  </a:lnTo>
                  <a:lnTo>
                    <a:pt x="892" y="2655"/>
                  </a:lnTo>
                  <a:cubicBezTo>
                    <a:pt x="1015" y="2769"/>
                    <a:pt x="1176" y="2826"/>
                    <a:pt x="1337" y="2826"/>
                  </a:cubicBezTo>
                  <a:cubicBezTo>
                    <a:pt x="1498" y="2826"/>
                    <a:pt x="1660" y="2769"/>
                    <a:pt x="1783" y="2655"/>
                  </a:cubicBezTo>
                  <a:lnTo>
                    <a:pt x="2655" y="1764"/>
                  </a:lnTo>
                  <a:cubicBezTo>
                    <a:pt x="2902" y="1518"/>
                    <a:pt x="2902" y="1119"/>
                    <a:pt x="2655" y="873"/>
                  </a:cubicBezTo>
                  <a:lnTo>
                    <a:pt x="174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50"/>
            <p:cNvSpPr/>
            <p:nvPr/>
          </p:nvSpPr>
          <p:spPr>
            <a:xfrm>
              <a:off x="6862688" y="3510850"/>
              <a:ext cx="66375" cy="66400"/>
            </a:xfrm>
            <a:custGeom>
              <a:avLst/>
              <a:gdLst/>
              <a:ahLst/>
              <a:cxnLst/>
              <a:rect l="l" t="t" r="r" b="b"/>
              <a:pathLst>
                <a:path w="2655" h="2656" extrusionOk="0">
                  <a:moveTo>
                    <a:pt x="1764" y="1"/>
                  </a:moveTo>
                  <a:lnTo>
                    <a:pt x="0" y="1764"/>
                  </a:lnTo>
                  <a:lnTo>
                    <a:pt x="891" y="2655"/>
                  </a:lnTo>
                  <a:lnTo>
                    <a:pt x="2655" y="892"/>
                  </a:lnTo>
                  <a:lnTo>
                    <a:pt x="1764" y="1"/>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50"/>
            <p:cNvSpPr/>
            <p:nvPr/>
          </p:nvSpPr>
          <p:spPr>
            <a:xfrm>
              <a:off x="6693463" y="3341625"/>
              <a:ext cx="213325" cy="213800"/>
            </a:xfrm>
            <a:custGeom>
              <a:avLst/>
              <a:gdLst/>
              <a:ahLst/>
              <a:cxnLst/>
              <a:rect l="l" t="t" r="r" b="b"/>
              <a:pathLst>
                <a:path w="8533" h="8552" extrusionOk="0">
                  <a:moveTo>
                    <a:pt x="1744" y="0"/>
                  </a:moveTo>
                  <a:lnTo>
                    <a:pt x="0" y="1764"/>
                  </a:lnTo>
                  <a:lnTo>
                    <a:pt x="6769" y="8552"/>
                  </a:lnTo>
                  <a:lnTo>
                    <a:pt x="6769" y="8533"/>
                  </a:lnTo>
                  <a:lnTo>
                    <a:pt x="8533" y="6789"/>
                  </a:lnTo>
                  <a:lnTo>
                    <a:pt x="174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50"/>
            <p:cNvSpPr/>
            <p:nvPr/>
          </p:nvSpPr>
          <p:spPr>
            <a:xfrm>
              <a:off x="6665963" y="3314125"/>
              <a:ext cx="71125" cy="71600"/>
            </a:xfrm>
            <a:custGeom>
              <a:avLst/>
              <a:gdLst/>
              <a:ahLst/>
              <a:cxnLst/>
              <a:rect l="l" t="t" r="r" b="b"/>
              <a:pathLst>
                <a:path w="2845" h="2864" extrusionOk="0">
                  <a:moveTo>
                    <a:pt x="0" y="1"/>
                  </a:moveTo>
                  <a:lnTo>
                    <a:pt x="891" y="2655"/>
                  </a:lnTo>
                  <a:lnTo>
                    <a:pt x="1100" y="2864"/>
                  </a:lnTo>
                  <a:lnTo>
                    <a:pt x="2844" y="1100"/>
                  </a:lnTo>
                  <a:lnTo>
                    <a:pt x="2655" y="892"/>
                  </a:ln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50"/>
            <p:cNvSpPr/>
            <p:nvPr/>
          </p:nvSpPr>
          <p:spPr>
            <a:xfrm>
              <a:off x="6825713" y="3476250"/>
              <a:ext cx="20875" cy="15900"/>
            </a:xfrm>
            <a:custGeom>
              <a:avLst/>
              <a:gdLst/>
              <a:ahLst/>
              <a:cxnLst/>
              <a:rect l="l" t="t" r="r" b="b"/>
              <a:pathLst>
                <a:path w="835" h="636" extrusionOk="0">
                  <a:moveTo>
                    <a:pt x="417" y="0"/>
                  </a:moveTo>
                  <a:cubicBezTo>
                    <a:pt x="133" y="0"/>
                    <a:pt x="0" y="342"/>
                    <a:pt x="190" y="550"/>
                  </a:cubicBezTo>
                  <a:cubicBezTo>
                    <a:pt x="256" y="607"/>
                    <a:pt x="337" y="636"/>
                    <a:pt x="417" y="636"/>
                  </a:cubicBezTo>
                  <a:cubicBezTo>
                    <a:pt x="498" y="636"/>
                    <a:pt x="579" y="607"/>
                    <a:pt x="645" y="550"/>
                  </a:cubicBezTo>
                  <a:cubicBezTo>
                    <a:pt x="835" y="342"/>
                    <a:pt x="702" y="0"/>
                    <a:pt x="41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50"/>
            <p:cNvSpPr/>
            <p:nvPr/>
          </p:nvSpPr>
          <p:spPr>
            <a:xfrm>
              <a:off x="6564038" y="3306475"/>
              <a:ext cx="400125" cy="400175"/>
            </a:xfrm>
            <a:custGeom>
              <a:avLst/>
              <a:gdLst/>
              <a:ahLst/>
              <a:cxnLst/>
              <a:rect l="l" t="t" r="r" b="b"/>
              <a:pathLst>
                <a:path w="16005" h="16007" extrusionOk="0">
                  <a:moveTo>
                    <a:pt x="626" y="1065"/>
                  </a:moveTo>
                  <a:lnTo>
                    <a:pt x="3129" y="3587"/>
                  </a:lnTo>
                  <a:lnTo>
                    <a:pt x="2466" y="4251"/>
                  </a:lnTo>
                  <a:cubicBezTo>
                    <a:pt x="2260" y="4471"/>
                    <a:pt x="2464" y="4771"/>
                    <a:pt x="2699" y="4771"/>
                  </a:cubicBezTo>
                  <a:cubicBezTo>
                    <a:pt x="2767" y="4771"/>
                    <a:pt x="2838" y="4746"/>
                    <a:pt x="2902" y="4687"/>
                  </a:cubicBezTo>
                  <a:lnTo>
                    <a:pt x="3565" y="4023"/>
                  </a:lnTo>
                  <a:lnTo>
                    <a:pt x="4893" y="5350"/>
                  </a:lnTo>
                  <a:lnTo>
                    <a:pt x="4229" y="6014"/>
                  </a:lnTo>
                  <a:cubicBezTo>
                    <a:pt x="3983" y="6231"/>
                    <a:pt x="4201" y="6558"/>
                    <a:pt x="4452" y="6558"/>
                  </a:cubicBezTo>
                  <a:cubicBezTo>
                    <a:pt x="4530" y="6558"/>
                    <a:pt x="4612" y="6527"/>
                    <a:pt x="4684" y="6450"/>
                  </a:cubicBezTo>
                  <a:lnTo>
                    <a:pt x="5348" y="5786"/>
                  </a:lnTo>
                  <a:lnTo>
                    <a:pt x="6656" y="7114"/>
                  </a:lnTo>
                  <a:lnTo>
                    <a:pt x="6011" y="7777"/>
                  </a:lnTo>
                  <a:cubicBezTo>
                    <a:pt x="5738" y="7993"/>
                    <a:pt x="5956" y="8329"/>
                    <a:pt x="6210" y="8329"/>
                  </a:cubicBezTo>
                  <a:cubicBezTo>
                    <a:pt x="6290" y="8329"/>
                    <a:pt x="6374" y="8296"/>
                    <a:pt x="6447" y="8213"/>
                  </a:cubicBezTo>
                  <a:lnTo>
                    <a:pt x="7111" y="7569"/>
                  </a:lnTo>
                  <a:lnTo>
                    <a:pt x="8419" y="8896"/>
                  </a:lnTo>
                  <a:lnTo>
                    <a:pt x="7775" y="9560"/>
                  </a:lnTo>
                  <a:cubicBezTo>
                    <a:pt x="7568" y="9782"/>
                    <a:pt x="7765" y="10073"/>
                    <a:pt x="8005" y="10073"/>
                  </a:cubicBezTo>
                  <a:cubicBezTo>
                    <a:pt x="8073" y="10073"/>
                    <a:pt x="8144" y="10050"/>
                    <a:pt x="8211" y="9996"/>
                  </a:cubicBezTo>
                  <a:lnTo>
                    <a:pt x="8875" y="9332"/>
                  </a:lnTo>
                  <a:lnTo>
                    <a:pt x="10202" y="10660"/>
                  </a:lnTo>
                  <a:lnTo>
                    <a:pt x="9538" y="11323"/>
                  </a:lnTo>
                  <a:cubicBezTo>
                    <a:pt x="9294" y="11553"/>
                    <a:pt x="9507" y="11870"/>
                    <a:pt x="9748" y="11870"/>
                  </a:cubicBezTo>
                  <a:cubicBezTo>
                    <a:pt x="9825" y="11870"/>
                    <a:pt x="9905" y="11837"/>
                    <a:pt x="9974" y="11759"/>
                  </a:cubicBezTo>
                  <a:lnTo>
                    <a:pt x="10638" y="11096"/>
                  </a:lnTo>
                  <a:lnTo>
                    <a:pt x="11965" y="12423"/>
                  </a:lnTo>
                  <a:lnTo>
                    <a:pt x="11302" y="13087"/>
                  </a:lnTo>
                  <a:cubicBezTo>
                    <a:pt x="11095" y="13322"/>
                    <a:pt x="11301" y="13626"/>
                    <a:pt x="11536" y="13626"/>
                  </a:cubicBezTo>
                  <a:cubicBezTo>
                    <a:pt x="11604" y="13626"/>
                    <a:pt x="11674" y="13601"/>
                    <a:pt x="11738" y="13542"/>
                  </a:cubicBezTo>
                  <a:lnTo>
                    <a:pt x="12401" y="12878"/>
                  </a:lnTo>
                  <a:lnTo>
                    <a:pt x="14923" y="15381"/>
                  </a:lnTo>
                  <a:lnTo>
                    <a:pt x="626" y="15381"/>
                  </a:lnTo>
                  <a:lnTo>
                    <a:pt x="626" y="1065"/>
                  </a:lnTo>
                  <a:close/>
                  <a:moveTo>
                    <a:pt x="306" y="0"/>
                  </a:moveTo>
                  <a:cubicBezTo>
                    <a:pt x="147" y="0"/>
                    <a:pt x="1" y="128"/>
                    <a:pt x="1" y="307"/>
                  </a:cubicBezTo>
                  <a:lnTo>
                    <a:pt x="1" y="15684"/>
                  </a:lnTo>
                  <a:cubicBezTo>
                    <a:pt x="1" y="15855"/>
                    <a:pt x="133" y="15988"/>
                    <a:pt x="304" y="16007"/>
                  </a:cubicBezTo>
                  <a:lnTo>
                    <a:pt x="15682" y="16007"/>
                  </a:lnTo>
                  <a:cubicBezTo>
                    <a:pt x="15795" y="15988"/>
                    <a:pt x="15909" y="15912"/>
                    <a:pt x="15966" y="15798"/>
                  </a:cubicBezTo>
                  <a:cubicBezTo>
                    <a:pt x="16004" y="15684"/>
                    <a:pt x="15985" y="15552"/>
                    <a:pt x="15890" y="15457"/>
                  </a:cubicBezTo>
                  <a:lnTo>
                    <a:pt x="531" y="98"/>
                  </a:lnTo>
                  <a:cubicBezTo>
                    <a:pt x="463" y="30"/>
                    <a:pt x="383" y="0"/>
                    <a:pt x="30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50"/>
            <p:cNvSpPr/>
            <p:nvPr/>
          </p:nvSpPr>
          <p:spPr>
            <a:xfrm>
              <a:off x="6630888" y="3466550"/>
              <a:ext cx="173500" cy="172800"/>
            </a:xfrm>
            <a:custGeom>
              <a:avLst/>
              <a:gdLst/>
              <a:ahLst/>
              <a:cxnLst/>
              <a:rect l="l" t="t" r="r" b="b"/>
              <a:pathLst>
                <a:path w="6940" h="6912" extrusionOk="0">
                  <a:moveTo>
                    <a:pt x="626" y="1071"/>
                  </a:moveTo>
                  <a:lnTo>
                    <a:pt x="5840" y="6285"/>
                  </a:lnTo>
                  <a:lnTo>
                    <a:pt x="626" y="6285"/>
                  </a:lnTo>
                  <a:lnTo>
                    <a:pt x="626" y="1071"/>
                  </a:lnTo>
                  <a:close/>
                  <a:moveTo>
                    <a:pt x="320" y="1"/>
                  </a:moveTo>
                  <a:cubicBezTo>
                    <a:pt x="278" y="1"/>
                    <a:pt x="234" y="9"/>
                    <a:pt x="190" y="28"/>
                  </a:cubicBezTo>
                  <a:cubicBezTo>
                    <a:pt x="76" y="66"/>
                    <a:pt x="0" y="180"/>
                    <a:pt x="0" y="313"/>
                  </a:cubicBezTo>
                  <a:lnTo>
                    <a:pt x="0" y="6589"/>
                  </a:lnTo>
                  <a:cubicBezTo>
                    <a:pt x="0" y="6759"/>
                    <a:pt x="152" y="6911"/>
                    <a:pt x="322" y="6911"/>
                  </a:cubicBezTo>
                  <a:lnTo>
                    <a:pt x="6599" y="6911"/>
                  </a:lnTo>
                  <a:cubicBezTo>
                    <a:pt x="6731" y="6911"/>
                    <a:pt x="6845" y="6835"/>
                    <a:pt x="6883" y="6721"/>
                  </a:cubicBezTo>
                  <a:cubicBezTo>
                    <a:pt x="6940" y="6589"/>
                    <a:pt x="6902" y="6456"/>
                    <a:pt x="6826" y="6380"/>
                  </a:cubicBezTo>
                  <a:lnTo>
                    <a:pt x="531" y="85"/>
                  </a:lnTo>
                  <a:cubicBezTo>
                    <a:pt x="480" y="34"/>
                    <a:pt x="405" y="1"/>
                    <a:pt x="3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50"/>
            <p:cNvSpPr/>
            <p:nvPr/>
          </p:nvSpPr>
          <p:spPr>
            <a:xfrm>
              <a:off x="6769938" y="3421050"/>
              <a:ext cx="56125" cy="49575"/>
            </a:xfrm>
            <a:custGeom>
              <a:avLst/>
              <a:gdLst/>
              <a:ahLst/>
              <a:cxnLst/>
              <a:rect l="l" t="t" r="r" b="b"/>
              <a:pathLst>
                <a:path w="2245" h="1983" extrusionOk="0">
                  <a:moveTo>
                    <a:pt x="446" y="0"/>
                  </a:moveTo>
                  <a:cubicBezTo>
                    <a:pt x="203" y="0"/>
                    <a:pt x="1" y="304"/>
                    <a:pt x="221" y="540"/>
                  </a:cubicBezTo>
                  <a:lnTo>
                    <a:pt x="1549" y="1867"/>
                  </a:lnTo>
                  <a:cubicBezTo>
                    <a:pt x="1617" y="1949"/>
                    <a:pt x="1697" y="1983"/>
                    <a:pt x="1775" y="1983"/>
                  </a:cubicBezTo>
                  <a:cubicBezTo>
                    <a:pt x="2022" y="1983"/>
                    <a:pt x="2244" y="1643"/>
                    <a:pt x="1985" y="1412"/>
                  </a:cubicBezTo>
                  <a:lnTo>
                    <a:pt x="657" y="85"/>
                  </a:lnTo>
                  <a:cubicBezTo>
                    <a:pt x="590" y="25"/>
                    <a:pt x="516" y="0"/>
                    <a:pt x="44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50"/>
            <p:cNvSpPr/>
            <p:nvPr/>
          </p:nvSpPr>
          <p:spPr>
            <a:xfrm>
              <a:off x="6656788" y="3306650"/>
              <a:ext cx="309250" cy="305325"/>
            </a:xfrm>
            <a:custGeom>
              <a:avLst/>
              <a:gdLst/>
              <a:ahLst/>
              <a:cxnLst/>
              <a:rect l="l" t="t" r="r" b="b"/>
              <a:pathLst>
                <a:path w="12370" h="12213" extrusionOk="0">
                  <a:moveTo>
                    <a:pt x="860" y="793"/>
                  </a:moveTo>
                  <a:lnTo>
                    <a:pt x="2737" y="1418"/>
                  </a:lnTo>
                  <a:lnTo>
                    <a:pt x="1505" y="2689"/>
                  </a:lnTo>
                  <a:lnTo>
                    <a:pt x="860" y="793"/>
                  </a:lnTo>
                  <a:close/>
                  <a:moveTo>
                    <a:pt x="3211" y="1835"/>
                  </a:moveTo>
                  <a:lnTo>
                    <a:pt x="9564" y="8188"/>
                  </a:lnTo>
                  <a:lnTo>
                    <a:pt x="8236" y="9496"/>
                  </a:lnTo>
                  <a:lnTo>
                    <a:pt x="1884" y="3163"/>
                  </a:lnTo>
                  <a:lnTo>
                    <a:pt x="3211" y="1835"/>
                  </a:lnTo>
                  <a:close/>
                  <a:moveTo>
                    <a:pt x="10000" y="8624"/>
                  </a:moveTo>
                  <a:lnTo>
                    <a:pt x="10436" y="9060"/>
                  </a:lnTo>
                  <a:lnTo>
                    <a:pt x="9109" y="10387"/>
                  </a:lnTo>
                  <a:lnTo>
                    <a:pt x="8672" y="9951"/>
                  </a:lnTo>
                  <a:lnTo>
                    <a:pt x="10000" y="8624"/>
                  </a:lnTo>
                  <a:close/>
                  <a:moveTo>
                    <a:pt x="10872" y="9496"/>
                  </a:moveTo>
                  <a:lnTo>
                    <a:pt x="11555" y="10178"/>
                  </a:lnTo>
                  <a:cubicBezTo>
                    <a:pt x="11687" y="10311"/>
                    <a:pt x="11687" y="10501"/>
                    <a:pt x="11555" y="10615"/>
                  </a:cubicBezTo>
                  <a:lnTo>
                    <a:pt x="10682" y="11506"/>
                  </a:lnTo>
                  <a:cubicBezTo>
                    <a:pt x="10616" y="11563"/>
                    <a:pt x="10535" y="11591"/>
                    <a:pt x="10455" y="11591"/>
                  </a:cubicBezTo>
                  <a:cubicBezTo>
                    <a:pt x="10374" y="11591"/>
                    <a:pt x="10294" y="11563"/>
                    <a:pt x="10227" y="11506"/>
                  </a:cubicBezTo>
                  <a:lnTo>
                    <a:pt x="9564" y="10823"/>
                  </a:lnTo>
                  <a:lnTo>
                    <a:pt x="10872" y="9496"/>
                  </a:lnTo>
                  <a:close/>
                  <a:moveTo>
                    <a:pt x="365" y="0"/>
                  </a:moveTo>
                  <a:cubicBezTo>
                    <a:pt x="161" y="0"/>
                    <a:pt x="1" y="200"/>
                    <a:pt x="83" y="413"/>
                  </a:cubicBezTo>
                  <a:lnTo>
                    <a:pt x="955" y="3068"/>
                  </a:lnTo>
                  <a:cubicBezTo>
                    <a:pt x="955" y="3106"/>
                    <a:pt x="993" y="3144"/>
                    <a:pt x="1031" y="3182"/>
                  </a:cubicBezTo>
                  <a:lnTo>
                    <a:pt x="9791" y="11942"/>
                  </a:lnTo>
                  <a:cubicBezTo>
                    <a:pt x="9971" y="12122"/>
                    <a:pt x="10213" y="12212"/>
                    <a:pt x="10455" y="12212"/>
                  </a:cubicBezTo>
                  <a:cubicBezTo>
                    <a:pt x="10697" y="12212"/>
                    <a:pt x="10938" y="12122"/>
                    <a:pt x="11118" y="11942"/>
                  </a:cubicBezTo>
                  <a:lnTo>
                    <a:pt x="12010" y="11070"/>
                  </a:lnTo>
                  <a:cubicBezTo>
                    <a:pt x="12370" y="10690"/>
                    <a:pt x="12370" y="10103"/>
                    <a:pt x="12010" y="9742"/>
                  </a:cubicBezTo>
                  <a:lnTo>
                    <a:pt x="3230" y="963"/>
                  </a:lnTo>
                  <a:cubicBezTo>
                    <a:pt x="3193" y="925"/>
                    <a:pt x="3155" y="906"/>
                    <a:pt x="3117" y="887"/>
                  </a:cubicBezTo>
                  <a:lnTo>
                    <a:pt x="462" y="15"/>
                  </a:lnTo>
                  <a:cubicBezTo>
                    <a:pt x="429" y="5"/>
                    <a:pt x="397" y="0"/>
                    <a:pt x="36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75" name="Google Shape;2875;p50"/>
          <p:cNvGrpSpPr/>
          <p:nvPr/>
        </p:nvGrpSpPr>
        <p:grpSpPr>
          <a:xfrm>
            <a:off x="8204581" y="2684907"/>
            <a:ext cx="215157" cy="365738"/>
            <a:chOff x="7382238" y="3252975"/>
            <a:chExt cx="364550" cy="621475"/>
          </a:xfrm>
        </p:grpSpPr>
        <p:sp>
          <p:nvSpPr>
            <p:cNvPr id="2876" name="Google Shape;2876;p50"/>
            <p:cNvSpPr/>
            <p:nvPr/>
          </p:nvSpPr>
          <p:spPr>
            <a:xfrm>
              <a:off x="7394563" y="3757825"/>
              <a:ext cx="339900" cy="104775"/>
            </a:xfrm>
            <a:custGeom>
              <a:avLst/>
              <a:gdLst/>
              <a:ahLst/>
              <a:cxnLst/>
              <a:rect l="l" t="t" r="r" b="b"/>
              <a:pathLst>
                <a:path w="13596" h="4191" extrusionOk="0">
                  <a:moveTo>
                    <a:pt x="0" y="0"/>
                  </a:moveTo>
                  <a:lnTo>
                    <a:pt x="0" y="3205"/>
                  </a:lnTo>
                  <a:cubicBezTo>
                    <a:pt x="0" y="3755"/>
                    <a:pt x="436" y="4191"/>
                    <a:pt x="967" y="4191"/>
                  </a:cubicBezTo>
                  <a:lnTo>
                    <a:pt x="12628" y="4191"/>
                  </a:lnTo>
                  <a:cubicBezTo>
                    <a:pt x="13159" y="4191"/>
                    <a:pt x="13596" y="3755"/>
                    <a:pt x="13596" y="3205"/>
                  </a:cubicBezTo>
                  <a:lnTo>
                    <a:pt x="1359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50"/>
            <p:cNvSpPr/>
            <p:nvPr/>
          </p:nvSpPr>
          <p:spPr>
            <a:xfrm>
              <a:off x="7394563" y="3344950"/>
              <a:ext cx="339900" cy="412900"/>
            </a:xfrm>
            <a:custGeom>
              <a:avLst/>
              <a:gdLst/>
              <a:ahLst/>
              <a:cxnLst/>
              <a:rect l="l" t="t" r="r" b="b"/>
              <a:pathLst>
                <a:path w="13596" h="16516" extrusionOk="0">
                  <a:moveTo>
                    <a:pt x="0" y="0"/>
                  </a:moveTo>
                  <a:lnTo>
                    <a:pt x="0" y="16515"/>
                  </a:lnTo>
                  <a:lnTo>
                    <a:pt x="13596" y="16515"/>
                  </a:lnTo>
                  <a:lnTo>
                    <a:pt x="1359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50"/>
            <p:cNvSpPr/>
            <p:nvPr/>
          </p:nvSpPr>
          <p:spPr>
            <a:xfrm>
              <a:off x="7394563" y="3264825"/>
              <a:ext cx="339900" cy="80150"/>
            </a:xfrm>
            <a:custGeom>
              <a:avLst/>
              <a:gdLst/>
              <a:ahLst/>
              <a:cxnLst/>
              <a:rect l="l" t="t" r="r" b="b"/>
              <a:pathLst>
                <a:path w="13596" h="3206" extrusionOk="0">
                  <a:moveTo>
                    <a:pt x="967" y="1"/>
                  </a:moveTo>
                  <a:cubicBezTo>
                    <a:pt x="436" y="1"/>
                    <a:pt x="0" y="437"/>
                    <a:pt x="0" y="968"/>
                  </a:cubicBezTo>
                  <a:lnTo>
                    <a:pt x="0" y="3205"/>
                  </a:lnTo>
                  <a:lnTo>
                    <a:pt x="13596" y="3205"/>
                  </a:lnTo>
                  <a:lnTo>
                    <a:pt x="13596" y="968"/>
                  </a:lnTo>
                  <a:cubicBezTo>
                    <a:pt x="13596" y="437"/>
                    <a:pt x="13159" y="1"/>
                    <a:pt x="1262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50"/>
            <p:cNvSpPr/>
            <p:nvPr/>
          </p:nvSpPr>
          <p:spPr>
            <a:xfrm>
              <a:off x="7467088" y="3636475"/>
              <a:ext cx="73025" cy="73025"/>
            </a:xfrm>
            <a:custGeom>
              <a:avLst/>
              <a:gdLst/>
              <a:ahLst/>
              <a:cxnLst/>
              <a:rect l="l" t="t" r="r" b="b"/>
              <a:pathLst>
                <a:path w="2921" h="2921" extrusionOk="0">
                  <a:moveTo>
                    <a:pt x="0" y="0"/>
                  </a:moveTo>
                  <a:lnTo>
                    <a:pt x="0" y="2920"/>
                  </a:lnTo>
                  <a:lnTo>
                    <a:pt x="2920" y="2920"/>
                  </a:lnTo>
                  <a:lnTo>
                    <a:pt x="2920" y="0"/>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50"/>
            <p:cNvSpPr/>
            <p:nvPr/>
          </p:nvSpPr>
          <p:spPr>
            <a:xfrm>
              <a:off x="7467088" y="3515125"/>
              <a:ext cx="73025" cy="73025"/>
            </a:xfrm>
            <a:custGeom>
              <a:avLst/>
              <a:gdLst/>
              <a:ahLst/>
              <a:cxnLst/>
              <a:rect l="l" t="t" r="r" b="b"/>
              <a:pathLst>
                <a:path w="2921" h="2921" extrusionOk="0">
                  <a:moveTo>
                    <a:pt x="0" y="0"/>
                  </a:moveTo>
                  <a:lnTo>
                    <a:pt x="0" y="2920"/>
                  </a:lnTo>
                  <a:lnTo>
                    <a:pt x="2920" y="2920"/>
                  </a:lnTo>
                  <a:lnTo>
                    <a:pt x="2920" y="0"/>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50"/>
            <p:cNvSpPr/>
            <p:nvPr/>
          </p:nvSpPr>
          <p:spPr>
            <a:xfrm>
              <a:off x="7467088" y="3393775"/>
              <a:ext cx="73025" cy="72550"/>
            </a:xfrm>
            <a:custGeom>
              <a:avLst/>
              <a:gdLst/>
              <a:ahLst/>
              <a:cxnLst/>
              <a:rect l="l" t="t" r="r" b="b"/>
              <a:pathLst>
                <a:path w="2921" h="2902" extrusionOk="0">
                  <a:moveTo>
                    <a:pt x="0" y="0"/>
                  </a:moveTo>
                  <a:lnTo>
                    <a:pt x="0" y="2901"/>
                  </a:lnTo>
                  <a:lnTo>
                    <a:pt x="2920" y="2901"/>
                  </a:lnTo>
                  <a:lnTo>
                    <a:pt x="2920" y="0"/>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50"/>
            <p:cNvSpPr/>
            <p:nvPr/>
          </p:nvSpPr>
          <p:spPr>
            <a:xfrm>
              <a:off x="7601238" y="3798125"/>
              <a:ext cx="28325" cy="24200"/>
            </a:xfrm>
            <a:custGeom>
              <a:avLst/>
              <a:gdLst/>
              <a:ahLst/>
              <a:cxnLst/>
              <a:rect l="l" t="t" r="r" b="b"/>
              <a:pathLst>
                <a:path w="1133" h="968" extrusionOk="0">
                  <a:moveTo>
                    <a:pt x="492" y="0"/>
                  </a:moveTo>
                  <a:cubicBezTo>
                    <a:pt x="241" y="0"/>
                    <a:pt x="0" y="199"/>
                    <a:pt x="0" y="493"/>
                  </a:cubicBezTo>
                  <a:cubicBezTo>
                    <a:pt x="0" y="740"/>
                    <a:pt x="209" y="967"/>
                    <a:pt x="474" y="967"/>
                  </a:cubicBezTo>
                  <a:cubicBezTo>
                    <a:pt x="482" y="968"/>
                    <a:pt x="490" y="968"/>
                    <a:pt x="497" y="968"/>
                  </a:cubicBezTo>
                  <a:cubicBezTo>
                    <a:pt x="918" y="968"/>
                    <a:pt x="1133" y="450"/>
                    <a:pt x="835" y="152"/>
                  </a:cubicBezTo>
                  <a:cubicBezTo>
                    <a:pt x="736" y="47"/>
                    <a:pt x="613" y="0"/>
                    <a:pt x="49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50"/>
            <p:cNvSpPr/>
            <p:nvPr/>
          </p:nvSpPr>
          <p:spPr>
            <a:xfrm>
              <a:off x="7382238" y="3252975"/>
              <a:ext cx="364550" cy="621475"/>
            </a:xfrm>
            <a:custGeom>
              <a:avLst/>
              <a:gdLst/>
              <a:ahLst/>
              <a:cxnLst/>
              <a:rect l="l" t="t" r="r" b="b"/>
              <a:pathLst>
                <a:path w="14582" h="24859" extrusionOk="0">
                  <a:moveTo>
                    <a:pt x="13103" y="968"/>
                  </a:moveTo>
                  <a:cubicBezTo>
                    <a:pt x="13368" y="968"/>
                    <a:pt x="13577" y="1195"/>
                    <a:pt x="13577" y="1442"/>
                  </a:cubicBezTo>
                  <a:lnTo>
                    <a:pt x="13577" y="3205"/>
                  </a:lnTo>
                  <a:lnTo>
                    <a:pt x="948" y="3205"/>
                  </a:lnTo>
                  <a:lnTo>
                    <a:pt x="986" y="1442"/>
                  </a:lnTo>
                  <a:cubicBezTo>
                    <a:pt x="986" y="1195"/>
                    <a:pt x="1195" y="968"/>
                    <a:pt x="1460" y="968"/>
                  </a:cubicBezTo>
                  <a:close/>
                  <a:moveTo>
                    <a:pt x="13614" y="4172"/>
                  </a:moveTo>
                  <a:lnTo>
                    <a:pt x="13614" y="19720"/>
                  </a:lnTo>
                  <a:lnTo>
                    <a:pt x="986" y="19720"/>
                  </a:lnTo>
                  <a:lnTo>
                    <a:pt x="986" y="4172"/>
                  </a:lnTo>
                  <a:close/>
                  <a:moveTo>
                    <a:pt x="13614" y="20687"/>
                  </a:moveTo>
                  <a:lnTo>
                    <a:pt x="13614" y="23399"/>
                  </a:lnTo>
                  <a:cubicBezTo>
                    <a:pt x="13614" y="23664"/>
                    <a:pt x="13387" y="23873"/>
                    <a:pt x="13140" y="23873"/>
                  </a:cubicBezTo>
                  <a:lnTo>
                    <a:pt x="1479" y="23873"/>
                  </a:lnTo>
                  <a:cubicBezTo>
                    <a:pt x="1214" y="23873"/>
                    <a:pt x="1005" y="23664"/>
                    <a:pt x="1005" y="23399"/>
                  </a:cubicBezTo>
                  <a:lnTo>
                    <a:pt x="986" y="23399"/>
                  </a:lnTo>
                  <a:lnTo>
                    <a:pt x="986" y="20687"/>
                  </a:lnTo>
                  <a:close/>
                  <a:moveTo>
                    <a:pt x="1460" y="1"/>
                  </a:moveTo>
                  <a:cubicBezTo>
                    <a:pt x="664" y="1"/>
                    <a:pt x="0" y="645"/>
                    <a:pt x="0" y="1442"/>
                  </a:cubicBezTo>
                  <a:lnTo>
                    <a:pt x="0" y="23399"/>
                  </a:lnTo>
                  <a:cubicBezTo>
                    <a:pt x="0" y="24214"/>
                    <a:pt x="664" y="24859"/>
                    <a:pt x="1460" y="24859"/>
                  </a:cubicBezTo>
                  <a:lnTo>
                    <a:pt x="13121" y="24859"/>
                  </a:lnTo>
                  <a:cubicBezTo>
                    <a:pt x="13918" y="24859"/>
                    <a:pt x="14582" y="24214"/>
                    <a:pt x="14582" y="23399"/>
                  </a:cubicBezTo>
                  <a:lnTo>
                    <a:pt x="14582" y="1442"/>
                  </a:lnTo>
                  <a:cubicBezTo>
                    <a:pt x="14582" y="645"/>
                    <a:pt x="13918" y="1"/>
                    <a:pt x="1312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50"/>
            <p:cNvSpPr/>
            <p:nvPr/>
          </p:nvSpPr>
          <p:spPr>
            <a:xfrm>
              <a:off x="7499788" y="3798125"/>
              <a:ext cx="81075" cy="24200"/>
            </a:xfrm>
            <a:custGeom>
              <a:avLst/>
              <a:gdLst/>
              <a:ahLst/>
              <a:cxnLst/>
              <a:rect l="l" t="t" r="r" b="b"/>
              <a:pathLst>
                <a:path w="3243" h="968" extrusionOk="0">
                  <a:moveTo>
                    <a:pt x="645" y="0"/>
                  </a:moveTo>
                  <a:cubicBezTo>
                    <a:pt x="1" y="0"/>
                    <a:pt x="1" y="967"/>
                    <a:pt x="645" y="967"/>
                  </a:cubicBezTo>
                  <a:lnTo>
                    <a:pt x="2598" y="967"/>
                  </a:lnTo>
                  <a:cubicBezTo>
                    <a:pt x="3243" y="967"/>
                    <a:pt x="3243" y="0"/>
                    <a:pt x="25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50"/>
            <p:cNvSpPr/>
            <p:nvPr/>
          </p:nvSpPr>
          <p:spPr>
            <a:xfrm>
              <a:off x="7455238" y="3381450"/>
              <a:ext cx="97200" cy="96725"/>
            </a:xfrm>
            <a:custGeom>
              <a:avLst/>
              <a:gdLst/>
              <a:ahLst/>
              <a:cxnLst/>
              <a:rect l="l" t="t" r="r" b="b"/>
              <a:pathLst>
                <a:path w="3888" h="3869" extrusionOk="0">
                  <a:moveTo>
                    <a:pt x="2920" y="967"/>
                  </a:moveTo>
                  <a:lnTo>
                    <a:pt x="2920" y="2920"/>
                  </a:lnTo>
                  <a:lnTo>
                    <a:pt x="986" y="2920"/>
                  </a:lnTo>
                  <a:lnTo>
                    <a:pt x="986" y="967"/>
                  </a:lnTo>
                  <a:close/>
                  <a:moveTo>
                    <a:pt x="493" y="0"/>
                  </a:moveTo>
                  <a:cubicBezTo>
                    <a:pt x="228" y="0"/>
                    <a:pt x="19" y="209"/>
                    <a:pt x="19" y="474"/>
                  </a:cubicBezTo>
                  <a:lnTo>
                    <a:pt x="19" y="3394"/>
                  </a:lnTo>
                  <a:cubicBezTo>
                    <a:pt x="0" y="3660"/>
                    <a:pt x="209" y="3868"/>
                    <a:pt x="493" y="3868"/>
                  </a:cubicBezTo>
                  <a:lnTo>
                    <a:pt x="3394" y="3868"/>
                  </a:lnTo>
                  <a:cubicBezTo>
                    <a:pt x="3660" y="3868"/>
                    <a:pt x="3887" y="3660"/>
                    <a:pt x="3868" y="3394"/>
                  </a:cubicBezTo>
                  <a:lnTo>
                    <a:pt x="3868" y="493"/>
                  </a:lnTo>
                  <a:cubicBezTo>
                    <a:pt x="3868" y="228"/>
                    <a:pt x="3660" y="19"/>
                    <a:pt x="3394" y="19"/>
                  </a:cubicBezTo>
                  <a:lnTo>
                    <a:pt x="339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50"/>
            <p:cNvSpPr/>
            <p:nvPr/>
          </p:nvSpPr>
          <p:spPr>
            <a:xfrm>
              <a:off x="7455238" y="3502800"/>
              <a:ext cx="96725" cy="97200"/>
            </a:xfrm>
            <a:custGeom>
              <a:avLst/>
              <a:gdLst/>
              <a:ahLst/>
              <a:cxnLst/>
              <a:rect l="l" t="t" r="r" b="b"/>
              <a:pathLst>
                <a:path w="3869" h="3888" extrusionOk="0">
                  <a:moveTo>
                    <a:pt x="2920" y="986"/>
                  </a:moveTo>
                  <a:lnTo>
                    <a:pt x="2920" y="2920"/>
                  </a:lnTo>
                  <a:lnTo>
                    <a:pt x="986" y="2920"/>
                  </a:lnTo>
                  <a:lnTo>
                    <a:pt x="986" y="986"/>
                  </a:lnTo>
                  <a:close/>
                  <a:moveTo>
                    <a:pt x="493" y="0"/>
                  </a:moveTo>
                  <a:cubicBezTo>
                    <a:pt x="228" y="19"/>
                    <a:pt x="19" y="228"/>
                    <a:pt x="19" y="474"/>
                  </a:cubicBezTo>
                  <a:lnTo>
                    <a:pt x="19" y="3394"/>
                  </a:lnTo>
                  <a:cubicBezTo>
                    <a:pt x="0" y="3660"/>
                    <a:pt x="228" y="3868"/>
                    <a:pt x="493" y="3887"/>
                  </a:cubicBezTo>
                  <a:lnTo>
                    <a:pt x="3394" y="3887"/>
                  </a:lnTo>
                  <a:cubicBezTo>
                    <a:pt x="3660" y="3868"/>
                    <a:pt x="3868" y="3660"/>
                    <a:pt x="3868" y="3394"/>
                  </a:cubicBezTo>
                  <a:lnTo>
                    <a:pt x="3868" y="474"/>
                  </a:lnTo>
                  <a:cubicBezTo>
                    <a:pt x="3868" y="228"/>
                    <a:pt x="3660" y="19"/>
                    <a:pt x="339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50"/>
            <p:cNvSpPr/>
            <p:nvPr/>
          </p:nvSpPr>
          <p:spPr>
            <a:xfrm>
              <a:off x="7455238" y="3624625"/>
              <a:ext cx="97200" cy="96725"/>
            </a:xfrm>
            <a:custGeom>
              <a:avLst/>
              <a:gdLst/>
              <a:ahLst/>
              <a:cxnLst/>
              <a:rect l="l" t="t" r="r" b="b"/>
              <a:pathLst>
                <a:path w="3888" h="3869" extrusionOk="0">
                  <a:moveTo>
                    <a:pt x="2920" y="967"/>
                  </a:moveTo>
                  <a:lnTo>
                    <a:pt x="2920" y="2901"/>
                  </a:lnTo>
                  <a:lnTo>
                    <a:pt x="986" y="2901"/>
                  </a:lnTo>
                  <a:lnTo>
                    <a:pt x="986" y="967"/>
                  </a:lnTo>
                  <a:close/>
                  <a:moveTo>
                    <a:pt x="493" y="0"/>
                  </a:moveTo>
                  <a:cubicBezTo>
                    <a:pt x="228" y="0"/>
                    <a:pt x="19" y="209"/>
                    <a:pt x="19" y="474"/>
                  </a:cubicBezTo>
                  <a:lnTo>
                    <a:pt x="19" y="3375"/>
                  </a:lnTo>
                  <a:cubicBezTo>
                    <a:pt x="0" y="3641"/>
                    <a:pt x="209" y="3868"/>
                    <a:pt x="493" y="3868"/>
                  </a:cubicBezTo>
                  <a:lnTo>
                    <a:pt x="3394" y="3868"/>
                  </a:lnTo>
                  <a:cubicBezTo>
                    <a:pt x="3660" y="3868"/>
                    <a:pt x="3887" y="3641"/>
                    <a:pt x="3868" y="3375"/>
                  </a:cubicBezTo>
                  <a:lnTo>
                    <a:pt x="3868" y="474"/>
                  </a:lnTo>
                  <a:cubicBezTo>
                    <a:pt x="3868" y="209"/>
                    <a:pt x="3660" y="0"/>
                    <a:pt x="339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50"/>
            <p:cNvSpPr/>
            <p:nvPr/>
          </p:nvSpPr>
          <p:spPr>
            <a:xfrm>
              <a:off x="7572788" y="3393775"/>
              <a:ext cx="105275" cy="24200"/>
            </a:xfrm>
            <a:custGeom>
              <a:avLst/>
              <a:gdLst/>
              <a:ahLst/>
              <a:cxnLst/>
              <a:rect l="l" t="t" r="r" b="b"/>
              <a:pathLst>
                <a:path w="4211" h="968" extrusionOk="0">
                  <a:moveTo>
                    <a:pt x="645" y="0"/>
                  </a:moveTo>
                  <a:cubicBezTo>
                    <a:pt x="1" y="0"/>
                    <a:pt x="1" y="967"/>
                    <a:pt x="645" y="967"/>
                  </a:cubicBezTo>
                  <a:lnTo>
                    <a:pt x="3565" y="967"/>
                  </a:lnTo>
                  <a:cubicBezTo>
                    <a:pt x="4210" y="967"/>
                    <a:pt x="4210" y="0"/>
                    <a:pt x="356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50"/>
            <p:cNvSpPr/>
            <p:nvPr/>
          </p:nvSpPr>
          <p:spPr>
            <a:xfrm>
              <a:off x="7572788" y="3442125"/>
              <a:ext cx="81100" cy="24200"/>
            </a:xfrm>
            <a:custGeom>
              <a:avLst/>
              <a:gdLst/>
              <a:ahLst/>
              <a:cxnLst/>
              <a:rect l="l" t="t" r="r" b="b"/>
              <a:pathLst>
                <a:path w="3244" h="968" extrusionOk="0">
                  <a:moveTo>
                    <a:pt x="645" y="0"/>
                  </a:moveTo>
                  <a:cubicBezTo>
                    <a:pt x="1" y="0"/>
                    <a:pt x="1" y="967"/>
                    <a:pt x="645" y="967"/>
                  </a:cubicBezTo>
                  <a:lnTo>
                    <a:pt x="2598" y="967"/>
                  </a:lnTo>
                  <a:cubicBezTo>
                    <a:pt x="3243" y="967"/>
                    <a:pt x="3243" y="0"/>
                    <a:pt x="25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50"/>
            <p:cNvSpPr/>
            <p:nvPr/>
          </p:nvSpPr>
          <p:spPr>
            <a:xfrm>
              <a:off x="7572788" y="3563475"/>
              <a:ext cx="81100" cy="24675"/>
            </a:xfrm>
            <a:custGeom>
              <a:avLst/>
              <a:gdLst/>
              <a:ahLst/>
              <a:cxnLst/>
              <a:rect l="l" t="t" r="r" b="b"/>
              <a:pathLst>
                <a:path w="3244" h="987" extrusionOk="0">
                  <a:moveTo>
                    <a:pt x="645" y="0"/>
                  </a:moveTo>
                  <a:cubicBezTo>
                    <a:pt x="1" y="0"/>
                    <a:pt x="1" y="986"/>
                    <a:pt x="645" y="986"/>
                  </a:cubicBezTo>
                  <a:lnTo>
                    <a:pt x="2598" y="986"/>
                  </a:lnTo>
                  <a:cubicBezTo>
                    <a:pt x="3243" y="986"/>
                    <a:pt x="3243" y="0"/>
                    <a:pt x="25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50"/>
            <p:cNvSpPr/>
            <p:nvPr/>
          </p:nvSpPr>
          <p:spPr>
            <a:xfrm>
              <a:off x="7572788" y="3685300"/>
              <a:ext cx="81100" cy="24200"/>
            </a:xfrm>
            <a:custGeom>
              <a:avLst/>
              <a:gdLst/>
              <a:ahLst/>
              <a:cxnLst/>
              <a:rect l="l" t="t" r="r" b="b"/>
              <a:pathLst>
                <a:path w="3244" h="968" extrusionOk="0">
                  <a:moveTo>
                    <a:pt x="645" y="0"/>
                  </a:moveTo>
                  <a:cubicBezTo>
                    <a:pt x="1" y="0"/>
                    <a:pt x="1" y="967"/>
                    <a:pt x="645" y="967"/>
                  </a:cubicBezTo>
                  <a:lnTo>
                    <a:pt x="2598" y="967"/>
                  </a:lnTo>
                  <a:cubicBezTo>
                    <a:pt x="3243" y="967"/>
                    <a:pt x="3243" y="0"/>
                    <a:pt x="25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50"/>
            <p:cNvSpPr/>
            <p:nvPr/>
          </p:nvSpPr>
          <p:spPr>
            <a:xfrm>
              <a:off x="7572788" y="3515125"/>
              <a:ext cx="105275" cy="24200"/>
            </a:xfrm>
            <a:custGeom>
              <a:avLst/>
              <a:gdLst/>
              <a:ahLst/>
              <a:cxnLst/>
              <a:rect l="l" t="t" r="r" b="b"/>
              <a:pathLst>
                <a:path w="4211" h="968" extrusionOk="0">
                  <a:moveTo>
                    <a:pt x="645" y="0"/>
                  </a:moveTo>
                  <a:cubicBezTo>
                    <a:pt x="1" y="0"/>
                    <a:pt x="1" y="967"/>
                    <a:pt x="645" y="967"/>
                  </a:cubicBezTo>
                  <a:lnTo>
                    <a:pt x="3565" y="967"/>
                  </a:lnTo>
                  <a:cubicBezTo>
                    <a:pt x="4210" y="967"/>
                    <a:pt x="4210" y="0"/>
                    <a:pt x="356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50"/>
            <p:cNvSpPr/>
            <p:nvPr/>
          </p:nvSpPr>
          <p:spPr>
            <a:xfrm>
              <a:off x="7572788" y="3636475"/>
              <a:ext cx="105275" cy="24200"/>
            </a:xfrm>
            <a:custGeom>
              <a:avLst/>
              <a:gdLst/>
              <a:ahLst/>
              <a:cxnLst/>
              <a:rect l="l" t="t" r="r" b="b"/>
              <a:pathLst>
                <a:path w="4211" h="968" extrusionOk="0">
                  <a:moveTo>
                    <a:pt x="645" y="0"/>
                  </a:moveTo>
                  <a:cubicBezTo>
                    <a:pt x="1" y="0"/>
                    <a:pt x="1" y="967"/>
                    <a:pt x="645" y="967"/>
                  </a:cubicBezTo>
                  <a:lnTo>
                    <a:pt x="3565" y="967"/>
                  </a:lnTo>
                  <a:cubicBezTo>
                    <a:pt x="4210" y="967"/>
                    <a:pt x="4210" y="0"/>
                    <a:pt x="356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94" name="Google Shape;2894;p50"/>
          <p:cNvGrpSpPr/>
          <p:nvPr/>
        </p:nvGrpSpPr>
        <p:grpSpPr>
          <a:xfrm>
            <a:off x="1685090" y="3378283"/>
            <a:ext cx="365768" cy="365768"/>
            <a:chOff x="1562938" y="4248450"/>
            <a:chExt cx="475950" cy="475950"/>
          </a:xfrm>
        </p:grpSpPr>
        <p:sp>
          <p:nvSpPr>
            <p:cNvPr id="2895" name="Google Shape;2895;p50"/>
            <p:cNvSpPr/>
            <p:nvPr/>
          </p:nvSpPr>
          <p:spPr>
            <a:xfrm>
              <a:off x="1571938" y="4257450"/>
              <a:ext cx="457475" cy="290150"/>
            </a:xfrm>
            <a:custGeom>
              <a:avLst/>
              <a:gdLst/>
              <a:ahLst/>
              <a:cxnLst/>
              <a:rect l="l" t="t" r="r" b="b"/>
              <a:pathLst>
                <a:path w="18299" h="11606" extrusionOk="0">
                  <a:moveTo>
                    <a:pt x="740" y="1"/>
                  </a:moveTo>
                  <a:cubicBezTo>
                    <a:pt x="342" y="1"/>
                    <a:pt x="1" y="342"/>
                    <a:pt x="1" y="740"/>
                  </a:cubicBezTo>
                  <a:lnTo>
                    <a:pt x="1" y="11605"/>
                  </a:lnTo>
                  <a:lnTo>
                    <a:pt x="18299" y="11605"/>
                  </a:lnTo>
                  <a:lnTo>
                    <a:pt x="18299" y="740"/>
                  </a:lnTo>
                  <a:cubicBezTo>
                    <a:pt x="18299" y="342"/>
                    <a:pt x="17976" y="1"/>
                    <a:pt x="1755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50"/>
            <p:cNvSpPr/>
            <p:nvPr/>
          </p:nvSpPr>
          <p:spPr>
            <a:xfrm>
              <a:off x="1611763" y="4294900"/>
              <a:ext cx="377825" cy="252700"/>
            </a:xfrm>
            <a:custGeom>
              <a:avLst/>
              <a:gdLst/>
              <a:ahLst/>
              <a:cxnLst/>
              <a:rect l="l" t="t" r="r" b="b"/>
              <a:pathLst>
                <a:path w="15113" h="10108" extrusionOk="0">
                  <a:moveTo>
                    <a:pt x="1" y="1"/>
                  </a:moveTo>
                  <a:lnTo>
                    <a:pt x="1" y="10107"/>
                  </a:lnTo>
                  <a:lnTo>
                    <a:pt x="15113" y="10107"/>
                  </a:lnTo>
                  <a:lnTo>
                    <a:pt x="1511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50"/>
            <p:cNvSpPr/>
            <p:nvPr/>
          </p:nvSpPr>
          <p:spPr>
            <a:xfrm>
              <a:off x="1875338" y="4356050"/>
              <a:ext cx="73975" cy="92950"/>
            </a:xfrm>
            <a:custGeom>
              <a:avLst/>
              <a:gdLst/>
              <a:ahLst/>
              <a:cxnLst/>
              <a:rect l="l" t="t" r="r" b="b"/>
              <a:pathLst>
                <a:path w="2959" h="3718" extrusionOk="0">
                  <a:moveTo>
                    <a:pt x="0" y="1"/>
                  </a:moveTo>
                  <a:lnTo>
                    <a:pt x="0" y="3717"/>
                  </a:lnTo>
                  <a:lnTo>
                    <a:pt x="2958" y="3717"/>
                  </a:lnTo>
                  <a:lnTo>
                    <a:pt x="295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50"/>
            <p:cNvSpPr/>
            <p:nvPr/>
          </p:nvSpPr>
          <p:spPr>
            <a:xfrm>
              <a:off x="1571938" y="4547575"/>
              <a:ext cx="457475" cy="167350"/>
            </a:xfrm>
            <a:custGeom>
              <a:avLst/>
              <a:gdLst/>
              <a:ahLst/>
              <a:cxnLst/>
              <a:rect l="l" t="t" r="r" b="b"/>
              <a:pathLst>
                <a:path w="18299" h="6694" extrusionOk="0">
                  <a:moveTo>
                    <a:pt x="1" y="0"/>
                  </a:moveTo>
                  <a:lnTo>
                    <a:pt x="1" y="2238"/>
                  </a:lnTo>
                  <a:cubicBezTo>
                    <a:pt x="1" y="2636"/>
                    <a:pt x="342" y="2977"/>
                    <a:pt x="740" y="2977"/>
                  </a:cubicBezTo>
                  <a:lnTo>
                    <a:pt x="7661" y="2977"/>
                  </a:lnTo>
                  <a:lnTo>
                    <a:pt x="7661" y="3717"/>
                  </a:lnTo>
                  <a:cubicBezTo>
                    <a:pt x="7661" y="4551"/>
                    <a:pt x="6998" y="5215"/>
                    <a:pt x="6182" y="5215"/>
                  </a:cubicBezTo>
                  <a:cubicBezTo>
                    <a:pt x="5348" y="5215"/>
                    <a:pt x="4684" y="5878"/>
                    <a:pt x="4684" y="6694"/>
                  </a:cubicBezTo>
                  <a:lnTo>
                    <a:pt x="13615" y="6694"/>
                  </a:lnTo>
                  <a:cubicBezTo>
                    <a:pt x="13615" y="5878"/>
                    <a:pt x="12952" y="5215"/>
                    <a:pt x="12136" y="5215"/>
                  </a:cubicBezTo>
                  <a:cubicBezTo>
                    <a:pt x="11302" y="5215"/>
                    <a:pt x="10638" y="4551"/>
                    <a:pt x="10638" y="3717"/>
                  </a:cubicBezTo>
                  <a:lnTo>
                    <a:pt x="10638" y="2977"/>
                  </a:lnTo>
                  <a:lnTo>
                    <a:pt x="17559" y="2977"/>
                  </a:lnTo>
                  <a:cubicBezTo>
                    <a:pt x="17976" y="2977"/>
                    <a:pt x="18299" y="2636"/>
                    <a:pt x="18299" y="2238"/>
                  </a:cubicBezTo>
                  <a:lnTo>
                    <a:pt x="1829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50"/>
            <p:cNvSpPr/>
            <p:nvPr/>
          </p:nvSpPr>
          <p:spPr>
            <a:xfrm>
              <a:off x="1763463" y="4356050"/>
              <a:ext cx="74450" cy="92950"/>
            </a:xfrm>
            <a:custGeom>
              <a:avLst/>
              <a:gdLst/>
              <a:ahLst/>
              <a:cxnLst/>
              <a:rect l="l" t="t" r="r" b="b"/>
              <a:pathLst>
                <a:path w="2978" h="3718" extrusionOk="0">
                  <a:moveTo>
                    <a:pt x="0" y="1"/>
                  </a:moveTo>
                  <a:lnTo>
                    <a:pt x="0" y="3717"/>
                  </a:lnTo>
                  <a:lnTo>
                    <a:pt x="2977" y="3717"/>
                  </a:lnTo>
                  <a:lnTo>
                    <a:pt x="297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50"/>
            <p:cNvSpPr/>
            <p:nvPr/>
          </p:nvSpPr>
          <p:spPr>
            <a:xfrm>
              <a:off x="1652063" y="4356050"/>
              <a:ext cx="74450" cy="92950"/>
            </a:xfrm>
            <a:custGeom>
              <a:avLst/>
              <a:gdLst/>
              <a:ahLst/>
              <a:cxnLst/>
              <a:rect l="l" t="t" r="r" b="b"/>
              <a:pathLst>
                <a:path w="2978" h="3718" extrusionOk="0">
                  <a:moveTo>
                    <a:pt x="0" y="1"/>
                  </a:moveTo>
                  <a:lnTo>
                    <a:pt x="0" y="3717"/>
                  </a:lnTo>
                  <a:lnTo>
                    <a:pt x="2977" y="3717"/>
                  </a:lnTo>
                  <a:lnTo>
                    <a:pt x="2977" y="1"/>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50"/>
            <p:cNvSpPr/>
            <p:nvPr/>
          </p:nvSpPr>
          <p:spPr>
            <a:xfrm>
              <a:off x="1828413" y="4575450"/>
              <a:ext cx="21825" cy="18600"/>
            </a:xfrm>
            <a:custGeom>
              <a:avLst/>
              <a:gdLst/>
              <a:ahLst/>
              <a:cxnLst/>
              <a:rect l="l" t="t" r="r" b="b"/>
              <a:pathLst>
                <a:path w="873" h="744" extrusionOk="0">
                  <a:moveTo>
                    <a:pt x="384" y="0"/>
                  </a:moveTo>
                  <a:cubicBezTo>
                    <a:pt x="198" y="0"/>
                    <a:pt x="19" y="148"/>
                    <a:pt x="19" y="364"/>
                  </a:cubicBezTo>
                  <a:cubicBezTo>
                    <a:pt x="0" y="573"/>
                    <a:pt x="171" y="743"/>
                    <a:pt x="379" y="743"/>
                  </a:cubicBezTo>
                  <a:cubicBezTo>
                    <a:pt x="721" y="743"/>
                    <a:pt x="872" y="345"/>
                    <a:pt x="645" y="118"/>
                  </a:cubicBezTo>
                  <a:cubicBezTo>
                    <a:pt x="570" y="36"/>
                    <a:pt x="476" y="0"/>
                    <a:pt x="3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50"/>
            <p:cNvSpPr/>
            <p:nvPr/>
          </p:nvSpPr>
          <p:spPr>
            <a:xfrm>
              <a:off x="1562938" y="4248450"/>
              <a:ext cx="475950" cy="475950"/>
            </a:xfrm>
            <a:custGeom>
              <a:avLst/>
              <a:gdLst/>
              <a:ahLst/>
              <a:cxnLst/>
              <a:rect l="l" t="t" r="r" b="b"/>
              <a:pathLst>
                <a:path w="19038" h="19038" extrusionOk="0">
                  <a:moveTo>
                    <a:pt x="16687" y="2219"/>
                  </a:moveTo>
                  <a:lnTo>
                    <a:pt x="16687" y="11605"/>
                  </a:lnTo>
                  <a:lnTo>
                    <a:pt x="2333" y="11605"/>
                  </a:lnTo>
                  <a:lnTo>
                    <a:pt x="2333" y="2219"/>
                  </a:lnTo>
                  <a:close/>
                  <a:moveTo>
                    <a:pt x="17919" y="740"/>
                  </a:moveTo>
                  <a:cubicBezTo>
                    <a:pt x="18128" y="740"/>
                    <a:pt x="18279" y="911"/>
                    <a:pt x="18279" y="1100"/>
                  </a:cubicBezTo>
                  <a:lnTo>
                    <a:pt x="18279" y="11605"/>
                  </a:lnTo>
                  <a:lnTo>
                    <a:pt x="17426" y="11605"/>
                  </a:lnTo>
                  <a:lnTo>
                    <a:pt x="17426" y="1859"/>
                  </a:lnTo>
                  <a:cubicBezTo>
                    <a:pt x="17426" y="1650"/>
                    <a:pt x="17274" y="1480"/>
                    <a:pt x="17066" y="1480"/>
                  </a:cubicBezTo>
                  <a:lnTo>
                    <a:pt x="1954" y="1480"/>
                  </a:lnTo>
                  <a:cubicBezTo>
                    <a:pt x="1764" y="1480"/>
                    <a:pt x="1593" y="1650"/>
                    <a:pt x="1593" y="1859"/>
                  </a:cubicBezTo>
                  <a:lnTo>
                    <a:pt x="1593" y="11605"/>
                  </a:lnTo>
                  <a:lnTo>
                    <a:pt x="740" y="11605"/>
                  </a:lnTo>
                  <a:lnTo>
                    <a:pt x="740" y="1100"/>
                  </a:lnTo>
                  <a:cubicBezTo>
                    <a:pt x="740" y="911"/>
                    <a:pt x="911" y="740"/>
                    <a:pt x="1100" y="740"/>
                  </a:cubicBezTo>
                  <a:close/>
                  <a:moveTo>
                    <a:pt x="18279" y="12344"/>
                  </a:moveTo>
                  <a:lnTo>
                    <a:pt x="18279" y="14184"/>
                  </a:lnTo>
                  <a:cubicBezTo>
                    <a:pt x="18279" y="14392"/>
                    <a:pt x="18128" y="14563"/>
                    <a:pt x="17919" y="14563"/>
                  </a:cubicBezTo>
                  <a:lnTo>
                    <a:pt x="1100" y="14563"/>
                  </a:lnTo>
                  <a:cubicBezTo>
                    <a:pt x="911" y="14563"/>
                    <a:pt x="740" y="14392"/>
                    <a:pt x="740" y="14184"/>
                  </a:cubicBezTo>
                  <a:lnTo>
                    <a:pt x="740" y="12344"/>
                  </a:lnTo>
                  <a:close/>
                  <a:moveTo>
                    <a:pt x="10638" y="15321"/>
                  </a:moveTo>
                  <a:lnTo>
                    <a:pt x="10638" y="15682"/>
                  </a:lnTo>
                  <a:cubicBezTo>
                    <a:pt x="10619" y="16080"/>
                    <a:pt x="10752" y="16478"/>
                    <a:pt x="10998" y="16800"/>
                  </a:cubicBezTo>
                  <a:lnTo>
                    <a:pt x="8021" y="16800"/>
                  </a:lnTo>
                  <a:cubicBezTo>
                    <a:pt x="8268" y="16478"/>
                    <a:pt x="8401" y="16080"/>
                    <a:pt x="8401" y="15682"/>
                  </a:cubicBezTo>
                  <a:lnTo>
                    <a:pt x="8401" y="15321"/>
                  </a:lnTo>
                  <a:close/>
                  <a:moveTo>
                    <a:pt x="12496" y="17540"/>
                  </a:moveTo>
                  <a:cubicBezTo>
                    <a:pt x="12951" y="17540"/>
                    <a:pt x="13387" y="17843"/>
                    <a:pt x="13539" y="18279"/>
                  </a:cubicBezTo>
                  <a:lnTo>
                    <a:pt x="5480" y="18279"/>
                  </a:lnTo>
                  <a:cubicBezTo>
                    <a:pt x="5632" y="17843"/>
                    <a:pt x="6068" y="17540"/>
                    <a:pt x="6542" y="17540"/>
                  </a:cubicBezTo>
                  <a:close/>
                  <a:moveTo>
                    <a:pt x="1100" y="1"/>
                  </a:moveTo>
                  <a:cubicBezTo>
                    <a:pt x="494" y="1"/>
                    <a:pt x="1" y="494"/>
                    <a:pt x="1" y="1100"/>
                  </a:cubicBezTo>
                  <a:lnTo>
                    <a:pt x="1" y="14203"/>
                  </a:lnTo>
                  <a:cubicBezTo>
                    <a:pt x="1" y="14809"/>
                    <a:pt x="494" y="15321"/>
                    <a:pt x="1100" y="15321"/>
                  </a:cubicBezTo>
                  <a:lnTo>
                    <a:pt x="7661" y="15321"/>
                  </a:lnTo>
                  <a:lnTo>
                    <a:pt x="7661" y="15682"/>
                  </a:lnTo>
                  <a:cubicBezTo>
                    <a:pt x="7642" y="16307"/>
                    <a:pt x="7149" y="16800"/>
                    <a:pt x="6542" y="16800"/>
                  </a:cubicBezTo>
                  <a:cubicBezTo>
                    <a:pt x="5518" y="16800"/>
                    <a:pt x="4684" y="17635"/>
                    <a:pt x="4684" y="18659"/>
                  </a:cubicBezTo>
                  <a:cubicBezTo>
                    <a:pt x="4684" y="18867"/>
                    <a:pt x="4836" y="19038"/>
                    <a:pt x="5044" y="19038"/>
                  </a:cubicBezTo>
                  <a:lnTo>
                    <a:pt x="13975" y="19038"/>
                  </a:lnTo>
                  <a:cubicBezTo>
                    <a:pt x="14184" y="19038"/>
                    <a:pt x="14354" y="18867"/>
                    <a:pt x="14354" y="18659"/>
                  </a:cubicBezTo>
                  <a:cubicBezTo>
                    <a:pt x="14354" y="17635"/>
                    <a:pt x="13520" y="16800"/>
                    <a:pt x="12496" y="16800"/>
                  </a:cubicBezTo>
                  <a:cubicBezTo>
                    <a:pt x="11870" y="16800"/>
                    <a:pt x="11377" y="16307"/>
                    <a:pt x="11377" y="15682"/>
                  </a:cubicBezTo>
                  <a:lnTo>
                    <a:pt x="11377" y="15321"/>
                  </a:lnTo>
                  <a:lnTo>
                    <a:pt x="17919" y="15321"/>
                  </a:lnTo>
                  <a:cubicBezTo>
                    <a:pt x="18526" y="15321"/>
                    <a:pt x="19038" y="14809"/>
                    <a:pt x="19038" y="14203"/>
                  </a:cubicBezTo>
                  <a:lnTo>
                    <a:pt x="19038" y="1100"/>
                  </a:lnTo>
                  <a:cubicBezTo>
                    <a:pt x="19038" y="494"/>
                    <a:pt x="18526" y="1"/>
                    <a:pt x="1791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50"/>
            <p:cNvSpPr/>
            <p:nvPr/>
          </p:nvSpPr>
          <p:spPr>
            <a:xfrm>
              <a:off x="1642588" y="4346575"/>
              <a:ext cx="92925" cy="111900"/>
            </a:xfrm>
            <a:custGeom>
              <a:avLst/>
              <a:gdLst/>
              <a:ahLst/>
              <a:cxnLst/>
              <a:rect l="l" t="t" r="r" b="b"/>
              <a:pathLst>
                <a:path w="3717" h="4476" extrusionOk="0">
                  <a:moveTo>
                    <a:pt x="2977" y="759"/>
                  </a:moveTo>
                  <a:lnTo>
                    <a:pt x="2977" y="3736"/>
                  </a:lnTo>
                  <a:lnTo>
                    <a:pt x="740" y="3736"/>
                  </a:lnTo>
                  <a:lnTo>
                    <a:pt x="740" y="759"/>
                  </a:lnTo>
                  <a:close/>
                  <a:moveTo>
                    <a:pt x="379" y="1"/>
                  </a:moveTo>
                  <a:cubicBezTo>
                    <a:pt x="171" y="1"/>
                    <a:pt x="0" y="171"/>
                    <a:pt x="0" y="380"/>
                  </a:cubicBezTo>
                  <a:lnTo>
                    <a:pt x="0" y="4096"/>
                  </a:lnTo>
                  <a:cubicBezTo>
                    <a:pt x="0" y="4305"/>
                    <a:pt x="171" y="4476"/>
                    <a:pt x="379" y="4476"/>
                  </a:cubicBezTo>
                  <a:lnTo>
                    <a:pt x="3356" y="4476"/>
                  </a:lnTo>
                  <a:cubicBezTo>
                    <a:pt x="3565" y="4476"/>
                    <a:pt x="3717" y="4305"/>
                    <a:pt x="3717" y="4096"/>
                  </a:cubicBezTo>
                  <a:lnTo>
                    <a:pt x="3717" y="380"/>
                  </a:lnTo>
                  <a:cubicBezTo>
                    <a:pt x="3717" y="171"/>
                    <a:pt x="3565" y="1"/>
                    <a:pt x="335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50"/>
            <p:cNvSpPr/>
            <p:nvPr/>
          </p:nvSpPr>
          <p:spPr>
            <a:xfrm>
              <a:off x="1753988" y="4346575"/>
              <a:ext cx="93400" cy="111900"/>
            </a:xfrm>
            <a:custGeom>
              <a:avLst/>
              <a:gdLst/>
              <a:ahLst/>
              <a:cxnLst/>
              <a:rect l="l" t="t" r="r" b="b"/>
              <a:pathLst>
                <a:path w="3736" h="4476" extrusionOk="0">
                  <a:moveTo>
                    <a:pt x="2996" y="759"/>
                  </a:moveTo>
                  <a:lnTo>
                    <a:pt x="2996" y="3736"/>
                  </a:lnTo>
                  <a:lnTo>
                    <a:pt x="759" y="3736"/>
                  </a:lnTo>
                  <a:lnTo>
                    <a:pt x="759" y="759"/>
                  </a:lnTo>
                  <a:close/>
                  <a:moveTo>
                    <a:pt x="379" y="1"/>
                  </a:moveTo>
                  <a:cubicBezTo>
                    <a:pt x="171" y="1"/>
                    <a:pt x="19" y="171"/>
                    <a:pt x="19" y="380"/>
                  </a:cubicBezTo>
                  <a:lnTo>
                    <a:pt x="19" y="4096"/>
                  </a:lnTo>
                  <a:cubicBezTo>
                    <a:pt x="0" y="4305"/>
                    <a:pt x="171" y="4476"/>
                    <a:pt x="379" y="4476"/>
                  </a:cubicBezTo>
                  <a:lnTo>
                    <a:pt x="3356" y="4476"/>
                  </a:lnTo>
                  <a:cubicBezTo>
                    <a:pt x="3565" y="4476"/>
                    <a:pt x="3735" y="4305"/>
                    <a:pt x="3735" y="4096"/>
                  </a:cubicBezTo>
                  <a:lnTo>
                    <a:pt x="3735" y="380"/>
                  </a:lnTo>
                  <a:cubicBezTo>
                    <a:pt x="3735" y="171"/>
                    <a:pt x="3565" y="1"/>
                    <a:pt x="335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50"/>
            <p:cNvSpPr/>
            <p:nvPr/>
          </p:nvSpPr>
          <p:spPr>
            <a:xfrm>
              <a:off x="1865838" y="4346575"/>
              <a:ext cx="92950" cy="111900"/>
            </a:xfrm>
            <a:custGeom>
              <a:avLst/>
              <a:gdLst/>
              <a:ahLst/>
              <a:cxnLst/>
              <a:rect l="l" t="t" r="r" b="b"/>
              <a:pathLst>
                <a:path w="3718" h="4476" extrusionOk="0">
                  <a:moveTo>
                    <a:pt x="2978" y="759"/>
                  </a:moveTo>
                  <a:lnTo>
                    <a:pt x="2978" y="3736"/>
                  </a:lnTo>
                  <a:lnTo>
                    <a:pt x="740" y="3736"/>
                  </a:lnTo>
                  <a:lnTo>
                    <a:pt x="740" y="759"/>
                  </a:lnTo>
                  <a:close/>
                  <a:moveTo>
                    <a:pt x="380" y="1"/>
                  </a:moveTo>
                  <a:cubicBezTo>
                    <a:pt x="172" y="1"/>
                    <a:pt x="1" y="171"/>
                    <a:pt x="1" y="380"/>
                  </a:cubicBezTo>
                  <a:lnTo>
                    <a:pt x="1" y="4096"/>
                  </a:lnTo>
                  <a:cubicBezTo>
                    <a:pt x="1" y="4305"/>
                    <a:pt x="172" y="4476"/>
                    <a:pt x="380" y="4476"/>
                  </a:cubicBezTo>
                  <a:lnTo>
                    <a:pt x="3357" y="4476"/>
                  </a:lnTo>
                  <a:cubicBezTo>
                    <a:pt x="3547" y="4476"/>
                    <a:pt x="3717" y="4305"/>
                    <a:pt x="3717" y="4096"/>
                  </a:cubicBezTo>
                  <a:lnTo>
                    <a:pt x="3717" y="380"/>
                  </a:lnTo>
                  <a:cubicBezTo>
                    <a:pt x="3717" y="171"/>
                    <a:pt x="3547" y="1"/>
                    <a:pt x="335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50"/>
            <p:cNvSpPr/>
            <p:nvPr/>
          </p:nvSpPr>
          <p:spPr>
            <a:xfrm>
              <a:off x="1639738" y="4476950"/>
              <a:ext cx="99100" cy="18500"/>
            </a:xfrm>
            <a:custGeom>
              <a:avLst/>
              <a:gdLst/>
              <a:ahLst/>
              <a:cxnLst/>
              <a:rect l="l" t="t" r="r" b="b"/>
              <a:pathLst>
                <a:path w="3964" h="740" extrusionOk="0">
                  <a:moveTo>
                    <a:pt x="493" y="0"/>
                  </a:moveTo>
                  <a:cubicBezTo>
                    <a:pt x="0" y="0"/>
                    <a:pt x="0" y="740"/>
                    <a:pt x="493" y="740"/>
                  </a:cubicBezTo>
                  <a:lnTo>
                    <a:pt x="3470" y="740"/>
                  </a:lnTo>
                  <a:cubicBezTo>
                    <a:pt x="3963" y="740"/>
                    <a:pt x="3963" y="0"/>
                    <a:pt x="34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50"/>
            <p:cNvSpPr/>
            <p:nvPr/>
          </p:nvSpPr>
          <p:spPr>
            <a:xfrm>
              <a:off x="1751138" y="4476950"/>
              <a:ext cx="99100" cy="18500"/>
            </a:xfrm>
            <a:custGeom>
              <a:avLst/>
              <a:gdLst/>
              <a:ahLst/>
              <a:cxnLst/>
              <a:rect l="l" t="t" r="r" b="b"/>
              <a:pathLst>
                <a:path w="3964" h="740" extrusionOk="0">
                  <a:moveTo>
                    <a:pt x="493" y="0"/>
                  </a:moveTo>
                  <a:cubicBezTo>
                    <a:pt x="0" y="0"/>
                    <a:pt x="0" y="740"/>
                    <a:pt x="493" y="740"/>
                  </a:cubicBezTo>
                  <a:lnTo>
                    <a:pt x="3470" y="740"/>
                  </a:lnTo>
                  <a:cubicBezTo>
                    <a:pt x="3963" y="740"/>
                    <a:pt x="3963" y="0"/>
                    <a:pt x="34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50"/>
            <p:cNvSpPr/>
            <p:nvPr/>
          </p:nvSpPr>
          <p:spPr>
            <a:xfrm>
              <a:off x="1862538" y="4476950"/>
              <a:ext cx="99575" cy="18500"/>
            </a:xfrm>
            <a:custGeom>
              <a:avLst/>
              <a:gdLst/>
              <a:ahLst/>
              <a:cxnLst/>
              <a:rect l="l" t="t" r="r" b="b"/>
              <a:pathLst>
                <a:path w="3983" h="740" extrusionOk="0">
                  <a:moveTo>
                    <a:pt x="512" y="0"/>
                  </a:moveTo>
                  <a:cubicBezTo>
                    <a:pt x="0" y="0"/>
                    <a:pt x="0" y="740"/>
                    <a:pt x="512" y="740"/>
                  </a:cubicBezTo>
                  <a:lnTo>
                    <a:pt x="3489" y="740"/>
                  </a:lnTo>
                  <a:cubicBezTo>
                    <a:pt x="3982" y="740"/>
                    <a:pt x="3982" y="0"/>
                    <a:pt x="348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50"/>
            <p:cNvSpPr/>
            <p:nvPr/>
          </p:nvSpPr>
          <p:spPr>
            <a:xfrm>
              <a:off x="1751138" y="4575525"/>
              <a:ext cx="62125" cy="18525"/>
            </a:xfrm>
            <a:custGeom>
              <a:avLst/>
              <a:gdLst/>
              <a:ahLst/>
              <a:cxnLst/>
              <a:rect l="l" t="t" r="r" b="b"/>
              <a:pathLst>
                <a:path w="2485" h="741" extrusionOk="0">
                  <a:moveTo>
                    <a:pt x="493" y="1"/>
                  </a:moveTo>
                  <a:cubicBezTo>
                    <a:pt x="0" y="1"/>
                    <a:pt x="0" y="740"/>
                    <a:pt x="493" y="740"/>
                  </a:cubicBezTo>
                  <a:lnTo>
                    <a:pt x="1991" y="740"/>
                  </a:lnTo>
                  <a:cubicBezTo>
                    <a:pt x="2484" y="740"/>
                    <a:pt x="2484" y="1"/>
                    <a:pt x="199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10" name="Google Shape;2910;p50"/>
          <p:cNvGrpSpPr/>
          <p:nvPr/>
        </p:nvGrpSpPr>
        <p:grpSpPr>
          <a:xfrm>
            <a:off x="2398842" y="3378291"/>
            <a:ext cx="365747" cy="365752"/>
            <a:chOff x="2036988" y="4249875"/>
            <a:chExt cx="525725" cy="524300"/>
          </a:xfrm>
        </p:grpSpPr>
        <p:sp>
          <p:nvSpPr>
            <p:cNvPr id="2911" name="Google Shape;2911;p50"/>
            <p:cNvSpPr/>
            <p:nvPr/>
          </p:nvSpPr>
          <p:spPr>
            <a:xfrm>
              <a:off x="2046938" y="4393975"/>
              <a:ext cx="505350" cy="369775"/>
            </a:xfrm>
            <a:custGeom>
              <a:avLst/>
              <a:gdLst/>
              <a:ahLst/>
              <a:cxnLst/>
              <a:rect l="l" t="t" r="r" b="b"/>
              <a:pathLst>
                <a:path w="20214" h="14791" extrusionOk="0">
                  <a:moveTo>
                    <a:pt x="1650" y="1"/>
                  </a:moveTo>
                  <a:cubicBezTo>
                    <a:pt x="740" y="1"/>
                    <a:pt x="0" y="740"/>
                    <a:pt x="0" y="1650"/>
                  </a:cubicBezTo>
                  <a:lnTo>
                    <a:pt x="0" y="13141"/>
                  </a:lnTo>
                  <a:cubicBezTo>
                    <a:pt x="0" y="14051"/>
                    <a:pt x="740" y="14791"/>
                    <a:pt x="1650" y="14791"/>
                  </a:cubicBezTo>
                  <a:lnTo>
                    <a:pt x="18564" y="14791"/>
                  </a:lnTo>
                  <a:cubicBezTo>
                    <a:pt x="19474" y="14791"/>
                    <a:pt x="20213" y="14051"/>
                    <a:pt x="20213" y="13141"/>
                  </a:cubicBezTo>
                  <a:lnTo>
                    <a:pt x="20213" y="1650"/>
                  </a:lnTo>
                  <a:cubicBezTo>
                    <a:pt x="20213" y="740"/>
                    <a:pt x="19474" y="1"/>
                    <a:pt x="185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50"/>
            <p:cNvSpPr/>
            <p:nvPr/>
          </p:nvSpPr>
          <p:spPr>
            <a:xfrm>
              <a:off x="2129413" y="4435225"/>
              <a:ext cx="382100" cy="287300"/>
            </a:xfrm>
            <a:custGeom>
              <a:avLst/>
              <a:gdLst/>
              <a:ahLst/>
              <a:cxnLst/>
              <a:rect l="l" t="t" r="r" b="b"/>
              <a:pathLst>
                <a:path w="15284" h="11492" extrusionOk="0">
                  <a:moveTo>
                    <a:pt x="1" y="0"/>
                  </a:moveTo>
                  <a:lnTo>
                    <a:pt x="1" y="11491"/>
                  </a:lnTo>
                  <a:lnTo>
                    <a:pt x="15284" y="11491"/>
                  </a:lnTo>
                  <a:lnTo>
                    <a:pt x="1528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50"/>
            <p:cNvSpPr/>
            <p:nvPr/>
          </p:nvSpPr>
          <p:spPr>
            <a:xfrm>
              <a:off x="2310013" y="4548050"/>
              <a:ext cx="61650" cy="72075"/>
            </a:xfrm>
            <a:custGeom>
              <a:avLst/>
              <a:gdLst/>
              <a:ahLst/>
              <a:cxnLst/>
              <a:rect l="l" t="t" r="r" b="b"/>
              <a:pathLst>
                <a:path w="2466" h="2883" extrusionOk="0">
                  <a:moveTo>
                    <a:pt x="1" y="0"/>
                  </a:moveTo>
                  <a:lnTo>
                    <a:pt x="1" y="133"/>
                  </a:lnTo>
                  <a:cubicBezTo>
                    <a:pt x="1" y="323"/>
                    <a:pt x="39" y="493"/>
                    <a:pt x="134" y="683"/>
                  </a:cubicBezTo>
                  <a:lnTo>
                    <a:pt x="1233" y="2882"/>
                  </a:lnTo>
                  <a:lnTo>
                    <a:pt x="2333" y="683"/>
                  </a:lnTo>
                  <a:cubicBezTo>
                    <a:pt x="2409" y="512"/>
                    <a:pt x="2466" y="323"/>
                    <a:pt x="2466" y="133"/>
                  </a:cubicBezTo>
                  <a:lnTo>
                    <a:pt x="246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50"/>
            <p:cNvSpPr/>
            <p:nvPr/>
          </p:nvSpPr>
          <p:spPr>
            <a:xfrm>
              <a:off x="2310013" y="4310075"/>
              <a:ext cx="61650" cy="238000"/>
            </a:xfrm>
            <a:custGeom>
              <a:avLst/>
              <a:gdLst/>
              <a:ahLst/>
              <a:cxnLst/>
              <a:rect l="l" t="t" r="r" b="b"/>
              <a:pathLst>
                <a:path w="2466" h="9520" extrusionOk="0">
                  <a:moveTo>
                    <a:pt x="1" y="1"/>
                  </a:moveTo>
                  <a:lnTo>
                    <a:pt x="1" y="9519"/>
                  </a:lnTo>
                  <a:lnTo>
                    <a:pt x="2466" y="9519"/>
                  </a:lnTo>
                  <a:lnTo>
                    <a:pt x="246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50"/>
            <p:cNvSpPr/>
            <p:nvPr/>
          </p:nvSpPr>
          <p:spPr>
            <a:xfrm>
              <a:off x="2310013" y="4258300"/>
              <a:ext cx="61650" cy="51800"/>
            </a:xfrm>
            <a:custGeom>
              <a:avLst/>
              <a:gdLst/>
              <a:ahLst/>
              <a:cxnLst/>
              <a:rect l="l" t="t" r="r" b="b"/>
              <a:pathLst>
                <a:path w="2466" h="2072" extrusionOk="0">
                  <a:moveTo>
                    <a:pt x="1233" y="0"/>
                  </a:moveTo>
                  <a:cubicBezTo>
                    <a:pt x="617" y="0"/>
                    <a:pt x="1" y="412"/>
                    <a:pt x="1" y="1237"/>
                  </a:cubicBezTo>
                  <a:lnTo>
                    <a:pt x="1" y="2072"/>
                  </a:lnTo>
                  <a:lnTo>
                    <a:pt x="2466" y="2072"/>
                  </a:lnTo>
                  <a:lnTo>
                    <a:pt x="2466" y="1237"/>
                  </a:lnTo>
                  <a:cubicBezTo>
                    <a:pt x="2466" y="412"/>
                    <a:pt x="1850" y="0"/>
                    <a:pt x="1233"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50"/>
            <p:cNvSpPr/>
            <p:nvPr/>
          </p:nvSpPr>
          <p:spPr>
            <a:xfrm>
              <a:off x="2197688" y="4609675"/>
              <a:ext cx="24200" cy="20675"/>
            </a:xfrm>
            <a:custGeom>
              <a:avLst/>
              <a:gdLst/>
              <a:ahLst/>
              <a:cxnLst/>
              <a:rect l="l" t="t" r="r" b="b"/>
              <a:pathLst>
                <a:path w="968" h="827" extrusionOk="0">
                  <a:moveTo>
                    <a:pt x="550" y="0"/>
                  </a:moveTo>
                  <a:cubicBezTo>
                    <a:pt x="171" y="0"/>
                    <a:pt x="0" y="436"/>
                    <a:pt x="247" y="702"/>
                  </a:cubicBezTo>
                  <a:cubicBezTo>
                    <a:pt x="333" y="788"/>
                    <a:pt x="439" y="826"/>
                    <a:pt x="543" y="826"/>
                  </a:cubicBezTo>
                  <a:cubicBezTo>
                    <a:pt x="759" y="826"/>
                    <a:pt x="967" y="661"/>
                    <a:pt x="967" y="417"/>
                  </a:cubicBezTo>
                  <a:cubicBezTo>
                    <a:pt x="948" y="190"/>
                    <a:pt x="777" y="0"/>
                    <a:pt x="5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50"/>
            <p:cNvSpPr/>
            <p:nvPr/>
          </p:nvSpPr>
          <p:spPr>
            <a:xfrm>
              <a:off x="2074438" y="4568900"/>
              <a:ext cx="23725" cy="20200"/>
            </a:xfrm>
            <a:custGeom>
              <a:avLst/>
              <a:gdLst/>
              <a:ahLst/>
              <a:cxnLst/>
              <a:rect l="l" t="t" r="r" b="b"/>
              <a:pathLst>
                <a:path w="949" h="808" extrusionOk="0">
                  <a:moveTo>
                    <a:pt x="550" y="1"/>
                  </a:moveTo>
                  <a:cubicBezTo>
                    <a:pt x="190" y="1"/>
                    <a:pt x="0" y="437"/>
                    <a:pt x="265" y="683"/>
                  </a:cubicBezTo>
                  <a:cubicBezTo>
                    <a:pt x="346" y="769"/>
                    <a:pt x="445" y="808"/>
                    <a:pt x="544" y="808"/>
                  </a:cubicBezTo>
                  <a:cubicBezTo>
                    <a:pt x="749" y="808"/>
                    <a:pt x="948" y="642"/>
                    <a:pt x="948" y="399"/>
                  </a:cubicBezTo>
                  <a:cubicBezTo>
                    <a:pt x="948" y="171"/>
                    <a:pt x="777" y="1"/>
                    <a:pt x="55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50"/>
            <p:cNvSpPr/>
            <p:nvPr/>
          </p:nvSpPr>
          <p:spPr>
            <a:xfrm>
              <a:off x="2036988" y="4249875"/>
              <a:ext cx="525725" cy="524300"/>
            </a:xfrm>
            <a:custGeom>
              <a:avLst/>
              <a:gdLst/>
              <a:ahLst/>
              <a:cxnLst/>
              <a:rect l="l" t="t" r="r" b="b"/>
              <a:pathLst>
                <a:path w="21029" h="20972" extrusionOk="0">
                  <a:moveTo>
                    <a:pt x="12147" y="792"/>
                  </a:moveTo>
                  <a:cubicBezTo>
                    <a:pt x="12543" y="792"/>
                    <a:pt x="12941" y="1053"/>
                    <a:pt x="12970" y="1574"/>
                  </a:cubicBezTo>
                  <a:lnTo>
                    <a:pt x="12970" y="1991"/>
                  </a:lnTo>
                  <a:lnTo>
                    <a:pt x="11339" y="1991"/>
                  </a:lnTo>
                  <a:lnTo>
                    <a:pt x="11339" y="1574"/>
                  </a:lnTo>
                  <a:cubicBezTo>
                    <a:pt x="11358" y="1053"/>
                    <a:pt x="11751" y="792"/>
                    <a:pt x="12147" y="792"/>
                  </a:cubicBezTo>
                  <a:close/>
                  <a:moveTo>
                    <a:pt x="10505" y="6182"/>
                  </a:moveTo>
                  <a:lnTo>
                    <a:pt x="10505" y="6997"/>
                  </a:lnTo>
                  <a:lnTo>
                    <a:pt x="4096" y="6997"/>
                  </a:lnTo>
                  <a:lnTo>
                    <a:pt x="4096" y="6182"/>
                  </a:lnTo>
                  <a:close/>
                  <a:moveTo>
                    <a:pt x="12970" y="2807"/>
                  </a:moveTo>
                  <a:lnTo>
                    <a:pt x="12970" y="11529"/>
                  </a:lnTo>
                  <a:lnTo>
                    <a:pt x="11339" y="11529"/>
                  </a:lnTo>
                  <a:lnTo>
                    <a:pt x="11339" y="2807"/>
                  </a:lnTo>
                  <a:close/>
                  <a:moveTo>
                    <a:pt x="12913" y="12344"/>
                  </a:moveTo>
                  <a:cubicBezTo>
                    <a:pt x="12913" y="12363"/>
                    <a:pt x="12894" y="12401"/>
                    <a:pt x="12894" y="12420"/>
                  </a:cubicBezTo>
                  <a:lnTo>
                    <a:pt x="12154" y="13880"/>
                  </a:lnTo>
                  <a:lnTo>
                    <a:pt x="11415" y="12420"/>
                  </a:lnTo>
                  <a:cubicBezTo>
                    <a:pt x="11396" y="12382"/>
                    <a:pt x="11396" y="12363"/>
                    <a:pt x="11377" y="12344"/>
                  </a:cubicBezTo>
                  <a:close/>
                  <a:moveTo>
                    <a:pt x="18563" y="7832"/>
                  </a:moveTo>
                  <a:lnTo>
                    <a:pt x="18563" y="18507"/>
                  </a:lnTo>
                  <a:lnTo>
                    <a:pt x="4096" y="18507"/>
                  </a:lnTo>
                  <a:lnTo>
                    <a:pt x="4096" y="7832"/>
                  </a:lnTo>
                  <a:lnTo>
                    <a:pt x="10505" y="7832"/>
                  </a:lnTo>
                  <a:lnTo>
                    <a:pt x="10505" y="12060"/>
                  </a:lnTo>
                  <a:cubicBezTo>
                    <a:pt x="10505" y="12306"/>
                    <a:pt x="10562" y="12553"/>
                    <a:pt x="10675" y="12780"/>
                  </a:cubicBezTo>
                  <a:lnTo>
                    <a:pt x="11472" y="14392"/>
                  </a:lnTo>
                  <a:lnTo>
                    <a:pt x="8628" y="14392"/>
                  </a:lnTo>
                  <a:cubicBezTo>
                    <a:pt x="8615" y="14391"/>
                    <a:pt x="8603" y="14391"/>
                    <a:pt x="8591" y="14391"/>
                  </a:cubicBezTo>
                  <a:cubicBezTo>
                    <a:pt x="8033" y="14391"/>
                    <a:pt x="8033" y="15228"/>
                    <a:pt x="8591" y="15228"/>
                  </a:cubicBezTo>
                  <a:cubicBezTo>
                    <a:pt x="8603" y="15228"/>
                    <a:pt x="8615" y="15227"/>
                    <a:pt x="8628" y="15227"/>
                  </a:cubicBezTo>
                  <a:lnTo>
                    <a:pt x="15435" y="15227"/>
                  </a:lnTo>
                  <a:cubicBezTo>
                    <a:pt x="15947" y="15170"/>
                    <a:pt x="15947" y="14430"/>
                    <a:pt x="15435" y="14392"/>
                  </a:cubicBezTo>
                  <a:lnTo>
                    <a:pt x="12818" y="14392"/>
                  </a:lnTo>
                  <a:lnTo>
                    <a:pt x="13614" y="12780"/>
                  </a:lnTo>
                  <a:cubicBezTo>
                    <a:pt x="13728" y="12553"/>
                    <a:pt x="13785" y="12306"/>
                    <a:pt x="13804" y="12060"/>
                  </a:cubicBezTo>
                  <a:lnTo>
                    <a:pt x="13804" y="7832"/>
                  </a:lnTo>
                  <a:close/>
                  <a:moveTo>
                    <a:pt x="3280" y="6182"/>
                  </a:moveTo>
                  <a:lnTo>
                    <a:pt x="3280" y="20156"/>
                  </a:lnTo>
                  <a:lnTo>
                    <a:pt x="2048" y="20156"/>
                  </a:lnTo>
                  <a:cubicBezTo>
                    <a:pt x="1365" y="20156"/>
                    <a:pt x="815" y="19588"/>
                    <a:pt x="815" y="18924"/>
                  </a:cubicBezTo>
                  <a:lnTo>
                    <a:pt x="815" y="7414"/>
                  </a:lnTo>
                  <a:cubicBezTo>
                    <a:pt x="815" y="6732"/>
                    <a:pt x="1365" y="6182"/>
                    <a:pt x="2048" y="6182"/>
                  </a:cubicBezTo>
                  <a:close/>
                  <a:moveTo>
                    <a:pt x="18962" y="6182"/>
                  </a:moveTo>
                  <a:cubicBezTo>
                    <a:pt x="19644" y="6182"/>
                    <a:pt x="20194" y="6732"/>
                    <a:pt x="20194" y="7414"/>
                  </a:cubicBezTo>
                  <a:lnTo>
                    <a:pt x="20194" y="18924"/>
                  </a:lnTo>
                  <a:cubicBezTo>
                    <a:pt x="20194" y="19588"/>
                    <a:pt x="19644" y="20156"/>
                    <a:pt x="18962" y="20156"/>
                  </a:cubicBezTo>
                  <a:lnTo>
                    <a:pt x="4096" y="20156"/>
                  </a:lnTo>
                  <a:lnTo>
                    <a:pt x="4096" y="19322"/>
                  </a:lnTo>
                  <a:lnTo>
                    <a:pt x="18962" y="19322"/>
                  </a:lnTo>
                  <a:cubicBezTo>
                    <a:pt x="19189" y="19322"/>
                    <a:pt x="19379" y="19152"/>
                    <a:pt x="19379" y="18924"/>
                  </a:cubicBezTo>
                  <a:lnTo>
                    <a:pt x="19379" y="7414"/>
                  </a:lnTo>
                  <a:cubicBezTo>
                    <a:pt x="19379" y="7187"/>
                    <a:pt x="19189" y="6997"/>
                    <a:pt x="18962" y="6997"/>
                  </a:cubicBezTo>
                  <a:lnTo>
                    <a:pt x="13804" y="6997"/>
                  </a:lnTo>
                  <a:lnTo>
                    <a:pt x="13804" y="6182"/>
                  </a:lnTo>
                  <a:close/>
                  <a:moveTo>
                    <a:pt x="12154" y="0"/>
                  </a:moveTo>
                  <a:cubicBezTo>
                    <a:pt x="11263" y="0"/>
                    <a:pt x="10543" y="702"/>
                    <a:pt x="10505" y="1574"/>
                  </a:cubicBezTo>
                  <a:lnTo>
                    <a:pt x="10505" y="5367"/>
                  </a:lnTo>
                  <a:lnTo>
                    <a:pt x="2048" y="5367"/>
                  </a:lnTo>
                  <a:cubicBezTo>
                    <a:pt x="910" y="5367"/>
                    <a:pt x="0" y="6277"/>
                    <a:pt x="0" y="7414"/>
                  </a:cubicBezTo>
                  <a:lnTo>
                    <a:pt x="0" y="18905"/>
                  </a:lnTo>
                  <a:cubicBezTo>
                    <a:pt x="0" y="20043"/>
                    <a:pt x="910" y="20972"/>
                    <a:pt x="2048" y="20972"/>
                  </a:cubicBezTo>
                  <a:lnTo>
                    <a:pt x="18962" y="20972"/>
                  </a:lnTo>
                  <a:cubicBezTo>
                    <a:pt x="20099" y="20972"/>
                    <a:pt x="21028" y="20043"/>
                    <a:pt x="21028" y="18905"/>
                  </a:cubicBezTo>
                  <a:lnTo>
                    <a:pt x="21028" y="7414"/>
                  </a:lnTo>
                  <a:cubicBezTo>
                    <a:pt x="21028" y="6277"/>
                    <a:pt x="20099" y="5367"/>
                    <a:pt x="18962" y="5367"/>
                  </a:cubicBezTo>
                  <a:lnTo>
                    <a:pt x="13804" y="5367"/>
                  </a:lnTo>
                  <a:lnTo>
                    <a:pt x="13804" y="1574"/>
                  </a:lnTo>
                  <a:cubicBezTo>
                    <a:pt x="13766" y="702"/>
                    <a:pt x="13027" y="0"/>
                    <a:pt x="1215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50"/>
            <p:cNvSpPr/>
            <p:nvPr/>
          </p:nvSpPr>
          <p:spPr>
            <a:xfrm>
              <a:off x="2077738" y="4487250"/>
              <a:ext cx="20900" cy="60100"/>
            </a:xfrm>
            <a:custGeom>
              <a:avLst/>
              <a:gdLst/>
              <a:ahLst/>
              <a:cxnLst/>
              <a:rect l="l" t="t" r="r" b="b"/>
              <a:pathLst>
                <a:path w="836" h="2404" extrusionOk="0">
                  <a:moveTo>
                    <a:pt x="411" y="0"/>
                  </a:moveTo>
                  <a:cubicBezTo>
                    <a:pt x="214" y="0"/>
                    <a:pt x="20" y="128"/>
                    <a:pt x="1" y="384"/>
                  </a:cubicBezTo>
                  <a:lnTo>
                    <a:pt x="1" y="2034"/>
                  </a:lnTo>
                  <a:cubicBezTo>
                    <a:pt x="20" y="2281"/>
                    <a:pt x="214" y="2404"/>
                    <a:pt x="411" y="2404"/>
                  </a:cubicBezTo>
                  <a:cubicBezTo>
                    <a:pt x="608" y="2404"/>
                    <a:pt x="807" y="2281"/>
                    <a:pt x="835" y="2034"/>
                  </a:cubicBezTo>
                  <a:lnTo>
                    <a:pt x="835" y="384"/>
                  </a:lnTo>
                  <a:cubicBezTo>
                    <a:pt x="807" y="128"/>
                    <a:pt x="608" y="0"/>
                    <a:pt x="41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50"/>
            <p:cNvSpPr/>
            <p:nvPr/>
          </p:nvSpPr>
          <p:spPr>
            <a:xfrm>
              <a:off x="2077738" y="4609675"/>
              <a:ext cx="20425" cy="60825"/>
            </a:xfrm>
            <a:custGeom>
              <a:avLst/>
              <a:gdLst/>
              <a:ahLst/>
              <a:cxnLst/>
              <a:rect l="l" t="t" r="r" b="b"/>
              <a:pathLst>
                <a:path w="817" h="2433" extrusionOk="0">
                  <a:moveTo>
                    <a:pt x="418" y="0"/>
                  </a:moveTo>
                  <a:cubicBezTo>
                    <a:pt x="190" y="0"/>
                    <a:pt x="1" y="190"/>
                    <a:pt x="1" y="417"/>
                  </a:cubicBezTo>
                  <a:lnTo>
                    <a:pt x="1" y="2048"/>
                  </a:lnTo>
                  <a:cubicBezTo>
                    <a:pt x="20" y="2304"/>
                    <a:pt x="214" y="2432"/>
                    <a:pt x="408" y="2432"/>
                  </a:cubicBezTo>
                  <a:cubicBezTo>
                    <a:pt x="603" y="2432"/>
                    <a:pt x="797" y="2304"/>
                    <a:pt x="816" y="2048"/>
                  </a:cubicBezTo>
                  <a:lnTo>
                    <a:pt x="816" y="417"/>
                  </a:lnTo>
                  <a:cubicBezTo>
                    <a:pt x="816" y="190"/>
                    <a:pt x="645" y="0"/>
                    <a:pt x="4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1" name="Google Shape;2921;p50"/>
          <p:cNvGrpSpPr/>
          <p:nvPr/>
        </p:nvGrpSpPr>
        <p:grpSpPr>
          <a:xfrm>
            <a:off x="3127937" y="3378276"/>
            <a:ext cx="346837" cy="365781"/>
            <a:chOff x="2617188" y="4248250"/>
            <a:chExt cx="506775" cy="525925"/>
          </a:xfrm>
        </p:grpSpPr>
        <p:sp>
          <p:nvSpPr>
            <p:cNvPr id="2922" name="Google Shape;2922;p50"/>
            <p:cNvSpPr/>
            <p:nvPr/>
          </p:nvSpPr>
          <p:spPr>
            <a:xfrm>
              <a:off x="2634738" y="4258400"/>
              <a:ext cx="478325" cy="211925"/>
            </a:xfrm>
            <a:custGeom>
              <a:avLst/>
              <a:gdLst/>
              <a:ahLst/>
              <a:cxnLst/>
              <a:rect l="l" t="t" r="r" b="b"/>
              <a:pathLst>
                <a:path w="19133" h="8477" extrusionOk="0">
                  <a:moveTo>
                    <a:pt x="19133" y="1"/>
                  </a:moveTo>
                  <a:lnTo>
                    <a:pt x="1" y="5993"/>
                  </a:lnTo>
                  <a:lnTo>
                    <a:pt x="6580" y="8477"/>
                  </a:lnTo>
                  <a:lnTo>
                    <a:pt x="1913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50"/>
            <p:cNvSpPr/>
            <p:nvPr/>
          </p:nvSpPr>
          <p:spPr>
            <a:xfrm>
              <a:off x="2778363" y="4490675"/>
              <a:ext cx="128975" cy="123275"/>
            </a:xfrm>
            <a:custGeom>
              <a:avLst/>
              <a:gdLst/>
              <a:ahLst/>
              <a:cxnLst/>
              <a:rect l="l" t="t" r="r" b="b"/>
              <a:pathLst>
                <a:path w="5159" h="4931" extrusionOk="0">
                  <a:moveTo>
                    <a:pt x="3281" y="1"/>
                  </a:moveTo>
                  <a:lnTo>
                    <a:pt x="1" y="4931"/>
                  </a:lnTo>
                  <a:lnTo>
                    <a:pt x="5158" y="2352"/>
                  </a:lnTo>
                  <a:lnTo>
                    <a:pt x="328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50"/>
            <p:cNvSpPr/>
            <p:nvPr/>
          </p:nvSpPr>
          <p:spPr>
            <a:xfrm>
              <a:off x="2860388" y="4258400"/>
              <a:ext cx="252675" cy="437575"/>
            </a:xfrm>
            <a:custGeom>
              <a:avLst/>
              <a:gdLst/>
              <a:ahLst/>
              <a:cxnLst/>
              <a:rect l="l" t="t" r="r" b="b"/>
              <a:pathLst>
                <a:path w="10107" h="17503" extrusionOk="0">
                  <a:moveTo>
                    <a:pt x="10107" y="1"/>
                  </a:moveTo>
                  <a:lnTo>
                    <a:pt x="0" y="9292"/>
                  </a:lnTo>
                  <a:lnTo>
                    <a:pt x="6580" y="17502"/>
                  </a:lnTo>
                  <a:lnTo>
                    <a:pt x="1010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50"/>
            <p:cNvSpPr/>
            <p:nvPr/>
          </p:nvSpPr>
          <p:spPr>
            <a:xfrm>
              <a:off x="2778363" y="4258400"/>
              <a:ext cx="334700" cy="355550"/>
            </a:xfrm>
            <a:custGeom>
              <a:avLst/>
              <a:gdLst/>
              <a:ahLst/>
              <a:cxnLst/>
              <a:rect l="l" t="t" r="r" b="b"/>
              <a:pathLst>
                <a:path w="13388" h="14222" extrusionOk="0">
                  <a:moveTo>
                    <a:pt x="13388" y="1"/>
                  </a:moveTo>
                  <a:lnTo>
                    <a:pt x="816" y="8458"/>
                  </a:lnTo>
                  <a:lnTo>
                    <a:pt x="1" y="14222"/>
                  </a:lnTo>
                  <a:lnTo>
                    <a:pt x="3281" y="9292"/>
                  </a:lnTo>
                  <a:lnTo>
                    <a:pt x="1338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50"/>
            <p:cNvSpPr/>
            <p:nvPr/>
          </p:nvSpPr>
          <p:spPr>
            <a:xfrm>
              <a:off x="3014438" y="4418600"/>
              <a:ext cx="24200" cy="20925"/>
            </a:xfrm>
            <a:custGeom>
              <a:avLst/>
              <a:gdLst/>
              <a:ahLst/>
              <a:cxnLst/>
              <a:rect l="l" t="t" r="r" b="b"/>
              <a:pathLst>
                <a:path w="968" h="837" extrusionOk="0">
                  <a:moveTo>
                    <a:pt x="414" y="0"/>
                  </a:moveTo>
                  <a:cubicBezTo>
                    <a:pt x="202" y="0"/>
                    <a:pt x="1" y="161"/>
                    <a:pt x="1" y="419"/>
                  </a:cubicBezTo>
                  <a:cubicBezTo>
                    <a:pt x="1" y="646"/>
                    <a:pt x="190" y="817"/>
                    <a:pt x="418" y="836"/>
                  </a:cubicBezTo>
                  <a:cubicBezTo>
                    <a:pt x="778" y="817"/>
                    <a:pt x="968" y="381"/>
                    <a:pt x="702" y="116"/>
                  </a:cubicBezTo>
                  <a:cubicBezTo>
                    <a:pt x="617" y="36"/>
                    <a:pt x="514" y="0"/>
                    <a:pt x="4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50"/>
            <p:cNvSpPr/>
            <p:nvPr/>
          </p:nvSpPr>
          <p:spPr>
            <a:xfrm>
              <a:off x="2621938" y="4248250"/>
              <a:ext cx="502025" cy="458025"/>
            </a:xfrm>
            <a:custGeom>
              <a:avLst/>
              <a:gdLst/>
              <a:ahLst/>
              <a:cxnLst/>
              <a:rect l="l" t="t" r="r" b="b"/>
              <a:pathLst>
                <a:path w="20081" h="18321" extrusionOk="0">
                  <a:moveTo>
                    <a:pt x="17085" y="1658"/>
                  </a:moveTo>
                  <a:lnTo>
                    <a:pt x="7016" y="8409"/>
                  </a:lnTo>
                  <a:lnTo>
                    <a:pt x="1764" y="6437"/>
                  </a:lnTo>
                  <a:lnTo>
                    <a:pt x="17085" y="1658"/>
                  </a:lnTo>
                  <a:close/>
                  <a:moveTo>
                    <a:pt x="15359" y="3801"/>
                  </a:moveTo>
                  <a:lnTo>
                    <a:pt x="9273" y="9395"/>
                  </a:lnTo>
                  <a:lnTo>
                    <a:pt x="9254" y="9395"/>
                  </a:lnTo>
                  <a:cubicBezTo>
                    <a:pt x="9235" y="9413"/>
                    <a:pt x="9235" y="9413"/>
                    <a:pt x="9235" y="9413"/>
                  </a:cubicBezTo>
                  <a:cubicBezTo>
                    <a:pt x="9235" y="9432"/>
                    <a:pt x="9235" y="9432"/>
                    <a:pt x="9235" y="9432"/>
                  </a:cubicBezTo>
                  <a:lnTo>
                    <a:pt x="9216" y="9451"/>
                  </a:lnTo>
                  <a:lnTo>
                    <a:pt x="6940" y="12883"/>
                  </a:lnTo>
                  <a:lnTo>
                    <a:pt x="7452" y="9110"/>
                  </a:lnTo>
                  <a:lnTo>
                    <a:pt x="15359" y="3801"/>
                  </a:lnTo>
                  <a:close/>
                  <a:moveTo>
                    <a:pt x="9576" y="10399"/>
                  </a:moveTo>
                  <a:lnTo>
                    <a:pt x="10790" y="11897"/>
                  </a:lnTo>
                  <a:lnTo>
                    <a:pt x="7452" y="13566"/>
                  </a:lnTo>
                  <a:lnTo>
                    <a:pt x="9576" y="10399"/>
                  </a:lnTo>
                  <a:close/>
                  <a:moveTo>
                    <a:pt x="19000" y="1563"/>
                  </a:moveTo>
                  <a:lnTo>
                    <a:pt x="15890" y="16960"/>
                  </a:lnTo>
                  <a:lnTo>
                    <a:pt x="10107" y="9736"/>
                  </a:lnTo>
                  <a:lnTo>
                    <a:pt x="19000" y="1563"/>
                  </a:lnTo>
                  <a:close/>
                  <a:moveTo>
                    <a:pt x="19648" y="1"/>
                  </a:moveTo>
                  <a:cubicBezTo>
                    <a:pt x="19602" y="1"/>
                    <a:pt x="19552" y="14"/>
                    <a:pt x="19512" y="28"/>
                  </a:cubicBezTo>
                  <a:lnTo>
                    <a:pt x="380" y="6019"/>
                  </a:lnTo>
                  <a:cubicBezTo>
                    <a:pt x="20" y="6133"/>
                    <a:pt x="1" y="6645"/>
                    <a:pt x="361" y="6797"/>
                  </a:cubicBezTo>
                  <a:lnTo>
                    <a:pt x="6618" y="9148"/>
                  </a:lnTo>
                  <a:lnTo>
                    <a:pt x="5841" y="14571"/>
                  </a:lnTo>
                  <a:cubicBezTo>
                    <a:pt x="5811" y="14826"/>
                    <a:pt x="6019" y="15034"/>
                    <a:pt x="6257" y="15034"/>
                  </a:cubicBezTo>
                  <a:cubicBezTo>
                    <a:pt x="6320" y="15034"/>
                    <a:pt x="6384" y="15020"/>
                    <a:pt x="6447" y="14988"/>
                  </a:cubicBezTo>
                  <a:lnTo>
                    <a:pt x="11302" y="12561"/>
                  </a:lnTo>
                  <a:lnTo>
                    <a:pt x="15796" y="18174"/>
                  </a:lnTo>
                  <a:cubicBezTo>
                    <a:pt x="15875" y="18274"/>
                    <a:pt x="15989" y="18320"/>
                    <a:pt x="16104" y="18320"/>
                  </a:cubicBezTo>
                  <a:cubicBezTo>
                    <a:pt x="16292" y="18320"/>
                    <a:pt x="16481" y="18196"/>
                    <a:pt x="16516" y="17984"/>
                  </a:cubicBezTo>
                  <a:lnTo>
                    <a:pt x="20043" y="502"/>
                  </a:lnTo>
                  <a:cubicBezTo>
                    <a:pt x="20081" y="369"/>
                    <a:pt x="20043" y="236"/>
                    <a:pt x="19967" y="141"/>
                  </a:cubicBezTo>
                  <a:cubicBezTo>
                    <a:pt x="19891" y="65"/>
                    <a:pt x="19796" y="9"/>
                    <a:pt x="19702" y="9"/>
                  </a:cubicBezTo>
                  <a:cubicBezTo>
                    <a:pt x="19685" y="3"/>
                    <a:pt x="19667" y="1"/>
                    <a:pt x="196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50"/>
            <p:cNvSpPr/>
            <p:nvPr/>
          </p:nvSpPr>
          <p:spPr>
            <a:xfrm>
              <a:off x="2986463" y="4459100"/>
              <a:ext cx="42325" cy="154425"/>
            </a:xfrm>
            <a:custGeom>
              <a:avLst/>
              <a:gdLst/>
              <a:ahLst/>
              <a:cxnLst/>
              <a:rect l="l" t="t" r="r" b="b"/>
              <a:pathLst>
                <a:path w="1693" h="6177" extrusionOk="0">
                  <a:moveTo>
                    <a:pt x="1231" y="0"/>
                  </a:moveTo>
                  <a:cubicBezTo>
                    <a:pt x="1048" y="0"/>
                    <a:pt x="869" y="110"/>
                    <a:pt x="835" y="354"/>
                  </a:cubicBezTo>
                  <a:lnTo>
                    <a:pt x="39" y="5701"/>
                  </a:lnTo>
                  <a:cubicBezTo>
                    <a:pt x="1" y="5928"/>
                    <a:pt x="153" y="6137"/>
                    <a:pt x="380" y="6175"/>
                  </a:cubicBezTo>
                  <a:lnTo>
                    <a:pt x="361" y="6175"/>
                  </a:lnTo>
                  <a:cubicBezTo>
                    <a:pt x="374" y="6176"/>
                    <a:pt x="387" y="6177"/>
                    <a:pt x="400" y="6177"/>
                  </a:cubicBezTo>
                  <a:cubicBezTo>
                    <a:pt x="614" y="6177"/>
                    <a:pt x="817" y="6029"/>
                    <a:pt x="835" y="5815"/>
                  </a:cubicBezTo>
                  <a:lnTo>
                    <a:pt x="1651" y="468"/>
                  </a:lnTo>
                  <a:cubicBezTo>
                    <a:pt x="1693" y="172"/>
                    <a:pt x="1459" y="0"/>
                    <a:pt x="123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50"/>
            <p:cNvSpPr/>
            <p:nvPr/>
          </p:nvSpPr>
          <p:spPr>
            <a:xfrm>
              <a:off x="2617188" y="4685625"/>
              <a:ext cx="90100" cy="88450"/>
            </a:xfrm>
            <a:custGeom>
              <a:avLst/>
              <a:gdLst/>
              <a:ahLst/>
              <a:cxnLst/>
              <a:rect l="l" t="t" r="r" b="b"/>
              <a:pathLst>
                <a:path w="3604" h="3538" extrusionOk="0">
                  <a:moveTo>
                    <a:pt x="3158" y="1"/>
                  </a:moveTo>
                  <a:cubicBezTo>
                    <a:pt x="3054" y="1"/>
                    <a:pt x="2949" y="43"/>
                    <a:pt x="2864" y="129"/>
                  </a:cubicBezTo>
                  <a:lnTo>
                    <a:pt x="153" y="2840"/>
                  </a:lnTo>
                  <a:cubicBezTo>
                    <a:pt x="1" y="2992"/>
                    <a:pt x="1" y="3257"/>
                    <a:pt x="153" y="3409"/>
                  </a:cubicBezTo>
                  <a:cubicBezTo>
                    <a:pt x="238" y="3494"/>
                    <a:pt x="342" y="3537"/>
                    <a:pt x="447" y="3537"/>
                  </a:cubicBezTo>
                  <a:cubicBezTo>
                    <a:pt x="551" y="3537"/>
                    <a:pt x="655" y="3494"/>
                    <a:pt x="740" y="3409"/>
                  </a:cubicBezTo>
                  <a:lnTo>
                    <a:pt x="3452" y="698"/>
                  </a:lnTo>
                  <a:cubicBezTo>
                    <a:pt x="3604" y="546"/>
                    <a:pt x="3604" y="280"/>
                    <a:pt x="3452" y="129"/>
                  </a:cubicBezTo>
                  <a:cubicBezTo>
                    <a:pt x="3367" y="43"/>
                    <a:pt x="3262" y="1"/>
                    <a:pt x="315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50"/>
            <p:cNvSpPr/>
            <p:nvPr/>
          </p:nvSpPr>
          <p:spPr>
            <a:xfrm>
              <a:off x="2716713" y="4685500"/>
              <a:ext cx="97275" cy="88675"/>
            </a:xfrm>
            <a:custGeom>
              <a:avLst/>
              <a:gdLst/>
              <a:ahLst/>
              <a:cxnLst/>
              <a:rect l="l" t="t" r="r" b="b"/>
              <a:pathLst>
                <a:path w="3891" h="3547" extrusionOk="0">
                  <a:moveTo>
                    <a:pt x="3304" y="1"/>
                  </a:moveTo>
                  <a:cubicBezTo>
                    <a:pt x="3207" y="1"/>
                    <a:pt x="3106" y="40"/>
                    <a:pt x="3017" y="134"/>
                  </a:cubicBezTo>
                  <a:lnTo>
                    <a:pt x="2998" y="134"/>
                  </a:lnTo>
                  <a:lnTo>
                    <a:pt x="305" y="2845"/>
                  </a:lnTo>
                  <a:cubicBezTo>
                    <a:pt x="1" y="3135"/>
                    <a:pt x="273" y="3547"/>
                    <a:pt x="587" y="3547"/>
                  </a:cubicBezTo>
                  <a:cubicBezTo>
                    <a:pt x="684" y="3547"/>
                    <a:pt x="785" y="3508"/>
                    <a:pt x="874" y="3414"/>
                  </a:cubicBezTo>
                  <a:lnTo>
                    <a:pt x="3586" y="703"/>
                  </a:lnTo>
                  <a:cubicBezTo>
                    <a:pt x="3890" y="413"/>
                    <a:pt x="3618" y="1"/>
                    <a:pt x="330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50"/>
            <p:cNvSpPr/>
            <p:nvPr/>
          </p:nvSpPr>
          <p:spPr>
            <a:xfrm>
              <a:off x="2617188" y="4582850"/>
              <a:ext cx="93600" cy="88475"/>
            </a:xfrm>
            <a:custGeom>
              <a:avLst/>
              <a:gdLst/>
              <a:ahLst/>
              <a:cxnLst/>
              <a:rect l="l" t="t" r="r" b="b"/>
              <a:pathLst>
                <a:path w="3744" h="3539" extrusionOk="0">
                  <a:moveTo>
                    <a:pt x="3154" y="0"/>
                  </a:moveTo>
                  <a:cubicBezTo>
                    <a:pt x="3058" y="0"/>
                    <a:pt x="2956" y="37"/>
                    <a:pt x="2864" y="125"/>
                  </a:cubicBezTo>
                  <a:lnTo>
                    <a:pt x="153" y="2837"/>
                  </a:lnTo>
                  <a:cubicBezTo>
                    <a:pt x="1" y="3007"/>
                    <a:pt x="1" y="3254"/>
                    <a:pt x="153" y="3424"/>
                  </a:cubicBezTo>
                  <a:cubicBezTo>
                    <a:pt x="238" y="3500"/>
                    <a:pt x="342" y="3538"/>
                    <a:pt x="447" y="3538"/>
                  </a:cubicBezTo>
                  <a:cubicBezTo>
                    <a:pt x="551" y="3538"/>
                    <a:pt x="655" y="3500"/>
                    <a:pt x="740" y="3424"/>
                  </a:cubicBezTo>
                  <a:lnTo>
                    <a:pt x="3452" y="713"/>
                  </a:lnTo>
                  <a:cubicBezTo>
                    <a:pt x="3743" y="407"/>
                    <a:pt x="3475" y="0"/>
                    <a:pt x="315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32" name="Google Shape;2932;p50"/>
          <p:cNvGrpSpPr/>
          <p:nvPr/>
        </p:nvGrpSpPr>
        <p:grpSpPr>
          <a:xfrm>
            <a:off x="3838140" y="3418052"/>
            <a:ext cx="365732" cy="286230"/>
            <a:chOff x="3340113" y="4284000"/>
            <a:chExt cx="627650" cy="489700"/>
          </a:xfrm>
        </p:grpSpPr>
        <p:sp>
          <p:nvSpPr>
            <p:cNvPr id="2933" name="Google Shape;2933;p50"/>
            <p:cNvSpPr/>
            <p:nvPr/>
          </p:nvSpPr>
          <p:spPr>
            <a:xfrm>
              <a:off x="3352438" y="4443275"/>
              <a:ext cx="603000" cy="269275"/>
            </a:xfrm>
            <a:custGeom>
              <a:avLst/>
              <a:gdLst/>
              <a:ahLst/>
              <a:cxnLst/>
              <a:rect l="l" t="t" r="r" b="b"/>
              <a:pathLst>
                <a:path w="24120" h="10771" extrusionOk="0">
                  <a:moveTo>
                    <a:pt x="0" y="1"/>
                  </a:moveTo>
                  <a:lnTo>
                    <a:pt x="0" y="10771"/>
                  </a:lnTo>
                  <a:lnTo>
                    <a:pt x="24119" y="10771"/>
                  </a:lnTo>
                  <a:lnTo>
                    <a:pt x="2411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50"/>
            <p:cNvSpPr/>
            <p:nvPr/>
          </p:nvSpPr>
          <p:spPr>
            <a:xfrm>
              <a:off x="3352438" y="4295850"/>
              <a:ext cx="603000" cy="147450"/>
            </a:xfrm>
            <a:custGeom>
              <a:avLst/>
              <a:gdLst/>
              <a:ahLst/>
              <a:cxnLst/>
              <a:rect l="l" t="t" r="r" b="b"/>
              <a:pathLst>
                <a:path w="24120" h="5898" extrusionOk="0">
                  <a:moveTo>
                    <a:pt x="2939" y="1"/>
                  </a:moveTo>
                  <a:cubicBezTo>
                    <a:pt x="2408" y="1"/>
                    <a:pt x="1953" y="437"/>
                    <a:pt x="1972" y="987"/>
                  </a:cubicBezTo>
                  <a:lnTo>
                    <a:pt x="1972" y="1973"/>
                  </a:lnTo>
                  <a:lnTo>
                    <a:pt x="986" y="1973"/>
                  </a:lnTo>
                  <a:cubicBezTo>
                    <a:pt x="436" y="1973"/>
                    <a:pt x="0" y="2409"/>
                    <a:pt x="0" y="2959"/>
                  </a:cubicBezTo>
                  <a:lnTo>
                    <a:pt x="0" y="5898"/>
                  </a:lnTo>
                  <a:lnTo>
                    <a:pt x="24119" y="5898"/>
                  </a:lnTo>
                  <a:lnTo>
                    <a:pt x="24119" y="2959"/>
                  </a:lnTo>
                  <a:cubicBezTo>
                    <a:pt x="24119" y="2409"/>
                    <a:pt x="23683" y="1973"/>
                    <a:pt x="23133" y="1973"/>
                  </a:cubicBezTo>
                  <a:lnTo>
                    <a:pt x="22166" y="1973"/>
                  </a:lnTo>
                  <a:lnTo>
                    <a:pt x="22166" y="987"/>
                  </a:lnTo>
                  <a:cubicBezTo>
                    <a:pt x="22166" y="437"/>
                    <a:pt x="21730" y="1"/>
                    <a:pt x="21180" y="1"/>
                  </a:cubicBezTo>
                  <a:lnTo>
                    <a:pt x="20194" y="1"/>
                  </a:lnTo>
                  <a:cubicBezTo>
                    <a:pt x="19663" y="1"/>
                    <a:pt x="19227" y="437"/>
                    <a:pt x="19227" y="987"/>
                  </a:cubicBezTo>
                  <a:lnTo>
                    <a:pt x="19227" y="1973"/>
                  </a:lnTo>
                  <a:lnTo>
                    <a:pt x="6864" y="1973"/>
                  </a:lnTo>
                  <a:lnTo>
                    <a:pt x="6864" y="987"/>
                  </a:lnTo>
                  <a:cubicBezTo>
                    <a:pt x="6864" y="437"/>
                    <a:pt x="6428" y="1"/>
                    <a:pt x="587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50"/>
            <p:cNvSpPr/>
            <p:nvPr/>
          </p:nvSpPr>
          <p:spPr>
            <a:xfrm>
              <a:off x="3426063" y="4418625"/>
              <a:ext cx="57225" cy="49125"/>
            </a:xfrm>
            <a:custGeom>
              <a:avLst/>
              <a:gdLst/>
              <a:ahLst/>
              <a:cxnLst/>
              <a:rect l="l" t="t" r="r" b="b"/>
              <a:pathLst>
                <a:path w="2289" h="1965" extrusionOk="0">
                  <a:moveTo>
                    <a:pt x="980" y="1"/>
                  </a:moveTo>
                  <a:cubicBezTo>
                    <a:pt x="449" y="1"/>
                    <a:pt x="13" y="437"/>
                    <a:pt x="13" y="987"/>
                  </a:cubicBezTo>
                  <a:cubicBezTo>
                    <a:pt x="0" y="1575"/>
                    <a:pt x="479" y="1964"/>
                    <a:pt x="984" y="1964"/>
                  </a:cubicBezTo>
                  <a:cubicBezTo>
                    <a:pt x="1228" y="1964"/>
                    <a:pt x="1478" y="1873"/>
                    <a:pt x="1682" y="1669"/>
                  </a:cubicBezTo>
                  <a:cubicBezTo>
                    <a:pt x="2289" y="1063"/>
                    <a:pt x="1853" y="1"/>
                    <a:pt x="9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50"/>
            <p:cNvSpPr/>
            <p:nvPr/>
          </p:nvSpPr>
          <p:spPr>
            <a:xfrm>
              <a:off x="3556263" y="4467450"/>
              <a:ext cx="229000" cy="196225"/>
            </a:xfrm>
            <a:custGeom>
              <a:avLst/>
              <a:gdLst/>
              <a:ahLst/>
              <a:cxnLst/>
              <a:rect l="l" t="t" r="r" b="b"/>
              <a:pathLst>
                <a:path w="9160" h="7849" extrusionOk="0">
                  <a:moveTo>
                    <a:pt x="3907" y="1"/>
                  </a:moveTo>
                  <a:cubicBezTo>
                    <a:pt x="1745" y="1"/>
                    <a:pt x="1" y="1764"/>
                    <a:pt x="1" y="3926"/>
                  </a:cubicBezTo>
                  <a:cubicBezTo>
                    <a:pt x="1" y="6286"/>
                    <a:pt x="1928" y="7848"/>
                    <a:pt x="3938" y="7848"/>
                  </a:cubicBezTo>
                  <a:cubicBezTo>
                    <a:pt x="4898" y="7848"/>
                    <a:pt x="5878" y="7491"/>
                    <a:pt x="6675" y="6694"/>
                  </a:cubicBezTo>
                  <a:cubicBezTo>
                    <a:pt x="9159" y="4229"/>
                    <a:pt x="7396" y="1"/>
                    <a:pt x="39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50"/>
            <p:cNvSpPr/>
            <p:nvPr/>
          </p:nvSpPr>
          <p:spPr>
            <a:xfrm>
              <a:off x="3457188" y="4418625"/>
              <a:ext cx="343700" cy="294275"/>
            </a:xfrm>
            <a:custGeom>
              <a:avLst/>
              <a:gdLst/>
              <a:ahLst/>
              <a:cxnLst/>
              <a:rect l="l" t="t" r="r" b="b"/>
              <a:pathLst>
                <a:path w="13748" h="11771" extrusionOk="0">
                  <a:moveTo>
                    <a:pt x="7844" y="1956"/>
                  </a:moveTo>
                  <a:cubicBezTo>
                    <a:pt x="9859" y="1956"/>
                    <a:pt x="11795" y="3518"/>
                    <a:pt x="11795" y="5879"/>
                  </a:cubicBezTo>
                  <a:cubicBezTo>
                    <a:pt x="11795" y="8040"/>
                    <a:pt x="10031" y="9804"/>
                    <a:pt x="7870" y="9804"/>
                  </a:cubicBezTo>
                  <a:cubicBezTo>
                    <a:pt x="4381" y="9804"/>
                    <a:pt x="2636" y="5575"/>
                    <a:pt x="5101" y="3110"/>
                  </a:cubicBezTo>
                  <a:cubicBezTo>
                    <a:pt x="5899" y="2313"/>
                    <a:pt x="6880" y="1956"/>
                    <a:pt x="7844" y="1956"/>
                  </a:cubicBezTo>
                  <a:close/>
                  <a:moveTo>
                    <a:pt x="7870" y="1"/>
                  </a:moveTo>
                  <a:cubicBezTo>
                    <a:pt x="2636" y="1"/>
                    <a:pt x="1" y="6334"/>
                    <a:pt x="3717" y="10031"/>
                  </a:cubicBezTo>
                  <a:cubicBezTo>
                    <a:pt x="4913" y="11233"/>
                    <a:pt x="6385" y="11771"/>
                    <a:pt x="7829" y="11771"/>
                  </a:cubicBezTo>
                  <a:cubicBezTo>
                    <a:pt x="10849" y="11771"/>
                    <a:pt x="13748" y="9419"/>
                    <a:pt x="13748" y="5879"/>
                  </a:cubicBezTo>
                  <a:cubicBezTo>
                    <a:pt x="13748" y="2636"/>
                    <a:pt x="11112" y="1"/>
                    <a:pt x="787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50"/>
            <p:cNvSpPr/>
            <p:nvPr/>
          </p:nvSpPr>
          <p:spPr>
            <a:xfrm>
              <a:off x="3352438" y="4712525"/>
              <a:ext cx="603000" cy="49325"/>
            </a:xfrm>
            <a:custGeom>
              <a:avLst/>
              <a:gdLst/>
              <a:ahLst/>
              <a:cxnLst/>
              <a:rect l="l" t="t" r="r" b="b"/>
              <a:pathLst>
                <a:path w="24120" h="1973" extrusionOk="0">
                  <a:moveTo>
                    <a:pt x="0" y="1"/>
                  </a:moveTo>
                  <a:lnTo>
                    <a:pt x="0" y="987"/>
                  </a:lnTo>
                  <a:cubicBezTo>
                    <a:pt x="0" y="1518"/>
                    <a:pt x="436" y="1973"/>
                    <a:pt x="986" y="1973"/>
                  </a:cubicBezTo>
                  <a:lnTo>
                    <a:pt x="23133" y="1973"/>
                  </a:lnTo>
                  <a:cubicBezTo>
                    <a:pt x="23683" y="1973"/>
                    <a:pt x="24119" y="1518"/>
                    <a:pt x="24119" y="987"/>
                  </a:cubicBezTo>
                  <a:lnTo>
                    <a:pt x="2411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50"/>
            <p:cNvSpPr/>
            <p:nvPr/>
          </p:nvSpPr>
          <p:spPr>
            <a:xfrm>
              <a:off x="3767688" y="4381900"/>
              <a:ext cx="32725" cy="24425"/>
            </a:xfrm>
            <a:custGeom>
              <a:avLst/>
              <a:gdLst/>
              <a:ahLst/>
              <a:cxnLst/>
              <a:rect l="l" t="t" r="r" b="b"/>
              <a:pathLst>
                <a:path w="1309" h="977" extrusionOk="0">
                  <a:moveTo>
                    <a:pt x="648" y="0"/>
                  </a:moveTo>
                  <a:cubicBezTo>
                    <a:pt x="522" y="0"/>
                    <a:pt x="399" y="48"/>
                    <a:pt x="304" y="142"/>
                  </a:cubicBezTo>
                  <a:cubicBezTo>
                    <a:pt x="1" y="446"/>
                    <a:pt x="209" y="977"/>
                    <a:pt x="645" y="977"/>
                  </a:cubicBezTo>
                  <a:cubicBezTo>
                    <a:pt x="1081" y="977"/>
                    <a:pt x="1309" y="446"/>
                    <a:pt x="1006" y="142"/>
                  </a:cubicBezTo>
                  <a:cubicBezTo>
                    <a:pt x="901" y="48"/>
                    <a:pt x="773" y="0"/>
                    <a:pt x="6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50"/>
            <p:cNvSpPr/>
            <p:nvPr/>
          </p:nvSpPr>
          <p:spPr>
            <a:xfrm>
              <a:off x="3340113" y="4284000"/>
              <a:ext cx="627650" cy="489700"/>
            </a:xfrm>
            <a:custGeom>
              <a:avLst/>
              <a:gdLst/>
              <a:ahLst/>
              <a:cxnLst/>
              <a:rect l="l" t="t" r="r" b="b"/>
              <a:pathLst>
                <a:path w="25106" h="19588" extrusionOk="0">
                  <a:moveTo>
                    <a:pt x="6371" y="968"/>
                  </a:moveTo>
                  <a:cubicBezTo>
                    <a:pt x="6656" y="968"/>
                    <a:pt x="6883" y="1195"/>
                    <a:pt x="6883" y="1461"/>
                  </a:cubicBezTo>
                  <a:lnTo>
                    <a:pt x="6883" y="1954"/>
                  </a:lnTo>
                  <a:lnTo>
                    <a:pt x="2958" y="1954"/>
                  </a:lnTo>
                  <a:lnTo>
                    <a:pt x="2958" y="1461"/>
                  </a:lnTo>
                  <a:cubicBezTo>
                    <a:pt x="2958" y="1195"/>
                    <a:pt x="3167" y="968"/>
                    <a:pt x="3432" y="968"/>
                  </a:cubicBezTo>
                  <a:close/>
                  <a:moveTo>
                    <a:pt x="21673" y="968"/>
                  </a:moveTo>
                  <a:cubicBezTo>
                    <a:pt x="21939" y="968"/>
                    <a:pt x="22166" y="1195"/>
                    <a:pt x="22166" y="1461"/>
                  </a:cubicBezTo>
                  <a:lnTo>
                    <a:pt x="22166" y="1954"/>
                  </a:lnTo>
                  <a:lnTo>
                    <a:pt x="20213" y="1954"/>
                  </a:lnTo>
                  <a:lnTo>
                    <a:pt x="20213" y="1461"/>
                  </a:lnTo>
                  <a:cubicBezTo>
                    <a:pt x="20194" y="1195"/>
                    <a:pt x="20422" y="968"/>
                    <a:pt x="20687" y="968"/>
                  </a:cubicBezTo>
                  <a:close/>
                  <a:moveTo>
                    <a:pt x="23626" y="2940"/>
                  </a:moveTo>
                  <a:cubicBezTo>
                    <a:pt x="23911" y="2940"/>
                    <a:pt x="24119" y="3148"/>
                    <a:pt x="24119" y="3433"/>
                  </a:cubicBezTo>
                  <a:lnTo>
                    <a:pt x="24119" y="5879"/>
                  </a:lnTo>
                  <a:lnTo>
                    <a:pt x="15947" y="5879"/>
                  </a:lnTo>
                  <a:cubicBezTo>
                    <a:pt x="14914" y="5225"/>
                    <a:pt x="13738" y="4897"/>
                    <a:pt x="12560" y="4897"/>
                  </a:cubicBezTo>
                  <a:cubicBezTo>
                    <a:pt x="11382" y="4897"/>
                    <a:pt x="10202" y="5225"/>
                    <a:pt x="9159" y="5879"/>
                  </a:cubicBezTo>
                  <a:lnTo>
                    <a:pt x="5802" y="5879"/>
                  </a:lnTo>
                  <a:cubicBezTo>
                    <a:pt x="5575" y="5225"/>
                    <a:pt x="4997" y="4897"/>
                    <a:pt x="4418" y="4897"/>
                  </a:cubicBezTo>
                  <a:cubicBezTo>
                    <a:pt x="3840" y="4897"/>
                    <a:pt x="3262" y="5225"/>
                    <a:pt x="3034" y="5879"/>
                  </a:cubicBezTo>
                  <a:lnTo>
                    <a:pt x="986" y="5879"/>
                  </a:lnTo>
                  <a:lnTo>
                    <a:pt x="986" y="3433"/>
                  </a:lnTo>
                  <a:cubicBezTo>
                    <a:pt x="986" y="3148"/>
                    <a:pt x="1214" y="2940"/>
                    <a:pt x="1479" y="2940"/>
                  </a:cubicBezTo>
                  <a:close/>
                  <a:moveTo>
                    <a:pt x="4417" y="5887"/>
                  </a:moveTo>
                  <a:cubicBezTo>
                    <a:pt x="4538" y="5887"/>
                    <a:pt x="4661" y="5932"/>
                    <a:pt x="4760" y="6030"/>
                  </a:cubicBezTo>
                  <a:cubicBezTo>
                    <a:pt x="5082" y="6334"/>
                    <a:pt x="4854" y="6865"/>
                    <a:pt x="4418" y="6865"/>
                  </a:cubicBezTo>
                  <a:cubicBezTo>
                    <a:pt x="4153" y="6865"/>
                    <a:pt x="3925" y="6637"/>
                    <a:pt x="3925" y="6372"/>
                  </a:cubicBezTo>
                  <a:cubicBezTo>
                    <a:pt x="3925" y="6078"/>
                    <a:pt x="4167" y="5887"/>
                    <a:pt x="4417" y="5887"/>
                  </a:cubicBezTo>
                  <a:close/>
                  <a:moveTo>
                    <a:pt x="7964" y="6865"/>
                  </a:moveTo>
                  <a:cubicBezTo>
                    <a:pt x="5158" y="9785"/>
                    <a:pt x="5746" y="14525"/>
                    <a:pt x="9159" y="16668"/>
                  </a:cubicBezTo>
                  <a:lnTo>
                    <a:pt x="986" y="16668"/>
                  </a:lnTo>
                  <a:lnTo>
                    <a:pt x="986" y="6865"/>
                  </a:lnTo>
                  <a:lnTo>
                    <a:pt x="3034" y="6865"/>
                  </a:lnTo>
                  <a:cubicBezTo>
                    <a:pt x="3262" y="7519"/>
                    <a:pt x="3840" y="7846"/>
                    <a:pt x="4418" y="7846"/>
                  </a:cubicBezTo>
                  <a:cubicBezTo>
                    <a:pt x="4997" y="7846"/>
                    <a:pt x="5575" y="7519"/>
                    <a:pt x="5802" y="6865"/>
                  </a:cubicBezTo>
                  <a:close/>
                  <a:moveTo>
                    <a:pt x="24119" y="6865"/>
                  </a:moveTo>
                  <a:lnTo>
                    <a:pt x="24119" y="16668"/>
                  </a:lnTo>
                  <a:lnTo>
                    <a:pt x="15947" y="16668"/>
                  </a:lnTo>
                  <a:cubicBezTo>
                    <a:pt x="19360" y="14525"/>
                    <a:pt x="19948" y="9766"/>
                    <a:pt x="17160" y="6865"/>
                  </a:cubicBezTo>
                  <a:close/>
                  <a:moveTo>
                    <a:pt x="12553" y="5879"/>
                  </a:moveTo>
                  <a:cubicBezTo>
                    <a:pt x="17369" y="5879"/>
                    <a:pt x="19758" y="11700"/>
                    <a:pt x="16364" y="15094"/>
                  </a:cubicBezTo>
                  <a:cubicBezTo>
                    <a:pt x="15267" y="16191"/>
                    <a:pt x="13918" y="16682"/>
                    <a:pt x="12596" y="16682"/>
                  </a:cubicBezTo>
                  <a:cubicBezTo>
                    <a:pt x="9825" y="16682"/>
                    <a:pt x="7168" y="14529"/>
                    <a:pt x="7168" y="11283"/>
                  </a:cubicBezTo>
                  <a:cubicBezTo>
                    <a:pt x="7168" y="8306"/>
                    <a:pt x="9576" y="5879"/>
                    <a:pt x="12553" y="5879"/>
                  </a:cubicBezTo>
                  <a:close/>
                  <a:moveTo>
                    <a:pt x="24119" y="17654"/>
                  </a:moveTo>
                  <a:lnTo>
                    <a:pt x="24119" y="18128"/>
                  </a:lnTo>
                  <a:cubicBezTo>
                    <a:pt x="24119" y="18412"/>
                    <a:pt x="23911" y="18621"/>
                    <a:pt x="23626" y="18621"/>
                  </a:cubicBezTo>
                  <a:lnTo>
                    <a:pt x="1479" y="18621"/>
                  </a:lnTo>
                  <a:cubicBezTo>
                    <a:pt x="1214" y="18621"/>
                    <a:pt x="986" y="18412"/>
                    <a:pt x="986" y="18128"/>
                  </a:cubicBezTo>
                  <a:lnTo>
                    <a:pt x="986" y="17654"/>
                  </a:lnTo>
                  <a:close/>
                  <a:moveTo>
                    <a:pt x="3398" y="0"/>
                  </a:moveTo>
                  <a:cubicBezTo>
                    <a:pt x="2599" y="0"/>
                    <a:pt x="1972" y="657"/>
                    <a:pt x="1972" y="1461"/>
                  </a:cubicBezTo>
                  <a:lnTo>
                    <a:pt x="1972" y="1954"/>
                  </a:lnTo>
                  <a:lnTo>
                    <a:pt x="1479" y="1954"/>
                  </a:lnTo>
                  <a:cubicBezTo>
                    <a:pt x="664" y="1954"/>
                    <a:pt x="0" y="2617"/>
                    <a:pt x="19" y="3433"/>
                  </a:cubicBezTo>
                  <a:lnTo>
                    <a:pt x="19" y="18128"/>
                  </a:lnTo>
                  <a:cubicBezTo>
                    <a:pt x="0" y="18924"/>
                    <a:pt x="664" y="19588"/>
                    <a:pt x="1479" y="19588"/>
                  </a:cubicBezTo>
                  <a:lnTo>
                    <a:pt x="23626" y="19588"/>
                  </a:lnTo>
                  <a:cubicBezTo>
                    <a:pt x="24442" y="19588"/>
                    <a:pt x="25105" y="18924"/>
                    <a:pt x="25105" y="18128"/>
                  </a:cubicBezTo>
                  <a:lnTo>
                    <a:pt x="25105" y="3433"/>
                  </a:lnTo>
                  <a:cubicBezTo>
                    <a:pt x="25105" y="2617"/>
                    <a:pt x="24442" y="1954"/>
                    <a:pt x="23626" y="1954"/>
                  </a:cubicBezTo>
                  <a:lnTo>
                    <a:pt x="23152" y="1954"/>
                  </a:lnTo>
                  <a:lnTo>
                    <a:pt x="23152" y="1461"/>
                  </a:lnTo>
                  <a:cubicBezTo>
                    <a:pt x="23133" y="645"/>
                    <a:pt x="22489" y="1"/>
                    <a:pt x="21673" y="1"/>
                  </a:cubicBezTo>
                  <a:lnTo>
                    <a:pt x="20687" y="1"/>
                  </a:lnTo>
                  <a:cubicBezTo>
                    <a:pt x="20676" y="0"/>
                    <a:pt x="20665" y="0"/>
                    <a:pt x="20654" y="0"/>
                  </a:cubicBezTo>
                  <a:cubicBezTo>
                    <a:pt x="19872" y="0"/>
                    <a:pt x="19227" y="657"/>
                    <a:pt x="19227" y="1461"/>
                  </a:cubicBezTo>
                  <a:lnTo>
                    <a:pt x="19227" y="1954"/>
                  </a:lnTo>
                  <a:lnTo>
                    <a:pt x="7850" y="1954"/>
                  </a:lnTo>
                  <a:lnTo>
                    <a:pt x="7850" y="1461"/>
                  </a:lnTo>
                  <a:cubicBezTo>
                    <a:pt x="7850" y="657"/>
                    <a:pt x="7205" y="0"/>
                    <a:pt x="6405" y="0"/>
                  </a:cubicBezTo>
                  <a:cubicBezTo>
                    <a:pt x="6394" y="0"/>
                    <a:pt x="6383" y="0"/>
                    <a:pt x="6371" y="1"/>
                  </a:cubicBezTo>
                  <a:lnTo>
                    <a:pt x="3432" y="1"/>
                  </a:lnTo>
                  <a:cubicBezTo>
                    <a:pt x="3421" y="0"/>
                    <a:pt x="3410" y="0"/>
                    <a:pt x="33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50"/>
            <p:cNvSpPr/>
            <p:nvPr/>
          </p:nvSpPr>
          <p:spPr>
            <a:xfrm>
              <a:off x="3543938" y="4455200"/>
              <a:ext cx="257425" cy="220850"/>
            </a:xfrm>
            <a:custGeom>
              <a:avLst/>
              <a:gdLst/>
              <a:ahLst/>
              <a:cxnLst/>
              <a:rect l="l" t="t" r="r" b="b"/>
              <a:pathLst>
                <a:path w="10297" h="8834" extrusionOk="0">
                  <a:moveTo>
                    <a:pt x="4400" y="984"/>
                  </a:moveTo>
                  <a:cubicBezTo>
                    <a:pt x="7472" y="984"/>
                    <a:pt x="8988" y="4681"/>
                    <a:pt x="6827" y="6843"/>
                  </a:cubicBezTo>
                  <a:cubicBezTo>
                    <a:pt x="6128" y="7541"/>
                    <a:pt x="5270" y="7854"/>
                    <a:pt x="4427" y="7854"/>
                  </a:cubicBezTo>
                  <a:cubicBezTo>
                    <a:pt x="2662" y="7854"/>
                    <a:pt x="968" y="6482"/>
                    <a:pt x="968" y="4416"/>
                  </a:cubicBezTo>
                  <a:cubicBezTo>
                    <a:pt x="968" y="2520"/>
                    <a:pt x="2504" y="984"/>
                    <a:pt x="4400" y="984"/>
                  </a:cubicBezTo>
                  <a:close/>
                  <a:moveTo>
                    <a:pt x="4435" y="0"/>
                  </a:moveTo>
                  <a:cubicBezTo>
                    <a:pt x="2169" y="0"/>
                    <a:pt x="1" y="1761"/>
                    <a:pt x="1" y="4416"/>
                  </a:cubicBezTo>
                  <a:cubicBezTo>
                    <a:pt x="1" y="6843"/>
                    <a:pt x="1973" y="8815"/>
                    <a:pt x="4400" y="8834"/>
                  </a:cubicBezTo>
                  <a:cubicBezTo>
                    <a:pt x="8344" y="8834"/>
                    <a:pt x="10297" y="4074"/>
                    <a:pt x="7528" y="1306"/>
                  </a:cubicBezTo>
                  <a:cubicBezTo>
                    <a:pt x="6626" y="404"/>
                    <a:pt x="5519" y="0"/>
                    <a:pt x="443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50"/>
            <p:cNvSpPr/>
            <p:nvPr/>
          </p:nvSpPr>
          <p:spPr>
            <a:xfrm>
              <a:off x="3637813" y="4504425"/>
              <a:ext cx="77750" cy="73275"/>
            </a:xfrm>
            <a:custGeom>
              <a:avLst/>
              <a:gdLst/>
              <a:ahLst/>
              <a:cxnLst/>
              <a:rect l="l" t="t" r="r" b="b"/>
              <a:pathLst>
                <a:path w="3110" h="2931" extrusionOk="0">
                  <a:moveTo>
                    <a:pt x="645" y="1"/>
                  </a:moveTo>
                  <a:cubicBezTo>
                    <a:pt x="0" y="1"/>
                    <a:pt x="0" y="968"/>
                    <a:pt x="645" y="987"/>
                  </a:cubicBezTo>
                  <a:cubicBezTo>
                    <a:pt x="1460" y="987"/>
                    <a:pt x="2124" y="1631"/>
                    <a:pt x="2124" y="2447"/>
                  </a:cubicBezTo>
                  <a:cubicBezTo>
                    <a:pt x="2124" y="2769"/>
                    <a:pt x="2370" y="2930"/>
                    <a:pt x="2617" y="2930"/>
                  </a:cubicBezTo>
                  <a:cubicBezTo>
                    <a:pt x="2863" y="2930"/>
                    <a:pt x="3110" y="2769"/>
                    <a:pt x="3110" y="2447"/>
                  </a:cubicBezTo>
                  <a:cubicBezTo>
                    <a:pt x="3091" y="1101"/>
                    <a:pt x="2010" y="1"/>
                    <a:pt x="64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50"/>
            <p:cNvSpPr/>
            <p:nvPr/>
          </p:nvSpPr>
          <p:spPr>
            <a:xfrm>
              <a:off x="3816513" y="4381650"/>
              <a:ext cx="81550" cy="24675"/>
            </a:xfrm>
            <a:custGeom>
              <a:avLst/>
              <a:gdLst/>
              <a:ahLst/>
              <a:cxnLst/>
              <a:rect l="l" t="t" r="r" b="b"/>
              <a:pathLst>
                <a:path w="3262" h="987" extrusionOk="0">
                  <a:moveTo>
                    <a:pt x="664" y="1"/>
                  </a:moveTo>
                  <a:cubicBezTo>
                    <a:pt x="1" y="1"/>
                    <a:pt x="1" y="987"/>
                    <a:pt x="664" y="987"/>
                  </a:cubicBezTo>
                  <a:lnTo>
                    <a:pt x="2617" y="987"/>
                  </a:lnTo>
                  <a:cubicBezTo>
                    <a:pt x="3262" y="987"/>
                    <a:pt x="3262" y="1"/>
                    <a:pt x="261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44" name="Google Shape;2944;p50"/>
          <p:cNvGrpSpPr/>
          <p:nvPr/>
        </p:nvGrpSpPr>
        <p:grpSpPr>
          <a:xfrm>
            <a:off x="4578976" y="3378282"/>
            <a:ext cx="311560" cy="365769"/>
            <a:chOff x="4093838" y="4284000"/>
            <a:chExt cx="421425" cy="490175"/>
          </a:xfrm>
        </p:grpSpPr>
        <p:sp>
          <p:nvSpPr>
            <p:cNvPr id="2945" name="Google Shape;2945;p50"/>
            <p:cNvSpPr/>
            <p:nvPr/>
          </p:nvSpPr>
          <p:spPr>
            <a:xfrm>
              <a:off x="4141713" y="4293475"/>
              <a:ext cx="325675" cy="126600"/>
            </a:xfrm>
            <a:custGeom>
              <a:avLst/>
              <a:gdLst/>
              <a:ahLst/>
              <a:cxnLst/>
              <a:rect l="l" t="t" r="r" b="b"/>
              <a:pathLst>
                <a:path w="13027" h="5064" extrusionOk="0">
                  <a:moveTo>
                    <a:pt x="759" y="1"/>
                  </a:moveTo>
                  <a:cubicBezTo>
                    <a:pt x="342" y="1"/>
                    <a:pt x="0" y="342"/>
                    <a:pt x="0" y="759"/>
                  </a:cubicBezTo>
                  <a:lnTo>
                    <a:pt x="0" y="4286"/>
                  </a:lnTo>
                  <a:cubicBezTo>
                    <a:pt x="0" y="4703"/>
                    <a:pt x="342" y="5064"/>
                    <a:pt x="759" y="5064"/>
                  </a:cubicBezTo>
                  <a:lnTo>
                    <a:pt x="12268" y="5064"/>
                  </a:lnTo>
                  <a:cubicBezTo>
                    <a:pt x="12685" y="5064"/>
                    <a:pt x="13027" y="4703"/>
                    <a:pt x="13027" y="4286"/>
                  </a:cubicBezTo>
                  <a:lnTo>
                    <a:pt x="13027" y="759"/>
                  </a:lnTo>
                  <a:cubicBezTo>
                    <a:pt x="13027" y="342"/>
                    <a:pt x="12685" y="1"/>
                    <a:pt x="122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50"/>
            <p:cNvSpPr/>
            <p:nvPr/>
          </p:nvSpPr>
          <p:spPr>
            <a:xfrm>
              <a:off x="4199063" y="4293475"/>
              <a:ext cx="210975" cy="77650"/>
            </a:xfrm>
            <a:custGeom>
              <a:avLst/>
              <a:gdLst/>
              <a:ahLst/>
              <a:cxnLst/>
              <a:rect l="l" t="t" r="r" b="b"/>
              <a:pathLst>
                <a:path w="8439" h="3106" extrusionOk="0">
                  <a:moveTo>
                    <a:pt x="1" y="1"/>
                  </a:moveTo>
                  <a:lnTo>
                    <a:pt x="1" y="778"/>
                  </a:lnTo>
                  <a:cubicBezTo>
                    <a:pt x="1" y="1195"/>
                    <a:pt x="342" y="1537"/>
                    <a:pt x="759" y="1537"/>
                  </a:cubicBezTo>
                  <a:cubicBezTo>
                    <a:pt x="1176" y="1537"/>
                    <a:pt x="1517" y="1878"/>
                    <a:pt x="1517" y="2295"/>
                  </a:cubicBezTo>
                  <a:cubicBezTo>
                    <a:pt x="1517" y="2807"/>
                    <a:pt x="1901" y="3063"/>
                    <a:pt x="2285" y="3063"/>
                  </a:cubicBezTo>
                  <a:cubicBezTo>
                    <a:pt x="2669" y="3063"/>
                    <a:pt x="3053" y="2807"/>
                    <a:pt x="3053" y="2295"/>
                  </a:cubicBezTo>
                  <a:cubicBezTo>
                    <a:pt x="3082" y="1812"/>
                    <a:pt x="3452" y="1570"/>
                    <a:pt x="3821" y="1570"/>
                  </a:cubicBezTo>
                  <a:cubicBezTo>
                    <a:pt x="4191" y="1570"/>
                    <a:pt x="4561" y="1812"/>
                    <a:pt x="4589" y="2295"/>
                  </a:cubicBezTo>
                  <a:cubicBezTo>
                    <a:pt x="4561" y="2836"/>
                    <a:pt x="4959" y="3106"/>
                    <a:pt x="5357" y="3106"/>
                  </a:cubicBezTo>
                  <a:cubicBezTo>
                    <a:pt x="5755" y="3106"/>
                    <a:pt x="6154" y="2836"/>
                    <a:pt x="6125" y="2295"/>
                  </a:cubicBezTo>
                  <a:cubicBezTo>
                    <a:pt x="6125" y="1878"/>
                    <a:pt x="6466" y="1537"/>
                    <a:pt x="6903" y="1537"/>
                  </a:cubicBezTo>
                  <a:lnTo>
                    <a:pt x="7661" y="1537"/>
                  </a:lnTo>
                  <a:cubicBezTo>
                    <a:pt x="8097" y="1537"/>
                    <a:pt x="8438" y="1177"/>
                    <a:pt x="8438" y="759"/>
                  </a:cubicBezTo>
                  <a:lnTo>
                    <a:pt x="843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50"/>
            <p:cNvSpPr/>
            <p:nvPr/>
          </p:nvSpPr>
          <p:spPr>
            <a:xfrm>
              <a:off x="4141713" y="4457975"/>
              <a:ext cx="325675" cy="305775"/>
            </a:xfrm>
            <a:custGeom>
              <a:avLst/>
              <a:gdLst/>
              <a:ahLst/>
              <a:cxnLst/>
              <a:rect l="l" t="t" r="r" b="b"/>
              <a:pathLst>
                <a:path w="13027" h="12231" extrusionOk="0">
                  <a:moveTo>
                    <a:pt x="778" y="1"/>
                  </a:moveTo>
                  <a:cubicBezTo>
                    <a:pt x="342" y="1"/>
                    <a:pt x="0" y="342"/>
                    <a:pt x="0" y="759"/>
                  </a:cubicBezTo>
                  <a:lnTo>
                    <a:pt x="0" y="2295"/>
                  </a:lnTo>
                  <a:cubicBezTo>
                    <a:pt x="0" y="2731"/>
                    <a:pt x="342" y="3072"/>
                    <a:pt x="778" y="3072"/>
                  </a:cubicBezTo>
                  <a:lnTo>
                    <a:pt x="4797" y="3072"/>
                  </a:lnTo>
                  <a:cubicBezTo>
                    <a:pt x="5215" y="3072"/>
                    <a:pt x="5556" y="3414"/>
                    <a:pt x="5575" y="3831"/>
                  </a:cubicBezTo>
                  <a:cubicBezTo>
                    <a:pt x="5537" y="6808"/>
                    <a:pt x="4911" y="8666"/>
                    <a:pt x="4627" y="10164"/>
                  </a:cubicBezTo>
                  <a:cubicBezTo>
                    <a:pt x="4532" y="11283"/>
                    <a:pt x="5404" y="12231"/>
                    <a:pt x="6523" y="12231"/>
                  </a:cubicBezTo>
                  <a:cubicBezTo>
                    <a:pt x="7642" y="12231"/>
                    <a:pt x="8533" y="11283"/>
                    <a:pt x="8438" y="10164"/>
                  </a:cubicBezTo>
                  <a:cubicBezTo>
                    <a:pt x="8135" y="8609"/>
                    <a:pt x="7490" y="6770"/>
                    <a:pt x="7490" y="3831"/>
                  </a:cubicBezTo>
                  <a:cubicBezTo>
                    <a:pt x="7490" y="3414"/>
                    <a:pt x="7831" y="3072"/>
                    <a:pt x="8248" y="3072"/>
                  </a:cubicBezTo>
                  <a:lnTo>
                    <a:pt x="12268" y="3072"/>
                  </a:lnTo>
                  <a:cubicBezTo>
                    <a:pt x="12685" y="3072"/>
                    <a:pt x="13027" y="2731"/>
                    <a:pt x="13027" y="2314"/>
                  </a:cubicBezTo>
                  <a:lnTo>
                    <a:pt x="13027" y="759"/>
                  </a:lnTo>
                  <a:cubicBezTo>
                    <a:pt x="13027" y="342"/>
                    <a:pt x="12685" y="1"/>
                    <a:pt x="122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50"/>
            <p:cNvSpPr/>
            <p:nvPr/>
          </p:nvSpPr>
          <p:spPr>
            <a:xfrm>
              <a:off x="4416163" y="4486900"/>
              <a:ext cx="22800" cy="19200"/>
            </a:xfrm>
            <a:custGeom>
              <a:avLst/>
              <a:gdLst/>
              <a:ahLst/>
              <a:cxnLst/>
              <a:rect l="l" t="t" r="r" b="b"/>
              <a:pathLst>
                <a:path w="912" h="768" extrusionOk="0">
                  <a:moveTo>
                    <a:pt x="513" y="0"/>
                  </a:moveTo>
                  <a:cubicBezTo>
                    <a:pt x="172" y="0"/>
                    <a:pt x="1" y="417"/>
                    <a:pt x="247" y="664"/>
                  </a:cubicBezTo>
                  <a:cubicBezTo>
                    <a:pt x="325" y="735"/>
                    <a:pt x="417" y="767"/>
                    <a:pt x="508" y="767"/>
                  </a:cubicBezTo>
                  <a:cubicBezTo>
                    <a:pt x="707" y="767"/>
                    <a:pt x="898" y="614"/>
                    <a:pt x="911" y="379"/>
                  </a:cubicBezTo>
                  <a:cubicBezTo>
                    <a:pt x="911" y="171"/>
                    <a:pt x="721" y="0"/>
                    <a:pt x="51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50"/>
            <p:cNvSpPr/>
            <p:nvPr/>
          </p:nvSpPr>
          <p:spPr>
            <a:xfrm>
              <a:off x="4278713" y="4697850"/>
              <a:ext cx="45050" cy="38425"/>
            </a:xfrm>
            <a:custGeom>
              <a:avLst/>
              <a:gdLst/>
              <a:ahLst/>
              <a:cxnLst/>
              <a:rect l="l" t="t" r="r" b="b"/>
              <a:pathLst>
                <a:path w="1802" h="1537" extrusionOk="0">
                  <a:moveTo>
                    <a:pt x="1043" y="0"/>
                  </a:moveTo>
                  <a:cubicBezTo>
                    <a:pt x="341" y="0"/>
                    <a:pt x="0" y="815"/>
                    <a:pt x="493" y="1308"/>
                  </a:cubicBezTo>
                  <a:cubicBezTo>
                    <a:pt x="645" y="1467"/>
                    <a:pt x="834" y="1537"/>
                    <a:pt x="1021" y="1537"/>
                  </a:cubicBezTo>
                  <a:cubicBezTo>
                    <a:pt x="1417" y="1537"/>
                    <a:pt x="1801" y="1222"/>
                    <a:pt x="1801" y="759"/>
                  </a:cubicBezTo>
                  <a:cubicBezTo>
                    <a:pt x="1801" y="341"/>
                    <a:pt x="1460" y="0"/>
                    <a:pt x="104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50"/>
            <p:cNvSpPr/>
            <p:nvPr/>
          </p:nvSpPr>
          <p:spPr>
            <a:xfrm>
              <a:off x="4093838" y="4284000"/>
              <a:ext cx="421425" cy="490175"/>
            </a:xfrm>
            <a:custGeom>
              <a:avLst/>
              <a:gdLst/>
              <a:ahLst/>
              <a:cxnLst/>
              <a:rect l="l" t="t" r="r" b="b"/>
              <a:pathLst>
                <a:path w="16857" h="19607" extrusionOk="0">
                  <a:moveTo>
                    <a:pt x="12268" y="759"/>
                  </a:moveTo>
                  <a:lnTo>
                    <a:pt x="12268" y="1138"/>
                  </a:lnTo>
                  <a:cubicBezTo>
                    <a:pt x="12268" y="1347"/>
                    <a:pt x="12098" y="1518"/>
                    <a:pt x="11870" y="1518"/>
                  </a:cubicBezTo>
                  <a:lnTo>
                    <a:pt x="11112" y="1518"/>
                  </a:lnTo>
                  <a:cubicBezTo>
                    <a:pt x="10467" y="1518"/>
                    <a:pt x="9955" y="2049"/>
                    <a:pt x="9955" y="2674"/>
                  </a:cubicBezTo>
                  <a:cubicBezTo>
                    <a:pt x="9955" y="2930"/>
                    <a:pt x="9761" y="3058"/>
                    <a:pt x="9566" y="3058"/>
                  </a:cubicBezTo>
                  <a:cubicBezTo>
                    <a:pt x="9372" y="3058"/>
                    <a:pt x="9177" y="2930"/>
                    <a:pt x="9177" y="2674"/>
                  </a:cubicBezTo>
                  <a:cubicBezTo>
                    <a:pt x="9177" y="1906"/>
                    <a:pt x="8604" y="1522"/>
                    <a:pt x="8030" y="1522"/>
                  </a:cubicBezTo>
                  <a:cubicBezTo>
                    <a:pt x="7457" y="1522"/>
                    <a:pt x="6883" y="1906"/>
                    <a:pt x="6883" y="2674"/>
                  </a:cubicBezTo>
                  <a:cubicBezTo>
                    <a:pt x="6883" y="2930"/>
                    <a:pt x="6693" y="3058"/>
                    <a:pt x="6504" y="3058"/>
                  </a:cubicBezTo>
                  <a:cubicBezTo>
                    <a:pt x="6314" y="3058"/>
                    <a:pt x="6125" y="2930"/>
                    <a:pt x="6125" y="2674"/>
                  </a:cubicBezTo>
                  <a:cubicBezTo>
                    <a:pt x="6125" y="2049"/>
                    <a:pt x="5613" y="1537"/>
                    <a:pt x="4968" y="1537"/>
                  </a:cubicBezTo>
                  <a:cubicBezTo>
                    <a:pt x="4759" y="1537"/>
                    <a:pt x="4589" y="1366"/>
                    <a:pt x="4589" y="1157"/>
                  </a:cubicBezTo>
                  <a:lnTo>
                    <a:pt x="4589" y="759"/>
                  </a:lnTo>
                  <a:close/>
                  <a:moveTo>
                    <a:pt x="14183" y="759"/>
                  </a:moveTo>
                  <a:cubicBezTo>
                    <a:pt x="14392" y="759"/>
                    <a:pt x="14563" y="930"/>
                    <a:pt x="14563" y="1138"/>
                  </a:cubicBezTo>
                  <a:lnTo>
                    <a:pt x="14563" y="4665"/>
                  </a:lnTo>
                  <a:cubicBezTo>
                    <a:pt x="14563" y="4874"/>
                    <a:pt x="14392" y="5044"/>
                    <a:pt x="14183" y="5044"/>
                  </a:cubicBezTo>
                  <a:lnTo>
                    <a:pt x="2674" y="5044"/>
                  </a:lnTo>
                  <a:cubicBezTo>
                    <a:pt x="2465" y="5044"/>
                    <a:pt x="2294" y="4874"/>
                    <a:pt x="2294" y="4665"/>
                  </a:cubicBezTo>
                  <a:lnTo>
                    <a:pt x="2294" y="1138"/>
                  </a:lnTo>
                  <a:cubicBezTo>
                    <a:pt x="2294" y="930"/>
                    <a:pt x="2465" y="759"/>
                    <a:pt x="2674" y="759"/>
                  </a:cubicBezTo>
                  <a:lnTo>
                    <a:pt x="3830" y="759"/>
                  </a:lnTo>
                  <a:lnTo>
                    <a:pt x="3830" y="1157"/>
                  </a:lnTo>
                  <a:cubicBezTo>
                    <a:pt x="3830" y="1783"/>
                    <a:pt x="4342" y="2295"/>
                    <a:pt x="4968" y="2295"/>
                  </a:cubicBezTo>
                  <a:lnTo>
                    <a:pt x="4987" y="2295"/>
                  </a:lnTo>
                  <a:cubicBezTo>
                    <a:pt x="5196" y="2295"/>
                    <a:pt x="5366" y="2466"/>
                    <a:pt x="5366" y="2674"/>
                  </a:cubicBezTo>
                  <a:cubicBezTo>
                    <a:pt x="5366" y="3300"/>
                    <a:pt x="5878" y="3812"/>
                    <a:pt x="6504" y="3812"/>
                  </a:cubicBezTo>
                  <a:cubicBezTo>
                    <a:pt x="7149" y="3812"/>
                    <a:pt x="7661" y="3300"/>
                    <a:pt x="7661" y="2674"/>
                  </a:cubicBezTo>
                  <a:cubicBezTo>
                    <a:pt x="7661" y="2418"/>
                    <a:pt x="7855" y="2290"/>
                    <a:pt x="8049" y="2290"/>
                  </a:cubicBezTo>
                  <a:cubicBezTo>
                    <a:pt x="8244" y="2290"/>
                    <a:pt x="8438" y="2418"/>
                    <a:pt x="8438" y="2674"/>
                  </a:cubicBezTo>
                  <a:cubicBezTo>
                    <a:pt x="8438" y="3300"/>
                    <a:pt x="8950" y="3812"/>
                    <a:pt x="9576" y="3812"/>
                  </a:cubicBezTo>
                  <a:cubicBezTo>
                    <a:pt x="10220" y="3812"/>
                    <a:pt x="10732" y="3300"/>
                    <a:pt x="10732" y="2674"/>
                  </a:cubicBezTo>
                  <a:cubicBezTo>
                    <a:pt x="10732" y="2466"/>
                    <a:pt x="10903" y="2295"/>
                    <a:pt x="11112" y="2295"/>
                  </a:cubicBezTo>
                  <a:lnTo>
                    <a:pt x="11870" y="2295"/>
                  </a:lnTo>
                  <a:cubicBezTo>
                    <a:pt x="12496" y="2295"/>
                    <a:pt x="13027" y="1783"/>
                    <a:pt x="13027" y="1138"/>
                  </a:cubicBezTo>
                  <a:lnTo>
                    <a:pt x="13027" y="759"/>
                  </a:lnTo>
                  <a:close/>
                  <a:moveTo>
                    <a:pt x="15719" y="3281"/>
                  </a:moveTo>
                  <a:cubicBezTo>
                    <a:pt x="15928" y="3281"/>
                    <a:pt x="16098" y="3452"/>
                    <a:pt x="16098" y="3679"/>
                  </a:cubicBezTo>
                  <a:lnTo>
                    <a:pt x="16098" y="7737"/>
                  </a:lnTo>
                  <a:cubicBezTo>
                    <a:pt x="16098" y="7946"/>
                    <a:pt x="15928" y="8116"/>
                    <a:pt x="15719" y="8116"/>
                  </a:cubicBezTo>
                  <a:lnTo>
                    <a:pt x="15340" y="8116"/>
                  </a:lnTo>
                  <a:lnTo>
                    <a:pt x="15340" y="7737"/>
                  </a:lnTo>
                  <a:cubicBezTo>
                    <a:pt x="15340" y="7092"/>
                    <a:pt x="14809" y="6580"/>
                    <a:pt x="14183" y="6580"/>
                  </a:cubicBezTo>
                  <a:lnTo>
                    <a:pt x="2674" y="6580"/>
                  </a:lnTo>
                  <a:cubicBezTo>
                    <a:pt x="2048" y="6580"/>
                    <a:pt x="1536" y="7092"/>
                    <a:pt x="1536" y="7737"/>
                  </a:cubicBezTo>
                  <a:lnTo>
                    <a:pt x="1536" y="8116"/>
                  </a:lnTo>
                  <a:lnTo>
                    <a:pt x="1157" y="8116"/>
                  </a:lnTo>
                  <a:cubicBezTo>
                    <a:pt x="929" y="8116"/>
                    <a:pt x="759" y="7946"/>
                    <a:pt x="759" y="7737"/>
                  </a:cubicBezTo>
                  <a:lnTo>
                    <a:pt x="759" y="3679"/>
                  </a:lnTo>
                  <a:cubicBezTo>
                    <a:pt x="759" y="3452"/>
                    <a:pt x="929" y="3281"/>
                    <a:pt x="1157" y="3281"/>
                  </a:cubicBezTo>
                  <a:lnTo>
                    <a:pt x="1536" y="3281"/>
                  </a:lnTo>
                  <a:lnTo>
                    <a:pt x="1536" y="4665"/>
                  </a:lnTo>
                  <a:cubicBezTo>
                    <a:pt x="1536" y="5310"/>
                    <a:pt x="2048" y="5822"/>
                    <a:pt x="2674" y="5822"/>
                  </a:cubicBezTo>
                  <a:lnTo>
                    <a:pt x="14183" y="5822"/>
                  </a:lnTo>
                  <a:cubicBezTo>
                    <a:pt x="14809" y="5822"/>
                    <a:pt x="15340" y="5310"/>
                    <a:pt x="15340" y="4665"/>
                  </a:cubicBezTo>
                  <a:lnTo>
                    <a:pt x="15340" y="3281"/>
                  </a:lnTo>
                  <a:close/>
                  <a:moveTo>
                    <a:pt x="14183" y="7339"/>
                  </a:moveTo>
                  <a:cubicBezTo>
                    <a:pt x="14392" y="7339"/>
                    <a:pt x="14563" y="7509"/>
                    <a:pt x="14563" y="7737"/>
                  </a:cubicBezTo>
                  <a:lnTo>
                    <a:pt x="14563" y="9273"/>
                  </a:lnTo>
                  <a:cubicBezTo>
                    <a:pt x="14563" y="9481"/>
                    <a:pt x="14392" y="9652"/>
                    <a:pt x="14183" y="9652"/>
                  </a:cubicBezTo>
                  <a:lnTo>
                    <a:pt x="10163" y="9652"/>
                  </a:lnTo>
                  <a:cubicBezTo>
                    <a:pt x="9538" y="9652"/>
                    <a:pt x="9026" y="10164"/>
                    <a:pt x="9026" y="10790"/>
                  </a:cubicBezTo>
                  <a:cubicBezTo>
                    <a:pt x="9045" y="12553"/>
                    <a:pt x="9272" y="14317"/>
                    <a:pt x="9708" y="16042"/>
                  </a:cubicBezTo>
                  <a:cubicBezTo>
                    <a:pt x="9803" y="16440"/>
                    <a:pt x="9898" y="16820"/>
                    <a:pt x="9974" y="17180"/>
                  </a:cubicBezTo>
                  <a:cubicBezTo>
                    <a:pt x="10031" y="18071"/>
                    <a:pt x="9329" y="18829"/>
                    <a:pt x="8438" y="18829"/>
                  </a:cubicBezTo>
                  <a:cubicBezTo>
                    <a:pt x="7547" y="18829"/>
                    <a:pt x="6845" y="18071"/>
                    <a:pt x="6902" y="17180"/>
                  </a:cubicBezTo>
                  <a:cubicBezTo>
                    <a:pt x="6978" y="16838"/>
                    <a:pt x="7054" y="16478"/>
                    <a:pt x="7149" y="16099"/>
                  </a:cubicBezTo>
                  <a:cubicBezTo>
                    <a:pt x="7585" y="14355"/>
                    <a:pt x="7831" y="12591"/>
                    <a:pt x="7850" y="10790"/>
                  </a:cubicBezTo>
                  <a:cubicBezTo>
                    <a:pt x="7850" y="10145"/>
                    <a:pt x="7338" y="9652"/>
                    <a:pt x="6712" y="9652"/>
                  </a:cubicBezTo>
                  <a:lnTo>
                    <a:pt x="2674" y="9652"/>
                  </a:lnTo>
                  <a:cubicBezTo>
                    <a:pt x="2465" y="9652"/>
                    <a:pt x="2294" y="9481"/>
                    <a:pt x="2294" y="9254"/>
                  </a:cubicBezTo>
                  <a:lnTo>
                    <a:pt x="2294" y="7737"/>
                  </a:lnTo>
                  <a:cubicBezTo>
                    <a:pt x="2294" y="7509"/>
                    <a:pt x="2465" y="7339"/>
                    <a:pt x="2674" y="7339"/>
                  </a:cubicBezTo>
                  <a:close/>
                  <a:moveTo>
                    <a:pt x="2641" y="0"/>
                  </a:moveTo>
                  <a:cubicBezTo>
                    <a:pt x="2030" y="0"/>
                    <a:pt x="1536" y="524"/>
                    <a:pt x="1536" y="1138"/>
                  </a:cubicBezTo>
                  <a:lnTo>
                    <a:pt x="1536" y="2523"/>
                  </a:lnTo>
                  <a:lnTo>
                    <a:pt x="1157" y="2523"/>
                  </a:lnTo>
                  <a:cubicBezTo>
                    <a:pt x="512" y="2523"/>
                    <a:pt x="0" y="3035"/>
                    <a:pt x="0" y="3679"/>
                  </a:cubicBezTo>
                  <a:lnTo>
                    <a:pt x="0" y="7737"/>
                  </a:lnTo>
                  <a:cubicBezTo>
                    <a:pt x="0" y="8363"/>
                    <a:pt x="512" y="8894"/>
                    <a:pt x="1157" y="8894"/>
                  </a:cubicBezTo>
                  <a:lnTo>
                    <a:pt x="1536" y="8894"/>
                  </a:lnTo>
                  <a:lnTo>
                    <a:pt x="1536" y="9273"/>
                  </a:lnTo>
                  <a:cubicBezTo>
                    <a:pt x="1536" y="9899"/>
                    <a:pt x="2048" y="10411"/>
                    <a:pt x="2674" y="10411"/>
                  </a:cubicBezTo>
                  <a:lnTo>
                    <a:pt x="6712" y="10411"/>
                  </a:lnTo>
                  <a:cubicBezTo>
                    <a:pt x="6921" y="10411"/>
                    <a:pt x="7092" y="10581"/>
                    <a:pt x="7092" y="10790"/>
                  </a:cubicBezTo>
                  <a:cubicBezTo>
                    <a:pt x="7073" y="12534"/>
                    <a:pt x="6845" y="14241"/>
                    <a:pt x="6409" y="15928"/>
                  </a:cubicBezTo>
                  <a:cubicBezTo>
                    <a:pt x="6314" y="16327"/>
                    <a:pt x="6238" y="16706"/>
                    <a:pt x="6163" y="17066"/>
                  </a:cubicBezTo>
                  <a:cubicBezTo>
                    <a:pt x="6163" y="17066"/>
                    <a:pt x="6163" y="17085"/>
                    <a:pt x="6163" y="17104"/>
                  </a:cubicBezTo>
                  <a:cubicBezTo>
                    <a:pt x="6030" y="18450"/>
                    <a:pt x="7092" y="19607"/>
                    <a:pt x="8457" y="19607"/>
                  </a:cubicBezTo>
                  <a:cubicBezTo>
                    <a:pt x="9803" y="19607"/>
                    <a:pt x="10865" y="18450"/>
                    <a:pt x="10751" y="17104"/>
                  </a:cubicBezTo>
                  <a:lnTo>
                    <a:pt x="10751" y="17066"/>
                  </a:lnTo>
                  <a:cubicBezTo>
                    <a:pt x="10675" y="16687"/>
                    <a:pt x="10581" y="16289"/>
                    <a:pt x="10486" y="15871"/>
                  </a:cubicBezTo>
                  <a:cubicBezTo>
                    <a:pt x="10050" y="14222"/>
                    <a:pt x="9822" y="12515"/>
                    <a:pt x="9803" y="10809"/>
                  </a:cubicBezTo>
                  <a:cubicBezTo>
                    <a:pt x="9803" y="10600"/>
                    <a:pt x="9974" y="10429"/>
                    <a:pt x="10182" y="10429"/>
                  </a:cubicBezTo>
                  <a:lnTo>
                    <a:pt x="14183" y="10429"/>
                  </a:lnTo>
                  <a:cubicBezTo>
                    <a:pt x="14809" y="10429"/>
                    <a:pt x="15340" y="9918"/>
                    <a:pt x="15340" y="9273"/>
                  </a:cubicBezTo>
                  <a:lnTo>
                    <a:pt x="15321" y="9273"/>
                  </a:lnTo>
                  <a:lnTo>
                    <a:pt x="15321" y="8894"/>
                  </a:lnTo>
                  <a:lnTo>
                    <a:pt x="15719" y="8894"/>
                  </a:lnTo>
                  <a:cubicBezTo>
                    <a:pt x="16345" y="8894"/>
                    <a:pt x="16857" y="8363"/>
                    <a:pt x="16857" y="7737"/>
                  </a:cubicBezTo>
                  <a:lnTo>
                    <a:pt x="16857" y="3679"/>
                  </a:lnTo>
                  <a:cubicBezTo>
                    <a:pt x="16857" y="3035"/>
                    <a:pt x="16345" y="2523"/>
                    <a:pt x="15719" y="2523"/>
                  </a:cubicBezTo>
                  <a:lnTo>
                    <a:pt x="15321" y="2523"/>
                  </a:lnTo>
                  <a:lnTo>
                    <a:pt x="15321" y="1138"/>
                  </a:lnTo>
                  <a:cubicBezTo>
                    <a:pt x="15321" y="513"/>
                    <a:pt x="14809" y="1"/>
                    <a:pt x="14183" y="1"/>
                  </a:cubicBezTo>
                  <a:lnTo>
                    <a:pt x="2674" y="1"/>
                  </a:lnTo>
                  <a:cubicBezTo>
                    <a:pt x="2663" y="0"/>
                    <a:pt x="2652" y="0"/>
                    <a:pt x="264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50"/>
            <p:cNvSpPr/>
            <p:nvPr/>
          </p:nvSpPr>
          <p:spPr>
            <a:xfrm>
              <a:off x="4340813" y="4486850"/>
              <a:ext cx="63250" cy="19525"/>
            </a:xfrm>
            <a:custGeom>
              <a:avLst/>
              <a:gdLst/>
              <a:ahLst/>
              <a:cxnLst/>
              <a:rect l="l" t="t" r="r" b="b"/>
              <a:pathLst>
                <a:path w="2530" h="781" extrusionOk="0">
                  <a:moveTo>
                    <a:pt x="2026" y="1"/>
                  </a:moveTo>
                  <a:cubicBezTo>
                    <a:pt x="2015" y="1"/>
                    <a:pt x="2003" y="1"/>
                    <a:pt x="1991" y="2"/>
                  </a:cubicBezTo>
                  <a:lnTo>
                    <a:pt x="455" y="2"/>
                  </a:lnTo>
                  <a:cubicBezTo>
                    <a:pt x="0" y="40"/>
                    <a:pt x="0" y="742"/>
                    <a:pt x="455" y="780"/>
                  </a:cubicBezTo>
                  <a:lnTo>
                    <a:pt x="1991" y="780"/>
                  </a:lnTo>
                  <a:cubicBezTo>
                    <a:pt x="2003" y="780"/>
                    <a:pt x="2015" y="781"/>
                    <a:pt x="2026" y="781"/>
                  </a:cubicBezTo>
                  <a:cubicBezTo>
                    <a:pt x="2529" y="781"/>
                    <a:pt x="2529" y="1"/>
                    <a:pt x="202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2" name="Google Shape;2952;p50"/>
          <p:cNvGrpSpPr/>
          <p:nvPr/>
        </p:nvGrpSpPr>
        <p:grpSpPr>
          <a:xfrm>
            <a:off x="5312926" y="3378276"/>
            <a:ext cx="271150" cy="365781"/>
            <a:chOff x="4786863" y="4248100"/>
            <a:chExt cx="390650" cy="525850"/>
          </a:xfrm>
        </p:grpSpPr>
        <p:sp>
          <p:nvSpPr>
            <p:cNvPr id="2953" name="Google Shape;2953;p50"/>
            <p:cNvSpPr/>
            <p:nvPr/>
          </p:nvSpPr>
          <p:spPr>
            <a:xfrm>
              <a:off x="4797288" y="4258400"/>
              <a:ext cx="369775" cy="505225"/>
            </a:xfrm>
            <a:custGeom>
              <a:avLst/>
              <a:gdLst/>
              <a:ahLst/>
              <a:cxnLst/>
              <a:rect l="l" t="t" r="r" b="b"/>
              <a:pathLst>
                <a:path w="14791" h="20209" extrusionOk="0">
                  <a:moveTo>
                    <a:pt x="7396" y="1"/>
                  </a:moveTo>
                  <a:lnTo>
                    <a:pt x="1" y="1650"/>
                  </a:lnTo>
                  <a:lnTo>
                    <a:pt x="1" y="11491"/>
                  </a:lnTo>
                  <a:cubicBezTo>
                    <a:pt x="1" y="13956"/>
                    <a:pt x="1233" y="16270"/>
                    <a:pt x="3300" y="17654"/>
                  </a:cubicBezTo>
                  <a:lnTo>
                    <a:pt x="6941" y="20081"/>
                  </a:lnTo>
                  <a:cubicBezTo>
                    <a:pt x="7074" y="20166"/>
                    <a:pt x="7230" y="20209"/>
                    <a:pt x="7389" y="20209"/>
                  </a:cubicBezTo>
                  <a:cubicBezTo>
                    <a:pt x="7548" y="20209"/>
                    <a:pt x="7709" y="20166"/>
                    <a:pt x="7851" y="20081"/>
                  </a:cubicBezTo>
                  <a:lnTo>
                    <a:pt x="11492" y="17654"/>
                  </a:lnTo>
                  <a:cubicBezTo>
                    <a:pt x="13558" y="16289"/>
                    <a:pt x="14791" y="13975"/>
                    <a:pt x="14791" y="11491"/>
                  </a:cubicBezTo>
                  <a:lnTo>
                    <a:pt x="14791" y="1650"/>
                  </a:lnTo>
                  <a:lnTo>
                    <a:pt x="739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50"/>
            <p:cNvSpPr/>
            <p:nvPr/>
          </p:nvSpPr>
          <p:spPr>
            <a:xfrm>
              <a:off x="4838063" y="4300600"/>
              <a:ext cx="287775" cy="418125"/>
            </a:xfrm>
            <a:custGeom>
              <a:avLst/>
              <a:gdLst/>
              <a:ahLst/>
              <a:cxnLst/>
              <a:rect l="l" t="t" r="r" b="b"/>
              <a:pathLst>
                <a:path w="11511" h="16725" extrusionOk="0">
                  <a:moveTo>
                    <a:pt x="5765" y="0"/>
                  </a:moveTo>
                  <a:lnTo>
                    <a:pt x="1" y="1271"/>
                  </a:lnTo>
                  <a:lnTo>
                    <a:pt x="1" y="9803"/>
                  </a:lnTo>
                  <a:cubicBezTo>
                    <a:pt x="1" y="11737"/>
                    <a:pt x="968" y="13539"/>
                    <a:pt x="2560" y="14601"/>
                  </a:cubicBezTo>
                  <a:lnTo>
                    <a:pt x="5765" y="16724"/>
                  </a:lnTo>
                  <a:lnTo>
                    <a:pt x="8950" y="14601"/>
                  </a:lnTo>
                  <a:cubicBezTo>
                    <a:pt x="10543" y="13539"/>
                    <a:pt x="11510" y="11737"/>
                    <a:pt x="11510" y="9803"/>
                  </a:cubicBezTo>
                  <a:lnTo>
                    <a:pt x="11510" y="1271"/>
                  </a:lnTo>
                  <a:lnTo>
                    <a:pt x="576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50"/>
            <p:cNvSpPr/>
            <p:nvPr/>
          </p:nvSpPr>
          <p:spPr>
            <a:xfrm>
              <a:off x="4920538" y="4470300"/>
              <a:ext cx="123275" cy="123275"/>
            </a:xfrm>
            <a:custGeom>
              <a:avLst/>
              <a:gdLst/>
              <a:ahLst/>
              <a:cxnLst/>
              <a:rect l="l" t="t" r="r" b="b"/>
              <a:pathLst>
                <a:path w="4931" h="4931" extrusionOk="0">
                  <a:moveTo>
                    <a:pt x="1" y="1"/>
                  </a:moveTo>
                  <a:lnTo>
                    <a:pt x="1" y="4931"/>
                  </a:lnTo>
                  <a:lnTo>
                    <a:pt x="4931" y="4931"/>
                  </a:lnTo>
                  <a:lnTo>
                    <a:pt x="493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50"/>
            <p:cNvSpPr/>
            <p:nvPr/>
          </p:nvSpPr>
          <p:spPr>
            <a:xfrm>
              <a:off x="4971738" y="4330200"/>
              <a:ext cx="24200" cy="20675"/>
            </a:xfrm>
            <a:custGeom>
              <a:avLst/>
              <a:gdLst/>
              <a:ahLst/>
              <a:cxnLst/>
              <a:rect l="l" t="t" r="r" b="b"/>
              <a:pathLst>
                <a:path w="968" h="827" extrusionOk="0">
                  <a:moveTo>
                    <a:pt x="413" y="1"/>
                  </a:moveTo>
                  <a:cubicBezTo>
                    <a:pt x="201" y="1"/>
                    <a:pt x="1" y="171"/>
                    <a:pt x="1" y="428"/>
                  </a:cubicBezTo>
                  <a:cubicBezTo>
                    <a:pt x="1" y="637"/>
                    <a:pt x="190" y="826"/>
                    <a:pt x="418" y="826"/>
                  </a:cubicBezTo>
                  <a:cubicBezTo>
                    <a:pt x="778" y="826"/>
                    <a:pt x="968" y="390"/>
                    <a:pt x="702" y="125"/>
                  </a:cubicBezTo>
                  <a:cubicBezTo>
                    <a:pt x="617" y="39"/>
                    <a:pt x="514" y="1"/>
                    <a:pt x="4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50"/>
            <p:cNvSpPr/>
            <p:nvPr/>
          </p:nvSpPr>
          <p:spPr>
            <a:xfrm>
              <a:off x="4786863" y="4248100"/>
              <a:ext cx="390650" cy="525850"/>
            </a:xfrm>
            <a:custGeom>
              <a:avLst/>
              <a:gdLst/>
              <a:ahLst/>
              <a:cxnLst/>
              <a:rect l="l" t="t" r="r" b="b"/>
              <a:pathLst>
                <a:path w="15626" h="21034" extrusionOk="0">
                  <a:moveTo>
                    <a:pt x="7813" y="830"/>
                  </a:moveTo>
                  <a:lnTo>
                    <a:pt x="14791" y="2385"/>
                  </a:lnTo>
                  <a:lnTo>
                    <a:pt x="14791" y="11903"/>
                  </a:lnTo>
                  <a:cubicBezTo>
                    <a:pt x="14791" y="14236"/>
                    <a:pt x="13615" y="16416"/>
                    <a:pt x="11681" y="17725"/>
                  </a:cubicBezTo>
                  <a:lnTo>
                    <a:pt x="8040" y="20152"/>
                  </a:lnTo>
                  <a:cubicBezTo>
                    <a:pt x="7965" y="20199"/>
                    <a:pt x="7884" y="20223"/>
                    <a:pt x="7806" y="20223"/>
                  </a:cubicBezTo>
                  <a:cubicBezTo>
                    <a:pt x="7728" y="20223"/>
                    <a:pt x="7652" y="20199"/>
                    <a:pt x="7585" y="20152"/>
                  </a:cubicBezTo>
                  <a:lnTo>
                    <a:pt x="3926" y="17725"/>
                  </a:lnTo>
                  <a:cubicBezTo>
                    <a:pt x="1992" y="16416"/>
                    <a:pt x="816" y="14236"/>
                    <a:pt x="816" y="11903"/>
                  </a:cubicBezTo>
                  <a:lnTo>
                    <a:pt x="816" y="2385"/>
                  </a:lnTo>
                  <a:lnTo>
                    <a:pt x="7813" y="830"/>
                  </a:lnTo>
                  <a:close/>
                  <a:moveTo>
                    <a:pt x="7803" y="0"/>
                  </a:moveTo>
                  <a:cubicBezTo>
                    <a:pt x="7775" y="0"/>
                    <a:pt x="7747" y="5"/>
                    <a:pt x="7718" y="15"/>
                  </a:cubicBezTo>
                  <a:lnTo>
                    <a:pt x="323" y="1664"/>
                  </a:lnTo>
                  <a:cubicBezTo>
                    <a:pt x="134" y="1702"/>
                    <a:pt x="1" y="1873"/>
                    <a:pt x="1" y="2062"/>
                  </a:cubicBezTo>
                  <a:lnTo>
                    <a:pt x="1" y="11922"/>
                  </a:lnTo>
                  <a:cubicBezTo>
                    <a:pt x="1" y="14520"/>
                    <a:pt x="1309" y="16966"/>
                    <a:pt x="3471" y="18407"/>
                  </a:cubicBezTo>
                  <a:lnTo>
                    <a:pt x="7130" y="20834"/>
                  </a:lnTo>
                  <a:cubicBezTo>
                    <a:pt x="7329" y="20967"/>
                    <a:pt x="7566" y="21033"/>
                    <a:pt x="7806" y="21033"/>
                  </a:cubicBezTo>
                  <a:cubicBezTo>
                    <a:pt x="8045" y="21033"/>
                    <a:pt x="8287" y="20967"/>
                    <a:pt x="8496" y="20834"/>
                  </a:cubicBezTo>
                  <a:lnTo>
                    <a:pt x="12136" y="18407"/>
                  </a:lnTo>
                  <a:cubicBezTo>
                    <a:pt x="14317" y="16947"/>
                    <a:pt x="15625" y="14520"/>
                    <a:pt x="15625" y="11903"/>
                  </a:cubicBezTo>
                  <a:lnTo>
                    <a:pt x="15625" y="2062"/>
                  </a:lnTo>
                  <a:cubicBezTo>
                    <a:pt x="15625" y="1873"/>
                    <a:pt x="15473" y="1702"/>
                    <a:pt x="15303" y="1664"/>
                  </a:cubicBezTo>
                  <a:lnTo>
                    <a:pt x="7889" y="15"/>
                  </a:lnTo>
                  <a:cubicBezTo>
                    <a:pt x="7860" y="5"/>
                    <a:pt x="7832" y="0"/>
                    <a:pt x="780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50"/>
            <p:cNvSpPr/>
            <p:nvPr/>
          </p:nvSpPr>
          <p:spPr>
            <a:xfrm>
              <a:off x="4827638" y="4290275"/>
              <a:ext cx="308150" cy="438400"/>
            </a:xfrm>
            <a:custGeom>
              <a:avLst/>
              <a:gdLst/>
              <a:ahLst/>
              <a:cxnLst/>
              <a:rect l="l" t="t" r="r" b="b"/>
              <a:pathLst>
                <a:path w="12326" h="17536" extrusionOk="0">
                  <a:moveTo>
                    <a:pt x="6182" y="830"/>
                  </a:moveTo>
                  <a:lnTo>
                    <a:pt x="11510" y="2025"/>
                  </a:lnTo>
                  <a:lnTo>
                    <a:pt x="11510" y="10216"/>
                  </a:lnTo>
                  <a:cubicBezTo>
                    <a:pt x="11510" y="11999"/>
                    <a:pt x="10638" y="13667"/>
                    <a:pt x="9140" y="14672"/>
                  </a:cubicBezTo>
                  <a:lnTo>
                    <a:pt x="6182" y="16644"/>
                  </a:lnTo>
                  <a:lnTo>
                    <a:pt x="3205" y="14672"/>
                  </a:lnTo>
                  <a:cubicBezTo>
                    <a:pt x="1726" y="13686"/>
                    <a:pt x="835" y="12018"/>
                    <a:pt x="835" y="10235"/>
                  </a:cubicBezTo>
                  <a:lnTo>
                    <a:pt x="835" y="10216"/>
                  </a:lnTo>
                  <a:lnTo>
                    <a:pt x="835" y="2025"/>
                  </a:lnTo>
                  <a:lnTo>
                    <a:pt x="6182" y="830"/>
                  </a:lnTo>
                  <a:close/>
                  <a:moveTo>
                    <a:pt x="6163" y="1"/>
                  </a:moveTo>
                  <a:cubicBezTo>
                    <a:pt x="6130" y="1"/>
                    <a:pt x="6097" y="6"/>
                    <a:pt x="6068" y="15"/>
                  </a:cubicBezTo>
                  <a:lnTo>
                    <a:pt x="323" y="1286"/>
                  </a:lnTo>
                  <a:cubicBezTo>
                    <a:pt x="133" y="1323"/>
                    <a:pt x="1" y="1494"/>
                    <a:pt x="1" y="1684"/>
                  </a:cubicBezTo>
                  <a:lnTo>
                    <a:pt x="1" y="10216"/>
                  </a:lnTo>
                  <a:cubicBezTo>
                    <a:pt x="1" y="12283"/>
                    <a:pt x="1024" y="14198"/>
                    <a:pt x="2750" y="15355"/>
                  </a:cubicBezTo>
                  <a:lnTo>
                    <a:pt x="5954" y="17479"/>
                  </a:lnTo>
                  <a:cubicBezTo>
                    <a:pt x="6011" y="17517"/>
                    <a:pt x="6106" y="17536"/>
                    <a:pt x="6182" y="17536"/>
                  </a:cubicBezTo>
                  <a:cubicBezTo>
                    <a:pt x="6258" y="17536"/>
                    <a:pt x="6353" y="17517"/>
                    <a:pt x="6428" y="17479"/>
                  </a:cubicBezTo>
                  <a:lnTo>
                    <a:pt x="9614" y="15336"/>
                  </a:lnTo>
                  <a:cubicBezTo>
                    <a:pt x="11321" y="14198"/>
                    <a:pt x="12325" y="12264"/>
                    <a:pt x="12325" y="10216"/>
                  </a:cubicBezTo>
                  <a:lnTo>
                    <a:pt x="12325" y="1684"/>
                  </a:lnTo>
                  <a:cubicBezTo>
                    <a:pt x="12325" y="1494"/>
                    <a:pt x="12193" y="1323"/>
                    <a:pt x="12003" y="1286"/>
                  </a:cubicBezTo>
                  <a:lnTo>
                    <a:pt x="6258" y="15"/>
                  </a:lnTo>
                  <a:cubicBezTo>
                    <a:pt x="6229" y="6"/>
                    <a:pt x="6196" y="1"/>
                    <a:pt x="616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50"/>
            <p:cNvSpPr/>
            <p:nvPr/>
          </p:nvSpPr>
          <p:spPr>
            <a:xfrm>
              <a:off x="5007413" y="4341225"/>
              <a:ext cx="91400" cy="34775"/>
            </a:xfrm>
            <a:custGeom>
              <a:avLst/>
              <a:gdLst/>
              <a:ahLst/>
              <a:cxnLst/>
              <a:rect l="l" t="t" r="r" b="b"/>
              <a:pathLst>
                <a:path w="3656" h="1391" extrusionOk="0">
                  <a:moveTo>
                    <a:pt x="587" y="1"/>
                  </a:moveTo>
                  <a:cubicBezTo>
                    <a:pt x="133" y="1"/>
                    <a:pt x="1" y="677"/>
                    <a:pt x="470" y="821"/>
                  </a:cubicBezTo>
                  <a:lnTo>
                    <a:pt x="489" y="821"/>
                  </a:lnTo>
                  <a:cubicBezTo>
                    <a:pt x="3125" y="1390"/>
                    <a:pt x="3011" y="1390"/>
                    <a:pt x="3087" y="1390"/>
                  </a:cubicBezTo>
                  <a:cubicBezTo>
                    <a:pt x="3580" y="1390"/>
                    <a:pt x="3655" y="670"/>
                    <a:pt x="3181" y="575"/>
                  </a:cubicBezTo>
                  <a:lnTo>
                    <a:pt x="660" y="6"/>
                  </a:lnTo>
                  <a:cubicBezTo>
                    <a:pt x="635" y="2"/>
                    <a:pt x="611" y="1"/>
                    <a:pt x="58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50"/>
            <p:cNvSpPr/>
            <p:nvPr/>
          </p:nvSpPr>
          <p:spPr>
            <a:xfrm>
              <a:off x="4910113" y="4396350"/>
              <a:ext cx="143675" cy="207650"/>
            </a:xfrm>
            <a:custGeom>
              <a:avLst/>
              <a:gdLst/>
              <a:ahLst/>
              <a:cxnLst/>
              <a:rect l="l" t="t" r="r" b="b"/>
              <a:pathLst>
                <a:path w="5747" h="8306" extrusionOk="0">
                  <a:moveTo>
                    <a:pt x="2883" y="906"/>
                  </a:moveTo>
                  <a:cubicBezTo>
                    <a:pt x="3499" y="906"/>
                    <a:pt x="4115" y="1318"/>
                    <a:pt x="4115" y="2143"/>
                  </a:cubicBezTo>
                  <a:lnTo>
                    <a:pt x="4115" y="2541"/>
                  </a:lnTo>
                  <a:lnTo>
                    <a:pt x="1650" y="2541"/>
                  </a:lnTo>
                  <a:lnTo>
                    <a:pt x="1650" y="2143"/>
                  </a:lnTo>
                  <a:cubicBezTo>
                    <a:pt x="1650" y="1318"/>
                    <a:pt x="2267" y="906"/>
                    <a:pt x="2883" y="906"/>
                  </a:cubicBezTo>
                  <a:close/>
                  <a:moveTo>
                    <a:pt x="4931" y="3376"/>
                  </a:moveTo>
                  <a:lnTo>
                    <a:pt x="4931" y="7471"/>
                  </a:lnTo>
                  <a:lnTo>
                    <a:pt x="816" y="7471"/>
                  </a:lnTo>
                  <a:lnTo>
                    <a:pt x="816" y="3376"/>
                  </a:lnTo>
                  <a:close/>
                  <a:moveTo>
                    <a:pt x="2883" y="1"/>
                  </a:moveTo>
                  <a:cubicBezTo>
                    <a:pt x="1707" y="1"/>
                    <a:pt x="778" y="968"/>
                    <a:pt x="816" y="2143"/>
                  </a:cubicBezTo>
                  <a:lnTo>
                    <a:pt x="816" y="2541"/>
                  </a:lnTo>
                  <a:lnTo>
                    <a:pt x="418" y="2541"/>
                  </a:lnTo>
                  <a:cubicBezTo>
                    <a:pt x="190" y="2541"/>
                    <a:pt x="1" y="2731"/>
                    <a:pt x="1" y="2959"/>
                  </a:cubicBezTo>
                  <a:lnTo>
                    <a:pt x="1" y="7889"/>
                  </a:lnTo>
                  <a:cubicBezTo>
                    <a:pt x="1" y="8116"/>
                    <a:pt x="190" y="8306"/>
                    <a:pt x="418" y="8306"/>
                  </a:cubicBezTo>
                  <a:lnTo>
                    <a:pt x="5348" y="8306"/>
                  </a:lnTo>
                  <a:cubicBezTo>
                    <a:pt x="5575" y="8287"/>
                    <a:pt x="5746" y="8116"/>
                    <a:pt x="5746" y="7889"/>
                  </a:cubicBezTo>
                  <a:lnTo>
                    <a:pt x="5746" y="2959"/>
                  </a:lnTo>
                  <a:cubicBezTo>
                    <a:pt x="5746" y="2731"/>
                    <a:pt x="5575" y="2541"/>
                    <a:pt x="5348" y="2541"/>
                  </a:cubicBezTo>
                  <a:lnTo>
                    <a:pt x="4931" y="2541"/>
                  </a:lnTo>
                  <a:lnTo>
                    <a:pt x="4931" y="2143"/>
                  </a:lnTo>
                  <a:cubicBezTo>
                    <a:pt x="4969" y="968"/>
                    <a:pt x="4040" y="1"/>
                    <a:pt x="288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50"/>
            <p:cNvSpPr/>
            <p:nvPr/>
          </p:nvSpPr>
          <p:spPr>
            <a:xfrm>
              <a:off x="4971738" y="4501075"/>
              <a:ext cx="20425" cy="60850"/>
            </a:xfrm>
            <a:custGeom>
              <a:avLst/>
              <a:gdLst/>
              <a:ahLst/>
              <a:cxnLst/>
              <a:rect l="l" t="t" r="r" b="b"/>
              <a:pathLst>
                <a:path w="817" h="2434" extrusionOk="0">
                  <a:moveTo>
                    <a:pt x="387" y="1"/>
                  </a:moveTo>
                  <a:cubicBezTo>
                    <a:pt x="173" y="1"/>
                    <a:pt x="1" y="183"/>
                    <a:pt x="1" y="400"/>
                  </a:cubicBezTo>
                  <a:lnTo>
                    <a:pt x="1" y="2050"/>
                  </a:lnTo>
                  <a:cubicBezTo>
                    <a:pt x="20" y="2306"/>
                    <a:pt x="214" y="2434"/>
                    <a:pt x="408" y="2434"/>
                  </a:cubicBezTo>
                  <a:cubicBezTo>
                    <a:pt x="603" y="2434"/>
                    <a:pt x="797" y="2306"/>
                    <a:pt x="816" y="2050"/>
                  </a:cubicBezTo>
                  <a:lnTo>
                    <a:pt x="816" y="400"/>
                  </a:lnTo>
                  <a:cubicBezTo>
                    <a:pt x="816" y="173"/>
                    <a:pt x="645" y="2"/>
                    <a:pt x="418" y="2"/>
                  </a:cubicBezTo>
                  <a:cubicBezTo>
                    <a:pt x="407" y="1"/>
                    <a:pt x="397" y="1"/>
                    <a:pt x="38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62" name="Google Shape;2962;p50"/>
          <p:cNvGrpSpPr/>
          <p:nvPr/>
        </p:nvGrpSpPr>
        <p:grpSpPr>
          <a:xfrm>
            <a:off x="6023389" y="3378285"/>
            <a:ext cx="277693" cy="365764"/>
            <a:chOff x="5334863" y="4283925"/>
            <a:chExt cx="370900" cy="489775"/>
          </a:xfrm>
        </p:grpSpPr>
        <p:sp>
          <p:nvSpPr>
            <p:cNvPr id="2963" name="Google Shape;2963;p50"/>
            <p:cNvSpPr/>
            <p:nvPr/>
          </p:nvSpPr>
          <p:spPr>
            <a:xfrm>
              <a:off x="5405013" y="4331875"/>
              <a:ext cx="229450" cy="394425"/>
            </a:xfrm>
            <a:custGeom>
              <a:avLst/>
              <a:gdLst/>
              <a:ahLst/>
              <a:cxnLst/>
              <a:rect l="l" t="t" r="r" b="b"/>
              <a:pathLst>
                <a:path w="9178" h="15777" extrusionOk="0">
                  <a:moveTo>
                    <a:pt x="1" y="1"/>
                  </a:moveTo>
                  <a:lnTo>
                    <a:pt x="1" y="3092"/>
                  </a:lnTo>
                  <a:cubicBezTo>
                    <a:pt x="1" y="5101"/>
                    <a:pt x="1100" y="6941"/>
                    <a:pt x="2864" y="7889"/>
                  </a:cubicBezTo>
                  <a:cubicBezTo>
                    <a:pt x="1100" y="8818"/>
                    <a:pt x="1" y="10657"/>
                    <a:pt x="1" y="12667"/>
                  </a:cubicBezTo>
                  <a:lnTo>
                    <a:pt x="1" y="15777"/>
                  </a:lnTo>
                  <a:lnTo>
                    <a:pt x="9178" y="15777"/>
                  </a:lnTo>
                  <a:lnTo>
                    <a:pt x="9178" y="12667"/>
                  </a:lnTo>
                  <a:cubicBezTo>
                    <a:pt x="9178" y="10657"/>
                    <a:pt x="8078" y="8818"/>
                    <a:pt x="6315" y="7870"/>
                  </a:cubicBezTo>
                  <a:cubicBezTo>
                    <a:pt x="8078" y="6941"/>
                    <a:pt x="9178" y="5101"/>
                    <a:pt x="9178" y="3092"/>
                  </a:cubicBezTo>
                  <a:lnTo>
                    <a:pt x="91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50"/>
            <p:cNvSpPr/>
            <p:nvPr/>
          </p:nvSpPr>
          <p:spPr>
            <a:xfrm>
              <a:off x="5366613" y="4293475"/>
              <a:ext cx="306250" cy="38425"/>
            </a:xfrm>
            <a:custGeom>
              <a:avLst/>
              <a:gdLst/>
              <a:ahLst/>
              <a:cxnLst/>
              <a:rect l="l" t="t" r="r" b="b"/>
              <a:pathLst>
                <a:path w="12250" h="1537" extrusionOk="0">
                  <a:moveTo>
                    <a:pt x="1" y="1"/>
                  </a:moveTo>
                  <a:lnTo>
                    <a:pt x="1" y="759"/>
                  </a:lnTo>
                  <a:cubicBezTo>
                    <a:pt x="1" y="1177"/>
                    <a:pt x="342" y="1537"/>
                    <a:pt x="759" y="1537"/>
                  </a:cubicBezTo>
                  <a:lnTo>
                    <a:pt x="11491" y="1537"/>
                  </a:lnTo>
                  <a:cubicBezTo>
                    <a:pt x="11909" y="1537"/>
                    <a:pt x="12250" y="1177"/>
                    <a:pt x="12250" y="759"/>
                  </a:cubicBezTo>
                  <a:lnTo>
                    <a:pt x="12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50"/>
            <p:cNvSpPr/>
            <p:nvPr/>
          </p:nvSpPr>
          <p:spPr>
            <a:xfrm>
              <a:off x="5366638" y="4726275"/>
              <a:ext cx="306700" cy="37950"/>
            </a:xfrm>
            <a:custGeom>
              <a:avLst/>
              <a:gdLst/>
              <a:ahLst/>
              <a:cxnLst/>
              <a:rect l="l" t="t" r="r" b="b"/>
              <a:pathLst>
                <a:path w="12268" h="1518" extrusionOk="0">
                  <a:moveTo>
                    <a:pt x="746" y="0"/>
                  </a:moveTo>
                  <a:cubicBezTo>
                    <a:pt x="342" y="0"/>
                    <a:pt x="0" y="353"/>
                    <a:pt x="19" y="759"/>
                  </a:cubicBezTo>
                  <a:lnTo>
                    <a:pt x="19" y="1518"/>
                  </a:lnTo>
                  <a:lnTo>
                    <a:pt x="12249" y="1518"/>
                  </a:lnTo>
                  <a:lnTo>
                    <a:pt x="12249" y="759"/>
                  </a:lnTo>
                  <a:lnTo>
                    <a:pt x="12268" y="759"/>
                  </a:lnTo>
                  <a:cubicBezTo>
                    <a:pt x="12268" y="353"/>
                    <a:pt x="11944" y="0"/>
                    <a:pt x="11523" y="0"/>
                  </a:cubicBezTo>
                  <a:cubicBezTo>
                    <a:pt x="11512" y="0"/>
                    <a:pt x="11501" y="0"/>
                    <a:pt x="11490" y="1"/>
                  </a:cubicBezTo>
                  <a:lnTo>
                    <a:pt x="777" y="1"/>
                  </a:lnTo>
                  <a:cubicBezTo>
                    <a:pt x="767" y="0"/>
                    <a:pt x="756" y="0"/>
                    <a:pt x="7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50"/>
            <p:cNvSpPr/>
            <p:nvPr/>
          </p:nvSpPr>
          <p:spPr>
            <a:xfrm>
              <a:off x="5443413" y="4650900"/>
              <a:ext cx="153150" cy="75400"/>
            </a:xfrm>
            <a:custGeom>
              <a:avLst/>
              <a:gdLst/>
              <a:ahLst/>
              <a:cxnLst/>
              <a:rect l="l" t="t" r="r" b="b"/>
              <a:pathLst>
                <a:path w="6126" h="3016" extrusionOk="0">
                  <a:moveTo>
                    <a:pt x="3053" y="1"/>
                  </a:moveTo>
                  <a:lnTo>
                    <a:pt x="2048" y="532"/>
                  </a:lnTo>
                  <a:cubicBezTo>
                    <a:pt x="778" y="1214"/>
                    <a:pt x="1" y="1556"/>
                    <a:pt x="1" y="3016"/>
                  </a:cubicBezTo>
                  <a:lnTo>
                    <a:pt x="6125" y="3016"/>
                  </a:lnTo>
                  <a:cubicBezTo>
                    <a:pt x="6125" y="1556"/>
                    <a:pt x="5329" y="1214"/>
                    <a:pt x="4058" y="532"/>
                  </a:cubicBezTo>
                  <a:lnTo>
                    <a:pt x="30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50"/>
            <p:cNvSpPr/>
            <p:nvPr/>
          </p:nvSpPr>
          <p:spPr>
            <a:xfrm>
              <a:off x="5443413" y="4401275"/>
              <a:ext cx="152675" cy="106975"/>
            </a:xfrm>
            <a:custGeom>
              <a:avLst/>
              <a:gdLst/>
              <a:ahLst/>
              <a:cxnLst/>
              <a:rect l="l" t="t" r="r" b="b"/>
              <a:pathLst>
                <a:path w="6107" h="4279" extrusionOk="0">
                  <a:moveTo>
                    <a:pt x="4304" y="0"/>
                  </a:moveTo>
                  <a:cubicBezTo>
                    <a:pt x="3840" y="0"/>
                    <a:pt x="3393" y="184"/>
                    <a:pt x="3053" y="524"/>
                  </a:cubicBezTo>
                  <a:cubicBezTo>
                    <a:pt x="2714" y="849"/>
                    <a:pt x="2269" y="1029"/>
                    <a:pt x="1814" y="1029"/>
                  </a:cubicBezTo>
                  <a:cubicBezTo>
                    <a:pt x="1632" y="1029"/>
                    <a:pt x="1449" y="1001"/>
                    <a:pt x="1271" y="941"/>
                  </a:cubicBezTo>
                  <a:lnTo>
                    <a:pt x="1" y="524"/>
                  </a:lnTo>
                  <a:lnTo>
                    <a:pt x="1" y="524"/>
                  </a:lnTo>
                  <a:cubicBezTo>
                    <a:pt x="57" y="1870"/>
                    <a:pt x="835" y="3103"/>
                    <a:pt x="2048" y="3748"/>
                  </a:cubicBezTo>
                  <a:lnTo>
                    <a:pt x="3053" y="4278"/>
                  </a:lnTo>
                  <a:lnTo>
                    <a:pt x="4058" y="3748"/>
                  </a:lnTo>
                  <a:cubicBezTo>
                    <a:pt x="5253" y="3103"/>
                    <a:pt x="6049" y="1870"/>
                    <a:pt x="6106" y="505"/>
                  </a:cubicBezTo>
                  <a:lnTo>
                    <a:pt x="4855" y="88"/>
                  </a:lnTo>
                  <a:cubicBezTo>
                    <a:pt x="4672" y="29"/>
                    <a:pt x="4487" y="0"/>
                    <a:pt x="4304" y="0"/>
                  </a:cubicBezTo>
                  <a:close/>
                </a:path>
              </a:pathLst>
            </a:custGeom>
            <a:solidFill>
              <a:srgbClr val="FF58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50"/>
            <p:cNvSpPr/>
            <p:nvPr/>
          </p:nvSpPr>
          <p:spPr>
            <a:xfrm>
              <a:off x="5506938" y="4601600"/>
              <a:ext cx="22300" cy="19225"/>
            </a:xfrm>
            <a:custGeom>
              <a:avLst/>
              <a:gdLst/>
              <a:ahLst/>
              <a:cxnLst/>
              <a:rect l="l" t="t" r="r" b="b"/>
              <a:pathLst>
                <a:path w="892" h="769" extrusionOk="0">
                  <a:moveTo>
                    <a:pt x="512" y="1"/>
                  </a:moveTo>
                  <a:cubicBezTo>
                    <a:pt x="171" y="1"/>
                    <a:pt x="0" y="418"/>
                    <a:pt x="247" y="665"/>
                  </a:cubicBezTo>
                  <a:cubicBezTo>
                    <a:pt x="324" y="736"/>
                    <a:pt x="417" y="768"/>
                    <a:pt x="507" y="768"/>
                  </a:cubicBezTo>
                  <a:cubicBezTo>
                    <a:pt x="704" y="768"/>
                    <a:pt x="892" y="614"/>
                    <a:pt x="892" y="380"/>
                  </a:cubicBezTo>
                  <a:cubicBezTo>
                    <a:pt x="892" y="172"/>
                    <a:pt x="721" y="1"/>
                    <a:pt x="5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50"/>
            <p:cNvSpPr/>
            <p:nvPr/>
          </p:nvSpPr>
          <p:spPr>
            <a:xfrm>
              <a:off x="5334863" y="4283925"/>
              <a:ext cx="370900" cy="489775"/>
            </a:xfrm>
            <a:custGeom>
              <a:avLst/>
              <a:gdLst/>
              <a:ahLst/>
              <a:cxnLst/>
              <a:rect l="l" t="t" r="r" b="b"/>
              <a:pathLst>
                <a:path w="14836" h="19591" extrusionOk="0">
                  <a:moveTo>
                    <a:pt x="13141" y="762"/>
                  </a:moveTo>
                  <a:lnTo>
                    <a:pt x="13141" y="1141"/>
                  </a:lnTo>
                  <a:cubicBezTo>
                    <a:pt x="13122" y="1350"/>
                    <a:pt x="12951" y="1521"/>
                    <a:pt x="12742" y="1521"/>
                  </a:cubicBezTo>
                  <a:lnTo>
                    <a:pt x="2029" y="1521"/>
                  </a:lnTo>
                  <a:cubicBezTo>
                    <a:pt x="1821" y="1521"/>
                    <a:pt x="1650" y="1350"/>
                    <a:pt x="1650" y="1141"/>
                  </a:cubicBezTo>
                  <a:lnTo>
                    <a:pt x="1650" y="762"/>
                  </a:lnTo>
                  <a:close/>
                  <a:moveTo>
                    <a:pt x="7395" y="15097"/>
                  </a:moveTo>
                  <a:lnTo>
                    <a:pt x="8381" y="15628"/>
                  </a:lnTo>
                  <a:cubicBezTo>
                    <a:pt x="9405" y="16178"/>
                    <a:pt x="9936" y="16462"/>
                    <a:pt x="10050" y="17297"/>
                  </a:cubicBezTo>
                  <a:lnTo>
                    <a:pt x="4741" y="17297"/>
                  </a:lnTo>
                  <a:cubicBezTo>
                    <a:pt x="4854" y="16462"/>
                    <a:pt x="5385" y="16178"/>
                    <a:pt x="6428" y="15628"/>
                  </a:cubicBezTo>
                  <a:lnTo>
                    <a:pt x="7395" y="15097"/>
                  </a:lnTo>
                  <a:close/>
                  <a:moveTo>
                    <a:pt x="11605" y="2298"/>
                  </a:moveTo>
                  <a:lnTo>
                    <a:pt x="11605" y="5010"/>
                  </a:lnTo>
                  <a:cubicBezTo>
                    <a:pt x="11605" y="6868"/>
                    <a:pt x="10581" y="8574"/>
                    <a:pt x="8931" y="9465"/>
                  </a:cubicBezTo>
                  <a:cubicBezTo>
                    <a:pt x="8666" y="9598"/>
                    <a:pt x="8666" y="9996"/>
                    <a:pt x="8931" y="10129"/>
                  </a:cubicBezTo>
                  <a:cubicBezTo>
                    <a:pt x="10581" y="11001"/>
                    <a:pt x="11605" y="12727"/>
                    <a:pt x="11605" y="14585"/>
                  </a:cubicBezTo>
                  <a:lnTo>
                    <a:pt x="11605" y="17297"/>
                  </a:lnTo>
                  <a:lnTo>
                    <a:pt x="10808" y="17297"/>
                  </a:lnTo>
                  <a:cubicBezTo>
                    <a:pt x="10676" y="15988"/>
                    <a:pt x="9803" y="15514"/>
                    <a:pt x="8723" y="14945"/>
                  </a:cubicBezTo>
                  <a:lnTo>
                    <a:pt x="7566" y="14339"/>
                  </a:lnTo>
                  <a:cubicBezTo>
                    <a:pt x="7509" y="14301"/>
                    <a:pt x="7447" y="14282"/>
                    <a:pt x="7386" y="14282"/>
                  </a:cubicBezTo>
                  <a:cubicBezTo>
                    <a:pt x="7324" y="14282"/>
                    <a:pt x="7263" y="14301"/>
                    <a:pt x="7206" y="14339"/>
                  </a:cubicBezTo>
                  <a:lnTo>
                    <a:pt x="6049" y="14945"/>
                  </a:lnTo>
                  <a:cubicBezTo>
                    <a:pt x="4968" y="15514"/>
                    <a:pt x="4096" y="15988"/>
                    <a:pt x="3963" y="17297"/>
                  </a:cubicBezTo>
                  <a:lnTo>
                    <a:pt x="3186" y="17297"/>
                  </a:lnTo>
                  <a:lnTo>
                    <a:pt x="3186" y="14585"/>
                  </a:lnTo>
                  <a:cubicBezTo>
                    <a:pt x="3186" y="12727"/>
                    <a:pt x="4210" y="11020"/>
                    <a:pt x="5840" y="10129"/>
                  </a:cubicBezTo>
                  <a:lnTo>
                    <a:pt x="5859" y="10129"/>
                  </a:lnTo>
                  <a:cubicBezTo>
                    <a:pt x="6125" y="9977"/>
                    <a:pt x="6125" y="9598"/>
                    <a:pt x="5859" y="9446"/>
                  </a:cubicBezTo>
                  <a:cubicBezTo>
                    <a:pt x="4210" y="8574"/>
                    <a:pt x="3186" y="6868"/>
                    <a:pt x="3186" y="5010"/>
                  </a:cubicBezTo>
                  <a:lnTo>
                    <a:pt x="3186" y="2298"/>
                  </a:lnTo>
                  <a:close/>
                  <a:moveTo>
                    <a:pt x="12761" y="18074"/>
                  </a:moveTo>
                  <a:cubicBezTo>
                    <a:pt x="12970" y="18074"/>
                    <a:pt x="13141" y="18245"/>
                    <a:pt x="13141" y="18453"/>
                  </a:cubicBezTo>
                  <a:lnTo>
                    <a:pt x="13141" y="18832"/>
                  </a:lnTo>
                  <a:lnTo>
                    <a:pt x="1650" y="18832"/>
                  </a:lnTo>
                  <a:lnTo>
                    <a:pt x="1650" y="18453"/>
                  </a:lnTo>
                  <a:cubicBezTo>
                    <a:pt x="1650" y="18245"/>
                    <a:pt x="1821" y="18074"/>
                    <a:pt x="2029" y="18074"/>
                  </a:cubicBezTo>
                  <a:close/>
                  <a:moveTo>
                    <a:pt x="14332" y="1"/>
                  </a:moveTo>
                  <a:cubicBezTo>
                    <a:pt x="14314" y="1"/>
                    <a:pt x="14297" y="2"/>
                    <a:pt x="14278" y="4"/>
                  </a:cubicBezTo>
                  <a:lnTo>
                    <a:pt x="512" y="4"/>
                  </a:lnTo>
                  <a:cubicBezTo>
                    <a:pt x="38" y="23"/>
                    <a:pt x="38" y="724"/>
                    <a:pt x="512" y="762"/>
                  </a:cubicBezTo>
                  <a:lnTo>
                    <a:pt x="892" y="762"/>
                  </a:lnTo>
                  <a:lnTo>
                    <a:pt x="892" y="1141"/>
                  </a:lnTo>
                  <a:cubicBezTo>
                    <a:pt x="892" y="1786"/>
                    <a:pt x="1403" y="2298"/>
                    <a:pt x="2029" y="2298"/>
                  </a:cubicBezTo>
                  <a:lnTo>
                    <a:pt x="2427" y="2298"/>
                  </a:lnTo>
                  <a:lnTo>
                    <a:pt x="2427" y="5010"/>
                  </a:lnTo>
                  <a:cubicBezTo>
                    <a:pt x="2408" y="6925"/>
                    <a:pt x="3357" y="8707"/>
                    <a:pt x="4930" y="9807"/>
                  </a:cubicBezTo>
                  <a:cubicBezTo>
                    <a:pt x="3357" y="10888"/>
                    <a:pt x="2427" y="12670"/>
                    <a:pt x="2427" y="14585"/>
                  </a:cubicBezTo>
                  <a:lnTo>
                    <a:pt x="2427" y="17297"/>
                  </a:lnTo>
                  <a:lnTo>
                    <a:pt x="2029" y="17297"/>
                  </a:lnTo>
                  <a:cubicBezTo>
                    <a:pt x="1403" y="17297"/>
                    <a:pt x="892" y="17808"/>
                    <a:pt x="892" y="18453"/>
                  </a:cubicBezTo>
                  <a:lnTo>
                    <a:pt x="892" y="18832"/>
                  </a:lnTo>
                  <a:lnTo>
                    <a:pt x="493" y="18832"/>
                  </a:lnTo>
                  <a:cubicBezTo>
                    <a:pt x="0" y="18832"/>
                    <a:pt x="0" y="19591"/>
                    <a:pt x="493" y="19591"/>
                  </a:cubicBezTo>
                  <a:lnTo>
                    <a:pt x="14278" y="19591"/>
                  </a:lnTo>
                  <a:cubicBezTo>
                    <a:pt x="14790" y="19591"/>
                    <a:pt x="14790" y="18832"/>
                    <a:pt x="14278" y="18832"/>
                  </a:cubicBezTo>
                  <a:lnTo>
                    <a:pt x="13899" y="18832"/>
                  </a:lnTo>
                  <a:lnTo>
                    <a:pt x="13899" y="18453"/>
                  </a:lnTo>
                  <a:cubicBezTo>
                    <a:pt x="13899" y="17808"/>
                    <a:pt x="13387" y="17297"/>
                    <a:pt x="12761" y="17297"/>
                  </a:cubicBezTo>
                  <a:lnTo>
                    <a:pt x="12382" y="17297"/>
                  </a:lnTo>
                  <a:lnTo>
                    <a:pt x="12382" y="14585"/>
                  </a:lnTo>
                  <a:cubicBezTo>
                    <a:pt x="12382" y="12670"/>
                    <a:pt x="11434" y="10888"/>
                    <a:pt x="9860" y="9788"/>
                  </a:cubicBezTo>
                  <a:cubicBezTo>
                    <a:pt x="11434" y="8707"/>
                    <a:pt x="12382" y="6925"/>
                    <a:pt x="12382" y="5010"/>
                  </a:cubicBezTo>
                  <a:lnTo>
                    <a:pt x="12382" y="2298"/>
                  </a:lnTo>
                  <a:lnTo>
                    <a:pt x="12761" y="2298"/>
                  </a:lnTo>
                  <a:cubicBezTo>
                    <a:pt x="13387" y="2298"/>
                    <a:pt x="13899" y="1786"/>
                    <a:pt x="13899" y="1141"/>
                  </a:cubicBezTo>
                  <a:lnTo>
                    <a:pt x="13899" y="762"/>
                  </a:lnTo>
                  <a:lnTo>
                    <a:pt x="14278" y="762"/>
                  </a:lnTo>
                  <a:cubicBezTo>
                    <a:pt x="14291" y="763"/>
                    <a:pt x="14303" y="763"/>
                    <a:pt x="14315" y="763"/>
                  </a:cubicBezTo>
                  <a:cubicBezTo>
                    <a:pt x="14829" y="763"/>
                    <a:pt x="14835" y="1"/>
                    <a:pt x="14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50"/>
            <p:cNvSpPr/>
            <p:nvPr/>
          </p:nvSpPr>
          <p:spPr>
            <a:xfrm>
              <a:off x="5433463" y="4391800"/>
              <a:ext cx="172575" cy="191225"/>
            </a:xfrm>
            <a:custGeom>
              <a:avLst/>
              <a:gdLst/>
              <a:ahLst/>
              <a:cxnLst/>
              <a:rect l="l" t="t" r="r" b="b"/>
              <a:pathLst>
                <a:path w="6903" h="7649" extrusionOk="0">
                  <a:moveTo>
                    <a:pt x="4684" y="770"/>
                  </a:moveTo>
                  <a:cubicBezTo>
                    <a:pt x="4836" y="770"/>
                    <a:pt x="4987" y="789"/>
                    <a:pt x="5120" y="827"/>
                  </a:cubicBezTo>
                  <a:lnTo>
                    <a:pt x="6106" y="1150"/>
                  </a:lnTo>
                  <a:cubicBezTo>
                    <a:pt x="5973" y="2287"/>
                    <a:pt x="5272" y="3273"/>
                    <a:pt x="4286" y="3785"/>
                  </a:cubicBezTo>
                  <a:lnTo>
                    <a:pt x="3451" y="4240"/>
                  </a:lnTo>
                  <a:lnTo>
                    <a:pt x="2636" y="3785"/>
                  </a:lnTo>
                  <a:cubicBezTo>
                    <a:pt x="1726" y="3311"/>
                    <a:pt x="1062" y="2458"/>
                    <a:pt x="854" y="1453"/>
                  </a:cubicBezTo>
                  <a:lnTo>
                    <a:pt x="854" y="1453"/>
                  </a:lnTo>
                  <a:lnTo>
                    <a:pt x="1536" y="1681"/>
                  </a:lnTo>
                  <a:cubicBezTo>
                    <a:pt x="1760" y="1752"/>
                    <a:pt x="1989" y="1786"/>
                    <a:pt x="2214" y="1786"/>
                  </a:cubicBezTo>
                  <a:cubicBezTo>
                    <a:pt x="2772" y="1786"/>
                    <a:pt x="3312" y="1574"/>
                    <a:pt x="3717" y="1169"/>
                  </a:cubicBezTo>
                  <a:cubicBezTo>
                    <a:pt x="3982" y="903"/>
                    <a:pt x="4324" y="770"/>
                    <a:pt x="4684" y="770"/>
                  </a:cubicBezTo>
                  <a:close/>
                  <a:moveTo>
                    <a:pt x="4697" y="1"/>
                  </a:moveTo>
                  <a:cubicBezTo>
                    <a:pt x="4140" y="1"/>
                    <a:pt x="3591" y="214"/>
                    <a:pt x="3186" y="619"/>
                  </a:cubicBezTo>
                  <a:cubicBezTo>
                    <a:pt x="2915" y="890"/>
                    <a:pt x="2567" y="1025"/>
                    <a:pt x="2210" y="1025"/>
                  </a:cubicBezTo>
                  <a:cubicBezTo>
                    <a:pt x="2068" y="1025"/>
                    <a:pt x="1924" y="1003"/>
                    <a:pt x="1783" y="960"/>
                  </a:cubicBezTo>
                  <a:lnTo>
                    <a:pt x="512" y="524"/>
                  </a:lnTo>
                  <a:cubicBezTo>
                    <a:pt x="474" y="511"/>
                    <a:pt x="434" y="505"/>
                    <a:pt x="394" y="505"/>
                  </a:cubicBezTo>
                  <a:cubicBezTo>
                    <a:pt x="314" y="505"/>
                    <a:pt x="234" y="530"/>
                    <a:pt x="171" y="581"/>
                  </a:cubicBezTo>
                  <a:cubicBezTo>
                    <a:pt x="57" y="657"/>
                    <a:pt x="0" y="789"/>
                    <a:pt x="19" y="922"/>
                  </a:cubicBezTo>
                  <a:cubicBezTo>
                    <a:pt x="76" y="2420"/>
                    <a:pt x="948" y="3766"/>
                    <a:pt x="2276" y="4468"/>
                  </a:cubicBezTo>
                  <a:lnTo>
                    <a:pt x="3072" y="4904"/>
                  </a:lnTo>
                  <a:lnTo>
                    <a:pt x="3072" y="7236"/>
                  </a:lnTo>
                  <a:cubicBezTo>
                    <a:pt x="3053" y="7511"/>
                    <a:pt x="3257" y="7649"/>
                    <a:pt x="3458" y="7649"/>
                  </a:cubicBezTo>
                  <a:cubicBezTo>
                    <a:pt x="3660" y="7649"/>
                    <a:pt x="3859" y="7511"/>
                    <a:pt x="3831" y="7236"/>
                  </a:cubicBezTo>
                  <a:lnTo>
                    <a:pt x="3831" y="4904"/>
                  </a:lnTo>
                  <a:lnTo>
                    <a:pt x="4627" y="4468"/>
                  </a:lnTo>
                  <a:cubicBezTo>
                    <a:pt x="5954" y="3766"/>
                    <a:pt x="6826" y="2420"/>
                    <a:pt x="6902" y="922"/>
                  </a:cubicBezTo>
                  <a:cubicBezTo>
                    <a:pt x="6902" y="732"/>
                    <a:pt x="6789" y="581"/>
                    <a:pt x="6637" y="524"/>
                  </a:cubicBezTo>
                  <a:lnTo>
                    <a:pt x="5366" y="107"/>
                  </a:lnTo>
                  <a:cubicBezTo>
                    <a:pt x="5148" y="36"/>
                    <a:pt x="4922" y="1"/>
                    <a:pt x="469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71" name="Google Shape;2971;p50"/>
          <p:cNvGrpSpPr/>
          <p:nvPr/>
        </p:nvGrpSpPr>
        <p:grpSpPr>
          <a:xfrm>
            <a:off x="6693085" y="3412239"/>
            <a:ext cx="365778" cy="297855"/>
            <a:chOff x="5899913" y="4248925"/>
            <a:chExt cx="639025" cy="524300"/>
          </a:xfrm>
        </p:grpSpPr>
        <p:sp>
          <p:nvSpPr>
            <p:cNvPr id="2972" name="Google Shape;2972;p50"/>
            <p:cNvSpPr/>
            <p:nvPr/>
          </p:nvSpPr>
          <p:spPr>
            <a:xfrm>
              <a:off x="5937363" y="4261725"/>
              <a:ext cx="564600" cy="399175"/>
            </a:xfrm>
            <a:custGeom>
              <a:avLst/>
              <a:gdLst/>
              <a:ahLst/>
              <a:cxnLst/>
              <a:rect l="l" t="t" r="r" b="b"/>
              <a:pathLst>
                <a:path w="22584" h="15967" extrusionOk="0">
                  <a:moveTo>
                    <a:pt x="1005" y="1"/>
                  </a:moveTo>
                  <a:cubicBezTo>
                    <a:pt x="455" y="1"/>
                    <a:pt x="0" y="437"/>
                    <a:pt x="19" y="986"/>
                  </a:cubicBezTo>
                  <a:lnTo>
                    <a:pt x="19" y="15966"/>
                  </a:lnTo>
                  <a:lnTo>
                    <a:pt x="22584" y="15966"/>
                  </a:lnTo>
                  <a:lnTo>
                    <a:pt x="22584" y="986"/>
                  </a:lnTo>
                  <a:cubicBezTo>
                    <a:pt x="22584" y="437"/>
                    <a:pt x="22128" y="1"/>
                    <a:pt x="2157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50"/>
            <p:cNvSpPr/>
            <p:nvPr/>
          </p:nvSpPr>
          <p:spPr>
            <a:xfrm>
              <a:off x="6070088" y="4498750"/>
              <a:ext cx="299150" cy="112375"/>
            </a:xfrm>
            <a:custGeom>
              <a:avLst/>
              <a:gdLst/>
              <a:ahLst/>
              <a:cxnLst/>
              <a:rect l="l" t="t" r="r" b="b"/>
              <a:pathLst>
                <a:path w="11966" h="4495" extrusionOk="0">
                  <a:moveTo>
                    <a:pt x="2997" y="0"/>
                  </a:moveTo>
                  <a:lnTo>
                    <a:pt x="1" y="1498"/>
                  </a:lnTo>
                  <a:lnTo>
                    <a:pt x="5992" y="4494"/>
                  </a:lnTo>
                  <a:lnTo>
                    <a:pt x="11965" y="1498"/>
                  </a:lnTo>
                  <a:lnTo>
                    <a:pt x="898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50"/>
            <p:cNvSpPr/>
            <p:nvPr/>
          </p:nvSpPr>
          <p:spPr>
            <a:xfrm>
              <a:off x="6070088" y="4423850"/>
              <a:ext cx="299150" cy="112375"/>
            </a:xfrm>
            <a:custGeom>
              <a:avLst/>
              <a:gdLst/>
              <a:ahLst/>
              <a:cxnLst/>
              <a:rect l="l" t="t" r="r" b="b"/>
              <a:pathLst>
                <a:path w="11966" h="4495" extrusionOk="0">
                  <a:moveTo>
                    <a:pt x="2997" y="0"/>
                  </a:moveTo>
                  <a:lnTo>
                    <a:pt x="1" y="1517"/>
                  </a:lnTo>
                  <a:lnTo>
                    <a:pt x="5992" y="4494"/>
                  </a:lnTo>
                  <a:lnTo>
                    <a:pt x="11965" y="1517"/>
                  </a:lnTo>
                  <a:lnTo>
                    <a:pt x="8988" y="0"/>
                  </a:lnTo>
                  <a:close/>
                </a:path>
              </a:pathLst>
            </a:custGeom>
            <a:solidFill>
              <a:srgbClr val="DBA0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50"/>
            <p:cNvSpPr/>
            <p:nvPr/>
          </p:nvSpPr>
          <p:spPr>
            <a:xfrm>
              <a:off x="6070088" y="4311975"/>
              <a:ext cx="299150" cy="149825"/>
            </a:xfrm>
            <a:custGeom>
              <a:avLst/>
              <a:gdLst/>
              <a:ahLst/>
              <a:cxnLst/>
              <a:rect l="l" t="t" r="r" b="b"/>
              <a:pathLst>
                <a:path w="11966" h="5993" extrusionOk="0">
                  <a:moveTo>
                    <a:pt x="5992" y="0"/>
                  </a:moveTo>
                  <a:lnTo>
                    <a:pt x="1" y="2996"/>
                  </a:lnTo>
                  <a:lnTo>
                    <a:pt x="5992" y="5992"/>
                  </a:lnTo>
                  <a:lnTo>
                    <a:pt x="11965" y="2977"/>
                  </a:lnTo>
                  <a:lnTo>
                    <a:pt x="599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50"/>
            <p:cNvSpPr/>
            <p:nvPr/>
          </p:nvSpPr>
          <p:spPr>
            <a:xfrm>
              <a:off x="5912713" y="4660875"/>
              <a:ext cx="613900" cy="100025"/>
            </a:xfrm>
            <a:custGeom>
              <a:avLst/>
              <a:gdLst/>
              <a:ahLst/>
              <a:cxnLst/>
              <a:rect l="l" t="t" r="r" b="b"/>
              <a:pathLst>
                <a:path w="24556" h="4001" extrusionOk="0">
                  <a:moveTo>
                    <a:pt x="0" y="0"/>
                  </a:moveTo>
                  <a:lnTo>
                    <a:pt x="0" y="1005"/>
                  </a:lnTo>
                  <a:cubicBezTo>
                    <a:pt x="0" y="2655"/>
                    <a:pt x="1347" y="4001"/>
                    <a:pt x="2996" y="4001"/>
                  </a:cubicBezTo>
                  <a:lnTo>
                    <a:pt x="21560" y="4001"/>
                  </a:lnTo>
                  <a:cubicBezTo>
                    <a:pt x="23209" y="4001"/>
                    <a:pt x="24556" y="2655"/>
                    <a:pt x="24556" y="1005"/>
                  </a:cubicBezTo>
                  <a:lnTo>
                    <a:pt x="2455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50"/>
            <p:cNvSpPr/>
            <p:nvPr/>
          </p:nvSpPr>
          <p:spPr>
            <a:xfrm>
              <a:off x="6157313" y="4698300"/>
              <a:ext cx="29425" cy="25150"/>
            </a:xfrm>
            <a:custGeom>
              <a:avLst/>
              <a:gdLst/>
              <a:ahLst/>
              <a:cxnLst/>
              <a:rect l="l" t="t" r="r" b="b"/>
              <a:pathLst>
                <a:path w="1177" h="1006" extrusionOk="0">
                  <a:moveTo>
                    <a:pt x="498" y="1"/>
                  </a:moveTo>
                  <a:cubicBezTo>
                    <a:pt x="242" y="1"/>
                    <a:pt x="1" y="200"/>
                    <a:pt x="1" y="494"/>
                  </a:cubicBezTo>
                  <a:cubicBezTo>
                    <a:pt x="1" y="778"/>
                    <a:pt x="228" y="1006"/>
                    <a:pt x="494" y="1006"/>
                  </a:cubicBezTo>
                  <a:cubicBezTo>
                    <a:pt x="949" y="1006"/>
                    <a:pt x="1176" y="456"/>
                    <a:pt x="854" y="153"/>
                  </a:cubicBezTo>
                  <a:cubicBezTo>
                    <a:pt x="749" y="48"/>
                    <a:pt x="621" y="1"/>
                    <a:pt x="4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50"/>
            <p:cNvSpPr/>
            <p:nvPr/>
          </p:nvSpPr>
          <p:spPr>
            <a:xfrm>
              <a:off x="5899913" y="4248925"/>
              <a:ext cx="639025" cy="524300"/>
            </a:xfrm>
            <a:custGeom>
              <a:avLst/>
              <a:gdLst/>
              <a:ahLst/>
              <a:cxnLst/>
              <a:rect l="l" t="t" r="r" b="b"/>
              <a:pathLst>
                <a:path w="25561" h="20972" extrusionOk="0">
                  <a:moveTo>
                    <a:pt x="23077" y="1006"/>
                  </a:moveTo>
                  <a:cubicBezTo>
                    <a:pt x="23342" y="1006"/>
                    <a:pt x="23570" y="1233"/>
                    <a:pt x="23570" y="1498"/>
                  </a:cubicBezTo>
                  <a:lnTo>
                    <a:pt x="23570" y="15985"/>
                  </a:lnTo>
                  <a:lnTo>
                    <a:pt x="2010" y="15985"/>
                  </a:lnTo>
                  <a:lnTo>
                    <a:pt x="2010" y="1498"/>
                  </a:lnTo>
                  <a:cubicBezTo>
                    <a:pt x="2010" y="1233"/>
                    <a:pt x="2238" y="1006"/>
                    <a:pt x="2503" y="1006"/>
                  </a:cubicBezTo>
                  <a:close/>
                  <a:moveTo>
                    <a:pt x="24575" y="16971"/>
                  </a:moveTo>
                  <a:lnTo>
                    <a:pt x="24575" y="17483"/>
                  </a:lnTo>
                  <a:cubicBezTo>
                    <a:pt x="24575" y="18848"/>
                    <a:pt x="23456" y="19967"/>
                    <a:pt x="22072" y="19967"/>
                  </a:cubicBezTo>
                  <a:lnTo>
                    <a:pt x="3508" y="19967"/>
                  </a:lnTo>
                  <a:cubicBezTo>
                    <a:pt x="2124" y="19967"/>
                    <a:pt x="1005" y="18848"/>
                    <a:pt x="1005" y="17483"/>
                  </a:cubicBezTo>
                  <a:lnTo>
                    <a:pt x="1005" y="16971"/>
                  </a:lnTo>
                  <a:close/>
                  <a:moveTo>
                    <a:pt x="2503" y="1"/>
                  </a:moveTo>
                  <a:cubicBezTo>
                    <a:pt x="1688" y="1"/>
                    <a:pt x="1005" y="683"/>
                    <a:pt x="1005" y="1498"/>
                  </a:cubicBezTo>
                  <a:lnTo>
                    <a:pt x="1005" y="15985"/>
                  </a:lnTo>
                  <a:lnTo>
                    <a:pt x="512" y="15985"/>
                  </a:lnTo>
                  <a:cubicBezTo>
                    <a:pt x="228" y="15985"/>
                    <a:pt x="0" y="16194"/>
                    <a:pt x="0" y="16478"/>
                  </a:cubicBezTo>
                  <a:lnTo>
                    <a:pt x="0" y="17483"/>
                  </a:lnTo>
                  <a:cubicBezTo>
                    <a:pt x="19" y="19398"/>
                    <a:pt x="1574" y="20972"/>
                    <a:pt x="3508" y="20972"/>
                  </a:cubicBezTo>
                  <a:lnTo>
                    <a:pt x="22072" y="20972"/>
                  </a:lnTo>
                  <a:cubicBezTo>
                    <a:pt x="24006" y="20972"/>
                    <a:pt x="25561" y="19417"/>
                    <a:pt x="25561" y="17483"/>
                  </a:cubicBezTo>
                  <a:lnTo>
                    <a:pt x="25561" y="16478"/>
                  </a:lnTo>
                  <a:cubicBezTo>
                    <a:pt x="25561" y="16194"/>
                    <a:pt x="25352" y="15985"/>
                    <a:pt x="25068" y="15985"/>
                  </a:cubicBezTo>
                  <a:lnTo>
                    <a:pt x="24575" y="15985"/>
                  </a:lnTo>
                  <a:lnTo>
                    <a:pt x="24575" y="1498"/>
                  </a:lnTo>
                  <a:cubicBezTo>
                    <a:pt x="24575" y="683"/>
                    <a:pt x="23892" y="1"/>
                    <a:pt x="2307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50"/>
            <p:cNvSpPr/>
            <p:nvPr/>
          </p:nvSpPr>
          <p:spPr>
            <a:xfrm>
              <a:off x="6202813" y="4698325"/>
              <a:ext cx="83475" cy="25125"/>
            </a:xfrm>
            <a:custGeom>
              <a:avLst/>
              <a:gdLst/>
              <a:ahLst/>
              <a:cxnLst/>
              <a:rect l="l" t="t" r="r" b="b"/>
              <a:pathLst>
                <a:path w="3339" h="1005" extrusionOk="0">
                  <a:moveTo>
                    <a:pt x="683" y="0"/>
                  </a:moveTo>
                  <a:cubicBezTo>
                    <a:pt x="1" y="0"/>
                    <a:pt x="1" y="1005"/>
                    <a:pt x="683" y="1005"/>
                  </a:cubicBezTo>
                  <a:lnTo>
                    <a:pt x="2674" y="1005"/>
                  </a:lnTo>
                  <a:cubicBezTo>
                    <a:pt x="3338" y="1005"/>
                    <a:pt x="3338" y="0"/>
                    <a:pt x="267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50"/>
            <p:cNvSpPr/>
            <p:nvPr/>
          </p:nvSpPr>
          <p:spPr>
            <a:xfrm>
              <a:off x="6054913" y="4299050"/>
              <a:ext cx="329500" cy="324400"/>
            </a:xfrm>
            <a:custGeom>
              <a:avLst/>
              <a:gdLst/>
              <a:ahLst/>
              <a:cxnLst/>
              <a:rect l="l" t="t" r="r" b="b"/>
              <a:pathLst>
                <a:path w="13180" h="12976" extrusionOk="0">
                  <a:moveTo>
                    <a:pt x="6599" y="1048"/>
                  </a:moveTo>
                  <a:lnTo>
                    <a:pt x="11454" y="3494"/>
                  </a:lnTo>
                  <a:lnTo>
                    <a:pt x="6599" y="5921"/>
                  </a:lnTo>
                  <a:lnTo>
                    <a:pt x="1707" y="3494"/>
                  </a:lnTo>
                  <a:lnTo>
                    <a:pt x="6599" y="1048"/>
                  </a:lnTo>
                  <a:close/>
                  <a:moveTo>
                    <a:pt x="9595" y="5561"/>
                  </a:moveTo>
                  <a:lnTo>
                    <a:pt x="11454" y="6490"/>
                  </a:lnTo>
                  <a:lnTo>
                    <a:pt x="6599" y="8917"/>
                  </a:lnTo>
                  <a:lnTo>
                    <a:pt x="1707" y="6509"/>
                  </a:lnTo>
                  <a:lnTo>
                    <a:pt x="3604" y="5561"/>
                  </a:lnTo>
                  <a:lnTo>
                    <a:pt x="6372" y="6945"/>
                  </a:lnTo>
                  <a:cubicBezTo>
                    <a:pt x="6429" y="6964"/>
                    <a:pt x="6505" y="6983"/>
                    <a:pt x="6599" y="6983"/>
                  </a:cubicBezTo>
                  <a:cubicBezTo>
                    <a:pt x="6675" y="6983"/>
                    <a:pt x="6751" y="6964"/>
                    <a:pt x="6808" y="6945"/>
                  </a:cubicBezTo>
                  <a:lnTo>
                    <a:pt x="9595" y="5561"/>
                  </a:lnTo>
                  <a:close/>
                  <a:moveTo>
                    <a:pt x="9595" y="8538"/>
                  </a:moveTo>
                  <a:lnTo>
                    <a:pt x="11454" y="9486"/>
                  </a:lnTo>
                  <a:lnTo>
                    <a:pt x="6599" y="11913"/>
                  </a:lnTo>
                  <a:lnTo>
                    <a:pt x="1707" y="9486"/>
                  </a:lnTo>
                  <a:lnTo>
                    <a:pt x="3585" y="8538"/>
                  </a:lnTo>
                  <a:lnTo>
                    <a:pt x="6372" y="9922"/>
                  </a:lnTo>
                  <a:cubicBezTo>
                    <a:pt x="6429" y="9960"/>
                    <a:pt x="6505" y="9979"/>
                    <a:pt x="6599" y="9979"/>
                  </a:cubicBezTo>
                  <a:cubicBezTo>
                    <a:pt x="6675" y="9979"/>
                    <a:pt x="6751" y="9960"/>
                    <a:pt x="6808" y="9922"/>
                  </a:cubicBezTo>
                  <a:lnTo>
                    <a:pt x="9595" y="8538"/>
                  </a:lnTo>
                  <a:close/>
                  <a:moveTo>
                    <a:pt x="6590" y="1"/>
                  </a:moveTo>
                  <a:cubicBezTo>
                    <a:pt x="6514" y="1"/>
                    <a:pt x="6438" y="15"/>
                    <a:pt x="6372" y="43"/>
                  </a:cubicBezTo>
                  <a:lnTo>
                    <a:pt x="380" y="3039"/>
                  </a:lnTo>
                  <a:cubicBezTo>
                    <a:pt x="209" y="3134"/>
                    <a:pt x="96" y="3305"/>
                    <a:pt x="96" y="3494"/>
                  </a:cubicBezTo>
                  <a:cubicBezTo>
                    <a:pt x="96" y="3684"/>
                    <a:pt x="209" y="3855"/>
                    <a:pt x="380" y="3930"/>
                  </a:cubicBezTo>
                  <a:lnTo>
                    <a:pt x="2485" y="4992"/>
                  </a:lnTo>
                  <a:lnTo>
                    <a:pt x="380" y="6035"/>
                  </a:lnTo>
                  <a:cubicBezTo>
                    <a:pt x="1" y="6225"/>
                    <a:pt x="1" y="6756"/>
                    <a:pt x="380" y="6926"/>
                  </a:cubicBezTo>
                  <a:lnTo>
                    <a:pt x="2485" y="7988"/>
                  </a:lnTo>
                  <a:lnTo>
                    <a:pt x="380" y="9031"/>
                  </a:lnTo>
                  <a:cubicBezTo>
                    <a:pt x="1" y="9221"/>
                    <a:pt x="1" y="9752"/>
                    <a:pt x="380" y="9922"/>
                  </a:cubicBezTo>
                  <a:lnTo>
                    <a:pt x="6372" y="12918"/>
                  </a:lnTo>
                  <a:cubicBezTo>
                    <a:pt x="6448" y="12956"/>
                    <a:pt x="6524" y="12975"/>
                    <a:pt x="6599" y="12975"/>
                  </a:cubicBezTo>
                  <a:cubicBezTo>
                    <a:pt x="6675" y="12975"/>
                    <a:pt x="6751" y="12956"/>
                    <a:pt x="6827" y="12918"/>
                  </a:cubicBezTo>
                  <a:lnTo>
                    <a:pt x="12800" y="9922"/>
                  </a:lnTo>
                  <a:cubicBezTo>
                    <a:pt x="13179" y="9752"/>
                    <a:pt x="13179" y="9221"/>
                    <a:pt x="12800" y="9031"/>
                  </a:cubicBezTo>
                  <a:lnTo>
                    <a:pt x="10714" y="7988"/>
                  </a:lnTo>
                  <a:lnTo>
                    <a:pt x="12800" y="6926"/>
                  </a:lnTo>
                  <a:cubicBezTo>
                    <a:pt x="13179" y="6756"/>
                    <a:pt x="13179" y="6225"/>
                    <a:pt x="12800" y="6035"/>
                  </a:cubicBezTo>
                  <a:lnTo>
                    <a:pt x="10714" y="4992"/>
                  </a:lnTo>
                  <a:lnTo>
                    <a:pt x="12800" y="3930"/>
                  </a:lnTo>
                  <a:cubicBezTo>
                    <a:pt x="12971" y="3855"/>
                    <a:pt x="13084" y="3684"/>
                    <a:pt x="13084" y="3494"/>
                  </a:cubicBezTo>
                  <a:cubicBezTo>
                    <a:pt x="13084" y="3305"/>
                    <a:pt x="12971" y="3134"/>
                    <a:pt x="12800" y="3039"/>
                  </a:cubicBezTo>
                  <a:lnTo>
                    <a:pt x="6808" y="43"/>
                  </a:lnTo>
                  <a:cubicBezTo>
                    <a:pt x="6742" y="15"/>
                    <a:pt x="6666" y="1"/>
                    <a:pt x="659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1" name="Google Shape;2981;p50"/>
          <p:cNvGrpSpPr/>
          <p:nvPr/>
        </p:nvGrpSpPr>
        <p:grpSpPr>
          <a:xfrm>
            <a:off x="7411199" y="3378296"/>
            <a:ext cx="365736" cy="365741"/>
            <a:chOff x="6559538" y="4194875"/>
            <a:chExt cx="532600" cy="528375"/>
          </a:xfrm>
        </p:grpSpPr>
        <p:sp>
          <p:nvSpPr>
            <p:cNvPr id="2982" name="Google Shape;2982;p50"/>
            <p:cNvSpPr/>
            <p:nvPr/>
          </p:nvSpPr>
          <p:spPr>
            <a:xfrm>
              <a:off x="6728063" y="4223800"/>
              <a:ext cx="334700" cy="335175"/>
            </a:xfrm>
            <a:custGeom>
              <a:avLst/>
              <a:gdLst/>
              <a:ahLst/>
              <a:cxnLst/>
              <a:rect l="l" t="t" r="r" b="b"/>
              <a:pathLst>
                <a:path w="13388" h="13407" extrusionOk="0">
                  <a:moveTo>
                    <a:pt x="10220" y="1"/>
                  </a:moveTo>
                  <a:cubicBezTo>
                    <a:pt x="8267" y="588"/>
                    <a:pt x="5916" y="1631"/>
                    <a:pt x="4096" y="3452"/>
                  </a:cubicBezTo>
                  <a:cubicBezTo>
                    <a:pt x="3337" y="4210"/>
                    <a:pt x="2655" y="4987"/>
                    <a:pt x="2010" y="5822"/>
                  </a:cubicBezTo>
                  <a:cubicBezTo>
                    <a:pt x="1233" y="6808"/>
                    <a:pt x="569" y="7870"/>
                    <a:pt x="0" y="9007"/>
                  </a:cubicBezTo>
                  <a:cubicBezTo>
                    <a:pt x="2029" y="9747"/>
                    <a:pt x="3641" y="11358"/>
                    <a:pt x="4399" y="13406"/>
                  </a:cubicBezTo>
                  <a:cubicBezTo>
                    <a:pt x="5518" y="12837"/>
                    <a:pt x="6580" y="12155"/>
                    <a:pt x="7566" y="11377"/>
                  </a:cubicBezTo>
                  <a:cubicBezTo>
                    <a:pt x="8400" y="10733"/>
                    <a:pt x="9178" y="10050"/>
                    <a:pt x="9936" y="9292"/>
                  </a:cubicBezTo>
                  <a:cubicBezTo>
                    <a:pt x="11756" y="7471"/>
                    <a:pt x="12799" y="5139"/>
                    <a:pt x="13387" y="3167"/>
                  </a:cubicBezTo>
                  <a:lnTo>
                    <a:pt x="10239" y="20"/>
                  </a:lnTo>
                  <a:lnTo>
                    <a:pt x="1022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50"/>
            <p:cNvSpPr/>
            <p:nvPr/>
          </p:nvSpPr>
          <p:spPr>
            <a:xfrm>
              <a:off x="6678763" y="4509175"/>
              <a:ext cx="101000" cy="100525"/>
            </a:xfrm>
            <a:custGeom>
              <a:avLst/>
              <a:gdLst/>
              <a:ahLst/>
              <a:cxnLst/>
              <a:rect l="l" t="t" r="r" b="b"/>
              <a:pathLst>
                <a:path w="4040" h="4021" extrusionOk="0">
                  <a:moveTo>
                    <a:pt x="1839" y="0"/>
                  </a:moveTo>
                  <a:cubicBezTo>
                    <a:pt x="1593" y="152"/>
                    <a:pt x="1384" y="323"/>
                    <a:pt x="1176" y="531"/>
                  </a:cubicBezTo>
                  <a:cubicBezTo>
                    <a:pt x="209" y="1479"/>
                    <a:pt x="0" y="4020"/>
                    <a:pt x="0" y="4020"/>
                  </a:cubicBezTo>
                  <a:cubicBezTo>
                    <a:pt x="0" y="4020"/>
                    <a:pt x="2541" y="3812"/>
                    <a:pt x="3508" y="2864"/>
                  </a:cubicBezTo>
                  <a:cubicBezTo>
                    <a:pt x="3717" y="2655"/>
                    <a:pt x="3887" y="2427"/>
                    <a:pt x="4039" y="2181"/>
                  </a:cubicBezTo>
                  <a:lnTo>
                    <a:pt x="1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50"/>
            <p:cNvSpPr/>
            <p:nvPr/>
          </p:nvSpPr>
          <p:spPr>
            <a:xfrm>
              <a:off x="6891588" y="4298475"/>
              <a:ext cx="110950" cy="82725"/>
            </a:xfrm>
            <a:custGeom>
              <a:avLst/>
              <a:gdLst/>
              <a:ahLst/>
              <a:cxnLst/>
              <a:rect l="l" t="t" r="r" b="b"/>
              <a:pathLst>
                <a:path w="4438" h="3309" extrusionOk="0">
                  <a:moveTo>
                    <a:pt x="2229" y="0"/>
                  </a:moveTo>
                  <a:cubicBezTo>
                    <a:pt x="1807" y="0"/>
                    <a:pt x="1385" y="161"/>
                    <a:pt x="1063" y="484"/>
                  </a:cubicBezTo>
                  <a:cubicBezTo>
                    <a:pt x="1" y="1526"/>
                    <a:pt x="740" y="3309"/>
                    <a:pt x="2219" y="3309"/>
                  </a:cubicBezTo>
                  <a:cubicBezTo>
                    <a:pt x="3698" y="3309"/>
                    <a:pt x="4438" y="1526"/>
                    <a:pt x="3395" y="484"/>
                  </a:cubicBezTo>
                  <a:cubicBezTo>
                    <a:pt x="3073" y="161"/>
                    <a:pt x="2651" y="0"/>
                    <a:pt x="2229" y="0"/>
                  </a:cubicBezTo>
                  <a:close/>
                </a:path>
              </a:pathLst>
            </a:custGeom>
            <a:solidFill>
              <a:srgbClr val="A5CF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50"/>
            <p:cNvSpPr/>
            <p:nvPr/>
          </p:nvSpPr>
          <p:spPr>
            <a:xfrm>
              <a:off x="6984038" y="4205325"/>
              <a:ext cx="97675" cy="97675"/>
            </a:xfrm>
            <a:custGeom>
              <a:avLst/>
              <a:gdLst/>
              <a:ahLst/>
              <a:cxnLst/>
              <a:rect l="l" t="t" r="r" b="b"/>
              <a:pathLst>
                <a:path w="3907" h="3907" extrusionOk="0">
                  <a:moveTo>
                    <a:pt x="3907" y="0"/>
                  </a:moveTo>
                  <a:lnTo>
                    <a:pt x="3907" y="0"/>
                  </a:lnTo>
                  <a:cubicBezTo>
                    <a:pt x="2579" y="114"/>
                    <a:pt x="1271" y="360"/>
                    <a:pt x="0" y="759"/>
                  </a:cubicBezTo>
                  <a:lnTo>
                    <a:pt x="3148" y="3906"/>
                  </a:lnTo>
                  <a:cubicBezTo>
                    <a:pt x="3546" y="2636"/>
                    <a:pt x="3793" y="1327"/>
                    <a:pt x="390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50"/>
            <p:cNvSpPr/>
            <p:nvPr/>
          </p:nvSpPr>
          <p:spPr>
            <a:xfrm>
              <a:off x="6826663" y="4508225"/>
              <a:ext cx="109525" cy="204325"/>
            </a:xfrm>
            <a:custGeom>
              <a:avLst/>
              <a:gdLst/>
              <a:ahLst/>
              <a:cxnLst/>
              <a:rect l="l" t="t" r="r" b="b"/>
              <a:pathLst>
                <a:path w="4381" h="8173" extrusionOk="0">
                  <a:moveTo>
                    <a:pt x="3641" y="0"/>
                  </a:moveTo>
                  <a:cubicBezTo>
                    <a:pt x="2655" y="778"/>
                    <a:pt x="1593" y="1442"/>
                    <a:pt x="474" y="2010"/>
                  </a:cubicBezTo>
                  <a:cubicBezTo>
                    <a:pt x="1214" y="4039"/>
                    <a:pt x="1043" y="6296"/>
                    <a:pt x="0" y="8173"/>
                  </a:cubicBezTo>
                  <a:cubicBezTo>
                    <a:pt x="2882" y="6580"/>
                    <a:pt x="4380" y="3262"/>
                    <a:pt x="3641" y="38"/>
                  </a:cubicBezTo>
                  <a:lnTo>
                    <a:pt x="3641" y="0"/>
                  </a:lnTo>
                  <a:close/>
                </a:path>
              </a:pathLst>
            </a:custGeom>
            <a:solidFill>
              <a:srgbClr val="A5CF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50"/>
            <p:cNvSpPr/>
            <p:nvPr/>
          </p:nvSpPr>
          <p:spPr>
            <a:xfrm>
              <a:off x="6573988" y="4364700"/>
              <a:ext cx="204350" cy="96150"/>
            </a:xfrm>
            <a:custGeom>
              <a:avLst/>
              <a:gdLst/>
              <a:ahLst/>
              <a:cxnLst/>
              <a:rect l="l" t="t" r="r" b="b"/>
              <a:pathLst>
                <a:path w="8174" h="3846" extrusionOk="0">
                  <a:moveTo>
                    <a:pt x="6502" y="0"/>
                  </a:moveTo>
                  <a:cubicBezTo>
                    <a:pt x="4549" y="0"/>
                    <a:pt x="2658" y="771"/>
                    <a:pt x="1252" y="2177"/>
                  </a:cubicBezTo>
                  <a:cubicBezTo>
                    <a:pt x="759" y="2670"/>
                    <a:pt x="342" y="3220"/>
                    <a:pt x="1" y="3845"/>
                  </a:cubicBezTo>
                  <a:cubicBezTo>
                    <a:pt x="1105" y="3221"/>
                    <a:pt x="2341" y="2904"/>
                    <a:pt x="3584" y="2904"/>
                  </a:cubicBezTo>
                  <a:cubicBezTo>
                    <a:pt x="4454" y="2904"/>
                    <a:pt x="5328" y="3059"/>
                    <a:pt x="6163" y="3371"/>
                  </a:cubicBezTo>
                  <a:cubicBezTo>
                    <a:pt x="6732" y="2234"/>
                    <a:pt x="7396" y="1172"/>
                    <a:pt x="8173" y="186"/>
                  </a:cubicBezTo>
                  <a:lnTo>
                    <a:pt x="8154" y="167"/>
                  </a:lnTo>
                  <a:lnTo>
                    <a:pt x="8154" y="186"/>
                  </a:lnTo>
                  <a:cubicBezTo>
                    <a:pt x="7605" y="61"/>
                    <a:pt x="7051" y="0"/>
                    <a:pt x="65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50"/>
            <p:cNvSpPr/>
            <p:nvPr/>
          </p:nvSpPr>
          <p:spPr>
            <a:xfrm>
              <a:off x="6711938" y="4448975"/>
              <a:ext cx="126125" cy="124450"/>
            </a:xfrm>
            <a:custGeom>
              <a:avLst/>
              <a:gdLst/>
              <a:ahLst/>
              <a:cxnLst/>
              <a:rect l="l" t="t" r="r" b="b"/>
              <a:pathLst>
                <a:path w="5045" h="4978" extrusionOk="0">
                  <a:moveTo>
                    <a:pt x="645" y="0"/>
                  </a:moveTo>
                  <a:cubicBezTo>
                    <a:pt x="418" y="436"/>
                    <a:pt x="228" y="910"/>
                    <a:pt x="95" y="1384"/>
                  </a:cubicBezTo>
                  <a:cubicBezTo>
                    <a:pt x="1" y="1669"/>
                    <a:pt x="95" y="1972"/>
                    <a:pt x="304" y="2181"/>
                  </a:cubicBezTo>
                  <a:lnTo>
                    <a:pt x="2845" y="4741"/>
                  </a:lnTo>
                  <a:cubicBezTo>
                    <a:pt x="3000" y="4896"/>
                    <a:pt x="3209" y="4978"/>
                    <a:pt x="3423" y="4978"/>
                  </a:cubicBezTo>
                  <a:cubicBezTo>
                    <a:pt x="3495" y="4978"/>
                    <a:pt x="3569" y="4968"/>
                    <a:pt x="3641" y="4949"/>
                  </a:cubicBezTo>
                  <a:cubicBezTo>
                    <a:pt x="4134" y="4798"/>
                    <a:pt x="4589" y="4627"/>
                    <a:pt x="5044" y="4399"/>
                  </a:cubicBezTo>
                  <a:cubicBezTo>
                    <a:pt x="4286" y="2351"/>
                    <a:pt x="2674" y="740"/>
                    <a:pt x="6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50"/>
            <p:cNvSpPr/>
            <p:nvPr/>
          </p:nvSpPr>
          <p:spPr>
            <a:xfrm>
              <a:off x="6846088" y="4329500"/>
              <a:ext cx="24200" cy="20675"/>
            </a:xfrm>
            <a:custGeom>
              <a:avLst/>
              <a:gdLst/>
              <a:ahLst/>
              <a:cxnLst/>
              <a:rect l="l" t="t" r="r" b="b"/>
              <a:pathLst>
                <a:path w="968" h="827" extrusionOk="0">
                  <a:moveTo>
                    <a:pt x="551" y="1"/>
                  </a:moveTo>
                  <a:cubicBezTo>
                    <a:pt x="171" y="1"/>
                    <a:pt x="1" y="437"/>
                    <a:pt x="247" y="703"/>
                  </a:cubicBezTo>
                  <a:cubicBezTo>
                    <a:pt x="333" y="789"/>
                    <a:pt x="439" y="827"/>
                    <a:pt x="544" y="827"/>
                  </a:cubicBezTo>
                  <a:cubicBezTo>
                    <a:pt x="760" y="827"/>
                    <a:pt x="968" y="661"/>
                    <a:pt x="968" y="418"/>
                  </a:cubicBezTo>
                  <a:cubicBezTo>
                    <a:pt x="968" y="172"/>
                    <a:pt x="778" y="1"/>
                    <a:pt x="55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50"/>
            <p:cNvSpPr/>
            <p:nvPr/>
          </p:nvSpPr>
          <p:spPr>
            <a:xfrm>
              <a:off x="6773288" y="4359650"/>
              <a:ext cx="69975" cy="77250"/>
            </a:xfrm>
            <a:custGeom>
              <a:avLst/>
              <a:gdLst/>
              <a:ahLst/>
              <a:cxnLst/>
              <a:rect l="l" t="t" r="r" b="b"/>
              <a:pathLst>
                <a:path w="2799" h="3090" extrusionOk="0">
                  <a:moveTo>
                    <a:pt x="2329" y="0"/>
                  </a:moveTo>
                  <a:cubicBezTo>
                    <a:pt x="2215" y="0"/>
                    <a:pt x="2104" y="48"/>
                    <a:pt x="2021" y="141"/>
                  </a:cubicBezTo>
                  <a:cubicBezTo>
                    <a:pt x="1377" y="881"/>
                    <a:pt x="789" y="1639"/>
                    <a:pt x="239" y="2436"/>
                  </a:cubicBezTo>
                  <a:cubicBezTo>
                    <a:pt x="1" y="2753"/>
                    <a:pt x="289" y="3089"/>
                    <a:pt x="582" y="3089"/>
                  </a:cubicBezTo>
                  <a:cubicBezTo>
                    <a:pt x="708" y="3089"/>
                    <a:pt x="836" y="3026"/>
                    <a:pt x="922" y="2872"/>
                  </a:cubicBezTo>
                  <a:cubicBezTo>
                    <a:pt x="1453" y="2113"/>
                    <a:pt x="2021" y="1374"/>
                    <a:pt x="2647" y="672"/>
                  </a:cubicBezTo>
                  <a:cubicBezTo>
                    <a:pt x="2799" y="502"/>
                    <a:pt x="2780" y="255"/>
                    <a:pt x="2609" y="103"/>
                  </a:cubicBezTo>
                  <a:cubicBezTo>
                    <a:pt x="2523" y="34"/>
                    <a:pt x="2424" y="0"/>
                    <a:pt x="232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50"/>
            <p:cNvSpPr/>
            <p:nvPr/>
          </p:nvSpPr>
          <p:spPr>
            <a:xfrm>
              <a:off x="6878338" y="4288150"/>
              <a:ext cx="137950" cy="103000"/>
            </a:xfrm>
            <a:custGeom>
              <a:avLst/>
              <a:gdLst/>
              <a:ahLst/>
              <a:cxnLst/>
              <a:rect l="l" t="t" r="r" b="b"/>
              <a:pathLst>
                <a:path w="5518" h="4120" extrusionOk="0">
                  <a:moveTo>
                    <a:pt x="2759" y="825"/>
                  </a:moveTo>
                  <a:cubicBezTo>
                    <a:pt x="3077" y="825"/>
                    <a:pt x="3394" y="944"/>
                    <a:pt x="3641" y="1181"/>
                  </a:cubicBezTo>
                  <a:cubicBezTo>
                    <a:pt x="4418" y="1958"/>
                    <a:pt x="3868" y="3305"/>
                    <a:pt x="2749" y="3305"/>
                  </a:cubicBezTo>
                  <a:cubicBezTo>
                    <a:pt x="1650" y="3305"/>
                    <a:pt x="1100" y="1958"/>
                    <a:pt x="1877" y="1181"/>
                  </a:cubicBezTo>
                  <a:cubicBezTo>
                    <a:pt x="2124" y="944"/>
                    <a:pt x="2441" y="825"/>
                    <a:pt x="2759" y="825"/>
                  </a:cubicBezTo>
                  <a:close/>
                  <a:moveTo>
                    <a:pt x="2757" y="1"/>
                  </a:moveTo>
                  <a:cubicBezTo>
                    <a:pt x="2228" y="1"/>
                    <a:pt x="1697" y="204"/>
                    <a:pt x="1289" y="612"/>
                  </a:cubicBezTo>
                  <a:cubicBezTo>
                    <a:pt x="0" y="1901"/>
                    <a:pt x="910" y="4120"/>
                    <a:pt x="2749" y="4120"/>
                  </a:cubicBezTo>
                  <a:cubicBezTo>
                    <a:pt x="4589" y="4120"/>
                    <a:pt x="5518" y="1901"/>
                    <a:pt x="4209" y="612"/>
                  </a:cubicBezTo>
                  <a:cubicBezTo>
                    <a:pt x="3811" y="204"/>
                    <a:pt x="3285" y="1"/>
                    <a:pt x="275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50"/>
            <p:cNvSpPr/>
            <p:nvPr/>
          </p:nvSpPr>
          <p:spPr>
            <a:xfrm>
              <a:off x="6559538" y="4637825"/>
              <a:ext cx="93450" cy="85200"/>
            </a:xfrm>
            <a:custGeom>
              <a:avLst/>
              <a:gdLst/>
              <a:ahLst/>
              <a:cxnLst/>
              <a:rect l="l" t="t" r="r" b="b"/>
              <a:pathLst>
                <a:path w="3738" h="3408" extrusionOk="0">
                  <a:moveTo>
                    <a:pt x="3153" y="1"/>
                  </a:moveTo>
                  <a:cubicBezTo>
                    <a:pt x="3059" y="1"/>
                    <a:pt x="2961" y="38"/>
                    <a:pt x="2873" y="126"/>
                  </a:cubicBezTo>
                  <a:lnTo>
                    <a:pt x="294" y="2704"/>
                  </a:lnTo>
                  <a:cubicBezTo>
                    <a:pt x="0" y="2999"/>
                    <a:pt x="277" y="3407"/>
                    <a:pt x="601" y="3407"/>
                  </a:cubicBezTo>
                  <a:cubicBezTo>
                    <a:pt x="695" y="3407"/>
                    <a:pt x="793" y="3373"/>
                    <a:pt x="882" y="3292"/>
                  </a:cubicBezTo>
                  <a:lnTo>
                    <a:pt x="3461" y="713"/>
                  </a:lnTo>
                  <a:cubicBezTo>
                    <a:pt x="3738" y="408"/>
                    <a:pt x="3466" y="1"/>
                    <a:pt x="315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50"/>
            <p:cNvSpPr/>
            <p:nvPr/>
          </p:nvSpPr>
          <p:spPr>
            <a:xfrm>
              <a:off x="6663538" y="4638225"/>
              <a:ext cx="92025" cy="84400"/>
            </a:xfrm>
            <a:custGeom>
              <a:avLst/>
              <a:gdLst/>
              <a:ahLst/>
              <a:cxnLst/>
              <a:rect l="l" t="t" r="r" b="b"/>
              <a:pathLst>
                <a:path w="3681" h="3376" extrusionOk="0">
                  <a:moveTo>
                    <a:pt x="3114" y="0"/>
                  </a:moveTo>
                  <a:cubicBezTo>
                    <a:pt x="3025" y="0"/>
                    <a:pt x="2932" y="33"/>
                    <a:pt x="2847" y="110"/>
                  </a:cubicBezTo>
                  <a:lnTo>
                    <a:pt x="268" y="2688"/>
                  </a:lnTo>
                  <a:cubicBezTo>
                    <a:pt x="0" y="2986"/>
                    <a:pt x="269" y="3376"/>
                    <a:pt x="580" y="3376"/>
                  </a:cubicBezTo>
                  <a:cubicBezTo>
                    <a:pt x="665" y="3376"/>
                    <a:pt x="755" y="3346"/>
                    <a:pt x="837" y="3276"/>
                  </a:cubicBezTo>
                  <a:lnTo>
                    <a:pt x="3416" y="697"/>
                  </a:lnTo>
                  <a:cubicBezTo>
                    <a:pt x="3680" y="389"/>
                    <a:pt x="3420" y="0"/>
                    <a:pt x="31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50"/>
            <p:cNvSpPr/>
            <p:nvPr/>
          </p:nvSpPr>
          <p:spPr>
            <a:xfrm>
              <a:off x="6559638" y="4534775"/>
              <a:ext cx="90225" cy="85350"/>
            </a:xfrm>
            <a:custGeom>
              <a:avLst/>
              <a:gdLst/>
              <a:ahLst/>
              <a:cxnLst/>
              <a:rect l="l" t="t" r="r" b="b"/>
              <a:pathLst>
                <a:path w="3609" h="3414" extrusionOk="0">
                  <a:moveTo>
                    <a:pt x="3163" y="0"/>
                  </a:moveTo>
                  <a:cubicBezTo>
                    <a:pt x="3059" y="0"/>
                    <a:pt x="2954" y="38"/>
                    <a:pt x="2869" y="114"/>
                  </a:cubicBezTo>
                  <a:lnTo>
                    <a:pt x="290" y="2693"/>
                  </a:lnTo>
                  <a:cubicBezTo>
                    <a:pt x="0" y="2998"/>
                    <a:pt x="276" y="3413"/>
                    <a:pt x="592" y="3413"/>
                  </a:cubicBezTo>
                  <a:cubicBezTo>
                    <a:pt x="689" y="3413"/>
                    <a:pt x="789" y="3374"/>
                    <a:pt x="878" y="3281"/>
                  </a:cubicBezTo>
                  <a:lnTo>
                    <a:pt x="3457" y="702"/>
                  </a:lnTo>
                  <a:cubicBezTo>
                    <a:pt x="3609" y="550"/>
                    <a:pt x="3609" y="285"/>
                    <a:pt x="3457" y="114"/>
                  </a:cubicBezTo>
                  <a:cubicBezTo>
                    <a:pt x="3372" y="38"/>
                    <a:pt x="3267" y="0"/>
                    <a:pt x="316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50"/>
            <p:cNvSpPr/>
            <p:nvPr/>
          </p:nvSpPr>
          <p:spPr>
            <a:xfrm>
              <a:off x="6561088" y="4194875"/>
              <a:ext cx="531050" cy="528375"/>
            </a:xfrm>
            <a:custGeom>
              <a:avLst/>
              <a:gdLst/>
              <a:ahLst/>
              <a:cxnLst/>
              <a:rect l="l" t="t" r="r" b="b"/>
              <a:pathLst>
                <a:path w="21242" h="21135" extrusionOk="0">
                  <a:moveTo>
                    <a:pt x="20369" y="854"/>
                  </a:moveTo>
                  <a:cubicBezTo>
                    <a:pt x="20275" y="1764"/>
                    <a:pt x="20104" y="2656"/>
                    <a:pt x="19857" y="3528"/>
                  </a:cubicBezTo>
                  <a:lnTo>
                    <a:pt x="17696" y="1366"/>
                  </a:lnTo>
                  <a:cubicBezTo>
                    <a:pt x="18587" y="1139"/>
                    <a:pt x="19478" y="968"/>
                    <a:pt x="20369" y="854"/>
                  </a:cubicBezTo>
                  <a:close/>
                  <a:moveTo>
                    <a:pt x="7010" y="7196"/>
                  </a:moveTo>
                  <a:cubicBezTo>
                    <a:pt x="7329" y="7196"/>
                    <a:pt x="7649" y="7218"/>
                    <a:pt x="7969" y="7263"/>
                  </a:cubicBezTo>
                  <a:cubicBezTo>
                    <a:pt x="7419" y="8022"/>
                    <a:pt x="6907" y="8818"/>
                    <a:pt x="6471" y="9652"/>
                  </a:cubicBezTo>
                  <a:cubicBezTo>
                    <a:pt x="5701" y="9408"/>
                    <a:pt x="4898" y="9285"/>
                    <a:pt x="4095" y="9285"/>
                  </a:cubicBezTo>
                  <a:cubicBezTo>
                    <a:pt x="3277" y="9285"/>
                    <a:pt x="2458" y="9413"/>
                    <a:pt x="1673" y="9671"/>
                  </a:cubicBezTo>
                  <a:cubicBezTo>
                    <a:pt x="1806" y="9520"/>
                    <a:pt x="1939" y="9387"/>
                    <a:pt x="2072" y="9254"/>
                  </a:cubicBezTo>
                  <a:cubicBezTo>
                    <a:pt x="3380" y="7929"/>
                    <a:pt x="5171" y="7196"/>
                    <a:pt x="7010" y="7196"/>
                  </a:cubicBezTo>
                  <a:close/>
                  <a:moveTo>
                    <a:pt x="16805" y="1632"/>
                  </a:moveTo>
                  <a:lnTo>
                    <a:pt x="19611" y="4438"/>
                  </a:lnTo>
                  <a:cubicBezTo>
                    <a:pt x="18853" y="6808"/>
                    <a:pt x="17753" y="8742"/>
                    <a:pt x="16331" y="10164"/>
                  </a:cubicBezTo>
                  <a:cubicBezTo>
                    <a:pt x="14833" y="11662"/>
                    <a:pt x="13145" y="12952"/>
                    <a:pt x="11287" y="13994"/>
                  </a:cubicBezTo>
                  <a:cubicBezTo>
                    <a:pt x="10509" y="12174"/>
                    <a:pt x="9068" y="10733"/>
                    <a:pt x="7248" y="9937"/>
                  </a:cubicBezTo>
                  <a:cubicBezTo>
                    <a:pt x="8272" y="8097"/>
                    <a:pt x="9561" y="6410"/>
                    <a:pt x="11078" y="4912"/>
                  </a:cubicBezTo>
                  <a:cubicBezTo>
                    <a:pt x="12500" y="3490"/>
                    <a:pt x="14434" y="2371"/>
                    <a:pt x="16805" y="1632"/>
                  </a:cubicBezTo>
                  <a:close/>
                  <a:moveTo>
                    <a:pt x="6888" y="10676"/>
                  </a:moveTo>
                  <a:cubicBezTo>
                    <a:pt x="7703" y="11037"/>
                    <a:pt x="8443" y="11530"/>
                    <a:pt x="9068" y="12174"/>
                  </a:cubicBezTo>
                  <a:cubicBezTo>
                    <a:pt x="9694" y="12781"/>
                    <a:pt x="10206" y="13539"/>
                    <a:pt x="10547" y="14355"/>
                  </a:cubicBezTo>
                  <a:cubicBezTo>
                    <a:pt x="10225" y="14487"/>
                    <a:pt x="9903" y="14620"/>
                    <a:pt x="9561" y="14715"/>
                  </a:cubicBezTo>
                  <a:lnTo>
                    <a:pt x="9580" y="14715"/>
                  </a:lnTo>
                  <a:cubicBezTo>
                    <a:pt x="9542" y="14725"/>
                    <a:pt x="9504" y="14729"/>
                    <a:pt x="9467" y="14729"/>
                  </a:cubicBezTo>
                  <a:cubicBezTo>
                    <a:pt x="9356" y="14729"/>
                    <a:pt x="9253" y="14687"/>
                    <a:pt x="9182" y="14601"/>
                  </a:cubicBezTo>
                  <a:lnTo>
                    <a:pt x="6622" y="12060"/>
                  </a:lnTo>
                  <a:cubicBezTo>
                    <a:pt x="6528" y="11966"/>
                    <a:pt x="6490" y="11814"/>
                    <a:pt x="6528" y="11662"/>
                  </a:cubicBezTo>
                  <a:cubicBezTo>
                    <a:pt x="6622" y="11340"/>
                    <a:pt x="6736" y="10999"/>
                    <a:pt x="6888" y="10676"/>
                  </a:cubicBezTo>
                  <a:close/>
                  <a:moveTo>
                    <a:pt x="6509" y="13103"/>
                  </a:moveTo>
                  <a:lnTo>
                    <a:pt x="8215" y="14810"/>
                  </a:lnTo>
                  <a:cubicBezTo>
                    <a:pt x="8120" y="14924"/>
                    <a:pt x="8025" y="15037"/>
                    <a:pt x="7931" y="15132"/>
                  </a:cubicBezTo>
                  <a:cubicBezTo>
                    <a:pt x="7362" y="15701"/>
                    <a:pt x="6035" y="16004"/>
                    <a:pt x="5200" y="16118"/>
                  </a:cubicBezTo>
                  <a:cubicBezTo>
                    <a:pt x="5314" y="15284"/>
                    <a:pt x="5617" y="13957"/>
                    <a:pt x="6186" y="13388"/>
                  </a:cubicBezTo>
                  <a:cubicBezTo>
                    <a:pt x="6281" y="13274"/>
                    <a:pt x="6395" y="13179"/>
                    <a:pt x="6509" y="13103"/>
                  </a:cubicBezTo>
                  <a:close/>
                  <a:moveTo>
                    <a:pt x="13979" y="13255"/>
                  </a:moveTo>
                  <a:cubicBezTo>
                    <a:pt x="14283" y="15436"/>
                    <a:pt x="13562" y="17635"/>
                    <a:pt x="11988" y="19171"/>
                  </a:cubicBezTo>
                  <a:cubicBezTo>
                    <a:pt x="11856" y="19304"/>
                    <a:pt x="11723" y="19436"/>
                    <a:pt x="11571" y="19550"/>
                  </a:cubicBezTo>
                  <a:cubicBezTo>
                    <a:pt x="12083" y="17995"/>
                    <a:pt x="12083" y="16327"/>
                    <a:pt x="11590" y="14753"/>
                  </a:cubicBezTo>
                  <a:cubicBezTo>
                    <a:pt x="12425" y="14317"/>
                    <a:pt x="13221" y="13805"/>
                    <a:pt x="13979" y="13255"/>
                  </a:cubicBezTo>
                  <a:close/>
                  <a:moveTo>
                    <a:pt x="20806" y="1"/>
                  </a:moveTo>
                  <a:cubicBezTo>
                    <a:pt x="18701" y="115"/>
                    <a:pt x="13695" y="1120"/>
                    <a:pt x="10490" y="4343"/>
                  </a:cubicBezTo>
                  <a:cubicBezTo>
                    <a:pt x="9789" y="5026"/>
                    <a:pt x="9144" y="5746"/>
                    <a:pt x="8537" y="6524"/>
                  </a:cubicBezTo>
                  <a:cubicBezTo>
                    <a:pt x="8032" y="6423"/>
                    <a:pt x="7525" y="6374"/>
                    <a:pt x="7023" y="6374"/>
                  </a:cubicBezTo>
                  <a:cubicBezTo>
                    <a:pt x="4212" y="6374"/>
                    <a:pt x="1556" y="7904"/>
                    <a:pt x="156" y="10430"/>
                  </a:cubicBezTo>
                  <a:cubicBezTo>
                    <a:pt x="1" y="10726"/>
                    <a:pt x="242" y="11047"/>
                    <a:pt x="533" y="11047"/>
                  </a:cubicBezTo>
                  <a:cubicBezTo>
                    <a:pt x="596" y="11047"/>
                    <a:pt x="661" y="11032"/>
                    <a:pt x="725" y="10999"/>
                  </a:cubicBezTo>
                  <a:cubicBezTo>
                    <a:pt x="1777" y="10418"/>
                    <a:pt x="2945" y="10123"/>
                    <a:pt x="4120" y="10123"/>
                  </a:cubicBezTo>
                  <a:cubicBezTo>
                    <a:pt x="4788" y="10123"/>
                    <a:pt x="5458" y="10218"/>
                    <a:pt x="6110" y="10411"/>
                  </a:cubicBezTo>
                  <a:cubicBezTo>
                    <a:pt x="5959" y="10752"/>
                    <a:pt x="5826" y="11093"/>
                    <a:pt x="5731" y="11435"/>
                  </a:cubicBezTo>
                  <a:cubicBezTo>
                    <a:pt x="5617" y="11814"/>
                    <a:pt x="5693" y="12212"/>
                    <a:pt x="5921" y="12515"/>
                  </a:cubicBezTo>
                  <a:cubicBezTo>
                    <a:pt x="5807" y="12610"/>
                    <a:pt x="5693" y="12705"/>
                    <a:pt x="5598" y="12800"/>
                  </a:cubicBezTo>
                  <a:cubicBezTo>
                    <a:pt x="4537" y="13862"/>
                    <a:pt x="4309" y="16459"/>
                    <a:pt x="4309" y="16573"/>
                  </a:cubicBezTo>
                  <a:cubicBezTo>
                    <a:pt x="4290" y="16801"/>
                    <a:pt x="4480" y="17009"/>
                    <a:pt x="4726" y="17009"/>
                  </a:cubicBezTo>
                  <a:lnTo>
                    <a:pt x="4745" y="17009"/>
                  </a:lnTo>
                  <a:cubicBezTo>
                    <a:pt x="4859" y="17009"/>
                    <a:pt x="7457" y="16782"/>
                    <a:pt x="8518" y="15720"/>
                  </a:cubicBezTo>
                  <a:cubicBezTo>
                    <a:pt x="8613" y="15606"/>
                    <a:pt x="8727" y="15492"/>
                    <a:pt x="8822" y="15379"/>
                  </a:cubicBezTo>
                  <a:cubicBezTo>
                    <a:pt x="9008" y="15503"/>
                    <a:pt x="9226" y="15570"/>
                    <a:pt x="9450" y="15570"/>
                  </a:cubicBezTo>
                  <a:cubicBezTo>
                    <a:pt x="9569" y="15570"/>
                    <a:pt x="9690" y="15551"/>
                    <a:pt x="9808" y="15511"/>
                  </a:cubicBezTo>
                  <a:cubicBezTo>
                    <a:pt x="10149" y="15417"/>
                    <a:pt x="10509" y="15284"/>
                    <a:pt x="10832" y="15132"/>
                  </a:cubicBezTo>
                  <a:lnTo>
                    <a:pt x="10832" y="15132"/>
                  </a:lnTo>
                  <a:cubicBezTo>
                    <a:pt x="11382" y="16934"/>
                    <a:pt x="11173" y="18868"/>
                    <a:pt x="10263" y="20517"/>
                  </a:cubicBezTo>
                  <a:cubicBezTo>
                    <a:pt x="10092" y="20813"/>
                    <a:pt x="10330" y="21135"/>
                    <a:pt x="10620" y="21135"/>
                  </a:cubicBezTo>
                  <a:cubicBezTo>
                    <a:pt x="10683" y="21135"/>
                    <a:pt x="10749" y="21120"/>
                    <a:pt x="10813" y="21086"/>
                  </a:cubicBezTo>
                  <a:cubicBezTo>
                    <a:pt x="13790" y="19436"/>
                    <a:pt x="15383" y="16042"/>
                    <a:pt x="14719" y="12705"/>
                  </a:cubicBezTo>
                  <a:cubicBezTo>
                    <a:pt x="15496" y="12098"/>
                    <a:pt x="16217" y="11454"/>
                    <a:pt x="16899" y="10752"/>
                  </a:cubicBezTo>
                  <a:cubicBezTo>
                    <a:pt x="18492" y="9178"/>
                    <a:pt x="19687" y="7055"/>
                    <a:pt x="20464" y="4457"/>
                  </a:cubicBezTo>
                  <a:cubicBezTo>
                    <a:pt x="20862" y="3149"/>
                    <a:pt x="21109" y="1802"/>
                    <a:pt x="21242" y="437"/>
                  </a:cubicBezTo>
                  <a:cubicBezTo>
                    <a:pt x="21242" y="323"/>
                    <a:pt x="21204" y="210"/>
                    <a:pt x="21109" y="134"/>
                  </a:cubicBezTo>
                  <a:cubicBezTo>
                    <a:pt x="21033" y="39"/>
                    <a:pt x="20919" y="1"/>
                    <a:pt x="208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96" name="Google Shape;2996;p50"/>
          <p:cNvGrpSpPr/>
          <p:nvPr/>
        </p:nvGrpSpPr>
        <p:grpSpPr>
          <a:xfrm>
            <a:off x="8129277" y="3391060"/>
            <a:ext cx="365765" cy="340214"/>
            <a:chOff x="7511638" y="4248450"/>
            <a:chExt cx="625025" cy="575075"/>
          </a:xfrm>
        </p:grpSpPr>
        <p:sp>
          <p:nvSpPr>
            <p:cNvPr id="2997" name="Google Shape;2997;p50"/>
            <p:cNvSpPr/>
            <p:nvPr/>
          </p:nvSpPr>
          <p:spPr>
            <a:xfrm>
              <a:off x="7525388" y="4498275"/>
              <a:ext cx="219500" cy="191975"/>
            </a:xfrm>
            <a:custGeom>
              <a:avLst/>
              <a:gdLst/>
              <a:ahLst/>
              <a:cxnLst/>
              <a:rect l="l" t="t" r="r" b="b"/>
              <a:pathLst>
                <a:path w="8780" h="7679" extrusionOk="0">
                  <a:moveTo>
                    <a:pt x="5935" y="0"/>
                  </a:moveTo>
                  <a:lnTo>
                    <a:pt x="1840" y="2370"/>
                  </a:lnTo>
                  <a:cubicBezTo>
                    <a:pt x="475" y="3148"/>
                    <a:pt x="0" y="4892"/>
                    <a:pt x="797" y="6258"/>
                  </a:cubicBezTo>
                  <a:cubicBezTo>
                    <a:pt x="1318" y="7173"/>
                    <a:pt x="2274" y="7679"/>
                    <a:pt x="3259" y="7679"/>
                  </a:cubicBezTo>
                  <a:cubicBezTo>
                    <a:pt x="3743" y="7679"/>
                    <a:pt x="4234" y="7557"/>
                    <a:pt x="4684" y="7300"/>
                  </a:cubicBezTo>
                  <a:lnTo>
                    <a:pt x="8780" y="4930"/>
                  </a:lnTo>
                  <a:lnTo>
                    <a:pt x="593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50"/>
            <p:cNvSpPr/>
            <p:nvPr/>
          </p:nvSpPr>
          <p:spPr>
            <a:xfrm>
              <a:off x="7822613" y="4287375"/>
              <a:ext cx="196275" cy="289125"/>
            </a:xfrm>
            <a:custGeom>
              <a:avLst/>
              <a:gdLst/>
              <a:ahLst/>
              <a:cxnLst/>
              <a:rect l="l" t="t" r="r" b="b"/>
              <a:pathLst>
                <a:path w="7851" h="11565" extrusionOk="0">
                  <a:moveTo>
                    <a:pt x="1157" y="1"/>
                  </a:moveTo>
                  <a:cubicBezTo>
                    <a:pt x="844" y="1"/>
                    <a:pt x="530" y="152"/>
                    <a:pt x="342" y="453"/>
                  </a:cubicBezTo>
                  <a:lnTo>
                    <a:pt x="0" y="890"/>
                  </a:lnTo>
                  <a:lnTo>
                    <a:pt x="38" y="928"/>
                  </a:lnTo>
                  <a:lnTo>
                    <a:pt x="6144" y="11508"/>
                  </a:lnTo>
                  <a:lnTo>
                    <a:pt x="6144" y="11565"/>
                  </a:lnTo>
                  <a:lnTo>
                    <a:pt x="6675" y="11451"/>
                  </a:lnTo>
                  <a:cubicBezTo>
                    <a:pt x="7395" y="11432"/>
                    <a:pt x="7850" y="10655"/>
                    <a:pt x="7490" y="10029"/>
                  </a:cubicBezTo>
                  <a:lnTo>
                    <a:pt x="1972" y="472"/>
                  </a:lnTo>
                  <a:cubicBezTo>
                    <a:pt x="1791" y="157"/>
                    <a:pt x="1475" y="1"/>
                    <a:pt x="1157" y="1"/>
                  </a:cubicBezTo>
                  <a:close/>
                </a:path>
              </a:pathLst>
            </a:custGeom>
            <a:solidFill>
              <a:srgbClr val="A5CF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50"/>
            <p:cNvSpPr/>
            <p:nvPr/>
          </p:nvSpPr>
          <p:spPr>
            <a:xfrm>
              <a:off x="7642463" y="4645225"/>
              <a:ext cx="136550" cy="166575"/>
            </a:xfrm>
            <a:custGeom>
              <a:avLst/>
              <a:gdLst/>
              <a:ahLst/>
              <a:cxnLst/>
              <a:rect l="l" t="t" r="r" b="b"/>
              <a:pathLst>
                <a:path w="5462" h="6663" extrusionOk="0">
                  <a:moveTo>
                    <a:pt x="2466" y="0"/>
                  </a:moveTo>
                  <a:lnTo>
                    <a:pt x="1" y="1422"/>
                  </a:lnTo>
                  <a:lnTo>
                    <a:pt x="2599" y="5954"/>
                  </a:lnTo>
                  <a:cubicBezTo>
                    <a:pt x="2864" y="6409"/>
                    <a:pt x="3340" y="6662"/>
                    <a:pt x="3831" y="6662"/>
                  </a:cubicBezTo>
                  <a:cubicBezTo>
                    <a:pt x="4076" y="6662"/>
                    <a:pt x="4324" y="6599"/>
                    <a:pt x="4552" y="6466"/>
                  </a:cubicBezTo>
                  <a:cubicBezTo>
                    <a:pt x="5234" y="6068"/>
                    <a:pt x="5462" y="5215"/>
                    <a:pt x="5064" y="4532"/>
                  </a:cubicBezTo>
                  <a:lnTo>
                    <a:pt x="5064" y="4513"/>
                  </a:lnTo>
                  <a:lnTo>
                    <a:pt x="24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50"/>
            <p:cNvSpPr/>
            <p:nvPr/>
          </p:nvSpPr>
          <p:spPr>
            <a:xfrm>
              <a:off x="7918838" y="4378350"/>
              <a:ext cx="76825" cy="85350"/>
            </a:xfrm>
            <a:custGeom>
              <a:avLst/>
              <a:gdLst/>
              <a:ahLst/>
              <a:cxnLst/>
              <a:rect l="l" t="t" r="r" b="b"/>
              <a:pathLst>
                <a:path w="3073" h="3414" extrusionOk="0">
                  <a:moveTo>
                    <a:pt x="2124" y="0"/>
                  </a:moveTo>
                  <a:lnTo>
                    <a:pt x="1" y="114"/>
                  </a:lnTo>
                  <a:lnTo>
                    <a:pt x="1897" y="3413"/>
                  </a:lnTo>
                  <a:lnTo>
                    <a:pt x="3072" y="1631"/>
                  </a:lnTo>
                  <a:lnTo>
                    <a:pt x="212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50"/>
            <p:cNvSpPr/>
            <p:nvPr/>
          </p:nvSpPr>
          <p:spPr>
            <a:xfrm>
              <a:off x="7673763" y="4309600"/>
              <a:ext cx="301975" cy="311950"/>
            </a:xfrm>
            <a:custGeom>
              <a:avLst/>
              <a:gdLst/>
              <a:ahLst/>
              <a:cxnLst/>
              <a:rect l="l" t="t" r="r" b="b"/>
              <a:pathLst>
                <a:path w="12079" h="12478" extrusionOk="0">
                  <a:moveTo>
                    <a:pt x="5916" y="1"/>
                  </a:moveTo>
                  <a:lnTo>
                    <a:pt x="0" y="7547"/>
                  </a:lnTo>
                  <a:lnTo>
                    <a:pt x="2845" y="12477"/>
                  </a:lnTo>
                  <a:lnTo>
                    <a:pt x="12079" y="10676"/>
                  </a:lnTo>
                  <a:lnTo>
                    <a:pt x="12079" y="10619"/>
                  </a:lnTo>
                  <a:lnTo>
                    <a:pt x="5954" y="39"/>
                  </a:lnTo>
                  <a:lnTo>
                    <a:pt x="5916" y="1"/>
                  </a:lnTo>
                  <a:close/>
                </a:path>
              </a:pathLst>
            </a:custGeom>
            <a:solidFill>
              <a:srgbClr val="DBA0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50"/>
            <p:cNvSpPr/>
            <p:nvPr/>
          </p:nvSpPr>
          <p:spPr>
            <a:xfrm>
              <a:off x="7665238" y="4592275"/>
              <a:ext cx="29875" cy="23800"/>
            </a:xfrm>
            <a:custGeom>
              <a:avLst/>
              <a:gdLst/>
              <a:ahLst/>
              <a:cxnLst/>
              <a:rect l="l" t="t" r="r" b="b"/>
              <a:pathLst>
                <a:path w="1195" h="952" extrusionOk="0">
                  <a:moveTo>
                    <a:pt x="610" y="0"/>
                  </a:moveTo>
                  <a:cubicBezTo>
                    <a:pt x="263" y="0"/>
                    <a:pt x="1" y="389"/>
                    <a:pt x="190" y="715"/>
                  </a:cubicBezTo>
                  <a:cubicBezTo>
                    <a:pt x="278" y="867"/>
                    <a:pt x="434" y="951"/>
                    <a:pt x="596" y="951"/>
                  </a:cubicBezTo>
                  <a:cubicBezTo>
                    <a:pt x="676" y="951"/>
                    <a:pt x="759" y="930"/>
                    <a:pt x="834" y="886"/>
                  </a:cubicBezTo>
                  <a:cubicBezTo>
                    <a:pt x="1195" y="677"/>
                    <a:pt x="1138" y="127"/>
                    <a:pt x="721" y="14"/>
                  </a:cubicBezTo>
                  <a:cubicBezTo>
                    <a:pt x="683" y="5"/>
                    <a:pt x="646" y="0"/>
                    <a:pt x="61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50"/>
            <p:cNvSpPr/>
            <p:nvPr/>
          </p:nvSpPr>
          <p:spPr>
            <a:xfrm>
              <a:off x="7511638" y="4275475"/>
              <a:ext cx="521475" cy="548050"/>
            </a:xfrm>
            <a:custGeom>
              <a:avLst/>
              <a:gdLst/>
              <a:ahLst/>
              <a:cxnLst/>
              <a:rect l="l" t="t" r="r" b="b"/>
              <a:pathLst>
                <a:path w="20859" h="21922" extrusionOk="0">
                  <a:moveTo>
                    <a:pt x="18147" y="4608"/>
                  </a:moveTo>
                  <a:lnTo>
                    <a:pt x="18791" y="5727"/>
                  </a:lnTo>
                  <a:lnTo>
                    <a:pt x="18204" y="6618"/>
                  </a:lnTo>
                  <a:lnTo>
                    <a:pt x="17085" y="4665"/>
                  </a:lnTo>
                  <a:lnTo>
                    <a:pt x="18147" y="4608"/>
                  </a:lnTo>
                  <a:close/>
                  <a:moveTo>
                    <a:pt x="13575" y="948"/>
                  </a:moveTo>
                  <a:cubicBezTo>
                    <a:pt x="13733" y="948"/>
                    <a:pt x="13890" y="1024"/>
                    <a:pt x="13975" y="1176"/>
                  </a:cubicBezTo>
                  <a:lnTo>
                    <a:pt x="19493" y="10733"/>
                  </a:lnTo>
                  <a:cubicBezTo>
                    <a:pt x="19683" y="11036"/>
                    <a:pt x="19455" y="11434"/>
                    <a:pt x="19095" y="11453"/>
                  </a:cubicBezTo>
                  <a:cubicBezTo>
                    <a:pt x="19000" y="11453"/>
                    <a:pt x="18924" y="11472"/>
                    <a:pt x="18829" y="11491"/>
                  </a:cubicBezTo>
                  <a:lnTo>
                    <a:pt x="13008" y="1385"/>
                  </a:lnTo>
                  <a:cubicBezTo>
                    <a:pt x="13122" y="1214"/>
                    <a:pt x="13141" y="1214"/>
                    <a:pt x="13160" y="1176"/>
                  </a:cubicBezTo>
                  <a:cubicBezTo>
                    <a:pt x="13255" y="1024"/>
                    <a:pt x="13416" y="948"/>
                    <a:pt x="13575" y="948"/>
                  </a:cubicBezTo>
                  <a:close/>
                  <a:moveTo>
                    <a:pt x="12364" y="2200"/>
                  </a:moveTo>
                  <a:lnTo>
                    <a:pt x="17862" y="11700"/>
                  </a:lnTo>
                  <a:lnTo>
                    <a:pt x="9576" y="13311"/>
                  </a:lnTo>
                  <a:lnTo>
                    <a:pt x="7054" y="8950"/>
                  </a:lnTo>
                  <a:lnTo>
                    <a:pt x="12364" y="2200"/>
                  </a:lnTo>
                  <a:close/>
                  <a:moveTo>
                    <a:pt x="9159" y="14487"/>
                  </a:moveTo>
                  <a:lnTo>
                    <a:pt x="9633" y="15321"/>
                  </a:lnTo>
                  <a:lnTo>
                    <a:pt x="8818" y="15795"/>
                  </a:lnTo>
                  <a:lnTo>
                    <a:pt x="8344" y="14961"/>
                  </a:lnTo>
                  <a:lnTo>
                    <a:pt x="9159" y="14487"/>
                  </a:lnTo>
                  <a:close/>
                  <a:moveTo>
                    <a:pt x="6315" y="9576"/>
                  </a:moveTo>
                  <a:lnTo>
                    <a:pt x="8685" y="13691"/>
                  </a:lnTo>
                  <a:lnTo>
                    <a:pt x="4987" y="15814"/>
                  </a:lnTo>
                  <a:cubicBezTo>
                    <a:pt x="4612" y="16033"/>
                    <a:pt x="4204" y="16137"/>
                    <a:pt x="3801" y="16137"/>
                  </a:cubicBezTo>
                  <a:cubicBezTo>
                    <a:pt x="2983" y="16137"/>
                    <a:pt x="2190" y="15711"/>
                    <a:pt x="1745" y="14961"/>
                  </a:cubicBezTo>
                  <a:lnTo>
                    <a:pt x="1745" y="14942"/>
                  </a:lnTo>
                  <a:cubicBezTo>
                    <a:pt x="1100" y="13804"/>
                    <a:pt x="1499" y="12363"/>
                    <a:pt x="2617" y="11719"/>
                  </a:cubicBezTo>
                  <a:lnTo>
                    <a:pt x="6315" y="9576"/>
                  </a:lnTo>
                  <a:close/>
                  <a:moveTo>
                    <a:pt x="7528" y="15454"/>
                  </a:moveTo>
                  <a:cubicBezTo>
                    <a:pt x="9737" y="19288"/>
                    <a:pt x="9886" y="19550"/>
                    <a:pt x="9893" y="19550"/>
                  </a:cubicBezTo>
                  <a:cubicBezTo>
                    <a:pt x="9894" y="19550"/>
                    <a:pt x="9891" y="19543"/>
                    <a:pt x="9892" y="19543"/>
                  </a:cubicBezTo>
                  <a:lnTo>
                    <a:pt x="9892" y="19543"/>
                  </a:lnTo>
                  <a:cubicBezTo>
                    <a:pt x="9893" y="19543"/>
                    <a:pt x="9895" y="19545"/>
                    <a:pt x="9899" y="19550"/>
                  </a:cubicBezTo>
                  <a:cubicBezTo>
                    <a:pt x="10328" y="20304"/>
                    <a:pt x="9687" y="20987"/>
                    <a:pt x="9040" y="20987"/>
                  </a:cubicBezTo>
                  <a:cubicBezTo>
                    <a:pt x="8743" y="20987"/>
                    <a:pt x="8445" y="20843"/>
                    <a:pt x="8249" y="20498"/>
                  </a:cubicBezTo>
                  <a:lnTo>
                    <a:pt x="5879" y="16402"/>
                  </a:lnTo>
                  <a:lnTo>
                    <a:pt x="7528" y="15454"/>
                  </a:lnTo>
                  <a:close/>
                  <a:moveTo>
                    <a:pt x="13558" y="0"/>
                  </a:moveTo>
                  <a:cubicBezTo>
                    <a:pt x="13084" y="0"/>
                    <a:pt x="12629" y="247"/>
                    <a:pt x="12382" y="664"/>
                  </a:cubicBezTo>
                  <a:lnTo>
                    <a:pt x="6182" y="8552"/>
                  </a:lnTo>
                  <a:lnTo>
                    <a:pt x="2143" y="10884"/>
                  </a:lnTo>
                  <a:cubicBezTo>
                    <a:pt x="607" y="11738"/>
                    <a:pt x="1" y="13634"/>
                    <a:pt x="778" y="15226"/>
                  </a:cubicBezTo>
                  <a:cubicBezTo>
                    <a:pt x="1342" y="16397"/>
                    <a:pt x="2526" y="17096"/>
                    <a:pt x="3766" y="17096"/>
                  </a:cubicBezTo>
                  <a:cubicBezTo>
                    <a:pt x="4193" y="17096"/>
                    <a:pt x="4627" y="17013"/>
                    <a:pt x="5044" y="16838"/>
                  </a:cubicBezTo>
                  <a:lnTo>
                    <a:pt x="7434" y="20972"/>
                  </a:lnTo>
                  <a:cubicBezTo>
                    <a:pt x="7778" y="21584"/>
                    <a:pt x="8413" y="21921"/>
                    <a:pt x="9069" y="21921"/>
                  </a:cubicBezTo>
                  <a:cubicBezTo>
                    <a:pt x="9389" y="21921"/>
                    <a:pt x="9714" y="21841"/>
                    <a:pt x="10012" y="21673"/>
                  </a:cubicBezTo>
                  <a:cubicBezTo>
                    <a:pt x="10922" y="21142"/>
                    <a:pt x="11226" y="19986"/>
                    <a:pt x="10714" y="19076"/>
                  </a:cubicBezTo>
                  <a:lnTo>
                    <a:pt x="9292" y="16611"/>
                  </a:lnTo>
                  <a:lnTo>
                    <a:pt x="10524" y="15909"/>
                  </a:lnTo>
                  <a:cubicBezTo>
                    <a:pt x="10752" y="15776"/>
                    <a:pt x="10828" y="15473"/>
                    <a:pt x="10695" y="15245"/>
                  </a:cubicBezTo>
                  <a:lnTo>
                    <a:pt x="10088" y="14184"/>
                  </a:lnTo>
                  <a:lnTo>
                    <a:pt x="19171" y="12401"/>
                  </a:lnTo>
                  <a:cubicBezTo>
                    <a:pt x="20233" y="12344"/>
                    <a:pt x="20858" y="11188"/>
                    <a:pt x="20308" y="10277"/>
                  </a:cubicBezTo>
                  <a:lnTo>
                    <a:pt x="18735" y="7547"/>
                  </a:lnTo>
                  <a:lnTo>
                    <a:pt x="19740" y="6011"/>
                  </a:lnTo>
                  <a:cubicBezTo>
                    <a:pt x="19834" y="5859"/>
                    <a:pt x="19853" y="5670"/>
                    <a:pt x="19758" y="5518"/>
                  </a:cubicBezTo>
                  <a:lnTo>
                    <a:pt x="18810" y="3869"/>
                  </a:lnTo>
                  <a:cubicBezTo>
                    <a:pt x="18724" y="3730"/>
                    <a:pt x="18573" y="3639"/>
                    <a:pt x="18418" y="3639"/>
                  </a:cubicBezTo>
                  <a:cubicBezTo>
                    <a:pt x="18403" y="3639"/>
                    <a:pt x="18389" y="3639"/>
                    <a:pt x="18374" y="3641"/>
                  </a:cubicBezTo>
                  <a:lnTo>
                    <a:pt x="16554" y="3736"/>
                  </a:lnTo>
                  <a:lnTo>
                    <a:pt x="14791" y="702"/>
                  </a:lnTo>
                  <a:cubicBezTo>
                    <a:pt x="14544" y="285"/>
                    <a:pt x="14089" y="0"/>
                    <a:pt x="1357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50"/>
            <p:cNvSpPr/>
            <p:nvPr/>
          </p:nvSpPr>
          <p:spPr>
            <a:xfrm>
              <a:off x="7570588" y="4616100"/>
              <a:ext cx="82350" cy="38775"/>
            </a:xfrm>
            <a:custGeom>
              <a:avLst/>
              <a:gdLst/>
              <a:ahLst/>
              <a:cxnLst/>
              <a:rect l="l" t="t" r="r" b="b"/>
              <a:pathLst>
                <a:path w="3294" h="1551" extrusionOk="0">
                  <a:moveTo>
                    <a:pt x="2746" y="0"/>
                  </a:moveTo>
                  <a:cubicBezTo>
                    <a:pt x="2665" y="0"/>
                    <a:pt x="2585" y="21"/>
                    <a:pt x="2516" y="66"/>
                  </a:cubicBezTo>
                  <a:lnTo>
                    <a:pt x="1681" y="540"/>
                  </a:lnTo>
                  <a:cubicBezTo>
                    <a:pt x="1606" y="584"/>
                    <a:pt x="1523" y="605"/>
                    <a:pt x="1443" y="605"/>
                  </a:cubicBezTo>
                  <a:cubicBezTo>
                    <a:pt x="1281" y="605"/>
                    <a:pt x="1125" y="521"/>
                    <a:pt x="1037" y="369"/>
                  </a:cubicBezTo>
                  <a:cubicBezTo>
                    <a:pt x="935" y="196"/>
                    <a:pt x="785" y="124"/>
                    <a:pt x="637" y="124"/>
                  </a:cubicBezTo>
                  <a:cubicBezTo>
                    <a:pt x="314" y="124"/>
                    <a:pt x="0" y="466"/>
                    <a:pt x="221" y="843"/>
                  </a:cubicBezTo>
                  <a:cubicBezTo>
                    <a:pt x="474" y="1298"/>
                    <a:pt x="946" y="1551"/>
                    <a:pt x="1435" y="1551"/>
                  </a:cubicBezTo>
                  <a:cubicBezTo>
                    <a:pt x="1679" y="1551"/>
                    <a:pt x="1928" y="1488"/>
                    <a:pt x="2155" y="1355"/>
                  </a:cubicBezTo>
                  <a:lnTo>
                    <a:pt x="2990" y="881"/>
                  </a:lnTo>
                  <a:cubicBezTo>
                    <a:pt x="3198" y="748"/>
                    <a:pt x="3293" y="464"/>
                    <a:pt x="3160" y="236"/>
                  </a:cubicBezTo>
                  <a:cubicBezTo>
                    <a:pt x="3072" y="85"/>
                    <a:pt x="2908" y="0"/>
                    <a:pt x="274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50"/>
            <p:cNvSpPr/>
            <p:nvPr/>
          </p:nvSpPr>
          <p:spPr>
            <a:xfrm>
              <a:off x="8035713" y="4299250"/>
              <a:ext cx="100950" cy="61025"/>
            </a:xfrm>
            <a:custGeom>
              <a:avLst/>
              <a:gdLst/>
              <a:ahLst/>
              <a:cxnLst/>
              <a:rect l="l" t="t" r="r" b="b"/>
              <a:pathLst>
                <a:path w="4038" h="2441" extrusionOk="0">
                  <a:moveTo>
                    <a:pt x="3350" y="0"/>
                  </a:moveTo>
                  <a:cubicBezTo>
                    <a:pt x="3271" y="0"/>
                    <a:pt x="3186" y="23"/>
                    <a:pt x="3100" y="73"/>
                  </a:cubicBezTo>
                  <a:lnTo>
                    <a:pt x="464" y="1533"/>
                  </a:lnTo>
                  <a:cubicBezTo>
                    <a:pt x="1" y="1805"/>
                    <a:pt x="265" y="2440"/>
                    <a:pt x="688" y="2440"/>
                  </a:cubicBezTo>
                  <a:cubicBezTo>
                    <a:pt x="767" y="2440"/>
                    <a:pt x="852" y="2418"/>
                    <a:pt x="938" y="2368"/>
                  </a:cubicBezTo>
                  <a:lnTo>
                    <a:pt x="3574" y="889"/>
                  </a:lnTo>
                  <a:cubicBezTo>
                    <a:pt x="4037" y="633"/>
                    <a:pt x="3774" y="0"/>
                    <a:pt x="33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50"/>
            <p:cNvSpPr/>
            <p:nvPr/>
          </p:nvSpPr>
          <p:spPr>
            <a:xfrm>
              <a:off x="8041188" y="4411175"/>
              <a:ext cx="80325" cy="36275"/>
            </a:xfrm>
            <a:custGeom>
              <a:avLst/>
              <a:gdLst/>
              <a:ahLst/>
              <a:cxnLst/>
              <a:rect l="l" t="t" r="r" b="b"/>
              <a:pathLst>
                <a:path w="3213" h="1451" extrusionOk="0">
                  <a:moveTo>
                    <a:pt x="658" y="1"/>
                  </a:moveTo>
                  <a:cubicBezTo>
                    <a:pt x="160" y="1"/>
                    <a:pt x="1" y="766"/>
                    <a:pt x="530" y="924"/>
                  </a:cubicBezTo>
                  <a:lnTo>
                    <a:pt x="2369" y="1417"/>
                  </a:lnTo>
                  <a:cubicBezTo>
                    <a:pt x="2433" y="1440"/>
                    <a:pt x="2493" y="1450"/>
                    <a:pt x="2549" y="1450"/>
                  </a:cubicBezTo>
                  <a:cubicBezTo>
                    <a:pt x="3057" y="1450"/>
                    <a:pt x="3213" y="610"/>
                    <a:pt x="2615" y="507"/>
                  </a:cubicBezTo>
                  <a:lnTo>
                    <a:pt x="776" y="14"/>
                  </a:lnTo>
                  <a:cubicBezTo>
                    <a:pt x="735" y="5"/>
                    <a:pt x="695" y="1"/>
                    <a:pt x="65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50"/>
            <p:cNvSpPr/>
            <p:nvPr/>
          </p:nvSpPr>
          <p:spPr>
            <a:xfrm>
              <a:off x="7977063" y="4248450"/>
              <a:ext cx="39875" cy="69725"/>
            </a:xfrm>
            <a:custGeom>
              <a:avLst/>
              <a:gdLst/>
              <a:ahLst/>
              <a:cxnLst/>
              <a:rect l="l" t="t" r="r" b="b"/>
              <a:pathLst>
                <a:path w="1595" h="2789" extrusionOk="0">
                  <a:moveTo>
                    <a:pt x="1019" y="1"/>
                  </a:moveTo>
                  <a:cubicBezTo>
                    <a:pt x="822" y="1"/>
                    <a:pt x="627" y="115"/>
                    <a:pt x="573" y="380"/>
                  </a:cubicBezTo>
                  <a:lnTo>
                    <a:pt x="80" y="2200"/>
                  </a:lnTo>
                  <a:cubicBezTo>
                    <a:pt x="1" y="2562"/>
                    <a:pt x="278" y="2789"/>
                    <a:pt x="552" y="2789"/>
                  </a:cubicBezTo>
                  <a:cubicBezTo>
                    <a:pt x="737" y="2789"/>
                    <a:pt x="921" y="2684"/>
                    <a:pt x="990" y="2447"/>
                  </a:cubicBezTo>
                  <a:lnTo>
                    <a:pt x="1483" y="607"/>
                  </a:lnTo>
                  <a:cubicBezTo>
                    <a:pt x="1595" y="238"/>
                    <a:pt x="1304" y="1"/>
                    <a:pt x="101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08" name="Google Shape;3008;p50"/>
          <p:cNvGrpSpPr/>
          <p:nvPr/>
        </p:nvGrpSpPr>
        <p:grpSpPr>
          <a:xfrm>
            <a:off x="1685101" y="4099004"/>
            <a:ext cx="365747" cy="310906"/>
            <a:chOff x="1527388" y="5229650"/>
            <a:chExt cx="547525" cy="470500"/>
          </a:xfrm>
        </p:grpSpPr>
        <p:sp>
          <p:nvSpPr>
            <p:cNvPr id="3009" name="Google Shape;3009;p50"/>
            <p:cNvSpPr/>
            <p:nvPr/>
          </p:nvSpPr>
          <p:spPr>
            <a:xfrm>
              <a:off x="1537813" y="5236825"/>
              <a:ext cx="348925" cy="320950"/>
            </a:xfrm>
            <a:custGeom>
              <a:avLst/>
              <a:gdLst/>
              <a:ahLst/>
              <a:cxnLst/>
              <a:rect l="l" t="t" r="r" b="b"/>
              <a:pathLst>
                <a:path w="13957" h="12838" extrusionOk="0">
                  <a:moveTo>
                    <a:pt x="854" y="0"/>
                  </a:moveTo>
                  <a:cubicBezTo>
                    <a:pt x="380" y="0"/>
                    <a:pt x="1" y="379"/>
                    <a:pt x="1" y="853"/>
                  </a:cubicBezTo>
                  <a:lnTo>
                    <a:pt x="1" y="9405"/>
                  </a:lnTo>
                  <a:cubicBezTo>
                    <a:pt x="1" y="9879"/>
                    <a:pt x="380" y="10258"/>
                    <a:pt x="854" y="10258"/>
                  </a:cubicBezTo>
                  <a:lnTo>
                    <a:pt x="2579" y="10258"/>
                  </a:lnTo>
                  <a:lnTo>
                    <a:pt x="2579" y="12837"/>
                  </a:lnTo>
                  <a:lnTo>
                    <a:pt x="5139" y="10277"/>
                  </a:lnTo>
                  <a:lnTo>
                    <a:pt x="13103" y="10277"/>
                  </a:lnTo>
                  <a:cubicBezTo>
                    <a:pt x="13577" y="10277"/>
                    <a:pt x="13956" y="9879"/>
                    <a:pt x="13956" y="9424"/>
                  </a:cubicBezTo>
                  <a:lnTo>
                    <a:pt x="13956" y="853"/>
                  </a:lnTo>
                  <a:cubicBezTo>
                    <a:pt x="13956" y="379"/>
                    <a:pt x="13577" y="0"/>
                    <a:pt x="1310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50"/>
            <p:cNvSpPr/>
            <p:nvPr/>
          </p:nvSpPr>
          <p:spPr>
            <a:xfrm>
              <a:off x="1715588" y="5364800"/>
              <a:ext cx="348900" cy="321425"/>
            </a:xfrm>
            <a:custGeom>
              <a:avLst/>
              <a:gdLst/>
              <a:ahLst/>
              <a:cxnLst/>
              <a:rect l="l" t="t" r="r" b="b"/>
              <a:pathLst>
                <a:path w="13956" h="12857" extrusionOk="0">
                  <a:moveTo>
                    <a:pt x="853" y="1"/>
                  </a:moveTo>
                  <a:cubicBezTo>
                    <a:pt x="379" y="1"/>
                    <a:pt x="0" y="399"/>
                    <a:pt x="0" y="873"/>
                  </a:cubicBezTo>
                  <a:lnTo>
                    <a:pt x="0" y="9425"/>
                  </a:lnTo>
                  <a:cubicBezTo>
                    <a:pt x="0" y="9899"/>
                    <a:pt x="379" y="10278"/>
                    <a:pt x="853" y="10278"/>
                  </a:cubicBezTo>
                  <a:lnTo>
                    <a:pt x="8817" y="10278"/>
                  </a:lnTo>
                  <a:lnTo>
                    <a:pt x="11377" y="12857"/>
                  </a:lnTo>
                  <a:lnTo>
                    <a:pt x="11377" y="10278"/>
                  </a:lnTo>
                  <a:lnTo>
                    <a:pt x="13084" y="10278"/>
                  </a:lnTo>
                  <a:cubicBezTo>
                    <a:pt x="13558" y="10278"/>
                    <a:pt x="13956" y="9899"/>
                    <a:pt x="13937" y="9425"/>
                  </a:cubicBezTo>
                  <a:lnTo>
                    <a:pt x="13937" y="873"/>
                  </a:lnTo>
                  <a:cubicBezTo>
                    <a:pt x="13937" y="399"/>
                    <a:pt x="13558" y="1"/>
                    <a:pt x="1308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50"/>
            <p:cNvSpPr/>
            <p:nvPr/>
          </p:nvSpPr>
          <p:spPr>
            <a:xfrm>
              <a:off x="1985788" y="5422100"/>
              <a:ext cx="25150" cy="21600"/>
            </a:xfrm>
            <a:custGeom>
              <a:avLst/>
              <a:gdLst/>
              <a:ahLst/>
              <a:cxnLst/>
              <a:rect l="l" t="t" r="r" b="b"/>
              <a:pathLst>
                <a:path w="1006" h="864" extrusionOk="0">
                  <a:moveTo>
                    <a:pt x="569" y="0"/>
                  </a:moveTo>
                  <a:cubicBezTo>
                    <a:pt x="190" y="0"/>
                    <a:pt x="0" y="474"/>
                    <a:pt x="266" y="740"/>
                  </a:cubicBezTo>
                  <a:cubicBezTo>
                    <a:pt x="351" y="825"/>
                    <a:pt x="458" y="864"/>
                    <a:pt x="564" y="864"/>
                  </a:cubicBezTo>
                  <a:cubicBezTo>
                    <a:pt x="787" y="864"/>
                    <a:pt x="1005" y="694"/>
                    <a:pt x="1005" y="437"/>
                  </a:cubicBezTo>
                  <a:cubicBezTo>
                    <a:pt x="1005" y="190"/>
                    <a:pt x="816" y="0"/>
                    <a:pt x="56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50"/>
            <p:cNvSpPr/>
            <p:nvPr/>
          </p:nvSpPr>
          <p:spPr>
            <a:xfrm>
              <a:off x="1811813" y="5293850"/>
              <a:ext cx="25150" cy="21625"/>
            </a:xfrm>
            <a:custGeom>
              <a:avLst/>
              <a:gdLst/>
              <a:ahLst/>
              <a:cxnLst/>
              <a:rect l="l" t="t" r="r" b="b"/>
              <a:pathLst>
                <a:path w="1006" h="865" extrusionOk="0">
                  <a:moveTo>
                    <a:pt x="427" y="1"/>
                  </a:moveTo>
                  <a:cubicBezTo>
                    <a:pt x="210" y="1"/>
                    <a:pt x="0" y="171"/>
                    <a:pt x="0" y="428"/>
                  </a:cubicBezTo>
                  <a:cubicBezTo>
                    <a:pt x="0" y="656"/>
                    <a:pt x="190" y="864"/>
                    <a:pt x="418" y="864"/>
                  </a:cubicBezTo>
                  <a:cubicBezTo>
                    <a:pt x="816" y="864"/>
                    <a:pt x="1005" y="390"/>
                    <a:pt x="721" y="125"/>
                  </a:cubicBezTo>
                  <a:cubicBezTo>
                    <a:pt x="635" y="39"/>
                    <a:pt x="530" y="1"/>
                    <a:pt x="42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50"/>
            <p:cNvSpPr/>
            <p:nvPr/>
          </p:nvSpPr>
          <p:spPr>
            <a:xfrm>
              <a:off x="1527388" y="5229650"/>
              <a:ext cx="547525" cy="470500"/>
            </a:xfrm>
            <a:custGeom>
              <a:avLst/>
              <a:gdLst/>
              <a:ahLst/>
              <a:cxnLst/>
              <a:rect l="l" t="t" r="r" b="b"/>
              <a:pathLst>
                <a:path w="21901" h="18820" extrusionOk="0">
                  <a:moveTo>
                    <a:pt x="13520" y="853"/>
                  </a:moveTo>
                  <a:cubicBezTo>
                    <a:pt x="13748" y="853"/>
                    <a:pt x="13937" y="1043"/>
                    <a:pt x="13937" y="1289"/>
                  </a:cubicBezTo>
                  <a:lnTo>
                    <a:pt x="13937" y="5139"/>
                  </a:lnTo>
                  <a:lnTo>
                    <a:pt x="2996" y="5139"/>
                  </a:lnTo>
                  <a:cubicBezTo>
                    <a:pt x="2978" y="5137"/>
                    <a:pt x="2960" y="5136"/>
                    <a:pt x="2943" y="5136"/>
                  </a:cubicBezTo>
                  <a:cubicBezTo>
                    <a:pt x="2383" y="5136"/>
                    <a:pt x="2388" y="5993"/>
                    <a:pt x="2960" y="5993"/>
                  </a:cubicBezTo>
                  <a:cubicBezTo>
                    <a:pt x="2972" y="5993"/>
                    <a:pt x="2984" y="5993"/>
                    <a:pt x="2996" y="5992"/>
                  </a:cubicBezTo>
                  <a:lnTo>
                    <a:pt x="7168" y="5992"/>
                  </a:lnTo>
                  <a:cubicBezTo>
                    <a:pt x="7111" y="6125"/>
                    <a:pt x="7092" y="6276"/>
                    <a:pt x="7092" y="6428"/>
                  </a:cubicBezTo>
                  <a:lnTo>
                    <a:pt x="7092" y="7698"/>
                  </a:lnTo>
                  <a:lnTo>
                    <a:pt x="2996" y="7698"/>
                  </a:lnTo>
                  <a:cubicBezTo>
                    <a:pt x="2984" y="7698"/>
                    <a:pt x="2972" y="7697"/>
                    <a:pt x="2960" y="7697"/>
                  </a:cubicBezTo>
                  <a:cubicBezTo>
                    <a:pt x="2388" y="7697"/>
                    <a:pt x="2383" y="8554"/>
                    <a:pt x="2943" y="8554"/>
                  </a:cubicBezTo>
                  <a:cubicBezTo>
                    <a:pt x="2960" y="8554"/>
                    <a:pt x="2978" y="8553"/>
                    <a:pt x="2996" y="8552"/>
                  </a:cubicBezTo>
                  <a:lnTo>
                    <a:pt x="7111" y="8552"/>
                  </a:lnTo>
                  <a:lnTo>
                    <a:pt x="7111" y="10277"/>
                  </a:lnTo>
                  <a:lnTo>
                    <a:pt x="5556" y="10277"/>
                  </a:lnTo>
                  <a:cubicBezTo>
                    <a:pt x="5442" y="10277"/>
                    <a:pt x="5348" y="10315"/>
                    <a:pt x="5253" y="10391"/>
                  </a:cubicBezTo>
                  <a:lnTo>
                    <a:pt x="3414" y="12230"/>
                  </a:lnTo>
                  <a:lnTo>
                    <a:pt x="3414" y="10694"/>
                  </a:lnTo>
                  <a:cubicBezTo>
                    <a:pt x="3414" y="10467"/>
                    <a:pt x="3224" y="10277"/>
                    <a:pt x="2996" y="10277"/>
                  </a:cubicBezTo>
                  <a:lnTo>
                    <a:pt x="1271" y="10277"/>
                  </a:lnTo>
                  <a:cubicBezTo>
                    <a:pt x="1043" y="10277"/>
                    <a:pt x="854" y="10088"/>
                    <a:pt x="854" y="9841"/>
                  </a:cubicBezTo>
                  <a:lnTo>
                    <a:pt x="854" y="1289"/>
                  </a:lnTo>
                  <a:cubicBezTo>
                    <a:pt x="854" y="1043"/>
                    <a:pt x="1043" y="853"/>
                    <a:pt x="1271" y="853"/>
                  </a:cubicBezTo>
                  <a:close/>
                  <a:moveTo>
                    <a:pt x="20612" y="5992"/>
                  </a:moveTo>
                  <a:cubicBezTo>
                    <a:pt x="20839" y="5992"/>
                    <a:pt x="21029" y="6182"/>
                    <a:pt x="21048" y="6428"/>
                  </a:cubicBezTo>
                  <a:lnTo>
                    <a:pt x="21048" y="14980"/>
                  </a:lnTo>
                  <a:cubicBezTo>
                    <a:pt x="21048" y="15207"/>
                    <a:pt x="20839" y="15397"/>
                    <a:pt x="20612" y="15416"/>
                  </a:cubicBezTo>
                  <a:lnTo>
                    <a:pt x="18905" y="15416"/>
                  </a:lnTo>
                  <a:cubicBezTo>
                    <a:pt x="18659" y="15416"/>
                    <a:pt x="18469" y="15605"/>
                    <a:pt x="18469" y="15833"/>
                  </a:cubicBezTo>
                  <a:lnTo>
                    <a:pt x="18469" y="17369"/>
                  </a:lnTo>
                  <a:lnTo>
                    <a:pt x="16630" y="15530"/>
                  </a:lnTo>
                  <a:cubicBezTo>
                    <a:pt x="16554" y="15454"/>
                    <a:pt x="16459" y="15416"/>
                    <a:pt x="16345" y="15416"/>
                  </a:cubicBezTo>
                  <a:lnTo>
                    <a:pt x="8381" y="15416"/>
                  </a:lnTo>
                  <a:cubicBezTo>
                    <a:pt x="8135" y="15416"/>
                    <a:pt x="7945" y="15207"/>
                    <a:pt x="7945" y="14980"/>
                  </a:cubicBezTo>
                  <a:lnTo>
                    <a:pt x="7945" y="6428"/>
                  </a:lnTo>
                  <a:cubicBezTo>
                    <a:pt x="7945" y="6182"/>
                    <a:pt x="8135" y="5992"/>
                    <a:pt x="8381" y="5992"/>
                  </a:cubicBezTo>
                  <a:close/>
                  <a:moveTo>
                    <a:pt x="1271" y="0"/>
                  </a:moveTo>
                  <a:cubicBezTo>
                    <a:pt x="569" y="0"/>
                    <a:pt x="0" y="569"/>
                    <a:pt x="0" y="1289"/>
                  </a:cubicBezTo>
                  <a:lnTo>
                    <a:pt x="0" y="9841"/>
                  </a:lnTo>
                  <a:cubicBezTo>
                    <a:pt x="0" y="10543"/>
                    <a:pt x="569" y="11130"/>
                    <a:pt x="1271" y="11130"/>
                  </a:cubicBezTo>
                  <a:lnTo>
                    <a:pt x="2560" y="11130"/>
                  </a:lnTo>
                  <a:lnTo>
                    <a:pt x="2560" y="13254"/>
                  </a:lnTo>
                  <a:cubicBezTo>
                    <a:pt x="2560" y="13511"/>
                    <a:pt x="2769" y="13690"/>
                    <a:pt x="2992" y="13690"/>
                  </a:cubicBezTo>
                  <a:cubicBezTo>
                    <a:pt x="3099" y="13690"/>
                    <a:pt x="3208" y="13649"/>
                    <a:pt x="3300" y="13558"/>
                  </a:cubicBezTo>
                  <a:lnTo>
                    <a:pt x="5727" y="11112"/>
                  </a:lnTo>
                  <a:lnTo>
                    <a:pt x="7111" y="11112"/>
                  </a:lnTo>
                  <a:lnTo>
                    <a:pt x="7111" y="14980"/>
                  </a:lnTo>
                  <a:cubicBezTo>
                    <a:pt x="7111" y="15681"/>
                    <a:pt x="7680" y="16250"/>
                    <a:pt x="8381" y="16250"/>
                  </a:cubicBezTo>
                  <a:lnTo>
                    <a:pt x="16175" y="16250"/>
                  </a:lnTo>
                  <a:lnTo>
                    <a:pt x="18621" y="18696"/>
                  </a:lnTo>
                  <a:cubicBezTo>
                    <a:pt x="18706" y="18782"/>
                    <a:pt x="18811" y="18820"/>
                    <a:pt x="18914" y="18820"/>
                  </a:cubicBezTo>
                  <a:cubicBezTo>
                    <a:pt x="19132" y="18820"/>
                    <a:pt x="19341" y="18650"/>
                    <a:pt x="19341" y="18393"/>
                  </a:cubicBezTo>
                  <a:lnTo>
                    <a:pt x="19341" y="16269"/>
                  </a:lnTo>
                  <a:lnTo>
                    <a:pt x="20612" y="16269"/>
                  </a:lnTo>
                  <a:cubicBezTo>
                    <a:pt x="21313" y="16269"/>
                    <a:pt x="21901" y="15681"/>
                    <a:pt x="21901" y="14980"/>
                  </a:cubicBezTo>
                  <a:lnTo>
                    <a:pt x="21901" y="6428"/>
                  </a:lnTo>
                  <a:cubicBezTo>
                    <a:pt x="21901" y="5708"/>
                    <a:pt x="21313" y="5139"/>
                    <a:pt x="20612" y="5139"/>
                  </a:cubicBezTo>
                  <a:lnTo>
                    <a:pt x="14790" y="5139"/>
                  </a:lnTo>
                  <a:lnTo>
                    <a:pt x="14790" y="1289"/>
                  </a:lnTo>
                  <a:cubicBezTo>
                    <a:pt x="14790" y="569"/>
                    <a:pt x="14222" y="0"/>
                    <a:pt x="1352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50"/>
            <p:cNvSpPr/>
            <p:nvPr/>
          </p:nvSpPr>
          <p:spPr>
            <a:xfrm>
              <a:off x="1586938" y="5293600"/>
              <a:ext cx="208025" cy="21900"/>
            </a:xfrm>
            <a:custGeom>
              <a:avLst/>
              <a:gdLst/>
              <a:ahLst/>
              <a:cxnLst/>
              <a:rect l="l" t="t" r="r" b="b"/>
              <a:pathLst>
                <a:path w="8321" h="876" extrusionOk="0">
                  <a:moveTo>
                    <a:pt x="578" y="1"/>
                  </a:moveTo>
                  <a:cubicBezTo>
                    <a:pt x="1" y="1"/>
                    <a:pt x="1" y="875"/>
                    <a:pt x="578" y="875"/>
                  </a:cubicBezTo>
                  <a:cubicBezTo>
                    <a:pt x="590" y="875"/>
                    <a:pt x="602" y="875"/>
                    <a:pt x="614" y="874"/>
                  </a:cubicBezTo>
                  <a:lnTo>
                    <a:pt x="7725" y="874"/>
                  </a:lnTo>
                  <a:cubicBezTo>
                    <a:pt x="7737" y="875"/>
                    <a:pt x="7749" y="875"/>
                    <a:pt x="7760" y="875"/>
                  </a:cubicBezTo>
                  <a:cubicBezTo>
                    <a:pt x="8320" y="875"/>
                    <a:pt x="8320" y="1"/>
                    <a:pt x="7760" y="1"/>
                  </a:cubicBezTo>
                  <a:cubicBezTo>
                    <a:pt x="7749" y="1"/>
                    <a:pt x="7737" y="1"/>
                    <a:pt x="7725" y="2"/>
                  </a:cubicBezTo>
                  <a:lnTo>
                    <a:pt x="614" y="2"/>
                  </a:lnTo>
                  <a:cubicBezTo>
                    <a:pt x="602" y="1"/>
                    <a:pt x="590" y="1"/>
                    <a:pt x="57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50"/>
            <p:cNvSpPr/>
            <p:nvPr/>
          </p:nvSpPr>
          <p:spPr>
            <a:xfrm>
              <a:off x="1766313" y="5422075"/>
              <a:ext cx="206400" cy="21450"/>
            </a:xfrm>
            <a:custGeom>
              <a:avLst/>
              <a:gdLst/>
              <a:ahLst/>
              <a:cxnLst/>
              <a:rect l="l" t="t" r="r" b="b"/>
              <a:pathLst>
                <a:path w="8256" h="858" extrusionOk="0">
                  <a:moveTo>
                    <a:pt x="7678" y="0"/>
                  </a:moveTo>
                  <a:cubicBezTo>
                    <a:pt x="7666" y="0"/>
                    <a:pt x="7654" y="1"/>
                    <a:pt x="7642" y="1"/>
                  </a:cubicBezTo>
                  <a:lnTo>
                    <a:pt x="531" y="1"/>
                  </a:lnTo>
                  <a:cubicBezTo>
                    <a:pt x="0" y="39"/>
                    <a:pt x="0" y="817"/>
                    <a:pt x="531" y="855"/>
                  </a:cubicBezTo>
                  <a:lnTo>
                    <a:pt x="7642" y="855"/>
                  </a:lnTo>
                  <a:cubicBezTo>
                    <a:pt x="7660" y="856"/>
                    <a:pt x="7677" y="857"/>
                    <a:pt x="7695" y="857"/>
                  </a:cubicBezTo>
                  <a:cubicBezTo>
                    <a:pt x="8255" y="857"/>
                    <a:pt x="8250" y="0"/>
                    <a:pt x="767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50"/>
            <p:cNvSpPr/>
            <p:nvPr/>
          </p:nvSpPr>
          <p:spPr>
            <a:xfrm>
              <a:off x="1766313" y="5486575"/>
              <a:ext cx="246975" cy="21350"/>
            </a:xfrm>
            <a:custGeom>
              <a:avLst/>
              <a:gdLst/>
              <a:ahLst/>
              <a:cxnLst/>
              <a:rect l="l" t="t" r="r" b="b"/>
              <a:pathLst>
                <a:path w="9879" h="854" extrusionOk="0">
                  <a:moveTo>
                    <a:pt x="531" y="0"/>
                  </a:moveTo>
                  <a:cubicBezTo>
                    <a:pt x="0" y="38"/>
                    <a:pt x="0" y="816"/>
                    <a:pt x="531" y="853"/>
                  </a:cubicBezTo>
                  <a:lnTo>
                    <a:pt x="9348" y="853"/>
                  </a:lnTo>
                  <a:cubicBezTo>
                    <a:pt x="9879" y="816"/>
                    <a:pt x="9879" y="38"/>
                    <a:pt x="93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50"/>
            <p:cNvSpPr/>
            <p:nvPr/>
          </p:nvSpPr>
          <p:spPr>
            <a:xfrm>
              <a:off x="1766313" y="5550575"/>
              <a:ext cx="246975" cy="21350"/>
            </a:xfrm>
            <a:custGeom>
              <a:avLst/>
              <a:gdLst/>
              <a:ahLst/>
              <a:cxnLst/>
              <a:rect l="l" t="t" r="r" b="b"/>
              <a:pathLst>
                <a:path w="9879" h="854" extrusionOk="0">
                  <a:moveTo>
                    <a:pt x="531" y="0"/>
                  </a:moveTo>
                  <a:cubicBezTo>
                    <a:pt x="0" y="38"/>
                    <a:pt x="0" y="815"/>
                    <a:pt x="531" y="853"/>
                  </a:cubicBezTo>
                  <a:lnTo>
                    <a:pt x="9348" y="853"/>
                  </a:lnTo>
                  <a:cubicBezTo>
                    <a:pt x="9879" y="815"/>
                    <a:pt x="9879" y="38"/>
                    <a:pt x="93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18" name="Google Shape;3018;p50"/>
          <p:cNvGrpSpPr/>
          <p:nvPr/>
        </p:nvGrpSpPr>
        <p:grpSpPr>
          <a:xfrm>
            <a:off x="2449420" y="4071570"/>
            <a:ext cx="264589" cy="365774"/>
            <a:chOff x="2141263" y="5264900"/>
            <a:chExt cx="314800" cy="434050"/>
          </a:xfrm>
        </p:grpSpPr>
        <p:sp>
          <p:nvSpPr>
            <p:cNvPr id="3019" name="Google Shape;3019;p50"/>
            <p:cNvSpPr/>
            <p:nvPr/>
          </p:nvSpPr>
          <p:spPr>
            <a:xfrm>
              <a:off x="2150263" y="5269850"/>
              <a:ext cx="297250" cy="417325"/>
            </a:xfrm>
            <a:custGeom>
              <a:avLst/>
              <a:gdLst/>
              <a:ahLst/>
              <a:cxnLst/>
              <a:rect l="l" t="t" r="r" b="b"/>
              <a:pathLst>
                <a:path w="11890" h="16693" extrusionOk="0">
                  <a:moveTo>
                    <a:pt x="6440" y="2713"/>
                  </a:moveTo>
                  <a:cubicBezTo>
                    <a:pt x="7837" y="2713"/>
                    <a:pt x="9178" y="3790"/>
                    <a:pt x="9178" y="5430"/>
                  </a:cubicBezTo>
                  <a:cubicBezTo>
                    <a:pt x="9178" y="6927"/>
                    <a:pt x="7965" y="8141"/>
                    <a:pt x="6467" y="8141"/>
                  </a:cubicBezTo>
                  <a:cubicBezTo>
                    <a:pt x="4040" y="8141"/>
                    <a:pt x="2826" y="5221"/>
                    <a:pt x="4533" y="3514"/>
                  </a:cubicBezTo>
                  <a:cubicBezTo>
                    <a:pt x="5086" y="2961"/>
                    <a:pt x="5769" y="2713"/>
                    <a:pt x="6440" y="2713"/>
                  </a:cubicBezTo>
                  <a:close/>
                  <a:moveTo>
                    <a:pt x="6445" y="1"/>
                  </a:moveTo>
                  <a:cubicBezTo>
                    <a:pt x="5491" y="1"/>
                    <a:pt x="4513" y="257"/>
                    <a:pt x="3604" y="822"/>
                  </a:cubicBezTo>
                  <a:cubicBezTo>
                    <a:pt x="1" y="3059"/>
                    <a:pt x="247" y="8406"/>
                    <a:pt x="4059" y="10284"/>
                  </a:cubicBezTo>
                  <a:lnTo>
                    <a:pt x="6467" y="16693"/>
                  </a:lnTo>
                  <a:lnTo>
                    <a:pt x="8856" y="10284"/>
                  </a:lnTo>
                  <a:cubicBezTo>
                    <a:pt x="10714" y="9373"/>
                    <a:pt x="11890" y="7496"/>
                    <a:pt x="11890" y="5430"/>
                  </a:cubicBezTo>
                  <a:cubicBezTo>
                    <a:pt x="11890" y="2254"/>
                    <a:pt x="9272" y="1"/>
                    <a:pt x="64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50"/>
            <p:cNvSpPr/>
            <p:nvPr/>
          </p:nvSpPr>
          <p:spPr>
            <a:xfrm>
              <a:off x="2303388" y="5298950"/>
              <a:ext cx="19925" cy="17000"/>
            </a:xfrm>
            <a:custGeom>
              <a:avLst/>
              <a:gdLst/>
              <a:ahLst/>
              <a:cxnLst/>
              <a:rect l="l" t="t" r="r" b="b"/>
              <a:pathLst>
                <a:path w="797" h="680" extrusionOk="0">
                  <a:moveTo>
                    <a:pt x="329" y="1"/>
                  </a:moveTo>
                  <a:cubicBezTo>
                    <a:pt x="161" y="1"/>
                    <a:pt x="0" y="136"/>
                    <a:pt x="0" y="338"/>
                  </a:cubicBezTo>
                  <a:cubicBezTo>
                    <a:pt x="0" y="527"/>
                    <a:pt x="152" y="679"/>
                    <a:pt x="342" y="679"/>
                  </a:cubicBezTo>
                  <a:cubicBezTo>
                    <a:pt x="645" y="679"/>
                    <a:pt x="797" y="319"/>
                    <a:pt x="569" y="110"/>
                  </a:cubicBezTo>
                  <a:cubicBezTo>
                    <a:pt x="500" y="34"/>
                    <a:pt x="413" y="1"/>
                    <a:pt x="32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50"/>
            <p:cNvSpPr/>
            <p:nvPr/>
          </p:nvSpPr>
          <p:spPr>
            <a:xfrm>
              <a:off x="2209538" y="5332975"/>
              <a:ext cx="178725" cy="152750"/>
            </a:xfrm>
            <a:custGeom>
              <a:avLst/>
              <a:gdLst/>
              <a:ahLst/>
              <a:cxnLst/>
              <a:rect l="l" t="t" r="r" b="b"/>
              <a:pathLst>
                <a:path w="7149" h="6110" extrusionOk="0">
                  <a:moveTo>
                    <a:pt x="4073" y="683"/>
                  </a:moveTo>
                  <a:cubicBezTo>
                    <a:pt x="5295" y="683"/>
                    <a:pt x="6466" y="1630"/>
                    <a:pt x="6466" y="3054"/>
                  </a:cubicBezTo>
                  <a:cubicBezTo>
                    <a:pt x="6466" y="4362"/>
                    <a:pt x="5404" y="5424"/>
                    <a:pt x="4096" y="5424"/>
                  </a:cubicBezTo>
                  <a:cubicBezTo>
                    <a:pt x="1972" y="5424"/>
                    <a:pt x="910" y="2864"/>
                    <a:pt x="2408" y="1385"/>
                  </a:cubicBezTo>
                  <a:cubicBezTo>
                    <a:pt x="2893" y="900"/>
                    <a:pt x="3489" y="683"/>
                    <a:pt x="4073" y="683"/>
                  </a:cubicBezTo>
                  <a:close/>
                  <a:moveTo>
                    <a:pt x="4096" y="1"/>
                  </a:moveTo>
                  <a:cubicBezTo>
                    <a:pt x="1365" y="1"/>
                    <a:pt x="0" y="3281"/>
                    <a:pt x="1934" y="5215"/>
                  </a:cubicBezTo>
                  <a:cubicBezTo>
                    <a:pt x="2552" y="5833"/>
                    <a:pt x="3314" y="6109"/>
                    <a:pt x="4062" y="6109"/>
                  </a:cubicBezTo>
                  <a:cubicBezTo>
                    <a:pt x="5635" y="6109"/>
                    <a:pt x="7149" y="4890"/>
                    <a:pt x="7149" y="3054"/>
                  </a:cubicBezTo>
                  <a:cubicBezTo>
                    <a:pt x="7130" y="1366"/>
                    <a:pt x="5764" y="1"/>
                    <a:pt x="409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50"/>
            <p:cNvSpPr/>
            <p:nvPr/>
          </p:nvSpPr>
          <p:spPr>
            <a:xfrm>
              <a:off x="2141263" y="5264900"/>
              <a:ext cx="314800" cy="434050"/>
            </a:xfrm>
            <a:custGeom>
              <a:avLst/>
              <a:gdLst/>
              <a:ahLst/>
              <a:cxnLst/>
              <a:rect l="l" t="t" r="r" b="b"/>
              <a:pathLst>
                <a:path w="12592" h="17362" extrusionOk="0">
                  <a:moveTo>
                    <a:pt x="6827" y="676"/>
                  </a:moveTo>
                  <a:cubicBezTo>
                    <a:pt x="9178" y="676"/>
                    <a:pt x="11245" y="2307"/>
                    <a:pt x="11776" y="4620"/>
                  </a:cubicBezTo>
                  <a:cubicBezTo>
                    <a:pt x="12307" y="6914"/>
                    <a:pt x="11188" y="9284"/>
                    <a:pt x="9064" y="10327"/>
                  </a:cubicBezTo>
                  <a:cubicBezTo>
                    <a:pt x="8988" y="10365"/>
                    <a:pt x="8931" y="10441"/>
                    <a:pt x="8894" y="10517"/>
                  </a:cubicBezTo>
                  <a:lnTo>
                    <a:pt x="6827" y="16054"/>
                  </a:lnTo>
                  <a:lnTo>
                    <a:pt x="4741" y="10517"/>
                  </a:lnTo>
                  <a:cubicBezTo>
                    <a:pt x="4722" y="10441"/>
                    <a:pt x="4646" y="10365"/>
                    <a:pt x="4570" y="10327"/>
                  </a:cubicBezTo>
                  <a:cubicBezTo>
                    <a:pt x="2447" y="9284"/>
                    <a:pt x="1328" y="6914"/>
                    <a:pt x="1859" y="4620"/>
                  </a:cubicBezTo>
                  <a:cubicBezTo>
                    <a:pt x="2409" y="2307"/>
                    <a:pt x="4457" y="676"/>
                    <a:pt x="6827" y="676"/>
                  </a:cubicBezTo>
                  <a:close/>
                  <a:moveTo>
                    <a:pt x="6813" y="1"/>
                  </a:moveTo>
                  <a:cubicBezTo>
                    <a:pt x="5815" y="1"/>
                    <a:pt x="4790" y="265"/>
                    <a:pt x="3831" y="847"/>
                  </a:cubicBezTo>
                  <a:cubicBezTo>
                    <a:pt x="1" y="3179"/>
                    <a:pt x="171" y="8810"/>
                    <a:pt x="4153" y="10877"/>
                  </a:cubicBezTo>
                  <a:lnTo>
                    <a:pt x="6334" y="16698"/>
                  </a:lnTo>
                  <a:lnTo>
                    <a:pt x="4779" y="16698"/>
                  </a:lnTo>
                  <a:cubicBezTo>
                    <a:pt x="4343" y="16698"/>
                    <a:pt x="4343" y="17362"/>
                    <a:pt x="4779" y="17362"/>
                  </a:cubicBezTo>
                  <a:lnTo>
                    <a:pt x="8856" y="17362"/>
                  </a:lnTo>
                  <a:cubicBezTo>
                    <a:pt x="9311" y="17362"/>
                    <a:pt x="9311" y="16698"/>
                    <a:pt x="8856" y="16698"/>
                  </a:cubicBezTo>
                  <a:lnTo>
                    <a:pt x="7320" y="16698"/>
                  </a:lnTo>
                  <a:lnTo>
                    <a:pt x="9481" y="10877"/>
                  </a:lnTo>
                  <a:cubicBezTo>
                    <a:pt x="11396" y="9891"/>
                    <a:pt x="12591" y="7919"/>
                    <a:pt x="12591" y="5777"/>
                  </a:cubicBezTo>
                  <a:cubicBezTo>
                    <a:pt x="12591" y="2402"/>
                    <a:pt x="9822" y="1"/>
                    <a:pt x="68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50"/>
            <p:cNvSpPr/>
            <p:nvPr/>
          </p:nvSpPr>
          <p:spPr>
            <a:xfrm>
              <a:off x="2332463" y="5304450"/>
              <a:ext cx="89450" cy="113400"/>
            </a:xfrm>
            <a:custGeom>
              <a:avLst/>
              <a:gdLst/>
              <a:ahLst/>
              <a:cxnLst/>
              <a:rect l="l" t="t" r="r" b="b"/>
              <a:pathLst>
                <a:path w="3578" h="4536" extrusionOk="0">
                  <a:moveTo>
                    <a:pt x="494" y="1"/>
                  </a:moveTo>
                  <a:cubicBezTo>
                    <a:pt x="144" y="1"/>
                    <a:pt x="0" y="548"/>
                    <a:pt x="392" y="668"/>
                  </a:cubicBezTo>
                  <a:cubicBezTo>
                    <a:pt x="1890" y="1199"/>
                    <a:pt x="2895" y="2602"/>
                    <a:pt x="2895" y="4195"/>
                  </a:cubicBezTo>
                  <a:cubicBezTo>
                    <a:pt x="2895" y="4422"/>
                    <a:pt x="3066" y="4536"/>
                    <a:pt x="3237" y="4536"/>
                  </a:cubicBezTo>
                  <a:cubicBezTo>
                    <a:pt x="3407" y="4536"/>
                    <a:pt x="3578" y="4422"/>
                    <a:pt x="3578" y="4195"/>
                  </a:cubicBezTo>
                  <a:cubicBezTo>
                    <a:pt x="3578" y="2317"/>
                    <a:pt x="2383" y="649"/>
                    <a:pt x="620" y="23"/>
                  </a:cubicBezTo>
                  <a:cubicBezTo>
                    <a:pt x="576" y="8"/>
                    <a:pt x="533" y="1"/>
                    <a:pt x="49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24" name="Google Shape;3024;p50"/>
          <p:cNvGrpSpPr/>
          <p:nvPr/>
        </p:nvGrpSpPr>
        <p:grpSpPr>
          <a:xfrm>
            <a:off x="3118470" y="4071581"/>
            <a:ext cx="365770" cy="365752"/>
            <a:chOff x="2806813" y="5231175"/>
            <a:chExt cx="295500" cy="292625"/>
          </a:xfrm>
        </p:grpSpPr>
        <p:sp>
          <p:nvSpPr>
            <p:cNvPr id="3025" name="Google Shape;3025;p50"/>
            <p:cNvSpPr/>
            <p:nvPr/>
          </p:nvSpPr>
          <p:spPr>
            <a:xfrm>
              <a:off x="3034838" y="5258150"/>
              <a:ext cx="46000" cy="229925"/>
            </a:xfrm>
            <a:custGeom>
              <a:avLst/>
              <a:gdLst/>
              <a:ahLst/>
              <a:cxnLst/>
              <a:rect l="l" t="t" r="r" b="b"/>
              <a:pathLst>
                <a:path w="1840" h="9197" extrusionOk="0">
                  <a:moveTo>
                    <a:pt x="0" y="0"/>
                  </a:moveTo>
                  <a:lnTo>
                    <a:pt x="0" y="9197"/>
                  </a:lnTo>
                  <a:lnTo>
                    <a:pt x="1839" y="9197"/>
                  </a:lnTo>
                  <a:lnTo>
                    <a:pt x="183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50"/>
            <p:cNvSpPr/>
            <p:nvPr/>
          </p:nvSpPr>
          <p:spPr>
            <a:xfrm>
              <a:off x="2954238" y="5326875"/>
              <a:ext cx="46000" cy="161200"/>
            </a:xfrm>
            <a:custGeom>
              <a:avLst/>
              <a:gdLst/>
              <a:ahLst/>
              <a:cxnLst/>
              <a:rect l="l" t="t" r="r" b="b"/>
              <a:pathLst>
                <a:path w="1840" h="6448" extrusionOk="0">
                  <a:moveTo>
                    <a:pt x="1" y="1"/>
                  </a:moveTo>
                  <a:lnTo>
                    <a:pt x="1" y="6448"/>
                  </a:lnTo>
                  <a:lnTo>
                    <a:pt x="1840" y="6448"/>
                  </a:lnTo>
                  <a:lnTo>
                    <a:pt x="184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50"/>
            <p:cNvSpPr/>
            <p:nvPr/>
          </p:nvSpPr>
          <p:spPr>
            <a:xfrm>
              <a:off x="2873663" y="5396100"/>
              <a:ext cx="46000" cy="91975"/>
            </a:xfrm>
            <a:custGeom>
              <a:avLst/>
              <a:gdLst/>
              <a:ahLst/>
              <a:cxnLst/>
              <a:rect l="l" t="t" r="r" b="b"/>
              <a:pathLst>
                <a:path w="1840" h="3679" extrusionOk="0">
                  <a:moveTo>
                    <a:pt x="0" y="0"/>
                  </a:moveTo>
                  <a:lnTo>
                    <a:pt x="0" y="3679"/>
                  </a:lnTo>
                  <a:lnTo>
                    <a:pt x="1839" y="3679"/>
                  </a:lnTo>
                  <a:lnTo>
                    <a:pt x="1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50"/>
            <p:cNvSpPr/>
            <p:nvPr/>
          </p:nvSpPr>
          <p:spPr>
            <a:xfrm>
              <a:off x="3051888" y="5302000"/>
              <a:ext cx="12425" cy="11725"/>
            </a:xfrm>
            <a:custGeom>
              <a:avLst/>
              <a:gdLst/>
              <a:ahLst/>
              <a:cxnLst/>
              <a:rect l="l" t="t" r="r" b="b"/>
              <a:pathLst>
                <a:path w="497" h="469" extrusionOk="0">
                  <a:moveTo>
                    <a:pt x="276" y="1"/>
                  </a:moveTo>
                  <a:cubicBezTo>
                    <a:pt x="261" y="1"/>
                    <a:pt x="245" y="3"/>
                    <a:pt x="228" y="7"/>
                  </a:cubicBezTo>
                  <a:cubicBezTo>
                    <a:pt x="1" y="64"/>
                    <a:pt x="1" y="405"/>
                    <a:pt x="228" y="462"/>
                  </a:cubicBezTo>
                  <a:cubicBezTo>
                    <a:pt x="245" y="467"/>
                    <a:pt x="261" y="469"/>
                    <a:pt x="276" y="469"/>
                  </a:cubicBezTo>
                  <a:cubicBezTo>
                    <a:pt x="497" y="469"/>
                    <a:pt x="497" y="1"/>
                    <a:pt x="27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50"/>
            <p:cNvSpPr/>
            <p:nvPr/>
          </p:nvSpPr>
          <p:spPr>
            <a:xfrm>
              <a:off x="2806813" y="5231175"/>
              <a:ext cx="295500" cy="292625"/>
            </a:xfrm>
            <a:custGeom>
              <a:avLst/>
              <a:gdLst/>
              <a:ahLst/>
              <a:cxnLst/>
              <a:rect l="l" t="t" r="r" b="b"/>
              <a:pathLst>
                <a:path w="11820" h="11705" extrusionOk="0">
                  <a:moveTo>
                    <a:pt x="4286" y="6974"/>
                  </a:moveTo>
                  <a:lnTo>
                    <a:pt x="4286" y="10197"/>
                  </a:lnTo>
                  <a:lnTo>
                    <a:pt x="2902" y="10197"/>
                  </a:lnTo>
                  <a:lnTo>
                    <a:pt x="2902" y="6974"/>
                  </a:lnTo>
                  <a:close/>
                  <a:moveTo>
                    <a:pt x="7509" y="4205"/>
                  </a:moveTo>
                  <a:lnTo>
                    <a:pt x="7509" y="10197"/>
                  </a:lnTo>
                  <a:lnTo>
                    <a:pt x="6125" y="10197"/>
                  </a:lnTo>
                  <a:lnTo>
                    <a:pt x="6125" y="4205"/>
                  </a:lnTo>
                  <a:close/>
                  <a:moveTo>
                    <a:pt x="10714" y="1456"/>
                  </a:moveTo>
                  <a:lnTo>
                    <a:pt x="10714" y="10197"/>
                  </a:lnTo>
                  <a:lnTo>
                    <a:pt x="9349" y="10197"/>
                  </a:lnTo>
                  <a:lnTo>
                    <a:pt x="9349" y="1456"/>
                  </a:lnTo>
                  <a:close/>
                  <a:moveTo>
                    <a:pt x="1290" y="1"/>
                  </a:moveTo>
                  <a:cubicBezTo>
                    <a:pt x="1190" y="1"/>
                    <a:pt x="1091" y="62"/>
                    <a:pt x="1062" y="186"/>
                  </a:cubicBezTo>
                  <a:lnTo>
                    <a:pt x="1062" y="1001"/>
                  </a:lnTo>
                  <a:lnTo>
                    <a:pt x="247" y="1001"/>
                  </a:lnTo>
                  <a:cubicBezTo>
                    <a:pt x="1" y="1058"/>
                    <a:pt x="1" y="1399"/>
                    <a:pt x="247" y="1456"/>
                  </a:cubicBezTo>
                  <a:lnTo>
                    <a:pt x="1081" y="1456"/>
                  </a:lnTo>
                  <a:lnTo>
                    <a:pt x="1081" y="2385"/>
                  </a:lnTo>
                  <a:lnTo>
                    <a:pt x="247" y="2385"/>
                  </a:lnTo>
                  <a:cubicBezTo>
                    <a:pt x="1" y="2442"/>
                    <a:pt x="1" y="2783"/>
                    <a:pt x="247" y="2840"/>
                  </a:cubicBezTo>
                  <a:lnTo>
                    <a:pt x="1081" y="2840"/>
                  </a:lnTo>
                  <a:lnTo>
                    <a:pt x="1081" y="3769"/>
                  </a:lnTo>
                  <a:lnTo>
                    <a:pt x="247" y="3769"/>
                  </a:lnTo>
                  <a:cubicBezTo>
                    <a:pt x="1" y="3826"/>
                    <a:pt x="1" y="4168"/>
                    <a:pt x="247" y="4224"/>
                  </a:cubicBezTo>
                  <a:lnTo>
                    <a:pt x="1081" y="4224"/>
                  </a:lnTo>
                  <a:lnTo>
                    <a:pt x="1081" y="5135"/>
                  </a:lnTo>
                  <a:lnTo>
                    <a:pt x="247" y="5135"/>
                  </a:lnTo>
                  <a:cubicBezTo>
                    <a:pt x="1" y="5210"/>
                    <a:pt x="1" y="5533"/>
                    <a:pt x="247" y="5609"/>
                  </a:cubicBezTo>
                  <a:lnTo>
                    <a:pt x="1081" y="5609"/>
                  </a:lnTo>
                  <a:lnTo>
                    <a:pt x="1081" y="6519"/>
                  </a:lnTo>
                  <a:lnTo>
                    <a:pt x="247" y="6519"/>
                  </a:lnTo>
                  <a:cubicBezTo>
                    <a:pt x="1" y="6576"/>
                    <a:pt x="1" y="6917"/>
                    <a:pt x="247" y="6974"/>
                  </a:cubicBezTo>
                  <a:lnTo>
                    <a:pt x="1081" y="6974"/>
                  </a:lnTo>
                  <a:lnTo>
                    <a:pt x="1081" y="7903"/>
                  </a:lnTo>
                  <a:lnTo>
                    <a:pt x="247" y="7903"/>
                  </a:lnTo>
                  <a:cubicBezTo>
                    <a:pt x="1" y="7960"/>
                    <a:pt x="1" y="8301"/>
                    <a:pt x="247" y="8358"/>
                  </a:cubicBezTo>
                  <a:lnTo>
                    <a:pt x="1081" y="8358"/>
                  </a:lnTo>
                  <a:lnTo>
                    <a:pt x="1081" y="9287"/>
                  </a:lnTo>
                  <a:lnTo>
                    <a:pt x="247" y="9287"/>
                  </a:lnTo>
                  <a:cubicBezTo>
                    <a:pt x="1" y="9344"/>
                    <a:pt x="1" y="9685"/>
                    <a:pt x="247" y="9742"/>
                  </a:cubicBezTo>
                  <a:lnTo>
                    <a:pt x="1081" y="9742"/>
                  </a:lnTo>
                  <a:lnTo>
                    <a:pt x="1081" y="10425"/>
                  </a:lnTo>
                  <a:cubicBezTo>
                    <a:pt x="1081" y="10558"/>
                    <a:pt x="1176" y="10671"/>
                    <a:pt x="1309" y="10671"/>
                  </a:cubicBezTo>
                  <a:lnTo>
                    <a:pt x="2010" y="10671"/>
                  </a:lnTo>
                  <a:lnTo>
                    <a:pt x="2010" y="11506"/>
                  </a:lnTo>
                  <a:cubicBezTo>
                    <a:pt x="1973" y="11638"/>
                    <a:pt x="2101" y="11705"/>
                    <a:pt x="2231" y="11705"/>
                  </a:cubicBezTo>
                  <a:cubicBezTo>
                    <a:pt x="2361" y="11705"/>
                    <a:pt x="2494" y="11638"/>
                    <a:pt x="2466" y="11506"/>
                  </a:cubicBezTo>
                  <a:lnTo>
                    <a:pt x="2466" y="10671"/>
                  </a:lnTo>
                  <a:lnTo>
                    <a:pt x="3376" y="10671"/>
                  </a:lnTo>
                  <a:lnTo>
                    <a:pt x="3376" y="11506"/>
                  </a:lnTo>
                  <a:cubicBezTo>
                    <a:pt x="3404" y="11619"/>
                    <a:pt x="3504" y="11676"/>
                    <a:pt x="3606" y="11676"/>
                  </a:cubicBezTo>
                  <a:cubicBezTo>
                    <a:pt x="3708" y="11676"/>
                    <a:pt x="3812" y="11619"/>
                    <a:pt x="3850" y="11506"/>
                  </a:cubicBezTo>
                  <a:lnTo>
                    <a:pt x="3850" y="10671"/>
                  </a:lnTo>
                  <a:lnTo>
                    <a:pt x="4760" y="10671"/>
                  </a:lnTo>
                  <a:lnTo>
                    <a:pt x="4760" y="11506"/>
                  </a:lnTo>
                  <a:cubicBezTo>
                    <a:pt x="4788" y="11619"/>
                    <a:pt x="4888" y="11676"/>
                    <a:pt x="4987" y="11676"/>
                  </a:cubicBezTo>
                  <a:cubicBezTo>
                    <a:pt x="5087" y="11676"/>
                    <a:pt x="5187" y="11619"/>
                    <a:pt x="5215" y="11506"/>
                  </a:cubicBezTo>
                  <a:lnTo>
                    <a:pt x="5215" y="10671"/>
                  </a:lnTo>
                  <a:lnTo>
                    <a:pt x="6125" y="10671"/>
                  </a:lnTo>
                  <a:lnTo>
                    <a:pt x="6125" y="11506"/>
                  </a:lnTo>
                  <a:cubicBezTo>
                    <a:pt x="6154" y="11619"/>
                    <a:pt x="6253" y="11676"/>
                    <a:pt x="6355" y="11676"/>
                  </a:cubicBezTo>
                  <a:cubicBezTo>
                    <a:pt x="6457" y="11676"/>
                    <a:pt x="6561" y="11619"/>
                    <a:pt x="6599" y="11506"/>
                  </a:cubicBezTo>
                  <a:lnTo>
                    <a:pt x="6599" y="10671"/>
                  </a:lnTo>
                  <a:lnTo>
                    <a:pt x="7509" y="10671"/>
                  </a:lnTo>
                  <a:lnTo>
                    <a:pt x="7509" y="11506"/>
                  </a:lnTo>
                  <a:cubicBezTo>
                    <a:pt x="7538" y="11619"/>
                    <a:pt x="7637" y="11676"/>
                    <a:pt x="7737" y="11676"/>
                  </a:cubicBezTo>
                  <a:cubicBezTo>
                    <a:pt x="7836" y="11676"/>
                    <a:pt x="7936" y="11619"/>
                    <a:pt x="7964" y="11506"/>
                  </a:cubicBezTo>
                  <a:lnTo>
                    <a:pt x="7964" y="10671"/>
                  </a:lnTo>
                  <a:lnTo>
                    <a:pt x="8894" y="10671"/>
                  </a:lnTo>
                  <a:lnTo>
                    <a:pt x="8894" y="11506"/>
                  </a:lnTo>
                  <a:cubicBezTo>
                    <a:pt x="8856" y="11638"/>
                    <a:pt x="8988" y="11705"/>
                    <a:pt x="9121" y="11705"/>
                  </a:cubicBezTo>
                  <a:cubicBezTo>
                    <a:pt x="9254" y="11705"/>
                    <a:pt x="9387" y="11638"/>
                    <a:pt x="9349" y="11506"/>
                  </a:cubicBezTo>
                  <a:lnTo>
                    <a:pt x="9349" y="10671"/>
                  </a:lnTo>
                  <a:lnTo>
                    <a:pt x="10259" y="10671"/>
                  </a:lnTo>
                  <a:lnTo>
                    <a:pt x="10259" y="11506"/>
                  </a:lnTo>
                  <a:cubicBezTo>
                    <a:pt x="10230" y="11638"/>
                    <a:pt x="10363" y="11705"/>
                    <a:pt x="10496" y="11705"/>
                  </a:cubicBezTo>
                  <a:cubicBezTo>
                    <a:pt x="10629" y="11705"/>
                    <a:pt x="10761" y="11638"/>
                    <a:pt x="10733" y="11506"/>
                  </a:cubicBezTo>
                  <a:lnTo>
                    <a:pt x="10733" y="10671"/>
                  </a:lnTo>
                  <a:lnTo>
                    <a:pt x="11548" y="10671"/>
                  </a:lnTo>
                  <a:cubicBezTo>
                    <a:pt x="11561" y="10674"/>
                    <a:pt x="11574" y="10675"/>
                    <a:pt x="11586" y="10675"/>
                  </a:cubicBezTo>
                  <a:cubicBezTo>
                    <a:pt x="11816" y="10675"/>
                    <a:pt x="11820" y="10209"/>
                    <a:pt x="11597" y="10209"/>
                  </a:cubicBezTo>
                  <a:cubicBezTo>
                    <a:pt x="11582" y="10209"/>
                    <a:pt x="11565" y="10212"/>
                    <a:pt x="11548" y="10216"/>
                  </a:cubicBezTo>
                  <a:lnTo>
                    <a:pt x="11548" y="10197"/>
                  </a:lnTo>
                  <a:lnTo>
                    <a:pt x="11188" y="10197"/>
                  </a:lnTo>
                  <a:lnTo>
                    <a:pt x="11188" y="1228"/>
                  </a:lnTo>
                  <a:cubicBezTo>
                    <a:pt x="11188" y="1096"/>
                    <a:pt x="11074" y="982"/>
                    <a:pt x="10941" y="982"/>
                  </a:cubicBezTo>
                  <a:lnTo>
                    <a:pt x="9102" y="982"/>
                  </a:lnTo>
                  <a:cubicBezTo>
                    <a:pt x="8969" y="982"/>
                    <a:pt x="8875" y="1096"/>
                    <a:pt x="8875" y="1228"/>
                  </a:cubicBezTo>
                  <a:lnTo>
                    <a:pt x="8875" y="10197"/>
                  </a:lnTo>
                  <a:lnTo>
                    <a:pt x="7945" y="10197"/>
                  </a:lnTo>
                  <a:lnTo>
                    <a:pt x="7945" y="3978"/>
                  </a:lnTo>
                  <a:cubicBezTo>
                    <a:pt x="7945" y="3845"/>
                    <a:pt x="7851" y="3750"/>
                    <a:pt x="7718" y="3750"/>
                  </a:cubicBezTo>
                  <a:lnTo>
                    <a:pt x="5879" y="3750"/>
                  </a:lnTo>
                  <a:cubicBezTo>
                    <a:pt x="5746" y="3750"/>
                    <a:pt x="5632" y="3845"/>
                    <a:pt x="5632" y="3978"/>
                  </a:cubicBezTo>
                  <a:lnTo>
                    <a:pt x="5632" y="10197"/>
                  </a:lnTo>
                  <a:lnTo>
                    <a:pt x="4760" y="10197"/>
                  </a:lnTo>
                  <a:lnTo>
                    <a:pt x="4760" y="6746"/>
                  </a:lnTo>
                  <a:cubicBezTo>
                    <a:pt x="4760" y="6614"/>
                    <a:pt x="4646" y="6500"/>
                    <a:pt x="4513" y="6500"/>
                  </a:cubicBezTo>
                  <a:lnTo>
                    <a:pt x="2674" y="6500"/>
                  </a:lnTo>
                  <a:cubicBezTo>
                    <a:pt x="2541" y="6500"/>
                    <a:pt x="2447" y="6614"/>
                    <a:pt x="2447" y="6746"/>
                  </a:cubicBezTo>
                  <a:lnTo>
                    <a:pt x="2447" y="10197"/>
                  </a:lnTo>
                  <a:lnTo>
                    <a:pt x="1517" y="10197"/>
                  </a:lnTo>
                  <a:lnTo>
                    <a:pt x="1517" y="186"/>
                  </a:lnTo>
                  <a:cubicBezTo>
                    <a:pt x="1489" y="62"/>
                    <a:pt x="1390" y="1"/>
                    <a:pt x="129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50"/>
            <p:cNvSpPr/>
            <p:nvPr/>
          </p:nvSpPr>
          <p:spPr>
            <a:xfrm>
              <a:off x="3051888" y="5326000"/>
              <a:ext cx="11875" cy="44925"/>
            </a:xfrm>
            <a:custGeom>
              <a:avLst/>
              <a:gdLst/>
              <a:ahLst/>
              <a:cxnLst/>
              <a:rect l="l" t="t" r="r" b="b"/>
              <a:pathLst>
                <a:path w="475" h="1797" extrusionOk="0">
                  <a:moveTo>
                    <a:pt x="238" y="0"/>
                  </a:moveTo>
                  <a:cubicBezTo>
                    <a:pt x="138" y="0"/>
                    <a:pt x="39" y="62"/>
                    <a:pt x="1" y="185"/>
                  </a:cubicBezTo>
                  <a:lnTo>
                    <a:pt x="1" y="1569"/>
                  </a:lnTo>
                  <a:cubicBezTo>
                    <a:pt x="1" y="1699"/>
                    <a:pt x="109" y="1792"/>
                    <a:pt x="238" y="1796"/>
                  </a:cubicBezTo>
                  <a:lnTo>
                    <a:pt x="238" y="1796"/>
                  </a:lnTo>
                  <a:cubicBezTo>
                    <a:pt x="366" y="1792"/>
                    <a:pt x="475" y="1699"/>
                    <a:pt x="475" y="1569"/>
                  </a:cubicBezTo>
                  <a:lnTo>
                    <a:pt x="475" y="185"/>
                  </a:lnTo>
                  <a:cubicBezTo>
                    <a:pt x="437" y="62"/>
                    <a:pt x="337" y="0"/>
                    <a:pt x="238" y="0"/>
                  </a:cubicBezTo>
                  <a:close/>
                  <a:moveTo>
                    <a:pt x="238" y="1796"/>
                  </a:moveTo>
                  <a:cubicBezTo>
                    <a:pt x="235" y="1797"/>
                    <a:pt x="231" y="1797"/>
                    <a:pt x="228" y="1797"/>
                  </a:cubicBezTo>
                  <a:lnTo>
                    <a:pt x="247" y="1797"/>
                  </a:lnTo>
                  <a:cubicBezTo>
                    <a:pt x="244" y="1797"/>
                    <a:pt x="241" y="1797"/>
                    <a:pt x="238" y="1796"/>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31" name="Google Shape;3031;p50"/>
          <p:cNvGrpSpPr/>
          <p:nvPr/>
        </p:nvGrpSpPr>
        <p:grpSpPr>
          <a:xfrm>
            <a:off x="3863641" y="4071586"/>
            <a:ext cx="314729" cy="365742"/>
            <a:chOff x="3363338" y="5229225"/>
            <a:chExt cx="341800" cy="390125"/>
          </a:xfrm>
        </p:grpSpPr>
        <p:sp>
          <p:nvSpPr>
            <p:cNvPr id="3032" name="Google Shape;3032;p50"/>
            <p:cNvSpPr/>
            <p:nvPr/>
          </p:nvSpPr>
          <p:spPr>
            <a:xfrm>
              <a:off x="3407888" y="5233500"/>
              <a:ext cx="297250" cy="250800"/>
            </a:xfrm>
            <a:custGeom>
              <a:avLst/>
              <a:gdLst/>
              <a:ahLst/>
              <a:cxnLst/>
              <a:rect l="l" t="t" r="r" b="b"/>
              <a:pathLst>
                <a:path w="11890" h="10032" extrusionOk="0">
                  <a:moveTo>
                    <a:pt x="5936" y="0"/>
                  </a:moveTo>
                  <a:cubicBezTo>
                    <a:pt x="3528" y="0"/>
                    <a:pt x="1404" y="1574"/>
                    <a:pt x="702" y="3888"/>
                  </a:cubicBezTo>
                  <a:cubicBezTo>
                    <a:pt x="1" y="6201"/>
                    <a:pt x="911" y="8704"/>
                    <a:pt x="2921" y="10031"/>
                  </a:cubicBezTo>
                  <a:lnTo>
                    <a:pt x="8970" y="10031"/>
                  </a:lnTo>
                  <a:cubicBezTo>
                    <a:pt x="10979" y="8704"/>
                    <a:pt x="11890" y="6201"/>
                    <a:pt x="11188" y="3888"/>
                  </a:cubicBezTo>
                  <a:cubicBezTo>
                    <a:pt x="10486" y="1574"/>
                    <a:pt x="8363" y="0"/>
                    <a:pt x="593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50"/>
            <p:cNvSpPr/>
            <p:nvPr/>
          </p:nvSpPr>
          <p:spPr>
            <a:xfrm>
              <a:off x="3480888" y="5416000"/>
              <a:ext cx="151250" cy="91400"/>
            </a:xfrm>
            <a:custGeom>
              <a:avLst/>
              <a:gdLst/>
              <a:ahLst/>
              <a:cxnLst/>
              <a:rect l="l" t="t" r="r" b="b"/>
              <a:pathLst>
                <a:path w="6050" h="3656" extrusionOk="0">
                  <a:moveTo>
                    <a:pt x="3016" y="1"/>
                  </a:moveTo>
                  <a:cubicBezTo>
                    <a:pt x="1461" y="1"/>
                    <a:pt x="153" y="1176"/>
                    <a:pt x="1" y="2731"/>
                  </a:cubicBezTo>
                  <a:cubicBezTo>
                    <a:pt x="911" y="3347"/>
                    <a:pt x="1963" y="3655"/>
                    <a:pt x="3018" y="3655"/>
                  </a:cubicBezTo>
                  <a:cubicBezTo>
                    <a:pt x="4073" y="3655"/>
                    <a:pt x="5130" y="3347"/>
                    <a:pt x="6050" y="2731"/>
                  </a:cubicBezTo>
                  <a:cubicBezTo>
                    <a:pt x="5898" y="1176"/>
                    <a:pt x="4590" y="1"/>
                    <a:pt x="30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50"/>
            <p:cNvSpPr/>
            <p:nvPr/>
          </p:nvSpPr>
          <p:spPr>
            <a:xfrm>
              <a:off x="3495588" y="5294175"/>
              <a:ext cx="142250" cy="122025"/>
            </a:xfrm>
            <a:custGeom>
              <a:avLst/>
              <a:gdLst/>
              <a:ahLst/>
              <a:cxnLst/>
              <a:rect l="l" t="t" r="r" b="b"/>
              <a:pathLst>
                <a:path w="5690" h="4881" extrusionOk="0">
                  <a:moveTo>
                    <a:pt x="2428" y="1"/>
                  </a:moveTo>
                  <a:cubicBezTo>
                    <a:pt x="1081" y="1"/>
                    <a:pt x="1" y="1100"/>
                    <a:pt x="1" y="2447"/>
                  </a:cubicBezTo>
                  <a:cubicBezTo>
                    <a:pt x="1" y="3912"/>
                    <a:pt x="1202" y="4880"/>
                    <a:pt x="2455" y="4880"/>
                  </a:cubicBezTo>
                  <a:cubicBezTo>
                    <a:pt x="3051" y="4880"/>
                    <a:pt x="3658" y="4661"/>
                    <a:pt x="4153" y="4172"/>
                  </a:cubicBezTo>
                  <a:cubicBezTo>
                    <a:pt x="5689" y="2636"/>
                    <a:pt x="4608" y="1"/>
                    <a:pt x="24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50"/>
            <p:cNvSpPr/>
            <p:nvPr/>
          </p:nvSpPr>
          <p:spPr>
            <a:xfrm>
              <a:off x="3563863" y="5335975"/>
              <a:ext cx="18025" cy="15525"/>
            </a:xfrm>
            <a:custGeom>
              <a:avLst/>
              <a:gdLst/>
              <a:ahLst/>
              <a:cxnLst/>
              <a:rect l="l" t="t" r="r" b="b"/>
              <a:pathLst>
                <a:path w="721" h="621" extrusionOk="0">
                  <a:moveTo>
                    <a:pt x="309" y="1"/>
                  </a:moveTo>
                  <a:cubicBezTo>
                    <a:pt x="149" y="1"/>
                    <a:pt x="0" y="124"/>
                    <a:pt x="0" y="317"/>
                  </a:cubicBezTo>
                  <a:cubicBezTo>
                    <a:pt x="0" y="487"/>
                    <a:pt x="133" y="620"/>
                    <a:pt x="303" y="620"/>
                  </a:cubicBezTo>
                  <a:cubicBezTo>
                    <a:pt x="569" y="620"/>
                    <a:pt x="721" y="279"/>
                    <a:pt x="531" y="89"/>
                  </a:cubicBezTo>
                  <a:cubicBezTo>
                    <a:pt x="464" y="28"/>
                    <a:pt x="385" y="1"/>
                    <a:pt x="30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50"/>
            <p:cNvSpPr/>
            <p:nvPr/>
          </p:nvSpPr>
          <p:spPr>
            <a:xfrm>
              <a:off x="3533513" y="5335975"/>
              <a:ext cx="18050" cy="15525"/>
            </a:xfrm>
            <a:custGeom>
              <a:avLst/>
              <a:gdLst/>
              <a:ahLst/>
              <a:cxnLst/>
              <a:rect l="l" t="t" r="r" b="b"/>
              <a:pathLst>
                <a:path w="722" h="621" extrusionOk="0">
                  <a:moveTo>
                    <a:pt x="318" y="1"/>
                  </a:moveTo>
                  <a:cubicBezTo>
                    <a:pt x="158" y="1"/>
                    <a:pt x="1" y="124"/>
                    <a:pt x="1" y="317"/>
                  </a:cubicBezTo>
                  <a:cubicBezTo>
                    <a:pt x="1" y="487"/>
                    <a:pt x="133" y="620"/>
                    <a:pt x="304" y="620"/>
                  </a:cubicBezTo>
                  <a:cubicBezTo>
                    <a:pt x="588" y="620"/>
                    <a:pt x="721" y="279"/>
                    <a:pt x="531" y="89"/>
                  </a:cubicBezTo>
                  <a:cubicBezTo>
                    <a:pt x="471" y="28"/>
                    <a:pt x="394" y="1"/>
                    <a:pt x="3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50"/>
            <p:cNvSpPr/>
            <p:nvPr/>
          </p:nvSpPr>
          <p:spPr>
            <a:xfrm>
              <a:off x="3469988" y="5290325"/>
              <a:ext cx="18050" cy="15500"/>
            </a:xfrm>
            <a:custGeom>
              <a:avLst/>
              <a:gdLst/>
              <a:ahLst/>
              <a:cxnLst/>
              <a:rect l="l" t="t" r="r" b="b"/>
              <a:pathLst>
                <a:path w="722" h="620" extrusionOk="0">
                  <a:moveTo>
                    <a:pt x="418" y="0"/>
                  </a:moveTo>
                  <a:cubicBezTo>
                    <a:pt x="152" y="0"/>
                    <a:pt x="1" y="341"/>
                    <a:pt x="190" y="531"/>
                  </a:cubicBezTo>
                  <a:cubicBezTo>
                    <a:pt x="257" y="592"/>
                    <a:pt x="336" y="620"/>
                    <a:pt x="412" y="620"/>
                  </a:cubicBezTo>
                  <a:cubicBezTo>
                    <a:pt x="573" y="620"/>
                    <a:pt x="721" y="497"/>
                    <a:pt x="721" y="304"/>
                  </a:cubicBezTo>
                  <a:cubicBezTo>
                    <a:pt x="721" y="152"/>
                    <a:pt x="589" y="0"/>
                    <a:pt x="4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50"/>
            <p:cNvSpPr/>
            <p:nvPr/>
          </p:nvSpPr>
          <p:spPr>
            <a:xfrm>
              <a:off x="3363338" y="5229225"/>
              <a:ext cx="337525" cy="289600"/>
            </a:xfrm>
            <a:custGeom>
              <a:avLst/>
              <a:gdLst/>
              <a:ahLst/>
              <a:cxnLst/>
              <a:rect l="l" t="t" r="r" b="b"/>
              <a:pathLst>
                <a:path w="13501" h="11584" extrusionOk="0">
                  <a:moveTo>
                    <a:pt x="7747" y="3050"/>
                  </a:moveTo>
                  <a:cubicBezTo>
                    <a:pt x="8269" y="3050"/>
                    <a:pt x="8801" y="3243"/>
                    <a:pt x="9235" y="3677"/>
                  </a:cubicBezTo>
                  <a:cubicBezTo>
                    <a:pt x="10581" y="5023"/>
                    <a:pt x="9633" y="7317"/>
                    <a:pt x="7718" y="7317"/>
                  </a:cubicBezTo>
                  <a:cubicBezTo>
                    <a:pt x="6542" y="7317"/>
                    <a:pt x="5594" y="6369"/>
                    <a:pt x="5594" y="5194"/>
                  </a:cubicBezTo>
                  <a:cubicBezTo>
                    <a:pt x="5594" y="3908"/>
                    <a:pt x="6649" y="3050"/>
                    <a:pt x="7747" y="3050"/>
                  </a:cubicBezTo>
                  <a:close/>
                  <a:moveTo>
                    <a:pt x="7718" y="624"/>
                  </a:moveTo>
                  <a:cubicBezTo>
                    <a:pt x="9917" y="624"/>
                    <a:pt x="11870" y="2008"/>
                    <a:pt x="12591" y="4075"/>
                  </a:cubicBezTo>
                  <a:cubicBezTo>
                    <a:pt x="13330" y="6142"/>
                    <a:pt x="12667" y="8455"/>
                    <a:pt x="10960" y="9820"/>
                  </a:cubicBezTo>
                  <a:cubicBezTo>
                    <a:pt x="10695" y="8815"/>
                    <a:pt x="9993" y="8000"/>
                    <a:pt x="9045" y="7583"/>
                  </a:cubicBezTo>
                  <a:cubicBezTo>
                    <a:pt x="11529" y="6218"/>
                    <a:pt x="10543" y="2444"/>
                    <a:pt x="7718" y="2444"/>
                  </a:cubicBezTo>
                  <a:cubicBezTo>
                    <a:pt x="4892" y="2444"/>
                    <a:pt x="3925" y="6218"/>
                    <a:pt x="6409" y="7583"/>
                  </a:cubicBezTo>
                  <a:cubicBezTo>
                    <a:pt x="5442" y="8000"/>
                    <a:pt x="4741" y="8815"/>
                    <a:pt x="4475" y="9820"/>
                  </a:cubicBezTo>
                  <a:cubicBezTo>
                    <a:pt x="683" y="6767"/>
                    <a:pt x="2845" y="624"/>
                    <a:pt x="7718" y="624"/>
                  </a:cubicBezTo>
                  <a:close/>
                  <a:moveTo>
                    <a:pt x="7718" y="7924"/>
                  </a:moveTo>
                  <a:cubicBezTo>
                    <a:pt x="9064" y="7924"/>
                    <a:pt x="10202" y="8891"/>
                    <a:pt x="10429" y="10218"/>
                  </a:cubicBezTo>
                  <a:cubicBezTo>
                    <a:pt x="9614" y="10711"/>
                    <a:pt x="8685" y="10977"/>
                    <a:pt x="7718" y="10977"/>
                  </a:cubicBezTo>
                  <a:cubicBezTo>
                    <a:pt x="6770" y="10977"/>
                    <a:pt x="5841" y="10711"/>
                    <a:pt x="5025" y="10218"/>
                  </a:cubicBezTo>
                  <a:cubicBezTo>
                    <a:pt x="5253" y="8891"/>
                    <a:pt x="6390" y="7924"/>
                    <a:pt x="7718" y="7924"/>
                  </a:cubicBezTo>
                  <a:close/>
                  <a:moveTo>
                    <a:pt x="7683" y="1"/>
                  </a:moveTo>
                  <a:cubicBezTo>
                    <a:pt x="6264" y="1"/>
                    <a:pt x="4818" y="528"/>
                    <a:pt x="3641" y="1705"/>
                  </a:cubicBezTo>
                  <a:cubicBezTo>
                    <a:pt x="0" y="5345"/>
                    <a:pt x="2579" y="11584"/>
                    <a:pt x="7718" y="11584"/>
                  </a:cubicBezTo>
                  <a:cubicBezTo>
                    <a:pt x="10922" y="11565"/>
                    <a:pt x="13501" y="8986"/>
                    <a:pt x="13501" y="5800"/>
                  </a:cubicBezTo>
                  <a:cubicBezTo>
                    <a:pt x="13501" y="2310"/>
                    <a:pt x="10653" y="1"/>
                    <a:pt x="768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50"/>
            <p:cNvSpPr/>
            <p:nvPr/>
          </p:nvSpPr>
          <p:spPr>
            <a:xfrm>
              <a:off x="3493738" y="5259975"/>
              <a:ext cx="149675" cy="47075"/>
            </a:xfrm>
            <a:custGeom>
              <a:avLst/>
              <a:gdLst/>
              <a:ahLst/>
              <a:cxnLst/>
              <a:rect l="l" t="t" r="r" b="b"/>
              <a:pathLst>
                <a:path w="5987" h="1883" extrusionOk="0">
                  <a:moveTo>
                    <a:pt x="2540" y="1"/>
                  </a:moveTo>
                  <a:cubicBezTo>
                    <a:pt x="1762" y="1"/>
                    <a:pt x="1004" y="190"/>
                    <a:pt x="321" y="569"/>
                  </a:cubicBezTo>
                  <a:cubicBezTo>
                    <a:pt x="1" y="730"/>
                    <a:pt x="168" y="1147"/>
                    <a:pt x="444" y="1147"/>
                  </a:cubicBezTo>
                  <a:cubicBezTo>
                    <a:pt x="495" y="1147"/>
                    <a:pt x="550" y="1133"/>
                    <a:pt x="606" y="1100"/>
                  </a:cubicBezTo>
                  <a:cubicBezTo>
                    <a:pt x="1209" y="776"/>
                    <a:pt x="1865" y="618"/>
                    <a:pt x="2514" y="618"/>
                  </a:cubicBezTo>
                  <a:cubicBezTo>
                    <a:pt x="3536" y="618"/>
                    <a:pt x="4543" y="1010"/>
                    <a:pt x="5308" y="1764"/>
                  </a:cubicBezTo>
                  <a:cubicBezTo>
                    <a:pt x="5378" y="1848"/>
                    <a:pt x="5460" y="1883"/>
                    <a:pt x="5538" y="1883"/>
                  </a:cubicBezTo>
                  <a:cubicBezTo>
                    <a:pt x="5778" y="1883"/>
                    <a:pt x="5987" y="1561"/>
                    <a:pt x="5744" y="1347"/>
                  </a:cubicBezTo>
                  <a:cubicBezTo>
                    <a:pt x="4891" y="494"/>
                    <a:pt x="3734" y="20"/>
                    <a:pt x="25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50"/>
            <p:cNvSpPr/>
            <p:nvPr/>
          </p:nvSpPr>
          <p:spPr>
            <a:xfrm>
              <a:off x="3524588" y="5373175"/>
              <a:ext cx="63500" cy="23950"/>
            </a:xfrm>
            <a:custGeom>
              <a:avLst/>
              <a:gdLst/>
              <a:ahLst/>
              <a:cxnLst/>
              <a:rect l="l" t="t" r="r" b="b"/>
              <a:pathLst>
                <a:path w="2540" h="958" extrusionOk="0">
                  <a:moveTo>
                    <a:pt x="422" y="1"/>
                  </a:moveTo>
                  <a:cubicBezTo>
                    <a:pt x="193" y="1"/>
                    <a:pt x="0" y="281"/>
                    <a:pt x="206" y="516"/>
                  </a:cubicBezTo>
                  <a:cubicBezTo>
                    <a:pt x="500" y="810"/>
                    <a:pt x="888" y="957"/>
                    <a:pt x="1277" y="957"/>
                  </a:cubicBezTo>
                  <a:cubicBezTo>
                    <a:pt x="1666" y="957"/>
                    <a:pt x="2055" y="810"/>
                    <a:pt x="2349" y="516"/>
                  </a:cubicBezTo>
                  <a:cubicBezTo>
                    <a:pt x="2539" y="281"/>
                    <a:pt x="2355" y="1"/>
                    <a:pt x="2121" y="1"/>
                  </a:cubicBezTo>
                  <a:cubicBezTo>
                    <a:pt x="2053" y="1"/>
                    <a:pt x="1981" y="25"/>
                    <a:pt x="1912" y="80"/>
                  </a:cubicBezTo>
                  <a:cubicBezTo>
                    <a:pt x="1742" y="260"/>
                    <a:pt x="1509" y="350"/>
                    <a:pt x="1275" y="350"/>
                  </a:cubicBezTo>
                  <a:cubicBezTo>
                    <a:pt x="1040" y="350"/>
                    <a:pt x="803" y="260"/>
                    <a:pt x="623" y="80"/>
                  </a:cubicBezTo>
                  <a:cubicBezTo>
                    <a:pt x="559" y="25"/>
                    <a:pt x="489" y="1"/>
                    <a:pt x="4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50"/>
            <p:cNvSpPr/>
            <p:nvPr/>
          </p:nvSpPr>
          <p:spPr>
            <a:xfrm>
              <a:off x="3455313" y="5553875"/>
              <a:ext cx="202425" cy="14725"/>
            </a:xfrm>
            <a:custGeom>
              <a:avLst/>
              <a:gdLst/>
              <a:ahLst/>
              <a:cxnLst/>
              <a:rect l="l" t="t" r="r" b="b"/>
              <a:pathLst>
                <a:path w="8097" h="589" extrusionOk="0">
                  <a:moveTo>
                    <a:pt x="398" y="1"/>
                  </a:moveTo>
                  <a:cubicBezTo>
                    <a:pt x="6" y="1"/>
                    <a:pt x="0" y="589"/>
                    <a:pt x="380" y="589"/>
                  </a:cubicBezTo>
                  <a:cubicBezTo>
                    <a:pt x="386" y="589"/>
                    <a:pt x="392" y="589"/>
                    <a:pt x="398" y="589"/>
                  </a:cubicBezTo>
                  <a:lnTo>
                    <a:pt x="7698" y="589"/>
                  </a:lnTo>
                  <a:cubicBezTo>
                    <a:pt x="7704" y="589"/>
                    <a:pt x="7710" y="589"/>
                    <a:pt x="7716" y="589"/>
                  </a:cubicBezTo>
                  <a:cubicBezTo>
                    <a:pt x="8096" y="589"/>
                    <a:pt x="8090" y="1"/>
                    <a:pt x="76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50"/>
            <p:cNvSpPr/>
            <p:nvPr/>
          </p:nvSpPr>
          <p:spPr>
            <a:xfrm>
              <a:off x="3455763" y="5603625"/>
              <a:ext cx="202650" cy="15725"/>
            </a:xfrm>
            <a:custGeom>
              <a:avLst/>
              <a:gdLst/>
              <a:ahLst/>
              <a:cxnLst/>
              <a:rect l="l" t="t" r="r" b="b"/>
              <a:pathLst>
                <a:path w="8106" h="629" extrusionOk="0">
                  <a:moveTo>
                    <a:pt x="7714" y="0"/>
                  </a:moveTo>
                  <a:cubicBezTo>
                    <a:pt x="7703" y="0"/>
                    <a:pt x="7692" y="1"/>
                    <a:pt x="7680" y="2"/>
                  </a:cubicBezTo>
                  <a:lnTo>
                    <a:pt x="380" y="2"/>
                  </a:lnTo>
                  <a:cubicBezTo>
                    <a:pt x="1" y="40"/>
                    <a:pt x="1" y="590"/>
                    <a:pt x="380" y="627"/>
                  </a:cubicBezTo>
                  <a:lnTo>
                    <a:pt x="7680" y="627"/>
                  </a:lnTo>
                  <a:cubicBezTo>
                    <a:pt x="7692" y="628"/>
                    <a:pt x="7703" y="629"/>
                    <a:pt x="7714" y="629"/>
                  </a:cubicBezTo>
                  <a:cubicBezTo>
                    <a:pt x="8105" y="629"/>
                    <a:pt x="8105" y="0"/>
                    <a:pt x="77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43" name="Google Shape;3043;p50"/>
          <p:cNvGrpSpPr/>
          <p:nvPr/>
        </p:nvGrpSpPr>
        <p:grpSpPr>
          <a:xfrm>
            <a:off x="4585908" y="4071586"/>
            <a:ext cx="297696" cy="365742"/>
            <a:chOff x="4093838" y="5265200"/>
            <a:chExt cx="320000" cy="390625"/>
          </a:xfrm>
        </p:grpSpPr>
        <p:sp>
          <p:nvSpPr>
            <p:cNvPr id="3044" name="Google Shape;3044;p50"/>
            <p:cNvSpPr/>
            <p:nvPr/>
          </p:nvSpPr>
          <p:spPr>
            <a:xfrm>
              <a:off x="4100938" y="5598500"/>
              <a:ext cx="61175" cy="46025"/>
            </a:xfrm>
            <a:custGeom>
              <a:avLst/>
              <a:gdLst/>
              <a:ahLst/>
              <a:cxnLst/>
              <a:rect l="l" t="t" r="r" b="b"/>
              <a:pathLst>
                <a:path w="2447" h="1841" extrusionOk="0">
                  <a:moveTo>
                    <a:pt x="1" y="1"/>
                  </a:moveTo>
                  <a:lnTo>
                    <a:pt x="1" y="1840"/>
                  </a:lnTo>
                  <a:lnTo>
                    <a:pt x="2447" y="1840"/>
                  </a:lnTo>
                  <a:lnTo>
                    <a:pt x="244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50"/>
            <p:cNvSpPr/>
            <p:nvPr/>
          </p:nvSpPr>
          <p:spPr>
            <a:xfrm>
              <a:off x="4222763" y="5598500"/>
              <a:ext cx="61175" cy="46025"/>
            </a:xfrm>
            <a:custGeom>
              <a:avLst/>
              <a:gdLst/>
              <a:ahLst/>
              <a:cxnLst/>
              <a:rect l="l" t="t" r="r" b="b"/>
              <a:pathLst>
                <a:path w="2447" h="1841" extrusionOk="0">
                  <a:moveTo>
                    <a:pt x="1" y="1"/>
                  </a:moveTo>
                  <a:lnTo>
                    <a:pt x="1" y="1840"/>
                  </a:lnTo>
                  <a:lnTo>
                    <a:pt x="2447" y="1840"/>
                  </a:lnTo>
                  <a:lnTo>
                    <a:pt x="244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50"/>
            <p:cNvSpPr/>
            <p:nvPr/>
          </p:nvSpPr>
          <p:spPr>
            <a:xfrm>
              <a:off x="4345063" y="5598500"/>
              <a:ext cx="61175" cy="46025"/>
            </a:xfrm>
            <a:custGeom>
              <a:avLst/>
              <a:gdLst/>
              <a:ahLst/>
              <a:cxnLst/>
              <a:rect l="l" t="t" r="r" b="b"/>
              <a:pathLst>
                <a:path w="2447" h="1841" extrusionOk="0">
                  <a:moveTo>
                    <a:pt x="1" y="1"/>
                  </a:moveTo>
                  <a:lnTo>
                    <a:pt x="1" y="1840"/>
                  </a:lnTo>
                  <a:lnTo>
                    <a:pt x="2447" y="1840"/>
                  </a:lnTo>
                  <a:lnTo>
                    <a:pt x="244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50"/>
            <p:cNvSpPr/>
            <p:nvPr/>
          </p:nvSpPr>
          <p:spPr>
            <a:xfrm>
              <a:off x="4192438" y="5502275"/>
              <a:ext cx="122325" cy="46000"/>
            </a:xfrm>
            <a:custGeom>
              <a:avLst/>
              <a:gdLst/>
              <a:ahLst/>
              <a:cxnLst/>
              <a:rect l="l" t="t" r="r" b="b"/>
              <a:pathLst>
                <a:path w="4893" h="1840" extrusionOk="0">
                  <a:moveTo>
                    <a:pt x="0" y="1"/>
                  </a:moveTo>
                  <a:lnTo>
                    <a:pt x="0" y="1840"/>
                  </a:lnTo>
                  <a:lnTo>
                    <a:pt x="4892" y="1840"/>
                  </a:lnTo>
                  <a:lnTo>
                    <a:pt x="4892" y="1233"/>
                  </a:lnTo>
                  <a:lnTo>
                    <a:pt x="489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50"/>
            <p:cNvSpPr/>
            <p:nvPr/>
          </p:nvSpPr>
          <p:spPr>
            <a:xfrm>
              <a:off x="4192438" y="5408900"/>
              <a:ext cx="122325" cy="45525"/>
            </a:xfrm>
            <a:custGeom>
              <a:avLst/>
              <a:gdLst/>
              <a:ahLst/>
              <a:cxnLst/>
              <a:rect l="l" t="t" r="r" b="b"/>
              <a:pathLst>
                <a:path w="4893" h="1821" extrusionOk="0">
                  <a:moveTo>
                    <a:pt x="0" y="0"/>
                  </a:moveTo>
                  <a:lnTo>
                    <a:pt x="0" y="1821"/>
                  </a:lnTo>
                  <a:lnTo>
                    <a:pt x="4892" y="1821"/>
                  </a:lnTo>
                  <a:lnTo>
                    <a:pt x="489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50"/>
            <p:cNvSpPr/>
            <p:nvPr/>
          </p:nvSpPr>
          <p:spPr>
            <a:xfrm>
              <a:off x="4131763" y="5269050"/>
              <a:ext cx="243675" cy="91525"/>
            </a:xfrm>
            <a:custGeom>
              <a:avLst/>
              <a:gdLst/>
              <a:ahLst/>
              <a:cxnLst/>
              <a:rect l="l" t="t" r="r" b="b"/>
              <a:pathLst>
                <a:path w="9747" h="3661" extrusionOk="0">
                  <a:moveTo>
                    <a:pt x="607" y="1"/>
                  </a:moveTo>
                  <a:cubicBezTo>
                    <a:pt x="265" y="1"/>
                    <a:pt x="0" y="285"/>
                    <a:pt x="0" y="607"/>
                  </a:cubicBezTo>
                  <a:lnTo>
                    <a:pt x="0" y="3053"/>
                  </a:lnTo>
                  <a:cubicBezTo>
                    <a:pt x="0" y="3395"/>
                    <a:pt x="265" y="3660"/>
                    <a:pt x="607" y="3660"/>
                  </a:cubicBezTo>
                  <a:lnTo>
                    <a:pt x="9139" y="3660"/>
                  </a:lnTo>
                  <a:cubicBezTo>
                    <a:pt x="9481" y="3660"/>
                    <a:pt x="9746" y="3395"/>
                    <a:pt x="9746" y="3053"/>
                  </a:cubicBezTo>
                  <a:lnTo>
                    <a:pt x="9746" y="607"/>
                  </a:lnTo>
                  <a:cubicBezTo>
                    <a:pt x="9746" y="285"/>
                    <a:pt x="9481" y="1"/>
                    <a:pt x="91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50"/>
            <p:cNvSpPr/>
            <p:nvPr/>
          </p:nvSpPr>
          <p:spPr>
            <a:xfrm>
              <a:off x="4319463" y="5307450"/>
              <a:ext cx="18050" cy="15050"/>
            </a:xfrm>
            <a:custGeom>
              <a:avLst/>
              <a:gdLst/>
              <a:ahLst/>
              <a:cxnLst/>
              <a:rect l="l" t="t" r="r" b="b"/>
              <a:pathLst>
                <a:path w="722" h="602" extrusionOk="0">
                  <a:moveTo>
                    <a:pt x="418" y="0"/>
                  </a:moveTo>
                  <a:cubicBezTo>
                    <a:pt x="152" y="0"/>
                    <a:pt x="1" y="323"/>
                    <a:pt x="209" y="512"/>
                  </a:cubicBezTo>
                  <a:cubicBezTo>
                    <a:pt x="271" y="574"/>
                    <a:pt x="347" y="602"/>
                    <a:pt x="421" y="602"/>
                  </a:cubicBezTo>
                  <a:cubicBezTo>
                    <a:pt x="575" y="602"/>
                    <a:pt x="721" y="483"/>
                    <a:pt x="721" y="304"/>
                  </a:cubicBezTo>
                  <a:cubicBezTo>
                    <a:pt x="721" y="133"/>
                    <a:pt x="589" y="0"/>
                    <a:pt x="4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50"/>
            <p:cNvSpPr/>
            <p:nvPr/>
          </p:nvSpPr>
          <p:spPr>
            <a:xfrm>
              <a:off x="4167313" y="5311175"/>
              <a:ext cx="142225" cy="15200"/>
            </a:xfrm>
            <a:custGeom>
              <a:avLst/>
              <a:gdLst/>
              <a:ahLst/>
              <a:cxnLst/>
              <a:rect l="l" t="t" r="r" b="b"/>
              <a:pathLst>
                <a:path w="5689" h="608" extrusionOk="0">
                  <a:moveTo>
                    <a:pt x="398" y="0"/>
                  </a:moveTo>
                  <a:cubicBezTo>
                    <a:pt x="0" y="0"/>
                    <a:pt x="0" y="607"/>
                    <a:pt x="398" y="607"/>
                  </a:cubicBezTo>
                  <a:lnTo>
                    <a:pt x="5271" y="607"/>
                  </a:lnTo>
                  <a:cubicBezTo>
                    <a:pt x="5689" y="607"/>
                    <a:pt x="5689" y="0"/>
                    <a:pt x="527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50"/>
            <p:cNvSpPr/>
            <p:nvPr/>
          </p:nvSpPr>
          <p:spPr>
            <a:xfrm>
              <a:off x="4093838" y="5265200"/>
              <a:ext cx="320000" cy="390625"/>
            </a:xfrm>
            <a:custGeom>
              <a:avLst/>
              <a:gdLst/>
              <a:ahLst/>
              <a:cxnLst/>
              <a:rect l="l" t="t" r="r" b="b"/>
              <a:pathLst>
                <a:path w="12800" h="15625" extrusionOk="0">
                  <a:moveTo>
                    <a:pt x="10656" y="607"/>
                  </a:moveTo>
                  <a:cubicBezTo>
                    <a:pt x="10827" y="607"/>
                    <a:pt x="10960" y="740"/>
                    <a:pt x="10960" y="910"/>
                  </a:cubicBezTo>
                  <a:lnTo>
                    <a:pt x="10960" y="3356"/>
                  </a:lnTo>
                  <a:cubicBezTo>
                    <a:pt x="10960" y="3527"/>
                    <a:pt x="10808" y="3660"/>
                    <a:pt x="10656" y="3660"/>
                  </a:cubicBezTo>
                  <a:lnTo>
                    <a:pt x="2124" y="3660"/>
                  </a:lnTo>
                  <a:cubicBezTo>
                    <a:pt x="1953" y="3660"/>
                    <a:pt x="1820" y="3527"/>
                    <a:pt x="1820" y="3356"/>
                  </a:cubicBezTo>
                  <a:lnTo>
                    <a:pt x="1820" y="910"/>
                  </a:lnTo>
                  <a:cubicBezTo>
                    <a:pt x="1820" y="740"/>
                    <a:pt x="1953" y="607"/>
                    <a:pt x="2124" y="607"/>
                  </a:cubicBezTo>
                  <a:close/>
                  <a:moveTo>
                    <a:pt x="8514" y="6201"/>
                  </a:moveTo>
                  <a:lnTo>
                    <a:pt x="8514" y="7414"/>
                  </a:lnTo>
                  <a:lnTo>
                    <a:pt x="4247" y="7414"/>
                  </a:lnTo>
                  <a:lnTo>
                    <a:pt x="4247" y="6201"/>
                  </a:lnTo>
                  <a:close/>
                  <a:moveTo>
                    <a:pt x="8533" y="9955"/>
                  </a:moveTo>
                  <a:lnTo>
                    <a:pt x="8533" y="11169"/>
                  </a:lnTo>
                  <a:lnTo>
                    <a:pt x="4266" y="11169"/>
                  </a:lnTo>
                  <a:lnTo>
                    <a:pt x="4266" y="9955"/>
                  </a:lnTo>
                  <a:close/>
                  <a:moveTo>
                    <a:pt x="2427" y="13785"/>
                  </a:moveTo>
                  <a:lnTo>
                    <a:pt x="2427" y="15018"/>
                  </a:lnTo>
                  <a:lnTo>
                    <a:pt x="588" y="15018"/>
                  </a:lnTo>
                  <a:lnTo>
                    <a:pt x="588" y="13785"/>
                  </a:lnTo>
                  <a:close/>
                  <a:moveTo>
                    <a:pt x="7319" y="13785"/>
                  </a:moveTo>
                  <a:lnTo>
                    <a:pt x="7319" y="15018"/>
                  </a:lnTo>
                  <a:lnTo>
                    <a:pt x="5480" y="15018"/>
                  </a:lnTo>
                  <a:lnTo>
                    <a:pt x="5480" y="13785"/>
                  </a:lnTo>
                  <a:close/>
                  <a:moveTo>
                    <a:pt x="12192" y="13785"/>
                  </a:moveTo>
                  <a:lnTo>
                    <a:pt x="12192" y="15018"/>
                  </a:lnTo>
                  <a:lnTo>
                    <a:pt x="10353" y="15018"/>
                  </a:lnTo>
                  <a:lnTo>
                    <a:pt x="10353" y="13785"/>
                  </a:lnTo>
                  <a:close/>
                  <a:moveTo>
                    <a:pt x="2143" y="0"/>
                  </a:moveTo>
                  <a:cubicBezTo>
                    <a:pt x="1631" y="0"/>
                    <a:pt x="1214" y="398"/>
                    <a:pt x="1214" y="910"/>
                  </a:cubicBezTo>
                  <a:lnTo>
                    <a:pt x="1214" y="3356"/>
                  </a:lnTo>
                  <a:cubicBezTo>
                    <a:pt x="1214" y="3849"/>
                    <a:pt x="1631" y="4267"/>
                    <a:pt x="2143" y="4267"/>
                  </a:cubicBezTo>
                  <a:lnTo>
                    <a:pt x="6106" y="4267"/>
                  </a:lnTo>
                  <a:lnTo>
                    <a:pt x="6106" y="5575"/>
                  </a:lnTo>
                  <a:lnTo>
                    <a:pt x="3963" y="5575"/>
                  </a:lnTo>
                  <a:cubicBezTo>
                    <a:pt x="3792" y="5575"/>
                    <a:pt x="3660" y="5708"/>
                    <a:pt x="3660" y="5878"/>
                  </a:cubicBezTo>
                  <a:lnTo>
                    <a:pt x="3660" y="7718"/>
                  </a:lnTo>
                  <a:cubicBezTo>
                    <a:pt x="3660" y="7888"/>
                    <a:pt x="3792" y="8021"/>
                    <a:pt x="3963" y="8021"/>
                  </a:cubicBezTo>
                  <a:lnTo>
                    <a:pt x="6106" y="8021"/>
                  </a:lnTo>
                  <a:lnTo>
                    <a:pt x="6106" y="9329"/>
                  </a:lnTo>
                  <a:lnTo>
                    <a:pt x="3963" y="9329"/>
                  </a:lnTo>
                  <a:cubicBezTo>
                    <a:pt x="3792" y="9329"/>
                    <a:pt x="3660" y="9462"/>
                    <a:pt x="3660" y="9633"/>
                  </a:cubicBezTo>
                  <a:lnTo>
                    <a:pt x="3660" y="10543"/>
                  </a:lnTo>
                  <a:lnTo>
                    <a:pt x="1536" y="10543"/>
                  </a:lnTo>
                  <a:cubicBezTo>
                    <a:pt x="1365" y="10543"/>
                    <a:pt x="1214" y="10676"/>
                    <a:pt x="1214" y="10846"/>
                  </a:cubicBezTo>
                  <a:lnTo>
                    <a:pt x="1214" y="13178"/>
                  </a:lnTo>
                  <a:lnTo>
                    <a:pt x="303" y="13178"/>
                  </a:lnTo>
                  <a:cubicBezTo>
                    <a:pt x="133" y="13178"/>
                    <a:pt x="0" y="13311"/>
                    <a:pt x="0" y="13482"/>
                  </a:cubicBezTo>
                  <a:lnTo>
                    <a:pt x="0" y="15302"/>
                  </a:lnTo>
                  <a:cubicBezTo>
                    <a:pt x="0" y="15473"/>
                    <a:pt x="133" y="15605"/>
                    <a:pt x="303" y="15605"/>
                  </a:cubicBezTo>
                  <a:lnTo>
                    <a:pt x="2749" y="15605"/>
                  </a:lnTo>
                  <a:cubicBezTo>
                    <a:pt x="2920" y="15605"/>
                    <a:pt x="3034" y="15473"/>
                    <a:pt x="3053" y="15321"/>
                  </a:cubicBezTo>
                  <a:lnTo>
                    <a:pt x="3053" y="13482"/>
                  </a:lnTo>
                  <a:cubicBezTo>
                    <a:pt x="3053" y="13311"/>
                    <a:pt x="2901" y="13178"/>
                    <a:pt x="2749" y="13178"/>
                  </a:cubicBezTo>
                  <a:lnTo>
                    <a:pt x="1820" y="13178"/>
                  </a:lnTo>
                  <a:lnTo>
                    <a:pt x="1820" y="11169"/>
                  </a:lnTo>
                  <a:lnTo>
                    <a:pt x="3660" y="11169"/>
                  </a:lnTo>
                  <a:lnTo>
                    <a:pt x="3660" y="11472"/>
                  </a:lnTo>
                  <a:cubicBezTo>
                    <a:pt x="3660" y="11643"/>
                    <a:pt x="3792" y="11775"/>
                    <a:pt x="3963" y="11775"/>
                  </a:cubicBezTo>
                  <a:lnTo>
                    <a:pt x="6087" y="11775"/>
                  </a:lnTo>
                  <a:lnTo>
                    <a:pt x="6087" y="13178"/>
                  </a:lnTo>
                  <a:lnTo>
                    <a:pt x="5177" y="13178"/>
                  </a:lnTo>
                  <a:cubicBezTo>
                    <a:pt x="5006" y="13178"/>
                    <a:pt x="4873" y="13311"/>
                    <a:pt x="4873" y="13482"/>
                  </a:cubicBezTo>
                  <a:lnTo>
                    <a:pt x="4873" y="15302"/>
                  </a:lnTo>
                  <a:cubicBezTo>
                    <a:pt x="4873" y="15473"/>
                    <a:pt x="5006" y="15624"/>
                    <a:pt x="5177" y="15624"/>
                  </a:cubicBezTo>
                  <a:lnTo>
                    <a:pt x="7623" y="15624"/>
                  </a:lnTo>
                  <a:cubicBezTo>
                    <a:pt x="7793" y="15624"/>
                    <a:pt x="7926" y="15473"/>
                    <a:pt x="7926" y="15302"/>
                  </a:cubicBezTo>
                  <a:lnTo>
                    <a:pt x="7926" y="13482"/>
                  </a:lnTo>
                  <a:cubicBezTo>
                    <a:pt x="7926" y="13311"/>
                    <a:pt x="7793" y="13178"/>
                    <a:pt x="7623" y="13178"/>
                  </a:cubicBezTo>
                  <a:lnTo>
                    <a:pt x="6693" y="13178"/>
                  </a:lnTo>
                  <a:lnTo>
                    <a:pt x="6693" y="11775"/>
                  </a:lnTo>
                  <a:lnTo>
                    <a:pt x="8836" y="11775"/>
                  </a:lnTo>
                  <a:cubicBezTo>
                    <a:pt x="8988" y="11775"/>
                    <a:pt x="9121" y="11643"/>
                    <a:pt x="9121" y="11472"/>
                  </a:cubicBezTo>
                  <a:lnTo>
                    <a:pt x="9121" y="11169"/>
                  </a:lnTo>
                  <a:lnTo>
                    <a:pt x="10960" y="11169"/>
                  </a:lnTo>
                  <a:lnTo>
                    <a:pt x="10960" y="13178"/>
                  </a:lnTo>
                  <a:lnTo>
                    <a:pt x="10050" y="13178"/>
                  </a:lnTo>
                  <a:cubicBezTo>
                    <a:pt x="9879" y="13178"/>
                    <a:pt x="9746" y="13311"/>
                    <a:pt x="9746" y="13482"/>
                  </a:cubicBezTo>
                  <a:lnTo>
                    <a:pt x="9746" y="15321"/>
                  </a:lnTo>
                  <a:cubicBezTo>
                    <a:pt x="9746" y="15473"/>
                    <a:pt x="9879" y="15624"/>
                    <a:pt x="10050" y="15624"/>
                  </a:cubicBezTo>
                  <a:lnTo>
                    <a:pt x="12477" y="15624"/>
                  </a:lnTo>
                  <a:cubicBezTo>
                    <a:pt x="12647" y="15624"/>
                    <a:pt x="12799" y="15473"/>
                    <a:pt x="12799" y="15321"/>
                  </a:cubicBezTo>
                  <a:lnTo>
                    <a:pt x="12799" y="13482"/>
                  </a:lnTo>
                  <a:cubicBezTo>
                    <a:pt x="12799" y="13311"/>
                    <a:pt x="12647" y="13178"/>
                    <a:pt x="12477" y="13178"/>
                  </a:cubicBezTo>
                  <a:lnTo>
                    <a:pt x="11586" y="13178"/>
                  </a:lnTo>
                  <a:lnTo>
                    <a:pt x="11586" y="10865"/>
                  </a:lnTo>
                  <a:cubicBezTo>
                    <a:pt x="11586" y="10694"/>
                    <a:pt x="11434" y="10562"/>
                    <a:pt x="11263" y="10562"/>
                  </a:cubicBezTo>
                  <a:lnTo>
                    <a:pt x="9140" y="10562"/>
                  </a:lnTo>
                  <a:lnTo>
                    <a:pt x="9140" y="9633"/>
                  </a:lnTo>
                  <a:cubicBezTo>
                    <a:pt x="9140" y="9462"/>
                    <a:pt x="9007" y="9329"/>
                    <a:pt x="8836" y="9329"/>
                  </a:cubicBezTo>
                  <a:lnTo>
                    <a:pt x="6693" y="9329"/>
                  </a:lnTo>
                  <a:lnTo>
                    <a:pt x="6693" y="8021"/>
                  </a:lnTo>
                  <a:lnTo>
                    <a:pt x="8836" y="8021"/>
                  </a:lnTo>
                  <a:cubicBezTo>
                    <a:pt x="9007" y="8021"/>
                    <a:pt x="9140" y="7888"/>
                    <a:pt x="9140" y="7718"/>
                  </a:cubicBezTo>
                  <a:lnTo>
                    <a:pt x="9140" y="5897"/>
                  </a:lnTo>
                  <a:cubicBezTo>
                    <a:pt x="9140" y="5727"/>
                    <a:pt x="9007" y="5575"/>
                    <a:pt x="8836" y="5575"/>
                  </a:cubicBezTo>
                  <a:lnTo>
                    <a:pt x="6693" y="5575"/>
                  </a:lnTo>
                  <a:lnTo>
                    <a:pt x="6693" y="4267"/>
                  </a:lnTo>
                  <a:lnTo>
                    <a:pt x="10675" y="4267"/>
                  </a:lnTo>
                  <a:cubicBezTo>
                    <a:pt x="11168" y="4267"/>
                    <a:pt x="11586" y="3849"/>
                    <a:pt x="11586" y="3356"/>
                  </a:cubicBezTo>
                  <a:lnTo>
                    <a:pt x="11586" y="910"/>
                  </a:lnTo>
                  <a:cubicBezTo>
                    <a:pt x="11586" y="398"/>
                    <a:pt x="11168" y="0"/>
                    <a:pt x="1067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53" name="Google Shape;3053;p50"/>
          <p:cNvGrpSpPr/>
          <p:nvPr/>
        </p:nvGrpSpPr>
        <p:grpSpPr>
          <a:xfrm>
            <a:off x="5265626" y="4103233"/>
            <a:ext cx="365750" cy="302447"/>
            <a:chOff x="4667413" y="5261950"/>
            <a:chExt cx="475000" cy="389200"/>
          </a:xfrm>
        </p:grpSpPr>
        <p:sp>
          <p:nvSpPr>
            <p:cNvPr id="3054" name="Google Shape;3054;p50"/>
            <p:cNvSpPr/>
            <p:nvPr/>
          </p:nvSpPr>
          <p:spPr>
            <a:xfrm>
              <a:off x="5021513" y="5271425"/>
              <a:ext cx="111425" cy="314775"/>
            </a:xfrm>
            <a:custGeom>
              <a:avLst/>
              <a:gdLst/>
              <a:ahLst/>
              <a:cxnLst/>
              <a:rect l="l" t="t" r="r" b="b"/>
              <a:pathLst>
                <a:path w="4457" h="12591" extrusionOk="0">
                  <a:moveTo>
                    <a:pt x="2238" y="0"/>
                  </a:moveTo>
                  <a:cubicBezTo>
                    <a:pt x="1006" y="0"/>
                    <a:pt x="1" y="986"/>
                    <a:pt x="1" y="2219"/>
                  </a:cubicBezTo>
                  <a:lnTo>
                    <a:pt x="1" y="12591"/>
                  </a:lnTo>
                  <a:lnTo>
                    <a:pt x="4457" y="12591"/>
                  </a:lnTo>
                  <a:lnTo>
                    <a:pt x="4457" y="2219"/>
                  </a:lnTo>
                  <a:cubicBezTo>
                    <a:pt x="4457" y="986"/>
                    <a:pt x="3452" y="0"/>
                    <a:pt x="22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50"/>
            <p:cNvSpPr/>
            <p:nvPr/>
          </p:nvSpPr>
          <p:spPr>
            <a:xfrm>
              <a:off x="4677363" y="5326875"/>
              <a:ext cx="454150" cy="315275"/>
            </a:xfrm>
            <a:custGeom>
              <a:avLst/>
              <a:gdLst/>
              <a:ahLst/>
              <a:cxnLst/>
              <a:rect l="l" t="t" r="r" b="b"/>
              <a:pathLst>
                <a:path w="18166" h="12611" extrusionOk="0">
                  <a:moveTo>
                    <a:pt x="740" y="1"/>
                  </a:moveTo>
                  <a:cubicBezTo>
                    <a:pt x="323" y="1"/>
                    <a:pt x="1" y="342"/>
                    <a:pt x="1" y="740"/>
                  </a:cubicBezTo>
                  <a:lnTo>
                    <a:pt x="1" y="11871"/>
                  </a:lnTo>
                  <a:cubicBezTo>
                    <a:pt x="1" y="12269"/>
                    <a:pt x="323" y="12610"/>
                    <a:pt x="740" y="12610"/>
                  </a:cubicBezTo>
                  <a:lnTo>
                    <a:pt x="16004" y="12610"/>
                  </a:lnTo>
                  <a:cubicBezTo>
                    <a:pt x="17199" y="12572"/>
                    <a:pt x="18166" y="11586"/>
                    <a:pt x="18166" y="10373"/>
                  </a:cubicBezTo>
                  <a:cubicBezTo>
                    <a:pt x="18166" y="9178"/>
                    <a:pt x="17199" y="8192"/>
                    <a:pt x="16004" y="8154"/>
                  </a:cubicBezTo>
                  <a:cubicBezTo>
                    <a:pt x="14772" y="8154"/>
                    <a:pt x="13767" y="9159"/>
                    <a:pt x="13767" y="10392"/>
                  </a:cubicBezTo>
                  <a:lnTo>
                    <a:pt x="1376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50"/>
            <p:cNvSpPr/>
            <p:nvPr/>
          </p:nvSpPr>
          <p:spPr>
            <a:xfrm>
              <a:off x="5058488" y="5567700"/>
              <a:ext cx="43650" cy="37325"/>
            </a:xfrm>
            <a:custGeom>
              <a:avLst/>
              <a:gdLst/>
              <a:ahLst/>
              <a:cxnLst/>
              <a:rect l="l" t="t" r="r" b="b"/>
              <a:pathLst>
                <a:path w="1746" h="1493" extrusionOk="0">
                  <a:moveTo>
                    <a:pt x="759" y="0"/>
                  </a:moveTo>
                  <a:cubicBezTo>
                    <a:pt x="342" y="0"/>
                    <a:pt x="1" y="342"/>
                    <a:pt x="1" y="759"/>
                  </a:cubicBezTo>
                  <a:cubicBezTo>
                    <a:pt x="1" y="1195"/>
                    <a:pt x="374" y="1492"/>
                    <a:pt x="756" y="1492"/>
                  </a:cubicBezTo>
                  <a:cubicBezTo>
                    <a:pt x="939" y="1492"/>
                    <a:pt x="1124" y="1424"/>
                    <a:pt x="1271" y="1271"/>
                  </a:cubicBezTo>
                  <a:cubicBezTo>
                    <a:pt x="1745" y="816"/>
                    <a:pt x="1404" y="0"/>
                    <a:pt x="7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50"/>
            <p:cNvSpPr/>
            <p:nvPr/>
          </p:nvSpPr>
          <p:spPr>
            <a:xfrm>
              <a:off x="4728563" y="5382350"/>
              <a:ext cx="64975" cy="55675"/>
            </a:xfrm>
            <a:custGeom>
              <a:avLst/>
              <a:gdLst/>
              <a:ahLst/>
              <a:cxnLst/>
              <a:rect l="l" t="t" r="r" b="b"/>
              <a:pathLst>
                <a:path w="2599" h="2227" extrusionOk="0">
                  <a:moveTo>
                    <a:pt x="1499" y="0"/>
                  </a:moveTo>
                  <a:cubicBezTo>
                    <a:pt x="513" y="0"/>
                    <a:pt x="1" y="1195"/>
                    <a:pt x="702" y="1897"/>
                  </a:cubicBezTo>
                  <a:cubicBezTo>
                    <a:pt x="930" y="2124"/>
                    <a:pt x="1210" y="2226"/>
                    <a:pt x="1483" y="2226"/>
                  </a:cubicBezTo>
                  <a:cubicBezTo>
                    <a:pt x="2053" y="2226"/>
                    <a:pt x="2598" y="1785"/>
                    <a:pt x="2598" y="1119"/>
                  </a:cubicBezTo>
                  <a:cubicBezTo>
                    <a:pt x="2598" y="512"/>
                    <a:pt x="2105" y="0"/>
                    <a:pt x="149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50"/>
            <p:cNvSpPr/>
            <p:nvPr/>
          </p:nvSpPr>
          <p:spPr>
            <a:xfrm>
              <a:off x="5083138" y="5465775"/>
              <a:ext cx="21825" cy="18750"/>
            </a:xfrm>
            <a:custGeom>
              <a:avLst/>
              <a:gdLst/>
              <a:ahLst/>
              <a:cxnLst/>
              <a:rect l="l" t="t" r="r" b="b"/>
              <a:pathLst>
                <a:path w="873" h="750" extrusionOk="0">
                  <a:moveTo>
                    <a:pt x="513" y="1"/>
                  </a:moveTo>
                  <a:cubicBezTo>
                    <a:pt x="171" y="1"/>
                    <a:pt x="1" y="399"/>
                    <a:pt x="247" y="645"/>
                  </a:cubicBezTo>
                  <a:cubicBezTo>
                    <a:pt x="319" y="717"/>
                    <a:pt x="409" y="749"/>
                    <a:pt x="497" y="749"/>
                  </a:cubicBezTo>
                  <a:cubicBezTo>
                    <a:pt x="687" y="749"/>
                    <a:pt x="873" y="600"/>
                    <a:pt x="873" y="380"/>
                  </a:cubicBezTo>
                  <a:cubicBezTo>
                    <a:pt x="873" y="171"/>
                    <a:pt x="702" y="1"/>
                    <a:pt x="5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50"/>
            <p:cNvSpPr/>
            <p:nvPr/>
          </p:nvSpPr>
          <p:spPr>
            <a:xfrm>
              <a:off x="5040013" y="5558700"/>
              <a:ext cx="64950" cy="55650"/>
            </a:xfrm>
            <a:custGeom>
              <a:avLst/>
              <a:gdLst/>
              <a:ahLst/>
              <a:cxnLst/>
              <a:rect l="l" t="t" r="r" b="b"/>
              <a:pathLst>
                <a:path w="2598" h="2226" extrusionOk="0">
                  <a:moveTo>
                    <a:pt x="1474" y="731"/>
                  </a:moveTo>
                  <a:cubicBezTo>
                    <a:pt x="1671" y="731"/>
                    <a:pt x="1858" y="885"/>
                    <a:pt x="1858" y="1119"/>
                  </a:cubicBezTo>
                  <a:cubicBezTo>
                    <a:pt x="1858" y="1308"/>
                    <a:pt x="1688" y="1479"/>
                    <a:pt x="1498" y="1479"/>
                  </a:cubicBezTo>
                  <a:cubicBezTo>
                    <a:pt x="1157" y="1479"/>
                    <a:pt x="986" y="1081"/>
                    <a:pt x="1214" y="834"/>
                  </a:cubicBezTo>
                  <a:cubicBezTo>
                    <a:pt x="1291" y="763"/>
                    <a:pt x="1383" y="731"/>
                    <a:pt x="1474" y="731"/>
                  </a:cubicBezTo>
                  <a:close/>
                  <a:moveTo>
                    <a:pt x="1498" y="0"/>
                  </a:moveTo>
                  <a:cubicBezTo>
                    <a:pt x="493" y="0"/>
                    <a:pt x="0" y="1195"/>
                    <a:pt x="702" y="1896"/>
                  </a:cubicBezTo>
                  <a:cubicBezTo>
                    <a:pt x="930" y="2124"/>
                    <a:pt x="1209" y="2226"/>
                    <a:pt x="1483" y="2226"/>
                  </a:cubicBezTo>
                  <a:cubicBezTo>
                    <a:pt x="2053" y="2226"/>
                    <a:pt x="2598" y="1785"/>
                    <a:pt x="2598" y="1119"/>
                  </a:cubicBezTo>
                  <a:cubicBezTo>
                    <a:pt x="2598" y="493"/>
                    <a:pt x="2105" y="0"/>
                    <a:pt x="14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50"/>
            <p:cNvSpPr/>
            <p:nvPr/>
          </p:nvSpPr>
          <p:spPr>
            <a:xfrm>
              <a:off x="4667413" y="5261950"/>
              <a:ext cx="475000" cy="389200"/>
            </a:xfrm>
            <a:custGeom>
              <a:avLst/>
              <a:gdLst/>
              <a:ahLst/>
              <a:cxnLst/>
              <a:rect l="l" t="t" r="r" b="b"/>
              <a:pathLst>
                <a:path w="19000" h="15568" extrusionOk="0">
                  <a:moveTo>
                    <a:pt x="16402" y="740"/>
                  </a:moveTo>
                  <a:cubicBezTo>
                    <a:pt x="17407" y="740"/>
                    <a:pt x="18241" y="1574"/>
                    <a:pt x="18241" y="2598"/>
                  </a:cubicBezTo>
                  <a:lnTo>
                    <a:pt x="18241" y="11168"/>
                  </a:lnTo>
                  <a:cubicBezTo>
                    <a:pt x="17739" y="10647"/>
                    <a:pt x="17066" y="10386"/>
                    <a:pt x="16393" y="10386"/>
                  </a:cubicBezTo>
                  <a:cubicBezTo>
                    <a:pt x="15720" y="10386"/>
                    <a:pt x="15046" y="10647"/>
                    <a:pt x="14544" y="11168"/>
                  </a:cubicBezTo>
                  <a:lnTo>
                    <a:pt x="14544" y="2598"/>
                  </a:lnTo>
                  <a:cubicBezTo>
                    <a:pt x="14544" y="1574"/>
                    <a:pt x="15378" y="740"/>
                    <a:pt x="16402" y="740"/>
                  </a:cubicBezTo>
                  <a:close/>
                  <a:moveTo>
                    <a:pt x="13804" y="2977"/>
                  </a:moveTo>
                  <a:lnTo>
                    <a:pt x="13804" y="12970"/>
                  </a:lnTo>
                  <a:cubicBezTo>
                    <a:pt x="13804" y="13671"/>
                    <a:pt x="14089" y="14354"/>
                    <a:pt x="14582" y="14828"/>
                  </a:cubicBezTo>
                  <a:lnTo>
                    <a:pt x="1119" y="14828"/>
                  </a:lnTo>
                  <a:cubicBezTo>
                    <a:pt x="911" y="14828"/>
                    <a:pt x="759" y="14657"/>
                    <a:pt x="759" y="14468"/>
                  </a:cubicBezTo>
                  <a:lnTo>
                    <a:pt x="759" y="3337"/>
                  </a:lnTo>
                  <a:cubicBezTo>
                    <a:pt x="759" y="3129"/>
                    <a:pt x="911" y="2977"/>
                    <a:pt x="1119" y="2977"/>
                  </a:cubicBezTo>
                  <a:close/>
                  <a:moveTo>
                    <a:pt x="16374" y="11120"/>
                  </a:moveTo>
                  <a:cubicBezTo>
                    <a:pt x="17329" y="11120"/>
                    <a:pt x="18241" y="11859"/>
                    <a:pt x="18241" y="12989"/>
                  </a:cubicBezTo>
                  <a:cubicBezTo>
                    <a:pt x="18241" y="13994"/>
                    <a:pt x="17407" y="14828"/>
                    <a:pt x="16402" y="14828"/>
                  </a:cubicBezTo>
                  <a:cubicBezTo>
                    <a:pt x="14734" y="14828"/>
                    <a:pt x="13918" y="12837"/>
                    <a:pt x="15075" y="11661"/>
                  </a:cubicBezTo>
                  <a:cubicBezTo>
                    <a:pt x="15454" y="11288"/>
                    <a:pt x="15919" y="11120"/>
                    <a:pt x="16374" y="11120"/>
                  </a:cubicBezTo>
                  <a:close/>
                  <a:moveTo>
                    <a:pt x="16402" y="0"/>
                  </a:moveTo>
                  <a:cubicBezTo>
                    <a:pt x="15113" y="19"/>
                    <a:pt x="14013" y="948"/>
                    <a:pt x="13823" y="2238"/>
                  </a:cubicBezTo>
                  <a:lnTo>
                    <a:pt x="1119" y="2238"/>
                  </a:lnTo>
                  <a:cubicBezTo>
                    <a:pt x="512" y="2238"/>
                    <a:pt x="1" y="2731"/>
                    <a:pt x="1" y="3337"/>
                  </a:cubicBezTo>
                  <a:lnTo>
                    <a:pt x="1" y="14468"/>
                  </a:lnTo>
                  <a:cubicBezTo>
                    <a:pt x="1" y="15075"/>
                    <a:pt x="512" y="15568"/>
                    <a:pt x="1119" y="15568"/>
                  </a:cubicBezTo>
                  <a:lnTo>
                    <a:pt x="16383" y="15568"/>
                  </a:lnTo>
                  <a:cubicBezTo>
                    <a:pt x="17824" y="15568"/>
                    <a:pt x="19000" y="14411"/>
                    <a:pt x="19000" y="12989"/>
                  </a:cubicBezTo>
                  <a:lnTo>
                    <a:pt x="19000" y="2598"/>
                  </a:lnTo>
                  <a:cubicBezTo>
                    <a:pt x="19000" y="1157"/>
                    <a:pt x="17824" y="0"/>
                    <a:pt x="164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50"/>
            <p:cNvSpPr/>
            <p:nvPr/>
          </p:nvSpPr>
          <p:spPr>
            <a:xfrm>
              <a:off x="4714513" y="5372850"/>
              <a:ext cx="143950" cy="219400"/>
            </a:xfrm>
            <a:custGeom>
              <a:avLst/>
              <a:gdLst/>
              <a:ahLst/>
              <a:cxnLst/>
              <a:rect l="l" t="t" r="r" b="b"/>
              <a:pathLst>
                <a:path w="5758" h="8776" extrusionOk="0">
                  <a:moveTo>
                    <a:pt x="2037" y="756"/>
                  </a:moveTo>
                  <a:cubicBezTo>
                    <a:pt x="2415" y="756"/>
                    <a:pt x="2781" y="1049"/>
                    <a:pt x="2781" y="1499"/>
                  </a:cubicBezTo>
                  <a:cubicBezTo>
                    <a:pt x="2781" y="1916"/>
                    <a:pt x="2459" y="2239"/>
                    <a:pt x="2042" y="2239"/>
                  </a:cubicBezTo>
                  <a:cubicBezTo>
                    <a:pt x="1378" y="2239"/>
                    <a:pt x="1056" y="1442"/>
                    <a:pt x="1530" y="968"/>
                  </a:cubicBezTo>
                  <a:cubicBezTo>
                    <a:pt x="1676" y="822"/>
                    <a:pt x="1858" y="756"/>
                    <a:pt x="2037" y="756"/>
                  </a:cubicBezTo>
                  <a:close/>
                  <a:moveTo>
                    <a:pt x="2038" y="1"/>
                  </a:moveTo>
                  <a:cubicBezTo>
                    <a:pt x="1681" y="1"/>
                    <a:pt x="1313" y="137"/>
                    <a:pt x="999" y="456"/>
                  </a:cubicBezTo>
                  <a:cubicBezTo>
                    <a:pt x="1" y="1485"/>
                    <a:pt x="875" y="3002"/>
                    <a:pt x="2040" y="3002"/>
                  </a:cubicBezTo>
                  <a:cubicBezTo>
                    <a:pt x="2291" y="3002"/>
                    <a:pt x="2556" y="2931"/>
                    <a:pt x="2819" y="2770"/>
                  </a:cubicBezTo>
                  <a:lnTo>
                    <a:pt x="3179" y="4192"/>
                  </a:lnTo>
                  <a:cubicBezTo>
                    <a:pt x="3201" y="4352"/>
                    <a:pt x="3335" y="4420"/>
                    <a:pt x="3484" y="4420"/>
                  </a:cubicBezTo>
                  <a:cubicBezTo>
                    <a:pt x="3721" y="4420"/>
                    <a:pt x="3993" y="4247"/>
                    <a:pt x="3900" y="4002"/>
                  </a:cubicBezTo>
                  <a:lnTo>
                    <a:pt x="3767" y="3509"/>
                  </a:lnTo>
                  <a:lnTo>
                    <a:pt x="3767" y="3509"/>
                  </a:lnTo>
                  <a:cubicBezTo>
                    <a:pt x="5019" y="4647"/>
                    <a:pt x="5019" y="6050"/>
                    <a:pt x="5019" y="8174"/>
                  </a:cubicBezTo>
                  <a:lnTo>
                    <a:pt x="5019" y="8420"/>
                  </a:lnTo>
                  <a:cubicBezTo>
                    <a:pt x="5019" y="8657"/>
                    <a:pt x="5203" y="8776"/>
                    <a:pt x="5388" y="8776"/>
                  </a:cubicBezTo>
                  <a:cubicBezTo>
                    <a:pt x="5573" y="8776"/>
                    <a:pt x="5758" y="8657"/>
                    <a:pt x="5758" y="8420"/>
                  </a:cubicBezTo>
                  <a:lnTo>
                    <a:pt x="5758" y="8174"/>
                  </a:lnTo>
                  <a:cubicBezTo>
                    <a:pt x="5758" y="5993"/>
                    <a:pt x="5758" y="4324"/>
                    <a:pt x="4298" y="2997"/>
                  </a:cubicBezTo>
                  <a:lnTo>
                    <a:pt x="4298" y="2978"/>
                  </a:lnTo>
                  <a:lnTo>
                    <a:pt x="4639" y="2978"/>
                  </a:lnTo>
                  <a:cubicBezTo>
                    <a:pt x="4657" y="2980"/>
                    <a:pt x="4674" y="2981"/>
                    <a:pt x="4690" y="2981"/>
                  </a:cubicBezTo>
                  <a:cubicBezTo>
                    <a:pt x="5159" y="2981"/>
                    <a:pt x="5153" y="2237"/>
                    <a:pt x="4674" y="2237"/>
                  </a:cubicBezTo>
                  <a:cubicBezTo>
                    <a:pt x="4663" y="2237"/>
                    <a:pt x="4651" y="2238"/>
                    <a:pt x="4639" y="2239"/>
                  </a:cubicBezTo>
                  <a:lnTo>
                    <a:pt x="3350" y="2239"/>
                  </a:lnTo>
                  <a:cubicBezTo>
                    <a:pt x="3996" y="1115"/>
                    <a:pt x="3060" y="1"/>
                    <a:pt x="203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50"/>
            <p:cNvSpPr/>
            <p:nvPr/>
          </p:nvSpPr>
          <p:spPr>
            <a:xfrm>
              <a:off x="4891663" y="5373175"/>
              <a:ext cx="81950" cy="74525"/>
            </a:xfrm>
            <a:custGeom>
              <a:avLst/>
              <a:gdLst/>
              <a:ahLst/>
              <a:cxnLst/>
              <a:rect l="l" t="t" r="r" b="b"/>
              <a:pathLst>
                <a:path w="3278" h="2981" extrusionOk="0">
                  <a:moveTo>
                    <a:pt x="529" y="1"/>
                  </a:moveTo>
                  <a:cubicBezTo>
                    <a:pt x="241" y="1"/>
                    <a:pt x="4" y="372"/>
                    <a:pt x="265" y="633"/>
                  </a:cubicBezTo>
                  <a:lnTo>
                    <a:pt x="1118" y="1486"/>
                  </a:lnTo>
                  <a:lnTo>
                    <a:pt x="265" y="2339"/>
                  </a:lnTo>
                  <a:cubicBezTo>
                    <a:pt x="1" y="2603"/>
                    <a:pt x="247" y="2980"/>
                    <a:pt x="539" y="2980"/>
                  </a:cubicBezTo>
                  <a:cubicBezTo>
                    <a:pt x="624" y="2980"/>
                    <a:pt x="714" y="2948"/>
                    <a:pt x="796" y="2870"/>
                  </a:cubicBezTo>
                  <a:lnTo>
                    <a:pt x="1649" y="2017"/>
                  </a:lnTo>
                  <a:lnTo>
                    <a:pt x="2483" y="2870"/>
                  </a:lnTo>
                  <a:cubicBezTo>
                    <a:pt x="2565" y="2948"/>
                    <a:pt x="2655" y="2980"/>
                    <a:pt x="2740" y="2980"/>
                  </a:cubicBezTo>
                  <a:cubicBezTo>
                    <a:pt x="3032" y="2980"/>
                    <a:pt x="3278" y="2603"/>
                    <a:pt x="3014" y="2339"/>
                  </a:cubicBezTo>
                  <a:lnTo>
                    <a:pt x="2161" y="1486"/>
                  </a:lnTo>
                  <a:lnTo>
                    <a:pt x="3014" y="633"/>
                  </a:lnTo>
                  <a:cubicBezTo>
                    <a:pt x="3166" y="500"/>
                    <a:pt x="3166" y="254"/>
                    <a:pt x="3014" y="121"/>
                  </a:cubicBezTo>
                  <a:cubicBezTo>
                    <a:pt x="2938" y="45"/>
                    <a:pt x="2844" y="7"/>
                    <a:pt x="2749" y="7"/>
                  </a:cubicBezTo>
                  <a:cubicBezTo>
                    <a:pt x="2654" y="7"/>
                    <a:pt x="2559" y="45"/>
                    <a:pt x="2483" y="121"/>
                  </a:cubicBezTo>
                  <a:lnTo>
                    <a:pt x="1649" y="955"/>
                  </a:lnTo>
                  <a:lnTo>
                    <a:pt x="796" y="121"/>
                  </a:lnTo>
                  <a:cubicBezTo>
                    <a:pt x="711" y="36"/>
                    <a:pt x="617" y="1"/>
                    <a:pt x="52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50"/>
            <p:cNvSpPr/>
            <p:nvPr/>
          </p:nvSpPr>
          <p:spPr>
            <a:xfrm>
              <a:off x="4891663" y="5521325"/>
              <a:ext cx="81875" cy="74525"/>
            </a:xfrm>
            <a:custGeom>
              <a:avLst/>
              <a:gdLst/>
              <a:ahLst/>
              <a:cxnLst/>
              <a:rect l="l" t="t" r="r" b="b"/>
              <a:pathLst>
                <a:path w="3275" h="2981" extrusionOk="0">
                  <a:moveTo>
                    <a:pt x="539" y="1"/>
                  </a:moveTo>
                  <a:cubicBezTo>
                    <a:pt x="247" y="1"/>
                    <a:pt x="1" y="378"/>
                    <a:pt x="265" y="642"/>
                  </a:cubicBezTo>
                  <a:lnTo>
                    <a:pt x="1118" y="1495"/>
                  </a:lnTo>
                  <a:lnTo>
                    <a:pt x="265" y="2348"/>
                  </a:lnTo>
                  <a:cubicBezTo>
                    <a:pt x="4" y="2609"/>
                    <a:pt x="241" y="2981"/>
                    <a:pt x="529" y="2981"/>
                  </a:cubicBezTo>
                  <a:cubicBezTo>
                    <a:pt x="617" y="2981"/>
                    <a:pt x="711" y="2945"/>
                    <a:pt x="796" y="2860"/>
                  </a:cubicBezTo>
                  <a:lnTo>
                    <a:pt x="1649" y="2026"/>
                  </a:lnTo>
                  <a:lnTo>
                    <a:pt x="2483" y="2860"/>
                  </a:lnTo>
                  <a:cubicBezTo>
                    <a:pt x="2568" y="2945"/>
                    <a:pt x="2662" y="2981"/>
                    <a:pt x="2750" y="2981"/>
                  </a:cubicBezTo>
                  <a:cubicBezTo>
                    <a:pt x="3038" y="2981"/>
                    <a:pt x="3275" y="2609"/>
                    <a:pt x="3014" y="2348"/>
                  </a:cubicBezTo>
                  <a:lnTo>
                    <a:pt x="2161" y="1495"/>
                  </a:lnTo>
                  <a:lnTo>
                    <a:pt x="3014" y="642"/>
                  </a:lnTo>
                  <a:cubicBezTo>
                    <a:pt x="3166" y="490"/>
                    <a:pt x="3166" y="263"/>
                    <a:pt x="3014" y="111"/>
                  </a:cubicBezTo>
                  <a:cubicBezTo>
                    <a:pt x="2938" y="44"/>
                    <a:pt x="2844" y="11"/>
                    <a:pt x="2749" y="11"/>
                  </a:cubicBezTo>
                  <a:cubicBezTo>
                    <a:pt x="2654" y="11"/>
                    <a:pt x="2559" y="44"/>
                    <a:pt x="2483" y="111"/>
                  </a:cubicBezTo>
                  <a:lnTo>
                    <a:pt x="1649" y="964"/>
                  </a:lnTo>
                  <a:lnTo>
                    <a:pt x="796" y="111"/>
                  </a:lnTo>
                  <a:cubicBezTo>
                    <a:pt x="714" y="33"/>
                    <a:pt x="624" y="1"/>
                    <a:pt x="5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50"/>
            <p:cNvSpPr/>
            <p:nvPr/>
          </p:nvSpPr>
          <p:spPr>
            <a:xfrm>
              <a:off x="4724813" y="5521325"/>
              <a:ext cx="82250" cy="74525"/>
            </a:xfrm>
            <a:custGeom>
              <a:avLst/>
              <a:gdLst/>
              <a:ahLst/>
              <a:cxnLst/>
              <a:rect l="l" t="t" r="r" b="b"/>
              <a:pathLst>
                <a:path w="3290" h="2981" extrusionOk="0">
                  <a:moveTo>
                    <a:pt x="546" y="1"/>
                  </a:moveTo>
                  <a:cubicBezTo>
                    <a:pt x="258" y="1"/>
                    <a:pt x="0" y="378"/>
                    <a:pt x="264" y="642"/>
                  </a:cubicBezTo>
                  <a:lnTo>
                    <a:pt x="1118" y="1495"/>
                  </a:lnTo>
                  <a:lnTo>
                    <a:pt x="264" y="2348"/>
                  </a:lnTo>
                  <a:cubicBezTo>
                    <a:pt x="4" y="2609"/>
                    <a:pt x="252" y="2981"/>
                    <a:pt x="536" y="2981"/>
                  </a:cubicBezTo>
                  <a:cubicBezTo>
                    <a:pt x="624" y="2981"/>
                    <a:pt x="715" y="2945"/>
                    <a:pt x="795" y="2860"/>
                  </a:cubicBezTo>
                  <a:lnTo>
                    <a:pt x="1649" y="2026"/>
                  </a:lnTo>
                  <a:lnTo>
                    <a:pt x="2502" y="2860"/>
                  </a:lnTo>
                  <a:cubicBezTo>
                    <a:pt x="2582" y="2945"/>
                    <a:pt x="2673" y="2981"/>
                    <a:pt x="2761" y="2981"/>
                  </a:cubicBezTo>
                  <a:cubicBezTo>
                    <a:pt x="3044" y="2981"/>
                    <a:pt x="3289" y="2609"/>
                    <a:pt x="3014" y="2348"/>
                  </a:cubicBezTo>
                  <a:lnTo>
                    <a:pt x="2179" y="1495"/>
                  </a:lnTo>
                  <a:lnTo>
                    <a:pt x="3014" y="642"/>
                  </a:lnTo>
                  <a:cubicBezTo>
                    <a:pt x="3165" y="490"/>
                    <a:pt x="3165" y="263"/>
                    <a:pt x="3014" y="111"/>
                  </a:cubicBezTo>
                  <a:cubicBezTo>
                    <a:pt x="2947" y="44"/>
                    <a:pt x="2853" y="11"/>
                    <a:pt x="2758" y="11"/>
                  </a:cubicBezTo>
                  <a:cubicBezTo>
                    <a:pt x="2663" y="11"/>
                    <a:pt x="2568" y="44"/>
                    <a:pt x="2502" y="111"/>
                  </a:cubicBezTo>
                  <a:lnTo>
                    <a:pt x="1649" y="964"/>
                  </a:lnTo>
                  <a:lnTo>
                    <a:pt x="795" y="111"/>
                  </a:lnTo>
                  <a:cubicBezTo>
                    <a:pt x="718" y="33"/>
                    <a:pt x="630" y="1"/>
                    <a:pt x="54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50"/>
            <p:cNvSpPr/>
            <p:nvPr/>
          </p:nvSpPr>
          <p:spPr>
            <a:xfrm>
              <a:off x="5086463" y="5336375"/>
              <a:ext cx="18500" cy="110475"/>
            </a:xfrm>
            <a:custGeom>
              <a:avLst/>
              <a:gdLst/>
              <a:ahLst/>
              <a:cxnLst/>
              <a:rect l="l" t="t" r="r" b="b"/>
              <a:pathLst>
                <a:path w="740" h="4419" extrusionOk="0">
                  <a:moveTo>
                    <a:pt x="380" y="0"/>
                  </a:moveTo>
                  <a:cubicBezTo>
                    <a:pt x="171" y="0"/>
                    <a:pt x="0" y="152"/>
                    <a:pt x="0" y="360"/>
                  </a:cubicBezTo>
                  <a:lnTo>
                    <a:pt x="0" y="4077"/>
                  </a:lnTo>
                  <a:cubicBezTo>
                    <a:pt x="19" y="4304"/>
                    <a:pt x="195" y="4418"/>
                    <a:pt x="370" y="4418"/>
                  </a:cubicBezTo>
                  <a:cubicBezTo>
                    <a:pt x="546" y="4418"/>
                    <a:pt x="721" y="4304"/>
                    <a:pt x="740" y="4077"/>
                  </a:cubicBezTo>
                  <a:lnTo>
                    <a:pt x="740" y="360"/>
                  </a:lnTo>
                  <a:cubicBezTo>
                    <a:pt x="740" y="152"/>
                    <a:pt x="569" y="0"/>
                    <a:pt x="38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6" name="Google Shape;3066;p50"/>
          <p:cNvGrpSpPr/>
          <p:nvPr/>
        </p:nvGrpSpPr>
        <p:grpSpPr>
          <a:xfrm>
            <a:off x="6016873" y="4071581"/>
            <a:ext cx="290724" cy="365751"/>
            <a:chOff x="5177013" y="5225925"/>
            <a:chExt cx="281600" cy="360275"/>
          </a:xfrm>
        </p:grpSpPr>
        <p:sp>
          <p:nvSpPr>
            <p:cNvPr id="3067" name="Google Shape;3067;p50"/>
            <p:cNvSpPr/>
            <p:nvPr/>
          </p:nvSpPr>
          <p:spPr>
            <a:xfrm>
              <a:off x="5226313" y="5275225"/>
              <a:ext cx="225175" cy="303875"/>
            </a:xfrm>
            <a:custGeom>
              <a:avLst/>
              <a:gdLst/>
              <a:ahLst/>
              <a:cxnLst/>
              <a:rect l="l" t="t" r="r" b="b"/>
              <a:pathLst>
                <a:path w="9007" h="12155" extrusionOk="0">
                  <a:moveTo>
                    <a:pt x="7319" y="0"/>
                  </a:moveTo>
                  <a:lnTo>
                    <a:pt x="0" y="10296"/>
                  </a:lnTo>
                  <a:lnTo>
                    <a:pt x="0" y="11586"/>
                  </a:lnTo>
                  <a:cubicBezTo>
                    <a:pt x="0" y="11908"/>
                    <a:pt x="266" y="12154"/>
                    <a:pt x="569" y="12154"/>
                  </a:cubicBezTo>
                  <a:lnTo>
                    <a:pt x="8457" y="12154"/>
                  </a:lnTo>
                  <a:cubicBezTo>
                    <a:pt x="8760" y="12154"/>
                    <a:pt x="9007" y="11908"/>
                    <a:pt x="9007" y="11586"/>
                  </a:cubicBezTo>
                  <a:lnTo>
                    <a:pt x="9007" y="569"/>
                  </a:lnTo>
                  <a:cubicBezTo>
                    <a:pt x="9007" y="247"/>
                    <a:pt x="8760" y="0"/>
                    <a:pt x="84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50"/>
            <p:cNvSpPr/>
            <p:nvPr/>
          </p:nvSpPr>
          <p:spPr>
            <a:xfrm>
              <a:off x="5184113" y="5233025"/>
              <a:ext cx="225200" cy="299625"/>
            </a:xfrm>
            <a:custGeom>
              <a:avLst/>
              <a:gdLst/>
              <a:ahLst/>
              <a:cxnLst/>
              <a:rect l="l" t="t" r="r" b="b"/>
              <a:pathLst>
                <a:path w="9008" h="11985" extrusionOk="0">
                  <a:moveTo>
                    <a:pt x="3622" y="1"/>
                  </a:moveTo>
                  <a:cubicBezTo>
                    <a:pt x="3527" y="1"/>
                    <a:pt x="3452" y="19"/>
                    <a:pt x="3376" y="57"/>
                  </a:cubicBezTo>
                  <a:lnTo>
                    <a:pt x="57" y="3376"/>
                  </a:lnTo>
                  <a:cubicBezTo>
                    <a:pt x="20" y="3433"/>
                    <a:pt x="1" y="3527"/>
                    <a:pt x="20" y="3603"/>
                  </a:cubicBezTo>
                  <a:lnTo>
                    <a:pt x="20" y="11434"/>
                  </a:lnTo>
                  <a:cubicBezTo>
                    <a:pt x="1" y="11738"/>
                    <a:pt x="266" y="11984"/>
                    <a:pt x="569" y="11984"/>
                  </a:cubicBezTo>
                  <a:lnTo>
                    <a:pt x="8457" y="11984"/>
                  </a:lnTo>
                  <a:cubicBezTo>
                    <a:pt x="8761" y="11984"/>
                    <a:pt x="9007" y="11738"/>
                    <a:pt x="9007" y="11434"/>
                  </a:cubicBezTo>
                  <a:lnTo>
                    <a:pt x="9007" y="569"/>
                  </a:lnTo>
                  <a:cubicBezTo>
                    <a:pt x="9007" y="247"/>
                    <a:pt x="8761" y="1"/>
                    <a:pt x="84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50"/>
            <p:cNvSpPr/>
            <p:nvPr/>
          </p:nvSpPr>
          <p:spPr>
            <a:xfrm>
              <a:off x="5310688" y="5275225"/>
              <a:ext cx="56425" cy="42200"/>
            </a:xfrm>
            <a:custGeom>
              <a:avLst/>
              <a:gdLst/>
              <a:ahLst/>
              <a:cxnLst/>
              <a:rect l="l" t="t" r="r" b="b"/>
              <a:pathLst>
                <a:path w="2257" h="1688" extrusionOk="0">
                  <a:moveTo>
                    <a:pt x="0" y="0"/>
                  </a:moveTo>
                  <a:lnTo>
                    <a:pt x="0" y="1688"/>
                  </a:lnTo>
                  <a:lnTo>
                    <a:pt x="2257" y="1688"/>
                  </a:lnTo>
                  <a:lnTo>
                    <a:pt x="2257" y="0"/>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50"/>
            <p:cNvSpPr/>
            <p:nvPr/>
          </p:nvSpPr>
          <p:spPr>
            <a:xfrm>
              <a:off x="5185538" y="5233975"/>
              <a:ext cx="83450" cy="83450"/>
            </a:xfrm>
            <a:custGeom>
              <a:avLst/>
              <a:gdLst/>
              <a:ahLst/>
              <a:cxnLst/>
              <a:rect l="l" t="t" r="r" b="b"/>
              <a:pathLst>
                <a:path w="3338" h="3338" extrusionOk="0">
                  <a:moveTo>
                    <a:pt x="3338" y="0"/>
                  </a:moveTo>
                  <a:cubicBezTo>
                    <a:pt x="3281" y="38"/>
                    <a:pt x="3224" y="76"/>
                    <a:pt x="3167" y="114"/>
                  </a:cubicBezTo>
                  <a:lnTo>
                    <a:pt x="114" y="3167"/>
                  </a:lnTo>
                  <a:cubicBezTo>
                    <a:pt x="76" y="3205"/>
                    <a:pt x="38" y="3262"/>
                    <a:pt x="0" y="3338"/>
                  </a:cubicBezTo>
                  <a:lnTo>
                    <a:pt x="3319" y="3338"/>
                  </a:lnTo>
                  <a:lnTo>
                    <a:pt x="3319" y="19"/>
                  </a:lnTo>
                  <a:lnTo>
                    <a:pt x="333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50"/>
            <p:cNvSpPr/>
            <p:nvPr/>
          </p:nvSpPr>
          <p:spPr>
            <a:xfrm>
              <a:off x="5219188" y="5352450"/>
              <a:ext cx="16625" cy="14275"/>
            </a:xfrm>
            <a:custGeom>
              <a:avLst/>
              <a:gdLst/>
              <a:ahLst/>
              <a:cxnLst/>
              <a:rect l="l" t="t" r="r" b="b"/>
              <a:pathLst>
                <a:path w="665" h="571" extrusionOk="0">
                  <a:moveTo>
                    <a:pt x="304" y="1"/>
                  </a:moveTo>
                  <a:cubicBezTo>
                    <a:pt x="153" y="1"/>
                    <a:pt x="1" y="117"/>
                    <a:pt x="1" y="286"/>
                  </a:cubicBezTo>
                  <a:cubicBezTo>
                    <a:pt x="1" y="438"/>
                    <a:pt x="133" y="571"/>
                    <a:pt x="285" y="571"/>
                  </a:cubicBezTo>
                  <a:cubicBezTo>
                    <a:pt x="551" y="571"/>
                    <a:pt x="664" y="267"/>
                    <a:pt x="494" y="78"/>
                  </a:cubicBezTo>
                  <a:cubicBezTo>
                    <a:pt x="441" y="24"/>
                    <a:pt x="373" y="1"/>
                    <a:pt x="30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50"/>
            <p:cNvSpPr/>
            <p:nvPr/>
          </p:nvSpPr>
          <p:spPr>
            <a:xfrm>
              <a:off x="5177013" y="5225925"/>
              <a:ext cx="281600" cy="360275"/>
            </a:xfrm>
            <a:custGeom>
              <a:avLst/>
              <a:gdLst/>
              <a:ahLst/>
              <a:cxnLst/>
              <a:rect l="l" t="t" r="r" b="b"/>
              <a:pathLst>
                <a:path w="11264" h="14411" extrusionOk="0">
                  <a:moveTo>
                    <a:pt x="3394" y="967"/>
                  </a:moveTo>
                  <a:lnTo>
                    <a:pt x="3394" y="3375"/>
                  </a:lnTo>
                  <a:lnTo>
                    <a:pt x="967" y="3375"/>
                  </a:lnTo>
                  <a:lnTo>
                    <a:pt x="3394" y="967"/>
                  </a:lnTo>
                  <a:close/>
                  <a:moveTo>
                    <a:pt x="8741" y="569"/>
                  </a:moveTo>
                  <a:cubicBezTo>
                    <a:pt x="8893" y="569"/>
                    <a:pt x="9007" y="683"/>
                    <a:pt x="9007" y="853"/>
                  </a:cubicBezTo>
                  <a:lnTo>
                    <a:pt x="9007" y="11699"/>
                  </a:lnTo>
                  <a:cubicBezTo>
                    <a:pt x="9007" y="11851"/>
                    <a:pt x="8893" y="11984"/>
                    <a:pt x="8741" y="11984"/>
                  </a:cubicBezTo>
                  <a:lnTo>
                    <a:pt x="853" y="11984"/>
                  </a:lnTo>
                  <a:cubicBezTo>
                    <a:pt x="702" y="11984"/>
                    <a:pt x="569" y="11851"/>
                    <a:pt x="569" y="11699"/>
                  </a:cubicBezTo>
                  <a:lnTo>
                    <a:pt x="569" y="3944"/>
                  </a:lnTo>
                  <a:lnTo>
                    <a:pt x="3660" y="3944"/>
                  </a:lnTo>
                  <a:cubicBezTo>
                    <a:pt x="3830" y="3944"/>
                    <a:pt x="3944" y="3811"/>
                    <a:pt x="3944" y="3660"/>
                  </a:cubicBezTo>
                  <a:lnTo>
                    <a:pt x="3944" y="569"/>
                  </a:lnTo>
                  <a:close/>
                  <a:moveTo>
                    <a:pt x="10410" y="2257"/>
                  </a:moveTo>
                  <a:cubicBezTo>
                    <a:pt x="10581" y="2257"/>
                    <a:pt x="10694" y="2370"/>
                    <a:pt x="10694" y="2541"/>
                  </a:cubicBezTo>
                  <a:lnTo>
                    <a:pt x="10694" y="13558"/>
                  </a:lnTo>
                  <a:cubicBezTo>
                    <a:pt x="10694" y="13709"/>
                    <a:pt x="10581" y="13842"/>
                    <a:pt x="10429" y="13842"/>
                  </a:cubicBezTo>
                  <a:lnTo>
                    <a:pt x="2541" y="13842"/>
                  </a:lnTo>
                  <a:cubicBezTo>
                    <a:pt x="2389" y="13842"/>
                    <a:pt x="2257" y="13709"/>
                    <a:pt x="2257" y="13558"/>
                  </a:cubicBezTo>
                  <a:lnTo>
                    <a:pt x="2257" y="12553"/>
                  </a:lnTo>
                  <a:lnTo>
                    <a:pt x="8741" y="12553"/>
                  </a:lnTo>
                  <a:cubicBezTo>
                    <a:pt x="9196" y="12553"/>
                    <a:pt x="9576" y="12173"/>
                    <a:pt x="9576" y="11699"/>
                  </a:cubicBezTo>
                  <a:lnTo>
                    <a:pt x="9576" y="2257"/>
                  </a:lnTo>
                  <a:close/>
                  <a:moveTo>
                    <a:pt x="3906" y="0"/>
                  </a:moveTo>
                  <a:cubicBezTo>
                    <a:pt x="3679" y="0"/>
                    <a:pt x="3470" y="76"/>
                    <a:pt x="3299" y="247"/>
                  </a:cubicBezTo>
                  <a:lnTo>
                    <a:pt x="247" y="3299"/>
                  </a:lnTo>
                  <a:cubicBezTo>
                    <a:pt x="95" y="3451"/>
                    <a:pt x="0" y="3660"/>
                    <a:pt x="19" y="3887"/>
                  </a:cubicBezTo>
                  <a:lnTo>
                    <a:pt x="19" y="11718"/>
                  </a:lnTo>
                  <a:cubicBezTo>
                    <a:pt x="19" y="12173"/>
                    <a:pt x="379" y="12553"/>
                    <a:pt x="853" y="12553"/>
                  </a:cubicBezTo>
                  <a:lnTo>
                    <a:pt x="1688" y="12553"/>
                  </a:lnTo>
                  <a:lnTo>
                    <a:pt x="1688" y="13577"/>
                  </a:lnTo>
                  <a:cubicBezTo>
                    <a:pt x="1707" y="14032"/>
                    <a:pt x="2067" y="14411"/>
                    <a:pt x="2541" y="14411"/>
                  </a:cubicBezTo>
                  <a:lnTo>
                    <a:pt x="10410" y="14411"/>
                  </a:lnTo>
                  <a:cubicBezTo>
                    <a:pt x="10884" y="14411"/>
                    <a:pt x="11263" y="14032"/>
                    <a:pt x="11263" y="13577"/>
                  </a:cubicBezTo>
                  <a:lnTo>
                    <a:pt x="11263" y="2541"/>
                  </a:lnTo>
                  <a:cubicBezTo>
                    <a:pt x="11263" y="2067"/>
                    <a:pt x="10884" y="1688"/>
                    <a:pt x="10429" y="1688"/>
                  </a:cubicBezTo>
                  <a:lnTo>
                    <a:pt x="9576" y="1688"/>
                  </a:lnTo>
                  <a:lnTo>
                    <a:pt x="9576" y="853"/>
                  </a:lnTo>
                  <a:cubicBezTo>
                    <a:pt x="9576" y="379"/>
                    <a:pt x="9196" y="0"/>
                    <a:pt x="874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50"/>
            <p:cNvSpPr/>
            <p:nvPr/>
          </p:nvSpPr>
          <p:spPr>
            <a:xfrm>
              <a:off x="5304038" y="5268100"/>
              <a:ext cx="70200" cy="56450"/>
            </a:xfrm>
            <a:custGeom>
              <a:avLst/>
              <a:gdLst/>
              <a:ahLst/>
              <a:cxnLst/>
              <a:rect l="l" t="t" r="r" b="b"/>
              <a:pathLst>
                <a:path w="2808" h="2258" extrusionOk="0">
                  <a:moveTo>
                    <a:pt x="2238" y="570"/>
                  </a:moveTo>
                  <a:lnTo>
                    <a:pt x="2238" y="1688"/>
                  </a:lnTo>
                  <a:lnTo>
                    <a:pt x="551" y="1688"/>
                  </a:lnTo>
                  <a:lnTo>
                    <a:pt x="551" y="570"/>
                  </a:lnTo>
                  <a:close/>
                  <a:moveTo>
                    <a:pt x="266" y="1"/>
                  </a:moveTo>
                  <a:cubicBezTo>
                    <a:pt x="115" y="1"/>
                    <a:pt x="1" y="133"/>
                    <a:pt x="1" y="285"/>
                  </a:cubicBezTo>
                  <a:lnTo>
                    <a:pt x="1" y="1973"/>
                  </a:lnTo>
                  <a:cubicBezTo>
                    <a:pt x="1" y="2124"/>
                    <a:pt x="115" y="2257"/>
                    <a:pt x="266" y="2257"/>
                  </a:cubicBezTo>
                  <a:lnTo>
                    <a:pt x="2523" y="2257"/>
                  </a:lnTo>
                  <a:cubicBezTo>
                    <a:pt x="2674" y="2257"/>
                    <a:pt x="2807" y="2124"/>
                    <a:pt x="2807" y="1973"/>
                  </a:cubicBezTo>
                  <a:lnTo>
                    <a:pt x="2807" y="285"/>
                  </a:lnTo>
                  <a:cubicBezTo>
                    <a:pt x="2807" y="133"/>
                    <a:pt x="2674" y="1"/>
                    <a:pt x="252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50"/>
            <p:cNvSpPr/>
            <p:nvPr/>
          </p:nvSpPr>
          <p:spPr>
            <a:xfrm>
              <a:off x="5244613" y="5352450"/>
              <a:ext cx="132650" cy="14325"/>
            </a:xfrm>
            <a:custGeom>
              <a:avLst/>
              <a:gdLst/>
              <a:ahLst/>
              <a:cxnLst/>
              <a:rect l="l" t="t" r="r" b="b"/>
              <a:pathLst>
                <a:path w="5306" h="573" extrusionOk="0">
                  <a:moveTo>
                    <a:pt x="371" y="0"/>
                  </a:moveTo>
                  <a:cubicBezTo>
                    <a:pt x="0" y="0"/>
                    <a:pt x="0" y="572"/>
                    <a:pt x="371" y="572"/>
                  </a:cubicBezTo>
                  <a:cubicBezTo>
                    <a:pt x="382" y="572"/>
                    <a:pt x="394" y="572"/>
                    <a:pt x="406" y="571"/>
                  </a:cubicBezTo>
                  <a:lnTo>
                    <a:pt x="4900" y="571"/>
                  </a:lnTo>
                  <a:cubicBezTo>
                    <a:pt x="4912" y="572"/>
                    <a:pt x="4923" y="572"/>
                    <a:pt x="4934" y="572"/>
                  </a:cubicBezTo>
                  <a:cubicBezTo>
                    <a:pt x="5305" y="572"/>
                    <a:pt x="5305" y="0"/>
                    <a:pt x="4934" y="0"/>
                  </a:cubicBezTo>
                  <a:cubicBezTo>
                    <a:pt x="4923" y="0"/>
                    <a:pt x="4912" y="1"/>
                    <a:pt x="4900" y="2"/>
                  </a:cubicBezTo>
                  <a:lnTo>
                    <a:pt x="406" y="2"/>
                  </a:lnTo>
                  <a:cubicBezTo>
                    <a:pt x="394" y="1"/>
                    <a:pt x="382" y="0"/>
                    <a:pt x="37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50"/>
            <p:cNvSpPr/>
            <p:nvPr/>
          </p:nvSpPr>
          <p:spPr>
            <a:xfrm>
              <a:off x="5216638" y="5394625"/>
              <a:ext cx="160625" cy="14325"/>
            </a:xfrm>
            <a:custGeom>
              <a:avLst/>
              <a:gdLst/>
              <a:ahLst/>
              <a:cxnLst/>
              <a:rect l="l" t="t" r="r" b="b"/>
              <a:pathLst>
                <a:path w="6425" h="573" extrusionOk="0">
                  <a:moveTo>
                    <a:pt x="354" y="1"/>
                  </a:moveTo>
                  <a:cubicBezTo>
                    <a:pt x="0" y="1"/>
                    <a:pt x="0" y="573"/>
                    <a:pt x="354" y="573"/>
                  </a:cubicBezTo>
                  <a:cubicBezTo>
                    <a:pt x="365" y="573"/>
                    <a:pt x="376" y="572"/>
                    <a:pt x="387" y="571"/>
                  </a:cubicBezTo>
                  <a:lnTo>
                    <a:pt x="6019" y="571"/>
                  </a:lnTo>
                  <a:cubicBezTo>
                    <a:pt x="6031" y="572"/>
                    <a:pt x="6042" y="573"/>
                    <a:pt x="6053" y="573"/>
                  </a:cubicBezTo>
                  <a:cubicBezTo>
                    <a:pt x="6424" y="573"/>
                    <a:pt x="6424" y="1"/>
                    <a:pt x="6053" y="1"/>
                  </a:cubicBezTo>
                  <a:cubicBezTo>
                    <a:pt x="6042" y="1"/>
                    <a:pt x="6031" y="1"/>
                    <a:pt x="6019" y="2"/>
                  </a:cubicBezTo>
                  <a:lnTo>
                    <a:pt x="387" y="2"/>
                  </a:lnTo>
                  <a:cubicBezTo>
                    <a:pt x="376" y="1"/>
                    <a:pt x="365" y="1"/>
                    <a:pt x="35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50"/>
            <p:cNvSpPr/>
            <p:nvPr/>
          </p:nvSpPr>
          <p:spPr>
            <a:xfrm>
              <a:off x="5217288" y="5436850"/>
              <a:ext cx="159300" cy="14250"/>
            </a:xfrm>
            <a:custGeom>
              <a:avLst/>
              <a:gdLst/>
              <a:ahLst/>
              <a:cxnLst/>
              <a:rect l="l" t="t" r="r" b="b"/>
              <a:pathLst>
                <a:path w="6372" h="570" extrusionOk="0">
                  <a:moveTo>
                    <a:pt x="361" y="1"/>
                  </a:moveTo>
                  <a:cubicBezTo>
                    <a:pt x="1" y="1"/>
                    <a:pt x="1" y="570"/>
                    <a:pt x="361" y="570"/>
                  </a:cubicBezTo>
                  <a:lnTo>
                    <a:pt x="5993" y="570"/>
                  </a:lnTo>
                  <a:cubicBezTo>
                    <a:pt x="6372" y="570"/>
                    <a:pt x="6372" y="1"/>
                    <a:pt x="59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50"/>
            <p:cNvSpPr/>
            <p:nvPr/>
          </p:nvSpPr>
          <p:spPr>
            <a:xfrm>
              <a:off x="5217288" y="5479050"/>
              <a:ext cx="159300" cy="14250"/>
            </a:xfrm>
            <a:custGeom>
              <a:avLst/>
              <a:gdLst/>
              <a:ahLst/>
              <a:cxnLst/>
              <a:rect l="l" t="t" r="r" b="b"/>
              <a:pathLst>
                <a:path w="6372" h="570" extrusionOk="0">
                  <a:moveTo>
                    <a:pt x="361" y="1"/>
                  </a:moveTo>
                  <a:cubicBezTo>
                    <a:pt x="1" y="1"/>
                    <a:pt x="1" y="569"/>
                    <a:pt x="361" y="569"/>
                  </a:cubicBezTo>
                  <a:lnTo>
                    <a:pt x="5993" y="569"/>
                  </a:lnTo>
                  <a:cubicBezTo>
                    <a:pt x="6372" y="569"/>
                    <a:pt x="6372" y="1"/>
                    <a:pt x="59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78" name="Google Shape;3078;p50"/>
          <p:cNvGrpSpPr/>
          <p:nvPr/>
        </p:nvGrpSpPr>
        <p:grpSpPr>
          <a:xfrm>
            <a:off x="6693094" y="4071585"/>
            <a:ext cx="365761" cy="365743"/>
            <a:chOff x="5781888" y="5225925"/>
            <a:chExt cx="425700" cy="426175"/>
          </a:xfrm>
        </p:grpSpPr>
        <p:sp>
          <p:nvSpPr>
            <p:cNvPr id="3079" name="Google Shape;3079;p50"/>
            <p:cNvSpPr/>
            <p:nvPr/>
          </p:nvSpPr>
          <p:spPr>
            <a:xfrm>
              <a:off x="5782813" y="5350575"/>
              <a:ext cx="173525" cy="161675"/>
            </a:xfrm>
            <a:custGeom>
              <a:avLst/>
              <a:gdLst/>
              <a:ahLst/>
              <a:cxnLst/>
              <a:rect l="l" t="t" r="r" b="b"/>
              <a:pathLst>
                <a:path w="6941" h="6467" extrusionOk="0">
                  <a:moveTo>
                    <a:pt x="1120" y="1"/>
                  </a:moveTo>
                  <a:cubicBezTo>
                    <a:pt x="115" y="2030"/>
                    <a:pt x="1" y="4381"/>
                    <a:pt x="854" y="6467"/>
                  </a:cubicBezTo>
                  <a:lnTo>
                    <a:pt x="6941" y="1"/>
                  </a:ln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50"/>
            <p:cNvSpPr/>
            <p:nvPr/>
          </p:nvSpPr>
          <p:spPr>
            <a:xfrm>
              <a:off x="5907488" y="5478575"/>
              <a:ext cx="160725" cy="165075"/>
            </a:xfrm>
            <a:custGeom>
              <a:avLst/>
              <a:gdLst/>
              <a:ahLst/>
              <a:cxnLst/>
              <a:rect l="l" t="t" r="r" b="b"/>
              <a:pathLst>
                <a:path w="6429" h="6603" extrusionOk="0">
                  <a:moveTo>
                    <a:pt x="1" y="1"/>
                  </a:moveTo>
                  <a:lnTo>
                    <a:pt x="1" y="5784"/>
                  </a:lnTo>
                  <a:cubicBezTo>
                    <a:pt x="1094" y="6330"/>
                    <a:pt x="2282" y="6602"/>
                    <a:pt x="3475" y="6602"/>
                  </a:cubicBezTo>
                  <a:cubicBezTo>
                    <a:pt x="4475" y="6602"/>
                    <a:pt x="5477" y="6411"/>
                    <a:pt x="6429" y="6030"/>
                  </a:cubicBezTo>
                  <a:lnTo>
                    <a:pt x="1" y="1"/>
                  </a:ln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50"/>
            <p:cNvSpPr/>
            <p:nvPr/>
          </p:nvSpPr>
          <p:spPr>
            <a:xfrm>
              <a:off x="6035013" y="5366700"/>
              <a:ext cx="164525" cy="160250"/>
            </a:xfrm>
            <a:custGeom>
              <a:avLst/>
              <a:gdLst/>
              <a:ahLst/>
              <a:cxnLst/>
              <a:rect l="l" t="t" r="r" b="b"/>
              <a:pathLst>
                <a:path w="6581" h="6410" extrusionOk="0">
                  <a:moveTo>
                    <a:pt x="6011" y="1"/>
                  </a:moveTo>
                  <a:cubicBezTo>
                    <a:pt x="5670" y="380"/>
                    <a:pt x="361" y="6030"/>
                    <a:pt x="0" y="6410"/>
                  </a:cubicBezTo>
                  <a:lnTo>
                    <a:pt x="5727" y="6410"/>
                  </a:lnTo>
                  <a:cubicBezTo>
                    <a:pt x="6277" y="5329"/>
                    <a:pt x="6561" y="4115"/>
                    <a:pt x="6580" y="2883"/>
                  </a:cubicBezTo>
                  <a:cubicBezTo>
                    <a:pt x="6561" y="1897"/>
                    <a:pt x="6391" y="930"/>
                    <a:pt x="6011" y="1"/>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50"/>
            <p:cNvSpPr/>
            <p:nvPr/>
          </p:nvSpPr>
          <p:spPr>
            <a:xfrm>
              <a:off x="5922663" y="5233975"/>
              <a:ext cx="161200" cy="165450"/>
            </a:xfrm>
            <a:custGeom>
              <a:avLst/>
              <a:gdLst/>
              <a:ahLst/>
              <a:cxnLst/>
              <a:rect l="l" t="t" r="r" b="b"/>
              <a:pathLst>
                <a:path w="6448" h="6618" extrusionOk="0">
                  <a:moveTo>
                    <a:pt x="2883" y="0"/>
                  </a:moveTo>
                  <a:lnTo>
                    <a:pt x="2883" y="19"/>
                  </a:lnTo>
                  <a:cubicBezTo>
                    <a:pt x="1897" y="19"/>
                    <a:pt x="911" y="190"/>
                    <a:pt x="1" y="569"/>
                  </a:cubicBezTo>
                  <a:lnTo>
                    <a:pt x="6448" y="6618"/>
                  </a:lnTo>
                  <a:lnTo>
                    <a:pt x="6448" y="873"/>
                  </a:lnTo>
                  <a:cubicBezTo>
                    <a:pt x="5348" y="304"/>
                    <a:pt x="4115" y="0"/>
                    <a:pt x="2883"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50"/>
            <p:cNvSpPr/>
            <p:nvPr/>
          </p:nvSpPr>
          <p:spPr>
            <a:xfrm>
              <a:off x="5804163" y="5402250"/>
              <a:ext cx="103350" cy="220925"/>
            </a:xfrm>
            <a:custGeom>
              <a:avLst/>
              <a:gdLst/>
              <a:ahLst/>
              <a:cxnLst/>
              <a:rect l="l" t="t" r="r" b="b"/>
              <a:pathLst>
                <a:path w="4134" h="8837" extrusionOk="0">
                  <a:moveTo>
                    <a:pt x="4134" y="1"/>
                  </a:moveTo>
                  <a:lnTo>
                    <a:pt x="0" y="4400"/>
                  </a:lnTo>
                  <a:cubicBezTo>
                    <a:pt x="797" y="6334"/>
                    <a:pt x="2257" y="7908"/>
                    <a:pt x="4134" y="8837"/>
                  </a:cubicBezTo>
                  <a:lnTo>
                    <a:pt x="4134"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50"/>
            <p:cNvSpPr/>
            <p:nvPr/>
          </p:nvSpPr>
          <p:spPr>
            <a:xfrm>
              <a:off x="5959638" y="5526925"/>
              <a:ext cx="218550" cy="102425"/>
            </a:xfrm>
            <a:custGeom>
              <a:avLst/>
              <a:gdLst/>
              <a:ahLst/>
              <a:cxnLst/>
              <a:rect l="l" t="t" r="r" b="b"/>
              <a:pathLst>
                <a:path w="8742" h="4097" extrusionOk="0">
                  <a:moveTo>
                    <a:pt x="1" y="1"/>
                  </a:moveTo>
                  <a:lnTo>
                    <a:pt x="4343" y="4096"/>
                  </a:lnTo>
                  <a:cubicBezTo>
                    <a:pt x="6258" y="3300"/>
                    <a:pt x="7832" y="1859"/>
                    <a:pt x="874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50"/>
            <p:cNvSpPr/>
            <p:nvPr/>
          </p:nvSpPr>
          <p:spPr>
            <a:xfrm>
              <a:off x="6083838" y="5255775"/>
              <a:ext cx="101475" cy="219025"/>
            </a:xfrm>
            <a:custGeom>
              <a:avLst/>
              <a:gdLst/>
              <a:ahLst/>
              <a:cxnLst/>
              <a:rect l="l" t="t" r="r" b="b"/>
              <a:pathLst>
                <a:path w="4059" h="8761" extrusionOk="0">
                  <a:moveTo>
                    <a:pt x="1" y="1"/>
                  </a:moveTo>
                  <a:lnTo>
                    <a:pt x="1" y="8761"/>
                  </a:lnTo>
                  <a:lnTo>
                    <a:pt x="4058" y="4438"/>
                  </a:lnTo>
                  <a:cubicBezTo>
                    <a:pt x="3300" y="2504"/>
                    <a:pt x="1859" y="930"/>
                    <a:pt x="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50"/>
            <p:cNvSpPr/>
            <p:nvPr/>
          </p:nvSpPr>
          <p:spPr>
            <a:xfrm>
              <a:off x="5810788" y="5248200"/>
              <a:ext cx="221400" cy="102400"/>
            </a:xfrm>
            <a:custGeom>
              <a:avLst/>
              <a:gdLst/>
              <a:ahLst/>
              <a:cxnLst/>
              <a:rect l="l" t="t" r="r" b="b"/>
              <a:pathLst>
                <a:path w="8856" h="4096" extrusionOk="0">
                  <a:moveTo>
                    <a:pt x="4476" y="0"/>
                  </a:moveTo>
                  <a:cubicBezTo>
                    <a:pt x="2523" y="778"/>
                    <a:pt x="949" y="2238"/>
                    <a:pt x="1" y="4096"/>
                  </a:cubicBezTo>
                  <a:lnTo>
                    <a:pt x="8856" y="4096"/>
                  </a:lnTo>
                  <a:lnTo>
                    <a:pt x="447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50"/>
            <p:cNvSpPr/>
            <p:nvPr/>
          </p:nvSpPr>
          <p:spPr>
            <a:xfrm>
              <a:off x="6075313" y="5308975"/>
              <a:ext cx="19925" cy="16975"/>
            </a:xfrm>
            <a:custGeom>
              <a:avLst/>
              <a:gdLst/>
              <a:ahLst/>
              <a:cxnLst/>
              <a:rect l="l" t="t" r="r" b="b"/>
              <a:pathLst>
                <a:path w="797" h="679" extrusionOk="0">
                  <a:moveTo>
                    <a:pt x="348" y="1"/>
                  </a:moveTo>
                  <a:cubicBezTo>
                    <a:pt x="179" y="1"/>
                    <a:pt x="19" y="135"/>
                    <a:pt x="19" y="338"/>
                  </a:cubicBezTo>
                  <a:cubicBezTo>
                    <a:pt x="0" y="527"/>
                    <a:pt x="152" y="679"/>
                    <a:pt x="342" y="679"/>
                  </a:cubicBezTo>
                  <a:cubicBezTo>
                    <a:pt x="645" y="679"/>
                    <a:pt x="797" y="319"/>
                    <a:pt x="588" y="110"/>
                  </a:cubicBezTo>
                  <a:cubicBezTo>
                    <a:pt x="518" y="34"/>
                    <a:pt x="432" y="1"/>
                    <a:pt x="3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50"/>
            <p:cNvSpPr/>
            <p:nvPr/>
          </p:nvSpPr>
          <p:spPr>
            <a:xfrm>
              <a:off x="5781888" y="5225925"/>
              <a:ext cx="425700" cy="426175"/>
            </a:xfrm>
            <a:custGeom>
              <a:avLst/>
              <a:gdLst/>
              <a:ahLst/>
              <a:cxnLst/>
              <a:rect l="l" t="t" r="r" b="b"/>
              <a:pathLst>
                <a:path w="17028" h="17047" extrusionOk="0">
                  <a:moveTo>
                    <a:pt x="5556" y="1271"/>
                  </a:moveTo>
                  <a:lnTo>
                    <a:pt x="9158" y="4665"/>
                  </a:lnTo>
                  <a:lnTo>
                    <a:pt x="1726" y="4665"/>
                  </a:lnTo>
                  <a:cubicBezTo>
                    <a:pt x="2617" y="3148"/>
                    <a:pt x="3944" y="1972"/>
                    <a:pt x="5556" y="1271"/>
                  </a:cubicBezTo>
                  <a:close/>
                  <a:moveTo>
                    <a:pt x="8514" y="664"/>
                  </a:moveTo>
                  <a:cubicBezTo>
                    <a:pt x="9632" y="664"/>
                    <a:pt x="10732" y="910"/>
                    <a:pt x="11756" y="1403"/>
                  </a:cubicBezTo>
                  <a:lnTo>
                    <a:pt x="11756" y="2332"/>
                  </a:lnTo>
                  <a:cubicBezTo>
                    <a:pt x="11766" y="2531"/>
                    <a:pt x="11922" y="2631"/>
                    <a:pt x="12081" y="2631"/>
                  </a:cubicBezTo>
                  <a:cubicBezTo>
                    <a:pt x="12240" y="2631"/>
                    <a:pt x="12401" y="2531"/>
                    <a:pt x="12420" y="2332"/>
                  </a:cubicBezTo>
                  <a:lnTo>
                    <a:pt x="12420" y="1764"/>
                  </a:lnTo>
                  <a:cubicBezTo>
                    <a:pt x="13899" y="2636"/>
                    <a:pt x="15074" y="3982"/>
                    <a:pt x="15757" y="5575"/>
                  </a:cubicBezTo>
                  <a:lnTo>
                    <a:pt x="12420" y="9121"/>
                  </a:lnTo>
                  <a:lnTo>
                    <a:pt x="12420" y="4987"/>
                  </a:lnTo>
                  <a:cubicBezTo>
                    <a:pt x="12401" y="4788"/>
                    <a:pt x="12240" y="4688"/>
                    <a:pt x="12081" y="4688"/>
                  </a:cubicBezTo>
                  <a:cubicBezTo>
                    <a:pt x="11922" y="4688"/>
                    <a:pt x="11766" y="4788"/>
                    <a:pt x="11756" y="4987"/>
                  </a:cubicBezTo>
                  <a:lnTo>
                    <a:pt x="11756" y="6182"/>
                  </a:lnTo>
                  <a:lnTo>
                    <a:pt x="6257" y="1024"/>
                  </a:lnTo>
                  <a:cubicBezTo>
                    <a:pt x="6978" y="796"/>
                    <a:pt x="7736" y="664"/>
                    <a:pt x="8514" y="664"/>
                  </a:cubicBezTo>
                  <a:close/>
                  <a:moveTo>
                    <a:pt x="6200" y="5309"/>
                  </a:moveTo>
                  <a:lnTo>
                    <a:pt x="1024" y="10827"/>
                  </a:lnTo>
                  <a:cubicBezTo>
                    <a:pt x="436" y="9007"/>
                    <a:pt x="550" y="7035"/>
                    <a:pt x="1365" y="5309"/>
                  </a:cubicBezTo>
                  <a:close/>
                  <a:moveTo>
                    <a:pt x="16004" y="6257"/>
                  </a:moveTo>
                  <a:cubicBezTo>
                    <a:pt x="16572" y="8040"/>
                    <a:pt x="16459" y="9993"/>
                    <a:pt x="15643" y="11699"/>
                  </a:cubicBezTo>
                  <a:lnTo>
                    <a:pt x="10903" y="11699"/>
                  </a:lnTo>
                  <a:lnTo>
                    <a:pt x="16004" y="6257"/>
                  </a:lnTo>
                  <a:close/>
                  <a:moveTo>
                    <a:pt x="9879" y="5328"/>
                  </a:moveTo>
                  <a:lnTo>
                    <a:pt x="11756" y="7092"/>
                  </a:lnTo>
                  <a:lnTo>
                    <a:pt x="11756" y="9841"/>
                  </a:lnTo>
                  <a:lnTo>
                    <a:pt x="9993" y="11718"/>
                  </a:lnTo>
                  <a:lnTo>
                    <a:pt x="7243" y="11718"/>
                  </a:lnTo>
                  <a:lnTo>
                    <a:pt x="5366" y="9955"/>
                  </a:lnTo>
                  <a:lnTo>
                    <a:pt x="5366" y="7205"/>
                  </a:lnTo>
                  <a:lnTo>
                    <a:pt x="7111" y="5328"/>
                  </a:lnTo>
                  <a:close/>
                  <a:moveTo>
                    <a:pt x="4684" y="7926"/>
                  </a:moveTo>
                  <a:lnTo>
                    <a:pt x="4684" y="15340"/>
                  </a:lnTo>
                  <a:cubicBezTo>
                    <a:pt x="3186" y="14468"/>
                    <a:pt x="1991" y="13140"/>
                    <a:pt x="1289" y="11548"/>
                  </a:cubicBezTo>
                  <a:lnTo>
                    <a:pt x="4684" y="7926"/>
                  </a:lnTo>
                  <a:close/>
                  <a:moveTo>
                    <a:pt x="15283" y="12363"/>
                  </a:moveTo>
                  <a:cubicBezTo>
                    <a:pt x="14413" y="13857"/>
                    <a:pt x="13091" y="15030"/>
                    <a:pt x="11523" y="15732"/>
                  </a:cubicBezTo>
                  <a:lnTo>
                    <a:pt x="11523" y="15732"/>
                  </a:lnTo>
                  <a:lnTo>
                    <a:pt x="7945" y="12363"/>
                  </a:lnTo>
                  <a:close/>
                  <a:moveTo>
                    <a:pt x="5366" y="10865"/>
                  </a:moveTo>
                  <a:lnTo>
                    <a:pt x="10827" y="16004"/>
                  </a:lnTo>
                  <a:cubicBezTo>
                    <a:pt x="10088" y="16231"/>
                    <a:pt x="9291" y="16364"/>
                    <a:pt x="8514" y="16364"/>
                  </a:cubicBezTo>
                  <a:cubicBezTo>
                    <a:pt x="7414" y="16364"/>
                    <a:pt x="6352" y="16117"/>
                    <a:pt x="5366" y="15662"/>
                  </a:cubicBezTo>
                  <a:lnTo>
                    <a:pt x="5366" y="10865"/>
                  </a:lnTo>
                  <a:close/>
                  <a:moveTo>
                    <a:pt x="8514" y="0"/>
                  </a:moveTo>
                  <a:cubicBezTo>
                    <a:pt x="3906" y="0"/>
                    <a:pt x="0" y="3944"/>
                    <a:pt x="0" y="8514"/>
                  </a:cubicBezTo>
                  <a:cubicBezTo>
                    <a:pt x="0" y="13102"/>
                    <a:pt x="3925" y="17046"/>
                    <a:pt x="8514" y="17046"/>
                  </a:cubicBezTo>
                  <a:cubicBezTo>
                    <a:pt x="9557" y="17046"/>
                    <a:pt x="10600" y="16838"/>
                    <a:pt x="11586" y="16440"/>
                  </a:cubicBezTo>
                  <a:cubicBezTo>
                    <a:pt x="14714" y="15169"/>
                    <a:pt x="17027" y="12041"/>
                    <a:pt x="17027" y="8533"/>
                  </a:cubicBezTo>
                  <a:cubicBezTo>
                    <a:pt x="17027" y="3925"/>
                    <a:pt x="13102" y="0"/>
                    <a:pt x="85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89" name="Google Shape;3089;p50"/>
          <p:cNvGrpSpPr/>
          <p:nvPr/>
        </p:nvGrpSpPr>
        <p:grpSpPr>
          <a:xfrm>
            <a:off x="7411190" y="4071579"/>
            <a:ext cx="365755" cy="365755"/>
            <a:chOff x="6492938" y="5137275"/>
            <a:chExt cx="511975" cy="511975"/>
          </a:xfrm>
        </p:grpSpPr>
        <p:sp>
          <p:nvSpPr>
            <p:cNvPr id="3090" name="Google Shape;3090;p50"/>
            <p:cNvSpPr/>
            <p:nvPr/>
          </p:nvSpPr>
          <p:spPr>
            <a:xfrm>
              <a:off x="6502888" y="5147225"/>
              <a:ext cx="492075" cy="492075"/>
            </a:xfrm>
            <a:custGeom>
              <a:avLst/>
              <a:gdLst/>
              <a:ahLst/>
              <a:cxnLst/>
              <a:rect l="l" t="t" r="r" b="b"/>
              <a:pathLst>
                <a:path w="19683" h="19683" extrusionOk="0">
                  <a:moveTo>
                    <a:pt x="797" y="1"/>
                  </a:moveTo>
                  <a:cubicBezTo>
                    <a:pt x="342" y="1"/>
                    <a:pt x="0" y="342"/>
                    <a:pt x="0" y="797"/>
                  </a:cubicBezTo>
                  <a:lnTo>
                    <a:pt x="0" y="18867"/>
                  </a:lnTo>
                  <a:cubicBezTo>
                    <a:pt x="0" y="19322"/>
                    <a:pt x="342" y="19682"/>
                    <a:pt x="797" y="19682"/>
                  </a:cubicBezTo>
                  <a:lnTo>
                    <a:pt x="18886" y="19682"/>
                  </a:lnTo>
                  <a:cubicBezTo>
                    <a:pt x="19322" y="19682"/>
                    <a:pt x="19683" y="19322"/>
                    <a:pt x="19683" y="18867"/>
                  </a:cubicBezTo>
                  <a:lnTo>
                    <a:pt x="19683" y="797"/>
                  </a:lnTo>
                  <a:cubicBezTo>
                    <a:pt x="19683" y="342"/>
                    <a:pt x="19322" y="1"/>
                    <a:pt x="1888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50"/>
            <p:cNvSpPr/>
            <p:nvPr/>
          </p:nvSpPr>
          <p:spPr>
            <a:xfrm>
              <a:off x="6552663" y="5197000"/>
              <a:ext cx="392050" cy="392050"/>
            </a:xfrm>
            <a:custGeom>
              <a:avLst/>
              <a:gdLst/>
              <a:ahLst/>
              <a:cxnLst/>
              <a:rect l="l" t="t" r="r" b="b"/>
              <a:pathLst>
                <a:path w="15682" h="15682" extrusionOk="0">
                  <a:moveTo>
                    <a:pt x="11453" y="4248"/>
                  </a:moveTo>
                  <a:lnTo>
                    <a:pt x="11453" y="11453"/>
                  </a:lnTo>
                  <a:lnTo>
                    <a:pt x="4248" y="11453"/>
                  </a:lnTo>
                  <a:lnTo>
                    <a:pt x="4248" y="4248"/>
                  </a:lnTo>
                  <a:close/>
                  <a:moveTo>
                    <a:pt x="2636" y="0"/>
                  </a:moveTo>
                  <a:lnTo>
                    <a:pt x="2636" y="2636"/>
                  </a:lnTo>
                  <a:lnTo>
                    <a:pt x="0" y="2636"/>
                  </a:lnTo>
                  <a:lnTo>
                    <a:pt x="0" y="4248"/>
                  </a:lnTo>
                  <a:lnTo>
                    <a:pt x="2636" y="4248"/>
                  </a:lnTo>
                  <a:lnTo>
                    <a:pt x="2636" y="13046"/>
                  </a:lnTo>
                  <a:lnTo>
                    <a:pt x="11453" y="13046"/>
                  </a:lnTo>
                  <a:lnTo>
                    <a:pt x="11453" y="15682"/>
                  </a:lnTo>
                  <a:lnTo>
                    <a:pt x="13046" y="15682"/>
                  </a:lnTo>
                  <a:lnTo>
                    <a:pt x="13046" y="13046"/>
                  </a:lnTo>
                  <a:lnTo>
                    <a:pt x="15682" y="13046"/>
                  </a:lnTo>
                  <a:lnTo>
                    <a:pt x="15682" y="11453"/>
                  </a:lnTo>
                  <a:lnTo>
                    <a:pt x="13046" y="11453"/>
                  </a:lnTo>
                  <a:lnTo>
                    <a:pt x="13046" y="2636"/>
                  </a:lnTo>
                  <a:lnTo>
                    <a:pt x="4248" y="2636"/>
                  </a:lnTo>
                  <a:lnTo>
                    <a:pt x="4248" y="0"/>
                  </a:ln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50"/>
            <p:cNvSpPr/>
            <p:nvPr/>
          </p:nvSpPr>
          <p:spPr>
            <a:xfrm>
              <a:off x="6529438" y="5462925"/>
              <a:ext cx="23250" cy="20000"/>
            </a:xfrm>
            <a:custGeom>
              <a:avLst/>
              <a:gdLst/>
              <a:ahLst/>
              <a:cxnLst/>
              <a:rect l="l" t="t" r="r" b="b"/>
              <a:pathLst>
                <a:path w="930" h="800" extrusionOk="0">
                  <a:moveTo>
                    <a:pt x="531" y="1"/>
                  </a:moveTo>
                  <a:cubicBezTo>
                    <a:pt x="171" y="1"/>
                    <a:pt x="0" y="437"/>
                    <a:pt x="247" y="683"/>
                  </a:cubicBezTo>
                  <a:cubicBezTo>
                    <a:pt x="327" y="763"/>
                    <a:pt x="427" y="799"/>
                    <a:pt x="525" y="799"/>
                  </a:cubicBezTo>
                  <a:cubicBezTo>
                    <a:pt x="730" y="799"/>
                    <a:pt x="929" y="643"/>
                    <a:pt x="929" y="399"/>
                  </a:cubicBezTo>
                  <a:cubicBezTo>
                    <a:pt x="929" y="171"/>
                    <a:pt x="759" y="1"/>
                    <a:pt x="53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50"/>
            <p:cNvSpPr/>
            <p:nvPr/>
          </p:nvSpPr>
          <p:spPr>
            <a:xfrm>
              <a:off x="6492938" y="5137275"/>
              <a:ext cx="511975" cy="511975"/>
            </a:xfrm>
            <a:custGeom>
              <a:avLst/>
              <a:gdLst/>
              <a:ahLst/>
              <a:cxnLst/>
              <a:rect l="l" t="t" r="r" b="b"/>
              <a:pathLst>
                <a:path w="20479" h="20479" extrusionOk="0">
                  <a:moveTo>
                    <a:pt x="19265" y="797"/>
                  </a:moveTo>
                  <a:cubicBezTo>
                    <a:pt x="19493" y="797"/>
                    <a:pt x="19663" y="967"/>
                    <a:pt x="19663" y="1195"/>
                  </a:cubicBezTo>
                  <a:lnTo>
                    <a:pt x="19663" y="19284"/>
                  </a:lnTo>
                  <a:cubicBezTo>
                    <a:pt x="19663" y="19493"/>
                    <a:pt x="19493" y="19682"/>
                    <a:pt x="19265" y="19682"/>
                  </a:cubicBezTo>
                  <a:lnTo>
                    <a:pt x="1176" y="19682"/>
                  </a:lnTo>
                  <a:cubicBezTo>
                    <a:pt x="967" y="19682"/>
                    <a:pt x="778" y="19493"/>
                    <a:pt x="778" y="19284"/>
                  </a:cubicBezTo>
                  <a:lnTo>
                    <a:pt x="778" y="1195"/>
                  </a:lnTo>
                  <a:cubicBezTo>
                    <a:pt x="778" y="967"/>
                    <a:pt x="967" y="797"/>
                    <a:pt x="1176" y="797"/>
                  </a:cubicBezTo>
                  <a:close/>
                  <a:moveTo>
                    <a:pt x="1195" y="0"/>
                  </a:moveTo>
                  <a:cubicBezTo>
                    <a:pt x="531" y="0"/>
                    <a:pt x="0" y="531"/>
                    <a:pt x="0" y="1195"/>
                  </a:cubicBezTo>
                  <a:lnTo>
                    <a:pt x="0" y="19265"/>
                  </a:lnTo>
                  <a:cubicBezTo>
                    <a:pt x="0" y="19929"/>
                    <a:pt x="531" y="20479"/>
                    <a:pt x="1195" y="20479"/>
                  </a:cubicBezTo>
                  <a:lnTo>
                    <a:pt x="19284" y="20479"/>
                  </a:lnTo>
                  <a:cubicBezTo>
                    <a:pt x="19929" y="20479"/>
                    <a:pt x="20479" y="19929"/>
                    <a:pt x="20479" y="19265"/>
                  </a:cubicBezTo>
                  <a:lnTo>
                    <a:pt x="20479" y="1195"/>
                  </a:lnTo>
                  <a:cubicBezTo>
                    <a:pt x="20479" y="531"/>
                    <a:pt x="19929" y="0"/>
                    <a:pt x="192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50"/>
            <p:cNvSpPr/>
            <p:nvPr/>
          </p:nvSpPr>
          <p:spPr>
            <a:xfrm>
              <a:off x="6542713" y="5187050"/>
              <a:ext cx="411950" cy="412425"/>
            </a:xfrm>
            <a:custGeom>
              <a:avLst/>
              <a:gdLst/>
              <a:ahLst/>
              <a:cxnLst/>
              <a:rect l="l" t="t" r="r" b="b"/>
              <a:pathLst>
                <a:path w="16478" h="16497" extrusionOk="0">
                  <a:moveTo>
                    <a:pt x="2636" y="3451"/>
                  </a:moveTo>
                  <a:lnTo>
                    <a:pt x="2636" y="4248"/>
                  </a:lnTo>
                  <a:lnTo>
                    <a:pt x="797" y="4248"/>
                  </a:lnTo>
                  <a:lnTo>
                    <a:pt x="797" y="3451"/>
                  </a:lnTo>
                  <a:close/>
                  <a:moveTo>
                    <a:pt x="12477" y="3451"/>
                  </a:moveTo>
                  <a:lnTo>
                    <a:pt x="11681" y="4248"/>
                  </a:lnTo>
                  <a:lnTo>
                    <a:pt x="5044" y="4248"/>
                  </a:lnTo>
                  <a:lnTo>
                    <a:pt x="5044" y="3451"/>
                  </a:lnTo>
                  <a:close/>
                  <a:moveTo>
                    <a:pt x="10884" y="5044"/>
                  </a:moveTo>
                  <a:lnTo>
                    <a:pt x="5044" y="10884"/>
                  </a:lnTo>
                  <a:lnTo>
                    <a:pt x="5044" y="5044"/>
                  </a:lnTo>
                  <a:close/>
                  <a:moveTo>
                    <a:pt x="11434" y="5613"/>
                  </a:moveTo>
                  <a:lnTo>
                    <a:pt x="11434" y="11434"/>
                  </a:lnTo>
                  <a:lnTo>
                    <a:pt x="5613" y="11434"/>
                  </a:lnTo>
                  <a:lnTo>
                    <a:pt x="11434" y="5613"/>
                  </a:lnTo>
                  <a:close/>
                  <a:moveTo>
                    <a:pt x="4248" y="797"/>
                  </a:moveTo>
                  <a:lnTo>
                    <a:pt x="4248" y="11851"/>
                  </a:lnTo>
                  <a:cubicBezTo>
                    <a:pt x="4248" y="12060"/>
                    <a:pt x="4437" y="12249"/>
                    <a:pt x="4646" y="12249"/>
                  </a:cubicBezTo>
                  <a:lnTo>
                    <a:pt x="11453" y="12249"/>
                  </a:lnTo>
                  <a:lnTo>
                    <a:pt x="11434" y="13046"/>
                  </a:lnTo>
                  <a:lnTo>
                    <a:pt x="3451" y="13046"/>
                  </a:lnTo>
                  <a:lnTo>
                    <a:pt x="3451" y="797"/>
                  </a:lnTo>
                  <a:close/>
                  <a:moveTo>
                    <a:pt x="15681" y="12249"/>
                  </a:moveTo>
                  <a:lnTo>
                    <a:pt x="15681" y="13046"/>
                  </a:lnTo>
                  <a:lnTo>
                    <a:pt x="13842" y="13046"/>
                  </a:lnTo>
                  <a:lnTo>
                    <a:pt x="13842" y="12249"/>
                  </a:lnTo>
                  <a:close/>
                  <a:moveTo>
                    <a:pt x="13046" y="4001"/>
                  </a:moveTo>
                  <a:lnTo>
                    <a:pt x="13046" y="15681"/>
                  </a:lnTo>
                  <a:lnTo>
                    <a:pt x="12249" y="15681"/>
                  </a:lnTo>
                  <a:lnTo>
                    <a:pt x="12249" y="4816"/>
                  </a:lnTo>
                  <a:lnTo>
                    <a:pt x="13046" y="4001"/>
                  </a:lnTo>
                  <a:close/>
                  <a:moveTo>
                    <a:pt x="3034" y="0"/>
                  </a:moveTo>
                  <a:cubicBezTo>
                    <a:pt x="2826" y="0"/>
                    <a:pt x="2636" y="190"/>
                    <a:pt x="2636" y="417"/>
                  </a:cubicBezTo>
                  <a:lnTo>
                    <a:pt x="2636" y="2655"/>
                  </a:lnTo>
                  <a:lnTo>
                    <a:pt x="398" y="2655"/>
                  </a:lnTo>
                  <a:cubicBezTo>
                    <a:pt x="171" y="2655"/>
                    <a:pt x="0" y="2826"/>
                    <a:pt x="0" y="3053"/>
                  </a:cubicBezTo>
                  <a:lnTo>
                    <a:pt x="0" y="4646"/>
                  </a:lnTo>
                  <a:cubicBezTo>
                    <a:pt x="0" y="4854"/>
                    <a:pt x="171" y="5044"/>
                    <a:pt x="398" y="5044"/>
                  </a:cubicBezTo>
                  <a:lnTo>
                    <a:pt x="2636" y="5044"/>
                  </a:lnTo>
                  <a:lnTo>
                    <a:pt x="2636" y="13444"/>
                  </a:lnTo>
                  <a:cubicBezTo>
                    <a:pt x="2636" y="13653"/>
                    <a:pt x="2826" y="13842"/>
                    <a:pt x="3034" y="13842"/>
                  </a:cubicBezTo>
                  <a:lnTo>
                    <a:pt x="11434" y="13842"/>
                  </a:lnTo>
                  <a:lnTo>
                    <a:pt x="11434" y="16080"/>
                  </a:lnTo>
                  <a:cubicBezTo>
                    <a:pt x="11434" y="16307"/>
                    <a:pt x="11624" y="16497"/>
                    <a:pt x="11851" y="16497"/>
                  </a:cubicBezTo>
                  <a:lnTo>
                    <a:pt x="13444" y="16497"/>
                  </a:lnTo>
                  <a:cubicBezTo>
                    <a:pt x="13672" y="16497"/>
                    <a:pt x="13842" y="16307"/>
                    <a:pt x="13842" y="16080"/>
                  </a:cubicBezTo>
                  <a:lnTo>
                    <a:pt x="13842" y="13842"/>
                  </a:lnTo>
                  <a:lnTo>
                    <a:pt x="16080" y="13842"/>
                  </a:lnTo>
                  <a:cubicBezTo>
                    <a:pt x="16307" y="13842"/>
                    <a:pt x="16478" y="13671"/>
                    <a:pt x="16478" y="13444"/>
                  </a:cubicBezTo>
                  <a:lnTo>
                    <a:pt x="16478" y="11851"/>
                  </a:lnTo>
                  <a:cubicBezTo>
                    <a:pt x="16478" y="11624"/>
                    <a:pt x="16307" y="11434"/>
                    <a:pt x="16080" y="11434"/>
                  </a:cubicBezTo>
                  <a:lnTo>
                    <a:pt x="13842" y="11434"/>
                  </a:lnTo>
                  <a:lnTo>
                    <a:pt x="13842" y="3224"/>
                  </a:lnTo>
                  <a:lnTo>
                    <a:pt x="15568" y="1498"/>
                  </a:lnTo>
                  <a:cubicBezTo>
                    <a:pt x="15859" y="1207"/>
                    <a:pt x="15591" y="804"/>
                    <a:pt x="15280" y="804"/>
                  </a:cubicBezTo>
                  <a:cubicBezTo>
                    <a:pt x="15185" y="804"/>
                    <a:pt x="15087" y="841"/>
                    <a:pt x="14999" y="929"/>
                  </a:cubicBezTo>
                  <a:lnTo>
                    <a:pt x="13273" y="2655"/>
                  </a:lnTo>
                  <a:lnTo>
                    <a:pt x="5044" y="2655"/>
                  </a:lnTo>
                  <a:lnTo>
                    <a:pt x="5044" y="417"/>
                  </a:lnTo>
                  <a:cubicBezTo>
                    <a:pt x="5044" y="190"/>
                    <a:pt x="4854" y="0"/>
                    <a:pt x="464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50"/>
            <p:cNvSpPr/>
            <p:nvPr/>
          </p:nvSpPr>
          <p:spPr>
            <a:xfrm>
              <a:off x="6532763" y="5503225"/>
              <a:ext cx="19925" cy="106200"/>
            </a:xfrm>
            <a:custGeom>
              <a:avLst/>
              <a:gdLst/>
              <a:ahLst/>
              <a:cxnLst/>
              <a:rect l="l" t="t" r="r" b="b"/>
              <a:pathLst>
                <a:path w="797" h="4248" extrusionOk="0">
                  <a:moveTo>
                    <a:pt x="398" y="1"/>
                  </a:moveTo>
                  <a:cubicBezTo>
                    <a:pt x="171" y="1"/>
                    <a:pt x="0" y="171"/>
                    <a:pt x="0" y="399"/>
                  </a:cubicBezTo>
                  <a:lnTo>
                    <a:pt x="0" y="3850"/>
                  </a:lnTo>
                  <a:cubicBezTo>
                    <a:pt x="0" y="4115"/>
                    <a:pt x="199" y="4248"/>
                    <a:pt x="398" y="4248"/>
                  </a:cubicBezTo>
                  <a:cubicBezTo>
                    <a:pt x="597" y="4248"/>
                    <a:pt x="796" y="4115"/>
                    <a:pt x="796" y="3850"/>
                  </a:cubicBezTo>
                  <a:lnTo>
                    <a:pt x="796" y="399"/>
                  </a:lnTo>
                  <a:cubicBezTo>
                    <a:pt x="796" y="171"/>
                    <a:pt x="626" y="1"/>
                    <a:pt x="3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96" name="Google Shape;3096;p50"/>
          <p:cNvGrpSpPr/>
          <p:nvPr/>
        </p:nvGrpSpPr>
        <p:grpSpPr>
          <a:xfrm>
            <a:off x="8129302" y="4080287"/>
            <a:ext cx="365714" cy="348340"/>
            <a:chOff x="7447163" y="5136800"/>
            <a:chExt cx="929625" cy="895475"/>
          </a:xfrm>
        </p:grpSpPr>
        <p:sp>
          <p:nvSpPr>
            <p:cNvPr id="3097" name="Google Shape;3097;p50"/>
            <p:cNvSpPr/>
            <p:nvPr/>
          </p:nvSpPr>
          <p:spPr>
            <a:xfrm>
              <a:off x="7877113" y="5154575"/>
              <a:ext cx="480700" cy="451525"/>
            </a:xfrm>
            <a:custGeom>
              <a:avLst/>
              <a:gdLst/>
              <a:ahLst/>
              <a:cxnLst/>
              <a:rect l="l" t="t" r="r" b="b"/>
              <a:pathLst>
                <a:path w="19228" h="18061" extrusionOk="0">
                  <a:moveTo>
                    <a:pt x="12309" y="0"/>
                  </a:moveTo>
                  <a:cubicBezTo>
                    <a:pt x="10700" y="0"/>
                    <a:pt x="9093" y="617"/>
                    <a:pt x="7870" y="1849"/>
                  </a:cubicBezTo>
                  <a:lnTo>
                    <a:pt x="2390" y="7310"/>
                  </a:lnTo>
                  <a:cubicBezTo>
                    <a:pt x="494" y="9206"/>
                    <a:pt x="1" y="12069"/>
                    <a:pt x="1158" y="14477"/>
                  </a:cubicBezTo>
                  <a:lnTo>
                    <a:pt x="4059" y="11595"/>
                  </a:lnTo>
                  <a:cubicBezTo>
                    <a:pt x="4097" y="10913"/>
                    <a:pt x="4381" y="10268"/>
                    <a:pt x="4855" y="9794"/>
                  </a:cubicBezTo>
                  <a:lnTo>
                    <a:pt x="10885" y="3878"/>
                  </a:lnTo>
                  <a:cubicBezTo>
                    <a:pt x="11328" y="3615"/>
                    <a:pt x="11817" y="3488"/>
                    <a:pt x="12302" y="3488"/>
                  </a:cubicBezTo>
                  <a:cubicBezTo>
                    <a:pt x="13144" y="3488"/>
                    <a:pt x="13972" y="3870"/>
                    <a:pt x="14525" y="4580"/>
                  </a:cubicBezTo>
                  <a:cubicBezTo>
                    <a:pt x="15379" y="5698"/>
                    <a:pt x="15284" y="7272"/>
                    <a:pt x="14298" y="8277"/>
                  </a:cubicBezTo>
                  <a:lnTo>
                    <a:pt x="8818" y="13738"/>
                  </a:lnTo>
                  <a:cubicBezTo>
                    <a:pt x="8344" y="14231"/>
                    <a:pt x="7699" y="14515"/>
                    <a:pt x="7017" y="14553"/>
                  </a:cubicBezTo>
                  <a:lnTo>
                    <a:pt x="4135" y="17454"/>
                  </a:lnTo>
                  <a:cubicBezTo>
                    <a:pt x="4998" y="17862"/>
                    <a:pt x="5920" y="18061"/>
                    <a:pt x="6835" y="18061"/>
                  </a:cubicBezTo>
                  <a:cubicBezTo>
                    <a:pt x="8472" y="18061"/>
                    <a:pt x="10086" y="17426"/>
                    <a:pt x="11302" y="16222"/>
                  </a:cubicBezTo>
                  <a:lnTo>
                    <a:pt x="16763" y="10742"/>
                  </a:lnTo>
                  <a:cubicBezTo>
                    <a:pt x="19228" y="8277"/>
                    <a:pt x="19228" y="4295"/>
                    <a:pt x="16763" y="1849"/>
                  </a:cubicBezTo>
                  <a:cubicBezTo>
                    <a:pt x="15530" y="617"/>
                    <a:pt x="13919" y="0"/>
                    <a:pt x="123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50"/>
            <p:cNvSpPr/>
            <p:nvPr/>
          </p:nvSpPr>
          <p:spPr>
            <a:xfrm>
              <a:off x="7730638" y="5408775"/>
              <a:ext cx="362675" cy="352000"/>
            </a:xfrm>
            <a:custGeom>
              <a:avLst/>
              <a:gdLst/>
              <a:ahLst/>
              <a:cxnLst/>
              <a:rect l="l" t="t" r="r" b="b"/>
              <a:pathLst>
                <a:path w="14507" h="14080" extrusionOk="0">
                  <a:moveTo>
                    <a:pt x="12210" y="0"/>
                  </a:moveTo>
                  <a:cubicBezTo>
                    <a:pt x="11672" y="0"/>
                    <a:pt x="11131" y="204"/>
                    <a:pt x="10714" y="612"/>
                  </a:cubicBezTo>
                  <a:lnTo>
                    <a:pt x="835" y="10491"/>
                  </a:lnTo>
                  <a:cubicBezTo>
                    <a:pt x="1" y="11325"/>
                    <a:pt x="1" y="12653"/>
                    <a:pt x="835" y="13468"/>
                  </a:cubicBezTo>
                  <a:cubicBezTo>
                    <a:pt x="1243" y="13876"/>
                    <a:pt x="1778" y="14079"/>
                    <a:pt x="2314" y="14079"/>
                  </a:cubicBezTo>
                  <a:cubicBezTo>
                    <a:pt x="2850" y="14079"/>
                    <a:pt x="3385" y="13876"/>
                    <a:pt x="3793" y="13468"/>
                  </a:cubicBezTo>
                  <a:cubicBezTo>
                    <a:pt x="5253" y="12008"/>
                    <a:pt x="12212" y="5049"/>
                    <a:pt x="13691" y="3570"/>
                  </a:cubicBezTo>
                  <a:cubicBezTo>
                    <a:pt x="14506" y="2755"/>
                    <a:pt x="14506" y="1427"/>
                    <a:pt x="13691" y="612"/>
                  </a:cubicBezTo>
                  <a:cubicBezTo>
                    <a:pt x="13283" y="204"/>
                    <a:pt x="12748" y="0"/>
                    <a:pt x="1221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50"/>
            <p:cNvSpPr/>
            <p:nvPr/>
          </p:nvSpPr>
          <p:spPr>
            <a:xfrm>
              <a:off x="7466613" y="5563125"/>
              <a:ext cx="480225" cy="451850"/>
            </a:xfrm>
            <a:custGeom>
              <a:avLst/>
              <a:gdLst/>
              <a:ahLst/>
              <a:cxnLst/>
              <a:rect l="l" t="t" r="r" b="b"/>
              <a:pathLst>
                <a:path w="19209" h="18074" extrusionOk="0">
                  <a:moveTo>
                    <a:pt x="12380" y="0"/>
                  </a:moveTo>
                  <a:cubicBezTo>
                    <a:pt x="10748" y="0"/>
                    <a:pt x="9139" y="639"/>
                    <a:pt x="7926" y="1852"/>
                  </a:cubicBezTo>
                  <a:lnTo>
                    <a:pt x="2465" y="7332"/>
                  </a:lnTo>
                  <a:cubicBezTo>
                    <a:pt x="0" y="9778"/>
                    <a:pt x="0" y="13760"/>
                    <a:pt x="2446" y="16225"/>
                  </a:cubicBezTo>
                  <a:cubicBezTo>
                    <a:pt x="3679" y="17457"/>
                    <a:pt x="5291" y="18073"/>
                    <a:pt x="6902" y="18073"/>
                  </a:cubicBezTo>
                  <a:cubicBezTo>
                    <a:pt x="8514" y="18073"/>
                    <a:pt x="10126" y="17457"/>
                    <a:pt x="11358" y="16225"/>
                  </a:cubicBezTo>
                  <a:lnTo>
                    <a:pt x="16838" y="10764"/>
                  </a:lnTo>
                  <a:cubicBezTo>
                    <a:pt x="18715" y="8868"/>
                    <a:pt x="19208" y="6004"/>
                    <a:pt x="18071" y="3596"/>
                  </a:cubicBezTo>
                  <a:lnTo>
                    <a:pt x="18071" y="3596"/>
                  </a:lnTo>
                  <a:lnTo>
                    <a:pt x="15169" y="6479"/>
                  </a:lnTo>
                  <a:cubicBezTo>
                    <a:pt x="15132" y="7161"/>
                    <a:pt x="14847" y="7806"/>
                    <a:pt x="14354" y="8280"/>
                  </a:cubicBezTo>
                  <a:lnTo>
                    <a:pt x="8893" y="13760"/>
                  </a:lnTo>
                  <a:cubicBezTo>
                    <a:pt x="8341" y="14341"/>
                    <a:pt x="7597" y="14635"/>
                    <a:pt x="6852" y="14635"/>
                  </a:cubicBezTo>
                  <a:cubicBezTo>
                    <a:pt x="6137" y="14635"/>
                    <a:pt x="5421" y="14364"/>
                    <a:pt x="4873" y="13817"/>
                  </a:cubicBezTo>
                  <a:cubicBezTo>
                    <a:pt x="3755" y="12698"/>
                    <a:pt x="3774" y="10878"/>
                    <a:pt x="4930" y="9797"/>
                  </a:cubicBezTo>
                  <a:lnTo>
                    <a:pt x="10410" y="4317"/>
                  </a:lnTo>
                  <a:cubicBezTo>
                    <a:pt x="10884" y="3843"/>
                    <a:pt x="11529" y="3558"/>
                    <a:pt x="12193" y="3502"/>
                  </a:cubicBezTo>
                  <a:lnTo>
                    <a:pt x="15094" y="619"/>
                  </a:lnTo>
                  <a:cubicBezTo>
                    <a:pt x="14226" y="203"/>
                    <a:pt x="13299" y="0"/>
                    <a:pt x="1238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50"/>
            <p:cNvSpPr/>
            <p:nvPr/>
          </p:nvSpPr>
          <p:spPr>
            <a:xfrm>
              <a:off x="8072763" y="5281225"/>
              <a:ext cx="47325" cy="34675"/>
            </a:xfrm>
            <a:custGeom>
              <a:avLst/>
              <a:gdLst/>
              <a:ahLst/>
              <a:cxnLst/>
              <a:rect l="l" t="t" r="r" b="b"/>
              <a:pathLst>
                <a:path w="1893" h="1387" extrusionOk="0">
                  <a:moveTo>
                    <a:pt x="1022" y="1"/>
                  </a:moveTo>
                  <a:cubicBezTo>
                    <a:pt x="473" y="1"/>
                    <a:pt x="0" y="727"/>
                    <a:pt x="537" y="1220"/>
                  </a:cubicBezTo>
                  <a:lnTo>
                    <a:pt x="556" y="1258"/>
                  </a:lnTo>
                  <a:cubicBezTo>
                    <a:pt x="688" y="1348"/>
                    <a:pt x="826" y="1387"/>
                    <a:pt x="958" y="1387"/>
                  </a:cubicBezTo>
                  <a:cubicBezTo>
                    <a:pt x="1469" y="1387"/>
                    <a:pt x="1892" y="799"/>
                    <a:pt x="1561" y="272"/>
                  </a:cubicBezTo>
                  <a:cubicBezTo>
                    <a:pt x="1542" y="253"/>
                    <a:pt x="1523" y="253"/>
                    <a:pt x="1523" y="234"/>
                  </a:cubicBezTo>
                  <a:cubicBezTo>
                    <a:pt x="1367" y="69"/>
                    <a:pt x="1191" y="1"/>
                    <a:pt x="10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50"/>
            <p:cNvSpPr/>
            <p:nvPr/>
          </p:nvSpPr>
          <p:spPr>
            <a:xfrm>
              <a:off x="7447163" y="5136800"/>
              <a:ext cx="929625" cy="895475"/>
            </a:xfrm>
            <a:custGeom>
              <a:avLst/>
              <a:gdLst/>
              <a:ahLst/>
              <a:cxnLst/>
              <a:rect l="l" t="t" r="r" b="b"/>
              <a:pathLst>
                <a:path w="37185" h="35819" extrusionOk="0">
                  <a:moveTo>
                    <a:pt x="29495" y="1418"/>
                  </a:moveTo>
                  <a:cubicBezTo>
                    <a:pt x="30927" y="1418"/>
                    <a:pt x="32359" y="1963"/>
                    <a:pt x="33449" y="3053"/>
                  </a:cubicBezTo>
                  <a:cubicBezTo>
                    <a:pt x="35630" y="5234"/>
                    <a:pt x="35630" y="8780"/>
                    <a:pt x="33449" y="10960"/>
                  </a:cubicBezTo>
                  <a:lnTo>
                    <a:pt x="28007" y="16440"/>
                  </a:lnTo>
                  <a:cubicBezTo>
                    <a:pt x="26936" y="17496"/>
                    <a:pt x="25500" y="18069"/>
                    <a:pt x="24030" y="18069"/>
                  </a:cubicBezTo>
                  <a:cubicBezTo>
                    <a:pt x="23548" y="18069"/>
                    <a:pt x="23062" y="18007"/>
                    <a:pt x="22584" y="17881"/>
                  </a:cubicBezTo>
                  <a:lnTo>
                    <a:pt x="24537" y="15928"/>
                  </a:lnTo>
                  <a:cubicBezTo>
                    <a:pt x="25277" y="15833"/>
                    <a:pt x="25978" y="15473"/>
                    <a:pt x="26509" y="14942"/>
                  </a:cubicBezTo>
                  <a:lnTo>
                    <a:pt x="31989" y="9481"/>
                  </a:lnTo>
                  <a:cubicBezTo>
                    <a:pt x="33221" y="8230"/>
                    <a:pt x="33354" y="6258"/>
                    <a:pt x="32273" y="4854"/>
                  </a:cubicBezTo>
                  <a:cubicBezTo>
                    <a:pt x="31587" y="3975"/>
                    <a:pt x="30548" y="3501"/>
                    <a:pt x="29492" y="3501"/>
                  </a:cubicBezTo>
                  <a:cubicBezTo>
                    <a:pt x="28887" y="3501"/>
                    <a:pt x="28276" y="3657"/>
                    <a:pt x="27723" y="3982"/>
                  </a:cubicBezTo>
                  <a:cubicBezTo>
                    <a:pt x="27191" y="4447"/>
                    <a:pt x="27562" y="5247"/>
                    <a:pt x="28172" y="5247"/>
                  </a:cubicBezTo>
                  <a:cubicBezTo>
                    <a:pt x="28258" y="5247"/>
                    <a:pt x="28349" y="5231"/>
                    <a:pt x="28443" y="5196"/>
                  </a:cubicBezTo>
                  <a:cubicBezTo>
                    <a:pt x="28813" y="4974"/>
                    <a:pt x="29185" y="4877"/>
                    <a:pt x="29538" y="4877"/>
                  </a:cubicBezTo>
                  <a:cubicBezTo>
                    <a:pt x="31207" y="4877"/>
                    <a:pt x="32440" y="7055"/>
                    <a:pt x="30984" y="8495"/>
                  </a:cubicBezTo>
                  <a:lnTo>
                    <a:pt x="26338" y="13141"/>
                  </a:lnTo>
                  <a:cubicBezTo>
                    <a:pt x="26433" y="11529"/>
                    <a:pt x="25163" y="10164"/>
                    <a:pt x="23532" y="10164"/>
                  </a:cubicBezTo>
                  <a:lnTo>
                    <a:pt x="23361" y="10164"/>
                  </a:lnTo>
                  <a:lnTo>
                    <a:pt x="24556" y="8988"/>
                  </a:lnTo>
                  <a:cubicBezTo>
                    <a:pt x="25093" y="8615"/>
                    <a:pt x="24456" y="7796"/>
                    <a:pt x="23930" y="7796"/>
                  </a:cubicBezTo>
                  <a:cubicBezTo>
                    <a:pt x="23787" y="7796"/>
                    <a:pt x="23652" y="7856"/>
                    <a:pt x="23551" y="8002"/>
                  </a:cubicBezTo>
                  <a:lnTo>
                    <a:pt x="21541" y="10012"/>
                  </a:lnTo>
                  <a:cubicBezTo>
                    <a:pt x="21010" y="10543"/>
                    <a:pt x="20669" y="11226"/>
                    <a:pt x="20555" y="11984"/>
                  </a:cubicBezTo>
                  <a:lnTo>
                    <a:pt x="18621" y="13937"/>
                  </a:lnTo>
                  <a:cubicBezTo>
                    <a:pt x="18109" y="12003"/>
                    <a:pt x="18659" y="9936"/>
                    <a:pt x="20062" y="8514"/>
                  </a:cubicBezTo>
                  <a:lnTo>
                    <a:pt x="25542" y="3053"/>
                  </a:lnTo>
                  <a:cubicBezTo>
                    <a:pt x="26632" y="1963"/>
                    <a:pt x="28064" y="1418"/>
                    <a:pt x="29495" y="1418"/>
                  </a:cubicBezTo>
                  <a:close/>
                  <a:moveTo>
                    <a:pt x="23536" y="11546"/>
                  </a:moveTo>
                  <a:cubicBezTo>
                    <a:pt x="24613" y="11546"/>
                    <a:pt x="25541" y="12952"/>
                    <a:pt x="24537" y="13956"/>
                  </a:cubicBezTo>
                  <a:lnTo>
                    <a:pt x="15454" y="23039"/>
                  </a:lnTo>
                  <a:lnTo>
                    <a:pt x="14639" y="23854"/>
                  </a:lnTo>
                  <a:cubicBezTo>
                    <a:pt x="14336" y="24157"/>
                    <a:pt x="13997" y="24284"/>
                    <a:pt x="13670" y="24284"/>
                  </a:cubicBezTo>
                  <a:cubicBezTo>
                    <a:pt x="12587" y="24284"/>
                    <a:pt x="11647" y="22883"/>
                    <a:pt x="12667" y="21863"/>
                  </a:cubicBezTo>
                  <a:lnTo>
                    <a:pt x="22565" y="11984"/>
                  </a:lnTo>
                  <a:cubicBezTo>
                    <a:pt x="22869" y="11675"/>
                    <a:pt x="23210" y="11546"/>
                    <a:pt x="23536" y="11546"/>
                  </a:cubicBezTo>
                  <a:close/>
                  <a:moveTo>
                    <a:pt x="10847" y="22678"/>
                  </a:moveTo>
                  <a:lnTo>
                    <a:pt x="10847" y="22678"/>
                  </a:lnTo>
                  <a:cubicBezTo>
                    <a:pt x="10790" y="23494"/>
                    <a:pt x="11093" y="24271"/>
                    <a:pt x="11662" y="24840"/>
                  </a:cubicBezTo>
                  <a:cubicBezTo>
                    <a:pt x="12186" y="25363"/>
                    <a:pt x="12886" y="25662"/>
                    <a:pt x="13629" y="25662"/>
                  </a:cubicBezTo>
                  <a:cubicBezTo>
                    <a:pt x="13694" y="25662"/>
                    <a:pt x="13759" y="25660"/>
                    <a:pt x="13824" y="25655"/>
                  </a:cubicBezTo>
                  <a:lnTo>
                    <a:pt x="13824" y="25655"/>
                  </a:lnTo>
                  <a:lnTo>
                    <a:pt x="9159" y="30320"/>
                  </a:lnTo>
                  <a:cubicBezTo>
                    <a:pt x="8752" y="30727"/>
                    <a:pt x="8216" y="30931"/>
                    <a:pt x="7678" y="30931"/>
                  </a:cubicBezTo>
                  <a:cubicBezTo>
                    <a:pt x="7140" y="30931"/>
                    <a:pt x="6599" y="30727"/>
                    <a:pt x="6182" y="30320"/>
                  </a:cubicBezTo>
                  <a:cubicBezTo>
                    <a:pt x="5367" y="29485"/>
                    <a:pt x="5367" y="28158"/>
                    <a:pt x="6182" y="27343"/>
                  </a:cubicBezTo>
                  <a:lnTo>
                    <a:pt x="10847" y="22678"/>
                  </a:lnTo>
                  <a:close/>
                  <a:moveTo>
                    <a:pt x="13148" y="17761"/>
                  </a:moveTo>
                  <a:cubicBezTo>
                    <a:pt x="13632" y="17761"/>
                    <a:pt x="14120" y="17825"/>
                    <a:pt x="14601" y="17957"/>
                  </a:cubicBezTo>
                  <a:lnTo>
                    <a:pt x="12667" y="19891"/>
                  </a:lnTo>
                  <a:cubicBezTo>
                    <a:pt x="11909" y="20005"/>
                    <a:pt x="11226" y="20346"/>
                    <a:pt x="10676" y="20877"/>
                  </a:cubicBezTo>
                  <a:lnTo>
                    <a:pt x="5215" y="26357"/>
                  </a:lnTo>
                  <a:cubicBezTo>
                    <a:pt x="3926" y="27741"/>
                    <a:pt x="3964" y="29884"/>
                    <a:pt x="5310" y="31211"/>
                  </a:cubicBezTo>
                  <a:cubicBezTo>
                    <a:pt x="5991" y="31892"/>
                    <a:pt x="6886" y="32233"/>
                    <a:pt x="7783" y="32233"/>
                  </a:cubicBezTo>
                  <a:cubicBezTo>
                    <a:pt x="8635" y="32233"/>
                    <a:pt x="9490" y="31925"/>
                    <a:pt x="10164" y="31306"/>
                  </a:cubicBezTo>
                  <a:lnTo>
                    <a:pt x="15625" y="25826"/>
                  </a:lnTo>
                  <a:cubicBezTo>
                    <a:pt x="16156" y="25295"/>
                    <a:pt x="16516" y="24593"/>
                    <a:pt x="16611" y="23854"/>
                  </a:cubicBezTo>
                  <a:lnTo>
                    <a:pt x="18564" y="21901"/>
                  </a:lnTo>
                  <a:lnTo>
                    <a:pt x="18564" y="21901"/>
                  </a:lnTo>
                  <a:cubicBezTo>
                    <a:pt x="19076" y="23835"/>
                    <a:pt x="18526" y="25902"/>
                    <a:pt x="17104" y="27324"/>
                  </a:cubicBezTo>
                  <a:lnTo>
                    <a:pt x="17123" y="27324"/>
                  </a:lnTo>
                  <a:lnTo>
                    <a:pt x="11643" y="32785"/>
                  </a:lnTo>
                  <a:cubicBezTo>
                    <a:pt x="10553" y="33875"/>
                    <a:pt x="9121" y="34420"/>
                    <a:pt x="7690" y="34420"/>
                  </a:cubicBezTo>
                  <a:cubicBezTo>
                    <a:pt x="6258" y="34420"/>
                    <a:pt x="4827" y="33875"/>
                    <a:pt x="3736" y="32785"/>
                  </a:cubicBezTo>
                  <a:cubicBezTo>
                    <a:pt x="1537" y="30604"/>
                    <a:pt x="1537" y="27058"/>
                    <a:pt x="3736" y="24878"/>
                  </a:cubicBezTo>
                  <a:lnTo>
                    <a:pt x="9197" y="19398"/>
                  </a:lnTo>
                  <a:cubicBezTo>
                    <a:pt x="10265" y="18344"/>
                    <a:pt x="11687" y="17761"/>
                    <a:pt x="13148" y="17761"/>
                  </a:cubicBezTo>
                  <a:close/>
                  <a:moveTo>
                    <a:pt x="29514" y="0"/>
                  </a:moveTo>
                  <a:cubicBezTo>
                    <a:pt x="27727" y="0"/>
                    <a:pt x="25940" y="683"/>
                    <a:pt x="24575" y="2048"/>
                  </a:cubicBezTo>
                  <a:lnTo>
                    <a:pt x="19095" y="7528"/>
                  </a:lnTo>
                  <a:cubicBezTo>
                    <a:pt x="17123" y="9500"/>
                    <a:pt x="16516" y="12439"/>
                    <a:pt x="17521" y="15037"/>
                  </a:cubicBezTo>
                  <a:lnTo>
                    <a:pt x="15720" y="16838"/>
                  </a:lnTo>
                  <a:cubicBezTo>
                    <a:pt x="14890" y="16517"/>
                    <a:pt x="14025" y="16360"/>
                    <a:pt x="13168" y="16360"/>
                  </a:cubicBezTo>
                  <a:cubicBezTo>
                    <a:pt x="11342" y="16360"/>
                    <a:pt x="9553" y="17070"/>
                    <a:pt x="8211" y="18412"/>
                  </a:cubicBezTo>
                  <a:lnTo>
                    <a:pt x="2731" y="23892"/>
                  </a:lnTo>
                  <a:cubicBezTo>
                    <a:pt x="1" y="26622"/>
                    <a:pt x="1" y="31040"/>
                    <a:pt x="2731" y="33771"/>
                  </a:cubicBezTo>
                  <a:cubicBezTo>
                    <a:pt x="4097" y="35136"/>
                    <a:pt x="5888" y="35819"/>
                    <a:pt x="7680" y="35819"/>
                  </a:cubicBezTo>
                  <a:cubicBezTo>
                    <a:pt x="9472" y="35819"/>
                    <a:pt x="11264" y="35136"/>
                    <a:pt x="12629" y="33771"/>
                  </a:cubicBezTo>
                  <a:lnTo>
                    <a:pt x="18109" y="28310"/>
                  </a:lnTo>
                  <a:cubicBezTo>
                    <a:pt x="20062" y="26338"/>
                    <a:pt x="20688" y="23399"/>
                    <a:pt x="19664" y="20801"/>
                  </a:cubicBezTo>
                  <a:lnTo>
                    <a:pt x="21484" y="18981"/>
                  </a:lnTo>
                  <a:cubicBezTo>
                    <a:pt x="22316" y="19309"/>
                    <a:pt x="23184" y="19468"/>
                    <a:pt x="24043" y="19468"/>
                  </a:cubicBezTo>
                  <a:cubicBezTo>
                    <a:pt x="25866" y="19468"/>
                    <a:pt x="27653" y="18753"/>
                    <a:pt x="28993" y="17426"/>
                  </a:cubicBezTo>
                  <a:lnTo>
                    <a:pt x="34454" y="11946"/>
                  </a:lnTo>
                  <a:cubicBezTo>
                    <a:pt x="37184" y="9216"/>
                    <a:pt x="37184" y="4798"/>
                    <a:pt x="34454" y="2048"/>
                  </a:cubicBezTo>
                  <a:cubicBezTo>
                    <a:pt x="33089" y="683"/>
                    <a:pt x="31302" y="0"/>
                    <a:pt x="295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50"/>
            <p:cNvSpPr/>
            <p:nvPr/>
          </p:nvSpPr>
          <p:spPr>
            <a:xfrm>
              <a:off x="7640388" y="5319875"/>
              <a:ext cx="117775" cy="109200"/>
            </a:xfrm>
            <a:custGeom>
              <a:avLst/>
              <a:gdLst/>
              <a:ahLst/>
              <a:cxnLst/>
              <a:rect l="l" t="t" r="r" b="b"/>
              <a:pathLst>
                <a:path w="4711" h="4368" extrusionOk="0">
                  <a:moveTo>
                    <a:pt x="988" y="0"/>
                  </a:moveTo>
                  <a:cubicBezTo>
                    <a:pt x="452" y="0"/>
                    <a:pt x="0" y="680"/>
                    <a:pt x="482" y="1191"/>
                  </a:cubicBezTo>
                  <a:lnTo>
                    <a:pt x="3459" y="4168"/>
                  </a:lnTo>
                  <a:cubicBezTo>
                    <a:pt x="3592" y="4301"/>
                    <a:pt x="3767" y="4367"/>
                    <a:pt x="3945" y="4367"/>
                  </a:cubicBezTo>
                  <a:cubicBezTo>
                    <a:pt x="4123" y="4367"/>
                    <a:pt x="4303" y="4301"/>
                    <a:pt x="4445" y="4168"/>
                  </a:cubicBezTo>
                  <a:cubicBezTo>
                    <a:pt x="4711" y="3884"/>
                    <a:pt x="4711" y="3447"/>
                    <a:pt x="4445" y="3182"/>
                  </a:cubicBezTo>
                  <a:lnTo>
                    <a:pt x="1468" y="205"/>
                  </a:lnTo>
                  <a:cubicBezTo>
                    <a:pt x="1316" y="61"/>
                    <a:pt x="1148" y="0"/>
                    <a:pt x="98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50"/>
            <p:cNvSpPr/>
            <p:nvPr/>
          </p:nvSpPr>
          <p:spPr>
            <a:xfrm>
              <a:off x="7557613" y="5481425"/>
              <a:ext cx="142250" cy="35100"/>
            </a:xfrm>
            <a:custGeom>
              <a:avLst/>
              <a:gdLst/>
              <a:ahLst/>
              <a:cxnLst/>
              <a:rect l="l" t="t" r="r" b="b"/>
              <a:pathLst>
                <a:path w="5690" h="1404" extrusionOk="0">
                  <a:moveTo>
                    <a:pt x="1" y="702"/>
                  </a:moveTo>
                  <a:lnTo>
                    <a:pt x="1" y="721"/>
                  </a:lnTo>
                  <a:cubicBezTo>
                    <a:pt x="1" y="716"/>
                    <a:pt x="1" y="710"/>
                    <a:pt x="1" y="705"/>
                  </a:cubicBezTo>
                  <a:lnTo>
                    <a:pt x="1" y="705"/>
                  </a:lnTo>
                  <a:cubicBezTo>
                    <a:pt x="1" y="704"/>
                    <a:pt x="1" y="703"/>
                    <a:pt x="1" y="702"/>
                  </a:cubicBezTo>
                  <a:close/>
                  <a:moveTo>
                    <a:pt x="721" y="0"/>
                  </a:moveTo>
                  <a:cubicBezTo>
                    <a:pt x="328" y="0"/>
                    <a:pt x="9" y="314"/>
                    <a:pt x="1" y="705"/>
                  </a:cubicBezTo>
                  <a:lnTo>
                    <a:pt x="1" y="705"/>
                  </a:lnTo>
                  <a:cubicBezTo>
                    <a:pt x="22" y="1083"/>
                    <a:pt x="324" y="1403"/>
                    <a:pt x="721" y="1403"/>
                  </a:cubicBezTo>
                  <a:lnTo>
                    <a:pt x="4912" y="1403"/>
                  </a:lnTo>
                  <a:cubicBezTo>
                    <a:pt x="5689" y="1252"/>
                    <a:pt x="5689" y="152"/>
                    <a:pt x="491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50"/>
            <p:cNvSpPr/>
            <p:nvPr/>
          </p:nvSpPr>
          <p:spPr>
            <a:xfrm>
              <a:off x="7808863" y="5233150"/>
              <a:ext cx="35100" cy="137250"/>
            </a:xfrm>
            <a:custGeom>
              <a:avLst/>
              <a:gdLst/>
              <a:ahLst/>
              <a:cxnLst/>
              <a:rect l="l" t="t" r="r" b="b"/>
              <a:pathLst>
                <a:path w="1404" h="5490" extrusionOk="0">
                  <a:moveTo>
                    <a:pt x="695" y="0"/>
                  </a:moveTo>
                  <a:cubicBezTo>
                    <a:pt x="380" y="0"/>
                    <a:pt x="67" y="195"/>
                    <a:pt x="0" y="583"/>
                  </a:cubicBezTo>
                  <a:lnTo>
                    <a:pt x="0" y="4793"/>
                  </a:lnTo>
                  <a:cubicBezTo>
                    <a:pt x="0" y="5257"/>
                    <a:pt x="351" y="5490"/>
                    <a:pt x="702" y="5490"/>
                  </a:cubicBezTo>
                  <a:cubicBezTo>
                    <a:pt x="1053" y="5490"/>
                    <a:pt x="1404" y="5257"/>
                    <a:pt x="1404" y="4793"/>
                  </a:cubicBezTo>
                  <a:lnTo>
                    <a:pt x="1404" y="583"/>
                  </a:lnTo>
                  <a:cubicBezTo>
                    <a:pt x="1328" y="195"/>
                    <a:pt x="1010" y="0"/>
                    <a:pt x="6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50"/>
            <p:cNvSpPr/>
            <p:nvPr/>
          </p:nvSpPr>
          <p:spPr>
            <a:xfrm>
              <a:off x="8066263" y="5740475"/>
              <a:ext cx="117475" cy="108950"/>
            </a:xfrm>
            <a:custGeom>
              <a:avLst/>
              <a:gdLst/>
              <a:ahLst/>
              <a:cxnLst/>
              <a:rect l="l" t="t" r="r" b="b"/>
              <a:pathLst>
                <a:path w="4699" h="4358" extrusionOk="0">
                  <a:moveTo>
                    <a:pt x="759" y="1"/>
                  </a:moveTo>
                  <a:cubicBezTo>
                    <a:pt x="579" y="1"/>
                    <a:pt x="399" y="67"/>
                    <a:pt x="266" y="200"/>
                  </a:cubicBezTo>
                  <a:cubicBezTo>
                    <a:pt x="1" y="465"/>
                    <a:pt x="1" y="920"/>
                    <a:pt x="266" y="1186"/>
                  </a:cubicBezTo>
                  <a:lnTo>
                    <a:pt x="3243" y="4163"/>
                  </a:lnTo>
                  <a:cubicBezTo>
                    <a:pt x="3388" y="4300"/>
                    <a:pt x="3549" y="4357"/>
                    <a:pt x="3704" y="4357"/>
                  </a:cubicBezTo>
                  <a:cubicBezTo>
                    <a:pt x="4236" y="4357"/>
                    <a:pt x="4699" y="3676"/>
                    <a:pt x="4229" y="3177"/>
                  </a:cubicBezTo>
                  <a:lnTo>
                    <a:pt x="1252" y="200"/>
                  </a:lnTo>
                  <a:cubicBezTo>
                    <a:pt x="1119" y="67"/>
                    <a:pt x="939" y="1"/>
                    <a:pt x="7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50"/>
            <p:cNvSpPr/>
            <p:nvPr/>
          </p:nvSpPr>
          <p:spPr>
            <a:xfrm>
              <a:off x="7981888" y="5802000"/>
              <a:ext cx="35100" cy="134050"/>
            </a:xfrm>
            <a:custGeom>
              <a:avLst/>
              <a:gdLst/>
              <a:ahLst/>
              <a:cxnLst/>
              <a:rect l="l" t="t" r="r" b="b"/>
              <a:pathLst>
                <a:path w="1404" h="5362" extrusionOk="0">
                  <a:moveTo>
                    <a:pt x="709" y="0"/>
                  </a:moveTo>
                  <a:cubicBezTo>
                    <a:pt x="394" y="0"/>
                    <a:pt x="76" y="194"/>
                    <a:pt x="0" y="583"/>
                  </a:cubicBezTo>
                  <a:lnTo>
                    <a:pt x="0" y="4793"/>
                  </a:lnTo>
                  <a:cubicBezTo>
                    <a:pt x="76" y="5172"/>
                    <a:pt x="394" y="5361"/>
                    <a:pt x="709" y="5361"/>
                  </a:cubicBezTo>
                  <a:cubicBezTo>
                    <a:pt x="1024" y="5361"/>
                    <a:pt x="1337" y="5172"/>
                    <a:pt x="1404" y="4793"/>
                  </a:cubicBezTo>
                  <a:lnTo>
                    <a:pt x="1404" y="583"/>
                  </a:lnTo>
                  <a:cubicBezTo>
                    <a:pt x="1337" y="194"/>
                    <a:pt x="1024" y="0"/>
                    <a:pt x="70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50"/>
            <p:cNvSpPr/>
            <p:nvPr/>
          </p:nvSpPr>
          <p:spPr>
            <a:xfrm>
              <a:off x="8123138" y="5654175"/>
              <a:ext cx="143200" cy="35650"/>
            </a:xfrm>
            <a:custGeom>
              <a:avLst/>
              <a:gdLst/>
              <a:ahLst/>
              <a:cxnLst/>
              <a:rect l="l" t="t" r="r" b="b"/>
              <a:pathLst>
                <a:path w="5728" h="1426" extrusionOk="0">
                  <a:moveTo>
                    <a:pt x="713" y="1"/>
                  </a:moveTo>
                  <a:cubicBezTo>
                    <a:pt x="328" y="1"/>
                    <a:pt x="1" y="318"/>
                    <a:pt x="1" y="713"/>
                  </a:cubicBezTo>
                  <a:cubicBezTo>
                    <a:pt x="1" y="1123"/>
                    <a:pt x="325" y="1425"/>
                    <a:pt x="708" y="1425"/>
                  </a:cubicBezTo>
                  <a:cubicBezTo>
                    <a:pt x="750" y="1425"/>
                    <a:pt x="792" y="1422"/>
                    <a:pt x="835" y="1414"/>
                  </a:cubicBezTo>
                  <a:lnTo>
                    <a:pt x="5026" y="1414"/>
                  </a:lnTo>
                  <a:cubicBezTo>
                    <a:pt x="5424" y="1414"/>
                    <a:pt x="5727" y="1092"/>
                    <a:pt x="5727" y="713"/>
                  </a:cubicBezTo>
                  <a:cubicBezTo>
                    <a:pt x="5727" y="334"/>
                    <a:pt x="5424" y="30"/>
                    <a:pt x="5026" y="11"/>
                  </a:cubicBezTo>
                  <a:lnTo>
                    <a:pt x="835" y="11"/>
                  </a:lnTo>
                  <a:cubicBezTo>
                    <a:pt x="794" y="4"/>
                    <a:pt x="753" y="1"/>
                    <a:pt x="7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08" name="Google Shape;3108;p50"/>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3109" name="Google Shape;3109;p50"/>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3110" name="Google Shape;3110;p50"/>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3114"/>
        <p:cNvGrpSpPr/>
        <p:nvPr/>
      </p:nvGrpSpPr>
      <p:grpSpPr>
        <a:xfrm>
          <a:off x="0" y="0"/>
          <a:ext cx="0" cy="0"/>
          <a:chOff x="0" y="0"/>
          <a:chExt cx="0" cy="0"/>
        </a:xfrm>
      </p:grpSpPr>
      <p:sp>
        <p:nvSpPr>
          <p:cNvPr id="3115" name="Google Shape;3115;p51"/>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Alternative </a:t>
            </a:r>
            <a:r>
              <a:rPr lang="en">
                <a:solidFill>
                  <a:schemeClr val="accent2"/>
                </a:solidFill>
              </a:rPr>
              <a:t>‘Resources’ </a:t>
            </a:r>
            <a:r>
              <a:rPr lang="en">
                <a:solidFill>
                  <a:schemeClr val="accent6"/>
                </a:solidFill>
              </a:rPr>
              <a:t>{</a:t>
            </a:r>
            <a:endParaRPr>
              <a:solidFill>
                <a:schemeClr val="accent6"/>
              </a:solidFill>
            </a:endParaRPr>
          </a:p>
        </p:txBody>
      </p:sp>
      <p:sp>
        <p:nvSpPr>
          <p:cNvPr id="3116" name="Google Shape;3116;p51"/>
          <p:cNvSpPr txBox="1">
            <a:spLocks noGrp="1"/>
          </p:cNvSpPr>
          <p:nvPr>
            <p:ph type="body" idx="1"/>
          </p:nvPr>
        </p:nvSpPr>
        <p:spPr>
          <a:xfrm>
            <a:off x="2090500" y="1956600"/>
            <a:ext cx="5111400" cy="2109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accent1"/>
                </a:solidFill>
              </a:rPr>
              <a:t>Photos:</a:t>
            </a:r>
            <a:endParaRPr>
              <a:solidFill>
                <a:schemeClr val="accent1"/>
              </a:solidFill>
            </a:endParaRPr>
          </a:p>
          <a:p>
            <a:pPr marL="457200" lvl="0" indent="-317500" algn="l" rtl="0">
              <a:spcBef>
                <a:spcPts val="1200"/>
              </a:spcBef>
              <a:spcAft>
                <a:spcPts val="0"/>
              </a:spcAft>
              <a:buSzPts val="1400"/>
              <a:buChar char="∗"/>
            </a:pPr>
            <a:r>
              <a:rPr lang="en" sz="1400">
                <a:uFill>
                  <a:noFill/>
                </a:uFill>
                <a:hlinkClick r:id="rId3"/>
              </a:rPr>
              <a:t>Portrait hacker I</a:t>
            </a:r>
            <a:endParaRPr sz="1400"/>
          </a:p>
          <a:p>
            <a:pPr marL="457200" lvl="0" indent="-317500" algn="l" rtl="0">
              <a:spcBef>
                <a:spcPts val="0"/>
              </a:spcBef>
              <a:spcAft>
                <a:spcPts val="0"/>
              </a:spcAft>
              <a:buSzPts val="1400"/>
              <a:buChar char="∗"/>
            </a:pPr>
            <a:r>
              <a:rPr lang="en" sz="1400">
                <a:uFill>
                  <a:noFill/>
                </a:uFill>
                <a:hlinkClick r:id="rId4"/>
              </a:rPr>
              <a:t>Portrait hacker II</a:t>
            </a:r>
            <a:endParaRPr sz="1400"/>
          </a:p>
        </p:txBody>
      </p:sp>
      <p:sp>
        <p:nvSpPr>
          <p:cNvPr id="3117" name="Google Shape;3117;p51"/>
          <p:cNvSpPr txBox="1">
            <a:spLocks noGrp="1"/>
          </p:cNvSpPr>
          <p:nvPr>
            <p:ph type="subTitle" idx="2"/>
          </p:nvPr>
        </p:nvSpPr>
        <p:spPr>
          <a:xfrm>
            <a:off x="1676975" y="1309850"/>
            <a:ext cx="5450700" cy="460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Here’s an assortment of alternative resources whose style fits the one of this template</a:t>
            </a:r>
            <a:endParaRPr/>
          </a:p>
        </p:txBody>
      </p:sp>
      <p:sp>
        <p:nvSpPr>
          <p:cNvPr id="3118" name="Google Shape;3118;p51"/>
          <p:cNvSpPr txBox="1">
            <a:spLocks noGrp="1"/>
          </p:cNvSpPr>
          <p:nvPr>
            <p:ph type="subTitle" idx="2"/>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3119" name="Google Shape;3119;p51"/>
          <p:cNvSpPr txBox="1">
            <a:spLocks noGrp="1"/>
          </p:cNvSpPr>
          <p:nvPr>
            <p:ph type="subTitle" idx="2"/>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3120" name="Google Shape;3120;p51"/>
          <p:cNvSpPr txBox="1">
            <a:spLocks noGrp="1"/>
          </p:cNvSpPr>
          <p:nvPr>
            <p:ph type="subTitle" idx="2"/>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3121" name="Google Shape;3121;p51"/>
          <p:cNvGrpSpPr/>
          <p:nvPr/>
        </p:nvGrpSpPr>
        <p:grpSpPr>
          <a:xfrm>
            <a:off x="1084825" y="1152525"/>
            <a:ext cx="506100" cy="3417500"/>
            <a:chOff x="1084825" y="1152525"/>
            <a:chExt cx="506100" cy="3417500"/>
          </a:xfrm>
        </p:grpSpPr>
        <p:sp>
          <p:nvSpPr>
            <p:cNvPr id="3122" name="Google Shape;3122;p51"/>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3123" name="Google Shape;3123;p51"/>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3127"/>
        <p:cNvGrpSpPr/>
        <p:nvPr/>
      </p:nvGrpSpPr>
      <p:grpSpPr>
        <a:xfrm>
          <a:off x="0" y="0"/>
          <a:ext cx="0" cy="0"/>
          <a:chOff x="0" y="0"/>
          <a:chExt cx="0" cy="0"/>
        </a:xfrm>
      </p:grpSpPr>
      <p:sp>
        <p:nvSpPr>
          <p:cNvPr id="3128" name="Google Shape;3128;p52"/>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Resources</a:t>
            </a:r>
            <a:r>
              <a:rPr lang="en">
                <a:solidFill>
                  <a:schemeClr val="accent2"/>
                </a:solidFill>
              </a:rPr>
              <a:t> </a:t>
            </a:r>
            <a:r>
              <a:rPr lang="en">
                <a:solidFill>
                  <a:schemeClr val="accent6"/>
                </a:solidFill>
              </a:rPr>
              <a:t>{</a:t>
            </a:r>
            <a:endParaRPr>
              <a:solidFill>
                <a:schemeClr val="accent6"/>
              </a:solidFill>
            </a:endParaRPr>
          </a:p>
        </p:txBody>
      </p:sp>
      <p:sp>
        <p:nvSpPr>
          <p:cNvPr id="3129" name="Google Shape;3129;p52"/>
          <p:cNvSpPr txBox="1">
            <a:spLocks noGrp="1"/>
          </p:cNvSpPr>
          <p:nvPr>
            <p:ph type="body" idx="1"/>
          </p:nvPr>
        </p:nvSpPr>
        <p:spPr>
          <a:xfrm>
            <a:off x="2090500" y="1956600"/>
            <a:ext cx="5111400" cy="2109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accent2"/>
                </a:solidFill>
              </a:rPr>
              <a:t>Photos:</a:t>
            </a:r>
            <a:endParaRPr>
              <a:solidFill>
                <a:schemeClr val="accent2"/>
              </a:solidFill>
            </a:endParaRPr>
          </a:p>
          <a:p>
            <a:pPr marL="457200" lvl="0" indent="-317500" algn="l" rtl="0">
              <a:spcBef>
                <a:spcPts val="1200"/>
              </a:spcBef>
              <a:spcAft>
                <a:spcPts val="0"/>
              </a:spcAft>
              <a:buSzPts val="1400"/>
              <a:buChar char="∗"/>
            </a:pPr>
            <a:r>
              <a:rPr lang="en" sz="1400">
                <a:uFill>
                  <a:noFill/>
                </a:uFill>
                <a:hlinkClick r:id="rId3"/>
              </a:rPr>
              <a:t>Close up hacker</a:t>
            </a:r>
            <a:endParaRPr sz="1400"/>
          </a:p>
          <a:p>
            <a:pPr marL="457200" lvl="0" indent="-317500" algn="l" rtl="0">
              <a:spcBef>
                <a:spcPts val="0"/>
              </a:spcBef>
              <a:spcAft>
                <a:spcPts val="0"/>
              </a:spcAft>
              <a:buSzPts val="1400"/>
              <a:buChar char="∗"/>
            </a:pPr>
            <a:r>
              <a:rPr lang="en" sz="1400">
                <a:uFill>
                  <a:noFill/>
                </a:uFill>
                <a:hlinkClick r:id="rId4"/>
              </a:rPr>
              <a:t>Medium shot woman working computer</a:t>
            </a:r>
            <a:endParaRPr sz="1400"/>
          </a:p>
          <a:p>
            <a:pPr marL="0" lvl="0" indent="0" algn="l" rtl="0">
              <a:spcBef>
                <a:spcPts val="1200"/>
              </a:spcBef>
              <a:spcAft>
                <a:spcPts val="0"/>
              </a:spcAft>
              <a:buNone/>
            </a:pPr>
            <a:r>
              <a:rPr lang="en">
                <a:solidFill>
                  <a:schemeClr val="accent1"/>
                </a:solidFill>
              </a:rPr>
              <a:t>Icons:</a:t>
            </a:r>
            <a:endParaRPr>
              <a:solidFill>
                <a:schemeClr val="accent1"/>
              </a:solidFill>
            </a:endParaRPr>
          </a:p>
          <a:p>
            <a:pPr marL="457200" lvl="0" indent="-317500" algn="l" rtl="0">
              <a:spcBef>
                <a:spcPts val="1200"/>
              </a:spcBef>
              <a:spcAft>
                <a:spcPts val="0"/>
              </a:spcAft>
              <a:buSzPts val="1400"/>
              <a:buChar char="∗"/>
            </a:pPr>
            <a:r>
              <a:rPr lang="en" sz="1400">
                <a:uFill>
                  <a:noFill/>
                </a:uFill>
                <a:hlinkClick r:id="rId5"/>
              </a:rPr>
              <a:t>Web design</a:t>
            </a:r>
            <a:endParaRPr/>
          </a:p>
        </p:txBody>
      </p:sp>
      <p:sp>
        <p:nvSpPr>
          <p:cNvPr id="3130" name="Google Shape;3130;p52"/>
          <p:cNvSpPr txBox="1">
            <a:spLocks noGrp="1"/>
          </p:cNvSpPr>
          <p:nvPr>
            <p:ph type="subTitle" idx="2"/>
          </p:nvPr>
        </p:nvSpPr>
        <p:spPr>
          <a:xfrm>
            <a:off x="1676975" y="1309850"/>
            <a:ext cx="5450700" cy="460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Did you like the resources on this template? Get them for free at our other websites:</a:t>
            </a:r>
            <a:endParaRPr/>
          </a:p>
        </p:txBody>
      </p:sp>
      <p:sp>
        <p:nvSpPr>
          <p:cNvPr id="3131" name="Google Shape;3131;p52"/>
          <p:cNvSpPr txBox="1">
            <a:spLocks noGrp="1"/>
          </p:cNvSpPr>
          <p:nvPr>
            <p:ph type="subTitle" idx="2"/>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3132" name="Google Shape;3132;p52"/>
          <p:cNvSpPr txBox="1">
            <a:spLocks noGrp="1"/>
          </p:cNvSpPr>
          <p:nvPr>
            <p:ph type="subTitle" idx="2"/>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3133" name="Google Shape;3133;p52"/>
          <p:cNvSpPr txBox="1">
            <a:spLocks noGrp="1"/>
          </p:cNvSpPr>
          <p:nvPr>
            <p:ph type="subTitle" idx="2"/>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3134" name="Google Shape;3134;p52"/>
          <p:cNvGrpSpPr/>
          <p:nvPr/>
        </p:nvGrpSpPr>
        <p:grpSpPr>
          <a:xfrm>
            <a:off x="1084825" y="1152525"/>
            <a:ext cx="506100" cy="3417500"/>
            <a:chOff x="1084825" y="1152525"/>
            <a:chExt cx="506100" cy="3417500"/>
          </a:xfrm>
        </p:grpSpPr>
        <p:sp>
          <p:nvSpPr>
            <p:cNvPr id="3135" name="Google Shape;3135;p52"/>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3136" name="Google Shape;3136;p52"/>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140"/>
        <p:cNvGrpSpPr/>
        <p:nvPr/>
      </p:nvGrpSpPr>
      <p:grpSpPr>
        <a:xfrm>
          <a:off x="0" y="0"/>
          <a:ext cx="0" cy="0"/>
          <a:chOff x="0" y="0"/>
          <a:chExt cx="0" cy="0"/>
        </a:xfrm>
      </p:grpSpPr>
      <p:sp>
        <p:nvSpPr>
          <p:cNvPr id="3141" name="Google Shape;3141;p53"/>
          <p:cNvSpPr txBox="1"/>
          <p:nvPr/>
        </p:nvSpPr>
        <p:spPr>
          <a:xfrm>
            <a:off x="1048350" y="902900"/>
            <a:ext cx="7047300" cy="2686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1400"/>
              </a:spcBef>
              <a:spcAft>
                <a:spcPts val="0"/>
              </a:spcAft>
              <a:buNone/>
            </a:pPr>
            <a:r>
              <a:rPr lang="en" sz="1100">
                <a:solidFill>
                  <a:srgbClr val="FFFFFF"/>
                </a:solidFill>
              </a:rPr>
              <a:t>In order to use this template, you must credit </a:t>
            </a:r>
            <a:r>
              <a:rPr lang="en" sz="1100" b="1" u="sng">
                <a:solidFill>
                  <a:srgbClr val="869FB2"/>
                </a:solidFill>
                <a:hlinkClick r:id="rId3">
                  <a:extLst>
                    <a:ext uri="{A12FA001-AC4F-418D-AE19-62706E023703}">
                      <ahyp:hlinkClr xmlns:ahyp="http://schemas.microsoft.com/office/drawing/2018/hyperlinkcolor" val="tx"/>
                    </a:ext>
                  </a:extLst>
                </a:hlinkClick>
              </a:rPr>
              <a:t>Slidesgo</a:t>
            </a:r>
            <a:r>
              <a:rPr lang="en" sz="1100">
                <a:solidFill>
                  <a:srgbClr val="435D74"/>
                </a:solidFill>
              </a:rPr>
              <a:t> </a:t>
            </a:r>
            <a:r>
              <a:rPr lang="en" sz="1100">
                <a:solidFill>
                  <a:srgbClr val="FFFFFF"/>
                </a:solidFill>
              </a:rPr>
              <a:t>by keeping the </a:t>
            </a:r>
            <a:r>
              <a:rPr lang="en" sz="1100" b="1" u="sng">
                <a:solidFill>
                  <a:schemeClr val="hlink"/>
                </a:solidFill>
                <a:hlinkClick r:id="rId4" action="ppaction://hlinksldjump"/>
              </a:rPr>
              <a:t>Thanks</a:t>
            </a:r>
            <a:r>
              <a:rPr lang="en" sz="1100">
                <a:solidFill>
                  <a:srgbClr val="869FB2"/>
                </a:solidFill>
              </a:rPr>
              <a:t> </a:t>
            </a:r>
            <a:r>
              <a:rPr lang="en" sz="1100">
                <a:solidFill>
                  <a:srgbClr val="FFFFFF"/>
                </a:solidFill>
              </a:rPr>
              <a:t>slide.</a:t>
            </a:r>
            <a:endParaRPr sz="11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allowed to:</a:t>
            </a:r>
            <a:endParaRPr sz="1000" b="1">
              <a:solidFill>
                <a:srgbClr val="869FB2"/>
              </a:solidFill>
            </a:endParaRPr>
          </a:p>
          <a:p>
            <a:pPr marL="0" lvl="0" indent="0" algn="l" rtl="0">
              <a:lnSpc>
                <a:spcPct val="115000"/>
              </a:lnSpc>
              <a:spcBef>
                <a:spcPts val="400"/>
              </a:spcBef>
              <a:spcAft>
                <a:spcPts val="0"/>
              </a:spcAft>
              <a:buNone/>
            </a:pPr>
            <a:r>
              <a:rPr lang="en" sz="1000">
                <a:solidFill>
                  <a:srgbClr val="FFFFFF"/>
                </a:solidFill>
              </a:rPr>
              <a:t>- Modify this template.</a:t>
            </a:r>
            <a:endParaRPr sz="1000">
              <a:solidFill>
                <a:srgbClr val="FFFFFF"/>
              </a:solidFill>
            </a:endParaRPr>
          </a:p>
          <a:p>
            <a:pPr marL="0" lvl="0" indent="0" algn="l" rtl="0">
              <a:lnSpc>
                <a:spcPct val="115000"/>
              </a:lnSpc>
              <a:spcBef>
                <a:spcPts val="0"/>
              </a:spcBef>
              <a:spcAft>
                <a:spcPts val="0"/>
              </a:spcAft>
              <a:buNone/>
            </a:pPr>
            <a:r>
              <a:rPr lang="en" sz="1000">
                <a:solidFill>
                  <a:srgbClr val="FFFFFF"/>
                </a:solidFill>
              </a:rPr>
              <a:t>- Use it for both personal and commercial projects.</a:t>
            </a:r>
            <a:endParaRPr sz="10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not allowed to:</a:t>
            </a:r>
            <a:endParaRPr sz="1000" b="1">
              <a:solidFill>
                <a:srgbClr val="869FB2"/>
              </a:solidFill>
            </a:endParaRPr>
          </a:p>
          <a:p>
            <a:pPr marL="0" lvl="0" indent="0" algn="l" rtl="0">
              <a:lnSpc>
                <a:spcPct val="115000"/>
              </a:lnSpc>
              <a:spcBef>
                <a:spcPts val="400"/>
              </a:spcBef>
              <a:spcAft>
                <a:spcPts val="0"/>
              </a:spcAft>
              <a:buNone/>
            </a:pPr>
            <a:r>
              <a:rPr lang="en" sz="1000">
                <a:solidFill>
                  <a:srgbClr val="FFFFFF"/>
                </a:solidFill>
              </a:rPr>
              <a:t>- Sublicense, sell or rent any of Slidesgo Content (or a modified version of Slidesgo Content).</a:t>
            </a:r>
            <a:endParaRPr sz="1000">
              <a:solidFill>
                <a:srgbClr val="FFFFFF"/>
              </a:solidFill>
            </a:endParaRPr>
          </a:p>
          <a:p>
            <a:pPr marL="0" lvl="0" indent="0" algn="l" rtl="0">
              <a:lnSpc>
                <a:spcPct val="115000"/>
              </a:lnSpc>
              <a:spcBef>
                <a:spcPts val="0"/>
              </a:spcBef>
              <a:spcAft>
                <a:spcPts val="0"/>
              </a:spcAft>
              <a:buNone/>
            </a:pPr>
            <a:r>
              <a:rPr lang="en" sz="1000">
                <a:solidFill>
                  <a:srgbClr val="FFFFFF"/>
                </a:solidFill>
              </a:rPr>
              <a:t>- Distribute Slidesgo Content unless it has been expressly authorized by Slidesgo.</a:t>
            </a:r>
            <a:endParaRPr sz="1000">
              <a:solidFill>
                <a:srgbClr val="FFFFFF"/>
              </a:solidFill>
            </a:endParaRPr>
          </a:p>
          <a:p>
            <a:pPr marL="0" lvl="0" indent="0" algn="l" rtl="0">
              <a:lnSpc>
                <a:spcPct val="115000"/>
              </a:lnSpc>
              <a:spcBef>
                <a:spcPts val="0"/>
              </a:spcBef>
              <a:spcAft>
                <a:spcPts val="0"/>
              </a:spcAft>
              <a:buNone/>
            </a:pPr>
            <a:r>
              <a:rPr lang="en" sz="1000">
                <a:solidFill>
                  <a:srgbClr val="FFFFFF"/>
                </a:solidFill>
              </a:rPr>
              <a:t>- Include Slidesgo Content in an online or offline database or file.</a:t>
            </a:r>
            <a:endParaRPr sz="1000">
              <a:solidFill>
                <a:srgbClr val="FFFFFF"/>
              </a:solidFill>
            </a:endParaRPr>
          </a:p>
          <a:p>
            <a:pPr marL="0" lvl="0" indent="0" algn="l" rtl="0">
              <a:lnSpc>
                <a:spcPct val="115000"/>
              </a:lnSpc>
              <a:spcBef>
                <a:spcPts val="0"/>
              </a:spcBef>
              <a:spcAft>
                <a:spcPts val="0"/>
              </a:spcAft>
              <a:buNone/>
            </a:pPr>
            <a:r>
              <a:rPr lang="en" sz="1000">
                <a:solidFill>
                  <a:srgbClr val="FFFFFF"/>
                </a:solidFill>
              </a:rPr>
              <a:t>- Offer Slidesgo templates (or modified versions of Slidesgo templates) for download.</a:t>
            </a:r>
            <a:endParaRPr sz="1000">
              <a:solidFill>
                <a:srgbClr val="FFFFFF"/>
              </a:solidFill>
            </a:endParaRPr>
          </a:p>
          <a:p>
            <a:pPr marL="0" lvl="0" indent="0" algn="l" rtl="0">
              <a:lnSpc>
                <a:spcPct val="115000"/>
              </a:lnSpc>
              <a:spcBef>
                <a:spcPts val="0"/>
              </a:spcBef>
              <a:spcAft>
                <a:spcPts val="0"/>
              </a:spcAft>
              <a:buNone/>
            </a:pPr>
            <a:r>
              <a:rPr lang="en" sz="1000">
                <a:solidFill>
                  <a:srgbClr val="FFFFFF"/>
                </a:solidFill>
              </a:rPr>
              <a:t>- Acquire the copyright of Slidesgo Content.</a:t>
            </a:r>
            <a:endParaRPr sz="1000">
              <a:solidFill>
                <a:srgbClr val="FFFFFF"/>
              </a:solidFill>
            </a:endParaRPr>
          </a:p>
        </p:txBody>
      </p:sp>
      <p:sp>
        <p:nvSpPr>
          <p:cNvPr id="3142" name="Google Shape;3142;p53"/>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Instructions for use</a:t>
            </a:r>
            <a:endParaRPr sz="2400">
              <a:solidFill>
                <a:srgbClr val="FFFFFF"/>
              </a:solidFill>
            </a:endParaRPr>
          </a:p>
        </p:txBody>
      </p:sp>
      <p:sp>
        <p:nvSpPr>
          <p:cNvPr id="3143" name="Google Shape;3143;p53"/>
          <p:cNvSpPr txBox="1"/>
          <p:nvPr/>
        </p:nvSpPr>
        <p:spPr>
          <a:xfrm>
            <a:off x="1048350" y="4314290"/>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000">
                <a:solidFill>
                  <a:srgbClr val="FFFFFF"/>
                </a:solidFill>
              </a:rPr>
              <a:t>For more information about editing slides, please </a:t>
            </a:r>
            <a:r>
              <a:rPr lang="en" sz="900">
                <a:solidFill>
                  <a:srgbClr val="FFFFFF"/>
                </a:solidFill>
              </a:rPr>
              <a:t>read </a:t>
            </a:r>
            <a:r>
              <a:rPr lang="en" sz="1000">
                <a:solidFill>
                  <a:srgbClr val="FFFFFF"/>
                </a:solidFill>
              </a:rPr>
              <a:t>our FAQs or visit Slidesgo School:</a:t>
            </a:r>
            <a:endParaRPr sz="1000">
              <a:solidFill>
                <a:srgbClr val="FFFFFF"/>
              </a:solidFill>
            </a:endParaRPr>
          </a:p>
          <a:p>
            <a:pPr marL="0" lvl="0" indent="0" algn="ctr" rtl="0">
              <a:lnSpc>
                <a:spcPct val="115000"/>
              </a:lnSpc>
              <a:spcBef>
                <a:spcPts val="0"/>
              </a:spcBef>
              <a:spcAft>
                <a:spcPts val="0"/>
              </a:spcAft>
              <a:buNone/>
            </a:pPr>
            <a:r>
              <a:rPr lang="en" sz="1000" u="sng">
                <a:solidFill>
                  <a:srgbClr val="869FB2"/>
                </a:solidFill>
                <a:hlinkClick r:id="rId5">
                  <a:extLst>
                    <a:ext uri="{A12FA001-AC4F-418D-AE19-62706E023703}">
                      <ahyp:hlinkClr xmlns:ahyp="http://schemas.microsoft.com/office/drawing/2018/hyperlinkcolo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6">
                  <a:extLst>
                    <a:ext uri="{A12FA001-AC4F-418D-AE19-62706E023703}">
                      <ahyp:hlinkClr xmlns:ahyp="http://schemas.microsoft.com/office/drawing/2018/hyperlinkcolor" val="tx"/>
                    </a:ext>
                  </a:extLst>
                </a:hlinkClick>
              </a:rPr>
              <a:t>https://slidesgo.com/slidesgo-school</a:t>
            </a:r>
            <a:endParaRPr sz="1000" u="sng">
              <a:solidFill>
                <a:srgbClr val="869FB2"/>
              </a:solidFill>
            </a:endParaRP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147"/>
        <p:cNvGrpSpPr/>
        <p:nvPr/>
      </p:nvGrpSpPr>
      <p:grpSpPr>
        <a:xfrm>
          <a:off x="0" y="0"/>
          <a:ext cx="0" cy="0"/>
          <a:chOff x="0" y="0"/>
          <a:chExt cx="0" cy="0"/>
        </a:xfrm>
      </p:grpSpPr>
      <p:sp>
        <p:nvSpPr>
          <p:cNvPr id="3148" name="Google Shape;3148;p54"/>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Instructions for use (premium users)</a:t>
            </a:r>
            <a:endParaRPr sz="2400">
              <a:solidFill>
                <a:srgbClr val="FFFFFF"/>
              </a:solidFill>
            </a:endParaRPr>
          </a:p>
        </p:txBody>
      </p:sp>
      <p:sp>
        <p:nvSpPr>
          <p:cNvPr id="3149" name="Google Shape;3149;p54"/>
          <p:cNvSpPr txBox="1"/>
          <p:nvPr/>
        </p:nvSpPr>
        <p:spPr>
          <a:xfrm>
            <a:off x="1048350" y="902900"/>
            <a:ext cx="7047300" cy="3929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1400"/>
              </a:spcBef>
              <a:spcAft>
                <a:spcPts val="0"/>
              </a:spcAft>
              <a:buClr>
                <a:schemeClr val="dk1"/>
              </a:buClr>
              <a:buSzPts val="1100"/>
              <a:buFont typeface="Arial"/>
              <a:buNone/>
            </a:pPr>
            <a:r>
              <a:rPr lang="en" sz="1100">
                <a:solidFill>
                  <a:schemeClr val="lt1"/>
                </a:solidFill>
              </a:rPr>
              <a:t>As a Premium user, you can use this template without attributing </a:t>
            </a:r>
            <a:r>
              <a:rPr lang="en" sz="1000" b="1" u="sng">
                <a:solidFill>
                  <a:schemeClr val="hlink"/>
                </a:solidFill>
              </a:rPr>
              <a:t>S</a:t>
            </a:r>
            <a:r>
              <a:rPr lang="en" sz="1100" b="1" u="sng">
                <a:solidFill>
                  <a:schemeClr val="hlink"/>
                </a:solidFill>
                <a:hlinkClick r:id="rId3"/>
              </a:rPr>
              <a:t>lidesgo</a:t>
            </a:r>
            <a:r>
              <a:rPr lang="en" sz="1100">
                <a:solidFill>
                  <a:schemeClr val="lt1"/>
                </a:solidFill>
              </a:rPr>
              <a:t> or keeping the "Thanks" slide.</a:t>
            </a:r>
            <a:endParaRPr sz="11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allowed to:</a:t>
            </a:r>
            <a:endParaRPr sz="1000" b="1">
              <a:solidFill>
                <a:srgbClr val="869FB2"/>
              </a:solidFill>
            </a:endParaRPr>
          </a:p>
          <a:p>
            <a:pPr marL="457200" lvl="0" indent="-292100" algn="l" rtl="0">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not allowed to:</a:t>
            </a:r>
            <a:endParaRPr sz="1000" b="1">
              <a:solidFill>
                <a:srgbClr val="869FB2"/>
              </a:solidFill>
            </a:endParaRPr>
          </a:p>
          <a:p>
            <a:pPr marL="457200" lvl="0" indent="-292100" algn="l" rtl="0">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marL="0" lvl="0" indent="0" algn="l" rtl="0">
              <a:lnSpc>
                <a:spcPct val="115000"/>
              </a:lnSpc>
              <a:spcBef>
                <a:spcPts val="0"/>
              </a:spcBef>
              <a:spcAft>
                <a:spcPts val="0"/>
              </a:spcAft>
              <a:buNone/>
            </a:pPr>
            <a:endParaRPr sz="1000">
              <a:solidFill>
                <a:srgbClr val="FFFFFF"/>
              </a:solidFill>
            </a:endParaRPr>
          </a:p>
          <a:p>
            <a:pPr marL="0" lvl="0" indent="0" algn="l" rtl="0">
              <a:lnSpc>
                <a:spcPct val="115000"/>
              </a:lnSpc>
              <a:spcBef>
                <a:spcPts val="0"/>
              </a:spcBef>
              <a:spcAft>
                <a:spcPts val="0"/>
              </a:spcAft>
              <a:buNone/>
            </a:pPr>
            <a:endParaRPr sz="1000">
              <a:solidFill>
                <a:srgbClr val="FFFFFF"/>
              </a:solidFill>
            </a:endParaRPr>
          </a:p>
        </p:txBody>
      </p:sp>
      <p:sp>
        <p:nvSpPr>
          <p:cNvPr id="3150" name="Google Shape;3150;p54"/>
          <p:cNvSpPr txBox="1"/>
          <p:nvPr/>
        </p:nvSpPr>
        <p:spPr>
          <a:xfrm>
            <a:off x="1048350" y="4314290"/>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000">
                <a:solidFill>
                  <a:srgbClr val="FFFFFF"/>
                </a:solidFill>
              </a:rPr>
              <a:t>For more information about editing slides, please </a:t>
            </a:r>
            <a:r>
              <a:rPr lang="en" sz="900">
                <a:solidFill>
                  <a:srgbClr val="FFFFFF"/>
                </a:solidFill>
              </a:rPr>
              <a:t>read </a:t>
            </a:r>
            <a:r>
              <a:rPr lang="en" sz="1000">
                <a:solidFill>
                  <a:srgbClr val="FFFFFF"/>
                </a:solidFill>
              </a:rPr>
              <a:t>our FAQs or visit Slidesgo School:</a:t>
            </a:r>
            <a:endParaRPr sz="1000">
              <a:solidFill>
                <a:srgbClr val="FFFFFF"/>
              </a:solidFill>
            </a:endParaRPr>
          </a:p>
          <a:p>
            <a:pPr marL="0" lvl="0" indent="0" algn="ctr" rtl="0">
              <a:lnSpc>
                <a:spcPct val="115000"/>
              </a:lnSpc>
              <a:spcBef>
                <a:spcPts val="0"/>
              </a:spcBef>
              <a:spcAft>
                <a:spcPts val="0"/>
              </a:spcAft>
              <a:buNone/>
            </a:pPr>
            <a:r>
              <a:rPr lang="en" sz="1000" u="sng">
                <a:solidFill>
                  <a:srgbClr val="869FB2"/>
                </a:solidFill>
                <a:hlinkClick r:id="rId4">
                  <a:extLst>
                    <a:ext uri="{A12FA001-AC4F-418D-AE19-62706E023703}">
                      <ahyp:hlinkClr xmlns:ahyp="http://schemas.microsoft.com/office/drawing/2018/hyperlinkcolo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5">
                  <a:extLst>
                    <a:ext uri="{A12FA001-AC4F-418D-AE19-62706E023703}">
                      <ahyp:hlinkClr xmlns:ahyp="http://schemas.microsoft.com/office/drawing/2018/hyperlinkcolor" val="tx"/>
                    </a:ext>
                  </a:extLst>
                </a:hlinkClick>
              </a:rPr>
              <a:t>https://slidesgo.com/slidesgo-school</a:t>
            </a:r>
            <a:endParaRPr sz="1000" u="sng">
              <a:solidFill>
                <a:srgbClr val="869FB2"/>
              </a:solidFill>
            </a:endParaRPr>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154"/>
        <p:cNvGrpSpPr/>
        <p:nvPr/>
      </p:nvGrpSpPr>
      <p:grpSpPr>
        <a:xfrm>
          <a:off x="0" y="0"/>
          <a:ext cx="0" cy="0"/>
          <a:chOff x="0" y="0"/>
          <a:chExt cx="0" cy="0"/>
        </a:xfrm>
      </p:grpSpPr>
      <p:sp>
        <p:nvSpPr>
          <p:cNvPr id="3155" name="Google Shape;3155;p55"/>
          <p:cNvSpPr txBox="1"/>
          <p:nvPr/>
        </p:nvSpPr>
        <p:spPr>
          <a:xfrm>
            <a:off x="1068100" y="1087849"/>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rgbClr val="FFFFFF"/>
                </a:solidFill>
              </a:rPr>
              <a:t>This presentation has been made using the following fonts:</a:t>
            </a:r>
            <a:endParaRPr sz="1100">
              <a:solidFill>
                <a:srgbClr val="FFFFFF"/>
              </a:solidFill>
            </a:endParaRPr>
          </a:p>
          <a:p>
            <a:pPr marL="0" lvl="0" indent="0" algn="l" rtl="0">
              <a:lnSpc>
                <a:spcPct val="115000"/>
              </a:lnSpc>
              <a:spcBef>
                <a:spcPts val="0"/>
              </a:spcBef>
              <a:spcAft>
                <a:spcPts val="0"/>
              </a:spcAft>
              <a:buNone/>
            </a:pPr>
            <a:endParaRPr sz="1300">
              <a:solidFill>
                <a:srgbClr val="435D74"/>
              </a:solidFill>
            </a:endParaRPr>
          </a:p>
        </p:txBody>
      </p:sp>
      <p:sp>
        <p:nvSpPr>
          <p:cNvPr id="3156" name="Google Shape;3156;p55"/>
          <p:cNvSpPr txBox="1"/>
          <p:nvPr/>
        </p:nvSpPr>
        <p:spPr>
          <a:xfrm>
            <a:off x="1068100" y="1610422"/>
            <a:ext cx="7047300" cy="12549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b="1">
                <a:solidFill>
                  <a:srgbClr val="EFEFEF"/>
                </a:solidFill>
              </a:rPr>
              <a:t>Fira Code</a:t>
            </a:r>
            <a:endParaRPr sz="1100" b="1">
              <a:solidFill>
                <a:srgbClr val="EFEFEF"/>
              </a:solidFill>
            </a:endParaRPr>
          </a:p>
          <a:p>
            <a:pPr marL="0" lvl="0" indent="0" algn="ctr" rtl="0">
              <a:lnSpc>
                <a:spcPct val="115000"/>
              </a:lnSpc>
              <a:spcBef>
                <a:spcPts val="0"/>
              </a:spcBef>
              <a:spcAft>
                <a:spcPts val="0"/>
              </a:spcAft>
              <a:buNone/>
            </a:pPr>
            <a:r>
              <a:rPr lang="en" sz="1100">
                <a:solidFill>
                  <a:srgbClr val="FFFFFF"/>
                </a:solidFill>
              </a:rPr>
              <a:t>(</a:t>
            </a:r>
            <a:r>
              <a:rPr lang="en" sz="1100">
                <a:solidFill>
                  <a:srgbClr val="FFFFFF"/>
                </a:solidFill>
                <a:uFill>
                  <a:noFill/>
                </a:uFill>
                <a:hlinkClick r:id="rId3">
                  <a:extLst>
                    <a:ext uri="{A12FA001-AC4F-418D-AE19-62706E023703}">
                      <ahyp:hlinkClr xmlns:ahyp="http://schemas.microsoft.com/office/drawing/2018/hyperlinkcolor" val="tx"/>
                    </a:ext>
                  </a:extLst>
                </a:hlinkClick>
              </a:rPr>
              <a:t>https://fonts.google.com/specimen/Fira+Code</a:t>
            </a:r>
            <a:r>
              <a:rPr lang="en" sz="1100">
                <a:solidFill>
                  <a:srgbClr val="FFFFFF"/>
                </a:solidFill>
              </a:rPr>
              <a:t>)</a:t>
            </a:r>
            <a:endParaRPr sz="1100">
              <a:solidFill>
                <a:srgbClr val="FFFFFF"/>
              </a:solidFill>
            </a:endParaRPr>
          </a:p>
        </p:txBody>
      </p:sp>
      <p:sp>
        <p:nvSpPr>
          <p:cNvPr id="3157" name="Google Shape;3157;p55"/>
          <p:cNvSpPr/>
          <p:nvPr/>
        </p:nvSpPr>
        <p:spPr>
          <a:xfrm>
            <a:off x="2052650" y="2988225"/>
            <a:ext cx="791400" cy="754200"/>
          </a:xfrm>
          <a:prstGeom prst="roundRect">
            <a:avLst>
              <a:gd name="adj" fmla="val 16667"/>
            </a:avLst>
          </a:prstGeom>
          <a:solidFill>
            <a:srgbClr val="16191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55"/>
          <p:cNvSpPr/>
          <p:nvPr/>
        </p:nvSpPr>
        <p:spPr>
          <a:xfrm>
            <a:off x="3114470" y="2988225"/>
            <a:ext cx="791400" cy="754200"/>
          </a:xfrm>
          <a:prstGeom prst="roundRect">
            <a:avLst>
              <a:gd name="adj" fmla="val 16667"/>
            </a:avLst>
          </a:prstGeom>
          <a:solidFill>
            <a:srgbClr val="2E323B"/>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55"/>
          <p:cNvSpPr/>
          <p:nvPr/>
        </p:nvSpPr>
        <p:spPr>
          <a:xfrm>
            <a:off x="4176289" y="2988225"/>
            <a:ext cx="791400" cy="754200"/>
          </a:xfrm>
          <a:prstGeom prst="roundRect">
            <a:avLst>
              <a:gd name="adj" fmla="val 16667"/>
            </a:avLst>
          </a:prstGeom>
          <a:solidFill>
            <a:srgbClr val="70707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55"/>
          <p:cNvSpPr txBox="1"/>
          <p:nvPr/>
        </p:nvSpPr>
        <p:spPr>
          <a:xfrm>
            <a:off x="205265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#16191f</a:t>
            </a:r>
            <a:endParaRPr sz="1000">
              <a:solidFill>
                <a:srgbClr val="FFFFFF"/>
              </a:solidFill>
            </a:endParaRPr>
          </a:p>
        </p:txBody>
      </p:sp>
      <p:sp>
        <p:nvSpPr>
          <p:cNvPr id="3161" name="Google Shape;3161;p55"/>
          <p:cNvSpPr txBox="1"/>
          <p:nvPr/>
        </p:nvSpPr>
        <p:spPr>
          <a:xfrm>
            <a:off x="3114475"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#2e323b</a:t>
            </a:r>
            <a:endParaRPr sz="1000">
              <a:solidFill>
                <a:srgbClr val="FFFFFF"/>
              </a:solidFill>
            </a:endParaRPr>
          </a:p>
        </p:txBody>
      </p:sp>
      <p:sp>
        <p:nvSpPr>
          <p:cNvPr id="3162" name="Google Shape;3162;p55"/>
          <p:cNvSpPr txBox="1"/>
          <p:nvPr/>
        </p:nvSpPr>
        <p:spPr>
          <a:xfrm>
            <a:off x="417630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#707070</a:t>
            </a:r>
            <a:endParaRPr sz="1000">
              <a:solidFill>
                <a:srgbClr val="FFFFFF"/>
              </a:solidFill>
            </a:endParaRPr>
          </a:p>
        </p:txBody>
      </p:sp>
      <p:sp>
        <p:nvSpPr>
          <p:cNvPr id="3163" name="Google Shape;3163;p55"/>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Fonts &amp; colors used</a:t>
            </a:r>
            <a:endParaRPr sz="2400">
              <a:solidFill>
                <a:srgbClr val="FFFFFF"/>
              </a:solidFill>
            </a:endParaRPr>
          </a:p>
        </p:txBody>
      </p:sp>
      <p:sp>
        <p:nvSpPr>
          <p:cNvPr id="3164" name="Google Shape;3164;p55"/>
          <p:cNvSpPr/>
          <p:nvPr/>
        </p:nvSpPr>
        <p:spPr>
          <a:xfrm>
            <a:off x="5238125" y="2988225"/>
            <a:ext cx="791400" cy="754200"/>
          </a:xfrm>
          <a:prstGeom prst="roundRect">
            <a:avLst>
              <a:gd name="adj" fmla="val 16667"/>
            </a:avLst>
          </a:prstGeom>
          <a:solidFill>
            <a:srgbClr val="E7E7E7"/>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55"/>
          <p:cNvSpPr txBox="1"/>
          <p:nvPr/>
        </p:nvSpPr>
        <p:spPr>
          <a:xfrm>
            <a:off x="5238125"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#e7e7e7</a:t>
            </a:r>
            <a:endParaRPr sz="1000">
              <a:solidFill>
                <a:schemeClr val="dk1"/>
              </a:solidFill>
            </a:endParaRPr>
          </a:p>
        </p:txBody>
      </p:sp>
      <p:sp>
        <p:nvSpPr>
          <p:cNvPr id="3166" name="Google Shape;3166;p55"/>
          <p:cNvSpPr/>
          <p:nvPr/>
        </p:nvSpPr>
        <p:spPr>
          <a:xfrm>
            <a:off x="2052650" y="3919325"/>
            <a:ext cx="791400" cy="754200"/>
          </a:xfrm>
          <a:prstGeom prst="roundRect">
            <a:avLst>
              <a:gd name="adj" fmla="val 16667"/>
            </a:avLst>
          </a:prstGeom>
          <a:solidFill>
            <a:srgbClr val="FF5858"/>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55"/>
          <p:cNvSpPr/>
          <p:nvPr/>
        </p:nvSpPr>
        <p:spPr>
          <a:xfrm>
            <a:off x="3114470" y="3919325"/>
            <a:ext cx="791400" cy="754200"/>
          </a:xfrm>
          <a:prstGeom prst="roundRect">
            <a:avLst>
              <a:gd name="adj" fmla="val 16667"/>
            </a:avLst>
          </a:prstGeom>
          <a:solidFill>
            <a:srgbClr val="FCC642"/>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55"/>
          <p:cNvSpPr/>
          <p:nvPr/>
        </p:nvSpPr>
        <p:spPr>
          <a:xfrm>
            <a:off x="4176289" y="3919325"/>
            <a:ext cx="791400" cy="754200"/>
          </a:xfrm>
          <a:prstGeom prst="roundRect">
            <a:avLst>
              <a:gd name="adj" fmla="val 16667"/>
            </a:avLst>
          </a:prstGeom>
          <a:solidFill>
            <a:srgbClr val="DBA0DB"/>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55"/>
          <p:cNvSpPr txBox="1"/>
          <p:nvPr/>
        </p:nvSpPr>
        <p:spPr>
          <a:xfrm>
            <a:off x="2052650"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#ff5858</a:t>
            </a:r>
            <a:endParaRPr sz="1000">
              <a:solidFill>
                <a:srgbClr val="FFFFFF"/>
              </a:solidFill>
            </a:endParaRPr>
          </a:p>
        </p:txBody>
      </p:sp>
      <p:sp>
        <p:nvSpPr>
          <p:cNvPr id="3170" name="Google Shape;3170;p55"/>
          <p:cNvSpPr txBox="1"/>
          <p:nvPr/>
        </p:nvSpPr>
        <p:spPr>
          <a:xfrm>
            <a:off x="3114475"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#fcc642</a:t>
            </a:r>
            <a:endParaRPr sz="1000">
              <a:solidFill>
                <a:schemeClr val="dk1"/>
              </a:solidFill>
            </a:endParaRPr>
          </a:p>
        </p:txBody>
      </p:sp>
      <p:sp>
        <p:nvSpPr>
          <p:cNvPr id="3171" name="Google Shape;3171;p55"/>
          <p:cNvSpPr txBox="1"/>
          <p:nvPr/>
        </p:nvSpPr>
        <p:spPr>
          <a:xfrm>
            <a:off x="4176300"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#dba0db</a:t>
            </a:r>
            <a:endParaRPr sz="1000">
              <a:solidFill>
                <a:schemeClr val="dk1"/>
              </a:solidFill>
            </a:endParaRPr>
          </a:p>
        </p:txBody>
      </p:sp>
      <p:sp>
        <p:nvSpPr>
          <p:cNvPr id="3172" name="Google Shape;3172;p55"/>
          <p:cNvSpPr/>
          <p:nvPr/>
        </p:nvSpPr>
        <p:spPr>
          <a:xfrm>
            <a:off x="5238125" y="3919325"/>
            <a:ext cx="791400" cy="754200"/>
          </a:xfrm>
          <a:prstGeom prst="roundRect">
            <a:avLst>
              <a:gd name="adj" fmla="val 16667"/>
            </a:avLst>
          </a:prstGeom>
          <a:solidFill>
            <a:srgbClr val="72D9F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55"/>
          <p:cNvSpPr txBox="1"/>
          <p:nvPr/>
        </p:nvSpPr>
        <p:spPr>
          <a:xfrm>
            <a:off x="5238125"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#72d9f0</a:t>
            </a:r>
            <a:endParaRPr sz="1000">
              <a:solidFill>
                <a:schemeClr val="dk1"/>
              </a:solidFill>
            </a:endParaRPr>
          </a:p>
        </p:txBody>
      </p:sp>
      <p:sp>
        <p:nvSpPr>
          <p:cNvPr id="3174" name="Google Shape;3174;p55"/>
          <p:cNvSpPr/>
          <p:nvPr/>
        </p:nvSpPr>
        <p:spPr>
          <a:xfrm>
            <a:off x="6299950" y="2988225"/>
            <a:ext cx="791400" cy="754200"/>
          </a:xfrm>
          <a:prstGeom prst="roundRect">
            <a:avLst>
              <a:gd name="adj" fmla="val 16667"/>
            </a:avLst>
          </a:prstGeom>
          <a:solidFill>
            <a:schemeClr val="lt1"/>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55"/>
          <p:cNvSpPr txBox="1"/>
          <p:nvPr/>
        </p:nvSpPr>
        <p:spPr>
          <a:xfrm>
            <a:off x="629995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#ffffff</a:t>
            </a:r>
            <a:endParaRPr sz="1000">
              <a:solidFill>
                <a:schemeClr val="dk1"/>
              </a:solidFill>
            </a:endParaRPr>
          </a:p>
        </p:txBody>
      </p:sp>
      <p:sp>
        <p:nvSpPr>
          <p:cNvPr id="3176" name="Google Shape;3176;p55"/>
          <p:cNvSpPr/>
          <p:nvPr/>
        </p:nvSpPr>
        <p:spPr>
          <a:xfrm>
            <a:off x="6299950" y="3919325"/>
            <a:ext cx="791400" cy="754200"/>
          </a:xfrm>
          <a:prstGeom prst="roundRect">
            <a:avLst>
              <a:gd name="adj" fmla="val 16667"/>
            </a:avLst>
          </a:prstGeom>
          <a:solidFill>
            <a:srgbClr val="A5CF27"/>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55"/>
          <p:cNvSpPr txBox="1"/>
          <p:nvPr/>
        </p:nvSpPr>
        <p:spPr>
          <a:xfrm>
            <a:off x="6299950"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#a5cf27</a:t>
            </a:r>
            <a:endParaRPr sz="1000">
              <a:solidFill>
                <a:schemeClr val="dk1"/>
              </a:solidFill>
            </a:endParaRP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181"/>
        <p:cNvGrpSpPr/>
        <p:nvPr/>
      </p:nvGrpSpPr>
      <p:grpSpPr>
        <a:xfrm>
          <a:off x="0" y="0"/>
          <a:ext cx="0" cy="0"/>
          <a:chOff x="0" y="0"/>
          <a:chExt cx="0" cy="0"/>
        </a:xfrm>
      </p:grpSpPr>
      <p:sp>
        <p:nvSpPr>
          <p:cNvPr id="3182" name="Google Shape;3182;p56"/>
          <p:cNvSpPr txBox="1"/>
          <p:nvPr/>
        </p:nvSpPr>
        <p:spPr>
          <a:xfrm>
            <a:off x="1252425" y="1086401"/>
            <a:ext cx="6630900" cy="8526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xmlns:ahyp="http://schemas.microsoft.com/office/drawing/2018/hyperlinkcolor" val="tx"/>
                    </a:ext>
                  </a:extLst>
                </a:hlinkClick>
              </a:rPr>
              <a:t>How it Works.</a:t>
            </a:r>
            <a:endParaRPr sz="1100">
              <a:solidFill>
                <a:srgbClr val="869FB2"/>
              </a:solidFill>
            </a:endParaRPr>
          </a:p>
        </p:txBody>
      </p:sp>
      <p:pic>
        <p:nvPicPr>
          <p:cNvPr id="3183" name="Google Shape;3183;p56"/>
          <p:cNvPicPr preferRelativeResize="0"/>
          <p:nvPr/>
        </p:nvPicPr>
        <p:blipFill rotWithShape="1">
          <a:blip r:embed="rId4">
            <a:alphaModFix/>
          </a:blip>
          <a:srcRect t="16540" b="16547"/>
          <a:stretch/>
        </p:blipFill>
        <p:spPr>
          <a:xfrm>
            <a:off x="510820" y="2688639"/>
            <a:ext cx="1606719" cy="1075073"/>
          </a:xfrm>
          <a:prstGeom prst="rect">
            <a:avLst/>
          </a:prstGeom>
          <a:noFill/>
          <a:ln>
            <a:noFill/>
          </a:ln>
        </p:spPr>
      </p:pic>
      <p:sp>
        <p:nvSpPr>
          <p:cNvPr id="3184" name="Google Shape;3184;p56">
            <a:hlinkClick r:id="rId5"/>
          </p:cNvPr>
          <p:cNvSpPr txBox="1"/>
          <p:nvPr/>
        </p:nvSpPr>
        <p:spPr>
          <a:xfrm>
            <a:off x="678041"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5">
                  <a:extLst>
                    <a:ext uri="{A12FA001-AC4F-418D-AE19-62706E023703}">
                      <ahyp:hlinkClr xmlns:ahyp="http://schemas.microsoft.com/office/drawing/2018/hyperlinkcolor" val="tx"/>
                    </a:ext>
                  </a:extLst>
                </a:hlinkClick>
              </a:rPr>
              <a:t>Pana</a:t>
            </a:r>
            <a:endParaRPr>
              <a:solidFill>
                <a:srgbClr val="869FB2"/>
              </a:solidFill>
            </a:endParaRPr>
          </a:p>
        </p:txBody>
      </p:sp>
      <p:sp>
        <p:nvSpPr>
          <p:cNvPr id="3185" name="Google Shape;3185;p56">
            <a:hlinkClick r:id="rId6"/>
          </p:cNvPr>
          <p:cNvSpPr txBox="1"/>
          <p:nvPr/>
        </p:nvSpPr>
        <p:spPr>
          <a:xfrm>
            <a:off x="2289219"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6">
                  <a:extLst>
                    <a:ext uri="{A12FA001-AC4F-418D-AE19-62706E023703}">
                      <ahyp:hlinkClr xmlns:ahyp="http://schemas.microsoft.com/office/drawing/2018/hyperlinkcolor" val="tx"/>
                    </a:ext>
                  </a:extLst>
                </a:hlinkClick>
              </a:rPr>
              <a:t>Amico</a:t>
            </a:r>
            <a:endParaRPr>
              <a:solidFill>
                <a:srgbClr val="869FB2"/>
              </a:solidFill>
            </a:endParaRPr>
          </a:p>
        </p:txBody>
      </p:sp>
      <p:sp>
        <p:nvSpPr>
          <p:cNvPr id="3186" name="Google Shape;3186;p56">
            <a:hlinkClick r:id="rId7"/>
          </p:cNvPr>
          <p:cNvSpPr txBox="1"/>
          <p:nvPr/>
        </p:nvSpPr>
        <p:spPr>
          <a:xfrm>
            <a:off x="3900404"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7">
                  <a:extLst>
                    <a:ext uri="{A12FA001-AC4F-418D-AE19-62706E023703}">
                      <ahyp:hlinkClr xmlns:ahyp="http://schemas.microsoft.com/office/drawing/2018/hyperlinkcolor" val="tx"/>
                    </a:ext>
                  </a:extLst>
                </a:hlinkClick>
              </a:rPr>
              <a:t>Bro</a:t>
            </a:r>
            <a:endParaRPr>
              <a:solidFill>
                <a:srgbClr val="869FB2"/>
              </a:solidFill>
            </a:endParaRPr>
          </a:p>
        </p:txBody>
      </p:sp>
      <p:sp>
        <p:nvSpPr>
          <p:cNvPr id="3187" name="Google Shape;3187;p56">
            <a:hlinkClick r:id="rId8"/>
          </p:cNvPr>
          <p:cNvSpPr txBox="1"/>
          <p:nvPr/>
        </p:nvSpPr>
        <p:spPr>
          <a:xfrm>
            <a:off x="5511563"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8">
                  <a:extLst>
                    <a:ext uri="{A12FA001-AC4F-418D-AE19-62706E023703}">
                      <ahyp:hlinkClr xmlns:ahyp="http://schemas.microsoft.com/office/drawing/2018/hyperlinkcolor" val="tx"/>
                    </a:ext>
                  </a:extLst>
                </a:hlinkClick>
              </a:rPr>
              <a:t>Rafiki</a:t>
            </a:r>
            <a:endParaRPr>
              <a:solidFill>
                <a:srgbClr val="869FB2"/>
              </a:solidFill>
            </a:endParaRPr>
          </a:p>
        </p:txBody>
      </p:sp>
      <p:pic>
        <p:nvPicPr>
          <p:cNvPr id="3188" name="Google Shape;3188;p56"/>
          <p:cNvPicPr preferRelativeResize="0"/>
          <p:nvPr/>
        </p:nvPicPr>
        <p:blipFill rotWithShape="1">
          <a:blip r:embed="rId9">
            <a:alphaModFix/>
          </a:blip>
          <a:srcRect/>
          <a:stretch/>
        </p:blipFill>
        <p:spPr>
          <a:xfrm>
            <a:off x="2255077" y="2410850"/>
            <a:ext cx="1340595" cy="1340603"/>
          </a:xfrm>
          <a:prstGeom prst="rect">
            <a:avLst/>
          </a:prstGeom>
          <a:noFill/>
          <a:ln>
            <a:noFill/>
          </a:ln>
        </p:spPr>
      </p:pic>
      <p:pic>
        <p:nvPicPr>
          <p:cNvPr id="3189" name="Google Shape;3189;p56"/>
          <p:cNvPicPr preferRelativeResize="0"/>
          <p:nvPr/>
        </p:nvPicPr>
        <p:blipFill rotWithShape="1">
          <a:blip r:embed="rId10">
            <a:alphaModFix/>
          </a:blip>
          <a:srcRect l="4194" t="11228" r="4213" b="8854"/>
          <a:stretch/>
        </p:blipFill>
        <p:spPr>
          <a:xfrm>
            <a:off x="3774275" y="2532512"/>
            <a:ext cx="1448304" cy="1263588"/>
          </a:xfrm>
          <a:prstGeom prst="rect">
            <a:avLst/>
          </a:prstGeom>
          <a:noFill/>
          <a:ln>
            <a:noFill/>
          </a:ln>
        </p:spPr>
      </p:pic>
      <p:pic>
        <p:nvPicPr>
          <p:cNvPr id="3190" name="Google Shape;3190;p56"/>
          <p:cNvPicPr preferRelativeResize="0"/>
          <p:nvPr/>
        </p:nvPicPr>
        <p:blipFill rotWithShape="1">
          <a:blip r:embed="rId11">
            <a:alphaModFix/>
          </a:blip>
          <a:srcRect t="6567" b="11945"/>
          <a:stretch/>
        </p:blipFill>
        <p:spPr>
          <a:xfrm>
            <a:off x="5347337" y="2581527"/>
            <a:ext cx="1448284" cy="1180164"/>
          </a:xfrm>
          <a:prstGeom prst="rect">
            <a:avLst/>
          </a:prstGeom>
          <a:noFill/>
          <a:ln>
            <a:noFill/>
          </a:ln>
        </p:spPr>
      </p:pic>
      <p:pic>
        <p:nvPicPr>
          <p:cNvPr id="3191" name="Google Shape;3191;p56"/>
          <p:cNvPicPr preferRelativeResize="0"/>
          <p:nvPr/>
        </p:nvPicPr>
        <p:blipFill rotWithShape="1">
          <a:blip r:embed="rId12">
            <a:alphaModFix/>
          </a:blip>
          <a:srcRect t="11708" b="17967"/>
          <a:stretch/>
        </p:blipFill>
        <p:spPr>
          <a:xfrm>
            <a:off x="6836257" y="2523903"/>
            <a:ext cx="1796923" cy="1263600"/>
          </a:xfrm>
          <a:prstGeom prst="rect">
            <a:avLst/>
          </a:prstGeom>
          <a:noFill/>
          <a:ln>
            <a:noFill/>
          </a:ln>
        </p:spPr>
      </p:pic>
      <p:sp>
        <p:nvSpPr>
          <p:cNvPr id="3192" name="Google Shape;3192;p56">
            <a:hlinkClick r:id="rId13"/>
          </p:cNvPr>
          <p:cNvSpPr txBox="1"/>
          <p:nvPr/>
        </p:nvSpPr>
        <p:spPr>
          <a:xfrm>
            <a:off x="7122738"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13">
                  <a:extLst>
                    <a:ext uri="{A12FA001-AC4F-418D-AE19-62706E023703}">
                      <ahyp:hlinkClr xmlns:ahyp="http://schemas.microsoft.com/office/drawing/2018/hyperlinkcolor" val="tx"/>
                    </a:ext>
                  </a:extLst>
                </a:hlinkClick>
              </a:rPr>
              <a:t>Cuate</a:t>
            </a:r>
            <a:endParaRPr>
              <a:solidFill>
                <a:srgbClr val="869FB2"/>
              </a:solidFill>
            </a:endParaRPr>
          </a:p>
        </p:txBody>
      </p:sp>
      <p:sp>
        <p:nvSpPr>
          <p:cNvPr id="3193" name="Google Shape;3193;p56"/>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Storyset</a:t>
            </a:r>
            <a:endParaRPr sz="2400">
              <a:solidFill>
                <a:srgbClr val="FFFFFF"/>
              </a:solidFill>
            </a:endParaRP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197"/>
        <p:cNvGrpSpPr/>
        <p:nvPr/>
      </p:nvGrpSpPr>
      <p:grpSpPr>
        <a:xfrm>
          <a:off x="0" y="0"/>
          <a:ext cx="0" cy="0"/>
          <a:chOff x="0" y="0"/>
          <a:chExt cx="0" cy="0"/>
        </a:xfrm>
      </p:grpSpPr>
      <p:sp>
        <p:nvSpPr>
          <p:cNvPr id="3198" name="Google Shape;3198;p57"/>
          <p:cNvSpPr txBox="1"/>
          <p:nvPr/>
        </p:nvSpPr>
        <p:spPr>
          <a:xfrm>
            <a:off x="1068100" y="1221875"/>
            <a:ext cx="7047300" cy="482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xmlns:ahyp="http://schemas.microsoft.com/office/drawing/2018/hyperlinkcolor" val="tx"/>
                    </a:ext>
                  </a:extLst>
                </a:hlinkClick>
              </a:rPr>
              <a:t>infographics</a:t>
            </a:r>
            <a:r>
              <a:rPr lang="en" sz="1100">
                <a:solidFill>
                  <a:srgbClr val="FFFFFF"/>
                </a:solidFill>
              </a:rPr>
              <a:t> on Slidesgo.</a:t>
            </a:r>
            <a:endParaRPr sz="1100">
              <a:solidFill>
                <a:srgbClr val="FFFFFF"/>
              </a:solidFill>
            </a:endParaRPr>
          </a:p>
        </p:txBody>
      </p:sp>
      <p:grpSp>
        <p:nvGrpSpPr>
          <p:cNvPr id="3199" name="Google Shape;3199;p57"/>
          <p:cNvGrpSpPr/>
          <p:nvPr/>
        </p:nvGrpSpPr>
        <p:grpSpPr>
          <a:xfrm>
            <a:off x="5156078" y="3085736"/>
            <a:ext cx="474294" cy="551291"/>
            <a:chOff x="4727025" y="1332775"/>
            <a:chExt cx="59900" cy="69625"/>
          </a:xfrm>
        </p:grpSpPr>
        <p:sp>
          <p:nvSpPr>
            <p:cNvPr id="3200" name="Google Shape;3200;p57"/>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57"/>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02" name="Google Shape;3202;p57"/>
          <p:cNvGrpSpPr/>
          <p:nvPr/>
        </p:nvGrpSpPr>
        <p:grpSpPr>
          <a:xfrm>
            <a:off x="5769734" y="2314340"/>
            <a:ext cx="555653" cy="557031"/>
            <a:chOff x="4820425" y="1329900"/>
            <a:chExt cx="70175" cy="70350"/>
          </a:xfrm>
        </p:grpSpPr>
        <p:sp>
          <p:nvSpPr>
            <p:cNvPr id="3203" name="Google Shape;3203;p57"/>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57"/>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57"/>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57"/>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07" name="Google Shape;3207;p57"/>
          <p:cNvGrpSpPr/>
          <p:nvPr/>
        </p:nvGrpSpPr>
        <p:grpSpPr>
          <a:xfrm>
            <a:off x="6396103" y="2318845"/>
            <a:ext cx="582574" cy="533871"/>
            <a:chOff x="4903200" y="1331525"/>
            <a:chExt cx="73575" cy="67425"/>
          </a:xfrm>
        </p:grpSpPr>
        <p:sp>
          <p:nvSpPr>
            <p:cNvPr id="3208" name="Google Shape;3208;p57"/>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57"/>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0" name="Google Shape;3210;p57"/>
          <p:cNvGrpSpPr/>
          <p:nvPr/>
        </p:nvGrpSpPr>
        <p:grpSpPr>
          <a:xfrm>
            <a:off x="5755581" y="3078709"/>
            <a:ext cx="583960" cy="565345"/>
            <a:chOff x="4815575" y="1416800"/>
            <a:chExt cx="73750" cy="71400"/>
          </a:xfrm>
        </p:grpSpPr>
        <p:sp>
          <p:nvSpPr>
            <p:cNvPr id="3211" name="Google Shape;3211;p57"/>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57"/>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57"/>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4" name="Google Shape;3214;p57"/>
          <p:cNvGrpSpPr/>
          <p:nvPr/>
        </p:nvGrpSpPr>
        <p:grpSpPr>
          <a:xfrm>
            <a:off x="6390362" y="3108896"/>
            <a:ext cx="589898" cy="504970"/>
            <a:chOff x="4902475" y="1418875"/>
            <a:chExt cx="74500" cy="63775"/>
          </a:xfrm>
        </p:grpSpPr>
        <p:sp>
          <p:nvSpPr>
            <p:cNvPr id="3215" name="Google Shape;3215;p57"/>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57"/>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7" name="Google Shape;3217;p57"/>
          <p:cNvGrpSpPr/>
          <p:nvPr/>
        </p:nvGrpSpPr>
        <p:grpSpPr>
          <a:xfrm>
            <a:off x="5765577" y="3826000"/>
            <a:ext cx="563967" cy="567127"/>
            <a:chOff x="4818100" y="1507675"/>
            <a:chExt cx="71225" cy="71625"/>
          </a:xfrm>
        </p:grpSpPr>
        <p:sp>
          <p:nvSpPr>
            <p:cNvPr id="3218" name="Google Shape;3218;p57"/>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57"/>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57"/>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57"/>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2" name="Google Shape;3222;p57"/>
          <p:cNvGrpSpPr/>
          <p:nvPr/>
        </p:nvGrpSpPr>
        <p:grpSpPr>
          <a:xfrm>
            <a:off x="5079075" y="3829461"/>
            <a:ext cx="628301" cy="588505"/>
            <a:chOff x="4721450" y="1509475"/>
            <a:chExt cx="79350" cy="74325"/>
          </a:xfrm>
        </p:grpSpPr>
        <p:sp>
          <p:nvSpPr>
            <p:cNvPr id="3223" name="Google Shape;3223;p57"/>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57"/>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57"/>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57"/>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7" name="Google Shape;3227;p57"/>
          <p:cNvGrpSpPr/>
          <p:nvPr/>
        </p:nvGrpSpPr>
        <p:grpSpPr>
          <a:xfrm>
            <a:off x="6424608" y="3814027"/>
            <a:ext cx="557038" cy="562772"/>
            <a:chOff x="4906800" y="1507500"/>
            <a:chExt cx="70350" cy="71075"/>
          </a:xfrm>
        </p:grpSpPr>
        <p:sp>
          <p:nvSpPr>
            <p:cNvPr id="3228" name="Google Shape;3228;p57"/>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57"/>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57"/>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57"/>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57"/>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3" name="Google Shape;3233;p57"/>
          <p:cNvGrpSpPr/>
          <p:nvPr/>
        </p:nvGrpSpPr>
        <p:grpSpPr>
          <a:xfrm>
            <a:off x="4462216" y="2340963"/>
            <a:ext cx="517934" cy="517934"/>
            <a:chOff x="3736598" y="2170606"/>
            <a:chExt cx="404889" cy="404889"/>
          </a:xfrm>
        </p:grpSpPr>
        <p:sp>
          <p:nvSpPr>
            <p:cNvPr id="3234" name="Google Shape;3234;p57"/>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57"/>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57"/>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57"/>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8" name="Google Shape;3238;p57"/>
          <p:cNvGrpSpPr/>
          <p:nvPr/>
        </p:nvGrpSpPr>
        <p:grpSpPr>
          <a:xfrm>
            <a:off x="3729277" y="2341061"/>
            <a:ext cx="586986" cy="517740"/>
            <a:chOff x="3161917" y="2170682"/>
            <a:chExt cx="458870" cy="404737"/>
          </a:xfrm>
        </p:grpSpPr>
        <p:sp>
          <p:nvSpPr>
            <p:cNvPr id="3239" name="Google Shape;3239;p57"/>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57"/>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57"/>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2" name="Google Shape;3242;p57"/>
          <p:cNvGrpSpPr/>
          <p:nvPr/>
        </p:nvGrpSpPr>
        <p:grpSpPr>
          <a:xfrm>
            <a:off x="3752299" y="3102400"/>
            <a:ext cx="540943" cy="517963"/>
            <a:chOff x="3179914" y="2889488"/>
            <a:chExt cx="422876" cy="404911"/>
          </a:xfrm>
        </p:grpSpPr>
        <p:sp>
          <p:nvSpPr>
            <p:cNvPr id="3243" name="Google Shape;3243;p57"/>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57"/>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57"/>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57"/>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57"/>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57"/>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9" name="Google Shape;3249;p57"/>
          <p:cNvGrpSpPr/>
          <p:nvPr/>
        </p:nvGrpSpPr>
        <p:grpSpPr>
          <a:xfrm>
            <a:off x="4453093" y="3102358"/>
            <a:ext cx="536180" cy="518047"/>
            <a:chOff x="3729467" y="2889422"/>
            <a:chExt cx="419153" cy="404977"/>
          </a:xfrm>
        </p:grpSpPr>
        <p:sp>
          <p:nvSpPr>
            <p:cNvPr id="3250" name="Google Shape;3250;p57"/>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57"/>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57"/>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57"/>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57"/>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57"/>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57"/>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57" name="Google Shape;3257;p57"/>
          <p:cNvGrpSpPr/>
          <p:nvPr/>
        </p:nvGrpSpPr>
        <p:grpSpPr>
          <a:xfrm>
            <a:off x="1990126" y="3445787"/>
            <a:ext cx="965351" cy="134611"/>
            <a:chOff x="4411970" y="2962952"/>
            <a:chExt cx="706544" cy="104212"/>
          </a:xfrm>
        </p:grpSpPr>
        <p:sp>
          <p:nvSpPr>
            <p:cNvPr id="3258" name="Google Shape;3258;p57"/>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57"/>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57"/>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57"/>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62" name="Google Shape;3262;p57"/>
          <p:cNvGrpSpPr/>
          <p:nvPr/>
        </p:nvGrpSpPr>
        <p:grpSpPr>
          <a:xfrm>
            <a:off x="1990126" y="3041077"/>
            <a:ext cx="960158" cy="289172"/>
            <a:chOff x="4411970" y="2726085"/>
            <a:chExt cx="643107" cy="193659"/>
          </a:xfrm>
        </p:grpSpPr>
        <p:sp>
          <p:nvSpPr>
            <p:cNvPr id="3263" name="Google Shape;3263;p57"/>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57"/>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57"/>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66" name="Google Shape;3266;p57"/>
          <p:cNvGrpSpPr/>
          <p:nvPr/>
        </p:nvGrpSpPr>
        <p:grpSpPr>
          <a:xfrm>
            <a:off x="998624" y="3295400"/>
            <a:ext cx="811503" cy="252584"/>
            <a:chOff x="4411970" y="4340222"/>
            <a:chExt cx="779467" cy="242683"/>
          </a:xfrm>
        </p:grpSpPr>
        <p:sp>
          <p:nvSpPr>
            <p:cNvPr id="3267" name="Google Shape;3267;p57"/>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57"/>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57"/>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70" name="Google Shape;3270;p57"/>
          <p:cNvGrpSpPr/>
          <p:nvPr/>
        </p:nvGrpSpPr>
        <p:grpSpPr>
          <a:xfrm>
            <a:off x="1990126" y="2709308"/>
            <a:ext cx="965160" cy="216230"/>
            <a:chOff x="4411970" y="2468674"/>
            <a:chExt cx="747317" cy="167425"/>
          </a:xfrm>
        </p:grpSpPr>
        <p:sp>
          <p:nvSpPr>
            <p:cNvPr id="3271" name="Google Shape;3271;p57"/>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57"/>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73" name="Google Shape;3273;p57"/>
          <p:cNvSpPr/>
          <p:nvPr/>
        </p:nvSpPr>
        <p:spPr>
          <a:xfrm>
            <a:off x="996874"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74" name="Google Shape;3274;p57"/>
          <p:cNvGrpSpPr/>
          <p:nvPr/>
        </p:nvGrpSpPr>
        <p:grpSpPr>
          <a:xfrm>
            <a:off x="997692" y="2334687"/>
            <a:ext cx="1959041" cy="208784"/>
            <a:chOff x="6336019" y="3733725"/>
            <a:chExt cx="2566206" cy="351310"/>
          </a:xfrm>
        </p:grpSpPr>
        <p:sp>
          <p:nvSpPr>
            <p:cNvPr id="3275" name="Google Shape;3275;p57"/>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57"/>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57"/>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57"/>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79" name="Google Shape;3279;p57"/>
          <p:cNvGrpSpPr/>
          <p:nvPr/>
        </p:nvGrpSpPr>
        <p:grpSpPr>
          <a:xfrm>
            <a:off x="1990126" y="3950602"/>
            <a:ext cx="946551" cy="153200"/>
            <a:chOff x="4404545" y="3301592"/>
            <a:chExt cx="782403" cy="129272"/>
          </a:xfrm>
        </p:grpSpPr>
        <p:sp>
          <p:nvSpPr>
            <p:cNvPr id="3280" name="Google Shape;3280;p57"/>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57"/>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82" name="Google Shape;3282;p57"/>
          <p:cNvGrpSpPr/>
          <p:nvPr/>
        </p:nvGrpSpPr>
        <p:grpSpPr>
          <a:xfrm>
            <a:off x="1990126" y="3695937"/>
            <a:ext cx="962257" cy="139127"/>
            <a:chOff x="4411970" y="3131459"/>
            <a:chExt cx="710520" cy="117397"/>
          </a:xfrm>
        </p:grpSpPr>
        <p:sp>
          <p:nvSpPr>
            <p:cNvPr id="3283" name="Google Shape;3283;p57"/>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57"/>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85" name="Google Shape;3285;p57" descr="Timeline background shape"/>
          <p:cNvSpPr/>
          <p:nvPr/>
        </p:nvSpPr>
        <p:spPr>
          <a:xfrm>
            <a:off x="1990126"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86" name="Google Shape;3286;p57"/>
          <p:cNvGrpSpPr/>
          <p:nvPr/>
        </p:nvGrpSpPr>
        <p:grpSpPr>
          <a:xfrm>
            <a:off x="990271" y="3621603"/>
            <a:ext cx="823838" cy="458988"/>
            <a:chOff x="4411970" y="1801825"/>
            <a:chExt cx="734586" cy="409262"/>
          </a:xfrm>
        </p:grpSpPr>
        <p:sp>
          <p:nvSpPr>
            <p:cNvPr id="3287" name="Google Shape;3287;p57"/>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57"/>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89" name="Google Shape;3289;p57"/>
          <p:cNvGrpSpPr/>
          <p:nvPr/>
        </p:nvGrpSpPr>
        <p:grpSpPr>
          <a:xfrm>
            <a:off x="3095243" y="2339173"/>
            <a:ext cx="521514" cy="521514"/>
            <a:chOff x="5681300" y="2527788"/>
            <a:chExt cx="805800" cy="805800"/>
          </a:xfrm>
        </p:grpSpPr>
        <p:sp>
          <p:nvSpPr>
            <p:cNvPr id="3290" name="Google Shape;3290;p57"/>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57"/>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92" name="Google Shape;3292;p57"/>
          <p:cNvGrpSpPr/>
          <p:nvPr/>
        </p:nvGrpSpPr>
        <p:grpSpPr>
          <a:xfrm>
            <a:off x="3089483" y="3094865"/>
            <a:ext cx="533033" cy="533033"/>
            <a:chOff x="4049800" y="640400"/>
            <a:chExt cx="858900" cy="858900"/>
          </a:xfrm>
        </p:grpSpPr>
        <p:sp>
          <p:nvSpPr>
            <p:cNvPr id="3293" name="Google Shape;3293;p57"/>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57"/>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95" name="Google Shape;3295;p57"/>
          <p:cNvGrpSpPr/>
          <p:nvPr/>
        </p:nvGrpSpPr>
        <p:grpSpPr>
          <a:xfrm>
            <a:off x="3014966" y="3772543"/>
            <a:ext cx="682068" cy="682068"/>
            <a:chOff x="5080188" y="927900"/>
            <a:chExt cx="961200" cy="961200"/>
          </a:xfrm>
        </p:grpSpPr>
        <p:sp>
          <p:nvSpPr>
            <p:cNvPr id="3296" name="Google Shape;3296;p57"/>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57"/>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57"/>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57"/>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57"/>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57"/>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57"/>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57"/>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4" name="Google Shape;3304;p57"/>
          <p:cNvGrpSpPr/>
          <p:nvPr/>
        </p:nvGrpSpPr>
        <p:grpSpPr>
          <a:xfrm>
            <a:off x="4478465" y="3869234"/>
            <a:ext cx="505650" cy="504006"/>
            <a:chOff x="6039282" y="1042577"/>
            <a:chExt cx="734315" cy="731929"/>
          </a:xfrm>
        </p:grpSpPr>
        <p:sp>
          <p:nvSpPr>
            <p:cNvPr id="3305" name="Google Shape;3305;p57"/>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57"/>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57"/>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57"/>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57"/>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57"/>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57"/>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57"/>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57"/>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57"/>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57"/>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57"/>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57"/>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57"/>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57"/>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57"/>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57"/>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57"/>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57"/>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57"/>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57"/>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6" name="Google Shape;3326;p57"/>
          <p:cNvGrpSpPr/>
          <p:nvPr/>
        </p:nvGrpSpPr>
        <p:grpSpPr>
          <a:xfrm>
            <a:off x="5091067" y="2298862"/>
            <a:ext cx="567744" cy="602136"/>
            <a:chOff x="1825800" y="1651625"/>
            <a:chExt cx="539989" cy="571775"/>
          </a:xfrm>
        </p:grpSpPr>
        <p:sp>
          <p:nvSpPr>
            <p:cNvPr id="3327" name="Google Shape;3327;p57"/>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57"/>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57"/>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57"/>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1" name="Google Shape;3331;p57"/>
          <p:cNvGrpSpPr/>
          <p:nvPr/>
        </p:nvGrpSpPr>
        <p:grpSpPr>
          <a:xfrm>
            <a:off x="3765995" y="3855579"/>
            <a:ext cx="508123" cy="507955"/>
            <a:chOff x="1897577" y="2802432"/>
            <a:chExt cx="492176" cy="492014"/>
          </a:xfrm>
        </p:grpSpPr>
        <p:sp>
          <p:nvSpPr>
            <p:cNvPr id="3332" name="Google Shape;3332;p57"/>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57"/>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57"/>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57"/>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57"/>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57"/>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57"/>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57"/>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57"/>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57"/>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57"/>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57"/>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4" name="Google Shape;3344;p57"/>
          <p:cNvGrpSpPr/>
          <p:nvPr/>
        </p:nvGrpSpPr>
        <p:grpSpPr>
          <a:xfrm>
            <a:off x="997525" y="4169123"/>
            <a:ext cx="809227" cy="200842"/>
            <a:chOff x="2013045" y="4813233"/>
            <a:chExt cx="921986" cy="228854"/>
          </a:xfrm>
        </p:grpSpPr>
        <p:sp>
          <p:nvSpPr>
            <p:cNvPr id="3345" name="Google Shape;3345;p57"/>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57"/>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7" name="Google Shape;3347;p57"/>
          <p:cNvGrpSpPr/>
          <p:nvPr/>
        </p:nvGrpSpPr>
        <p:grpSpPr>
          <a:xfrm>
            <a:off x="1005985" y="2656004"/>
            <a:ext cx="792421" cy="269941"/>
            <a:chOff x="1046767" y="4756633"/>
            <a:chExt cx="859646" cy="292841"/>
          </a:xfrm>
        </p:grpSpPr>
        <p:sp>
          <p:nvSpPr>
            <p:cNvPr id="3348" name="Google Shape;3348;p57"/>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57"/>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57"/>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51" name="Google Shape;3351;p57"/>
          <p:cNvSpPr/>
          <p:nvPr/>
        </p:nvSpPr>
        <p:spPr>
          <a:xfrm>
            <a:off x="7439738"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57"/>
          <p:cNvSpPr/>
          <p:nvPr/>
        </p:nvSpPr>
        <p:spPr>
          <a:xfrm>
            <a:off x="7139193"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57"/>
          <p:cNvSpPr/>
          <p:nvPr/>
        </p:nvSpPr>
        <p:spPr>
          <a:xfrm>
            <a:off x="7761482"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57"/>
          <p:cNvSpPr/>
          <p:nvPr/>
        </p:nvSpPr>
        <p:spPr>
          <a:xfrm>
            <a:off x="8056187"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55" name="Google Shape;3355;p57"/>
          <p:cNvGrpSpPr/>
          <p:nvPr/>
        </p:nvGrpSpPr>
        <p:grpSpPr>
          <a:xfrm>
            <a:off x="7141841" y="2550562"/>
            <a:ext cx="166473" cy="141497"/>
            <a:chOff x="4660325" y="1866850"/>
            <a:chExt cx="68350" cy="58100"/>
          </a:xfrm>
        </p:grpSpPr>
        <p:sp>
          <p:nvSpPr>
            <p:cNvPr id="3356" name="Google Shape;3356;p57"/>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57"/>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58" name="Google Shape;3358;p57"/>
          <p:cNvGrpSpPr/>
          <p:nvPr/>
        </p:nvGrpSpPr>
        <p:grpSpPr>
          <a:xfrm>
            <a:off x="7451186" y="2576286"/>
            <a:ext cx="162515" cy="90049"/>
            <a:chOff x="4791775" y="1877500"/>
            <a:chExt cx="66725" cy="36975"/>
          </a:xfrm>
        </p:grpSpPr>
        <p:sp>
          <p:nvSpPr>
            <p:cNvPr id="3359" name="Google Shape;3359;p57"/>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57"/>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1" name="Google Shape;3361;p57"/>
          <p:cNvGrpSpPr/>
          <p:nvPr/>
        </p:nvGrpSpPr>
        <p:grpSpPr>
          <a:xfrm>
            <a:off x="7772899" y="2576286"/>
            <a:ext cx="144979" cy="90049"/>
            <a:chOff x="4923925" y="1877500"/>
            <a:chExt cx="59525" cy="36975"/>
          </a:xfrm>
        </p:grpSpPr>
        <p:sp>
          <p:nvSpPr>
            <p:cNvPr id="3362" name="Google Shape;3362;p57"/>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57"/>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4" name="Google Shape;3364;p57"/>
          <p:cNvGrpSpPr/>
          <p:nvPr/>
        </p:nvGrpSpPr>
        <p:grpSpPr>
          <a:xfrm>
            <a:off x="8067390" y="2558477"/>
            <a:ext cx="141447" cy="125667"/>
            <a:chOff x="5058450" y="1870100"/>
            <a:chExt cx="58075" cy="51600"/>
          </a:xfrm>
        </p:grpSpPr>
        <p:sp>
          <p:nvSpPr>
            <p:cNvPr id="3365" name="Google Shape;3365;p57"/>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57"/>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7" name="Google Shape;3367;p57"/>
          <p:cNvGrpSpPr/>
          <p:nvPr/>
        </p:nvGrpSpPr>
        <p:grpSpPr>
          <a:xfrm>
            <a:off x="7481905" y="2980885"/>
            <a:ext cx="101077" cy="107645"/>
            <a:chOff x="4811425" y="2065025"/>
            <a:chExt cx="41500" cy="44200"/>
          </a:xfrm>
        </p:grpSpPr>
        <p:sp>
          <p:nvSpPr>
            <p:cNvPr id="3368" name="Google Shape;3368;p57"/>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57"/>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70" name="Google Shape;3370;p57"/>
          <p:cNvGrpSpPr/>
          <p:nvPr/>
        </p:nvGrpSpPr>
        <p:grpSpPr>
          <a:xfrm>
            <a:off x="7774342" y="2981098"/>
            <a:ext cx="120867" cy="107218"/>
            <a:chOff x="4929875" y="2065025"/>
            <a:chExt cx="49625" cy="44025"/>
          </a:xfrm>
        </p:grpSpPr>
        <p:sp>
          <p:nvSpPr>
            <p:cNvPr id="3371" name="Google Shape;3371;p57"/>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57"/>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73" name="Google Shape;3373;p57"/>
          <p:cNvGrpSpPr/>
          <p:nvPr/>
        </p:nvGrpSpPr>
        <p:grpSpPr>
          <a:xfrm>
            <a:off x="8103011" y="2984112"/>
            <a:ext cx="70206" cy="101191"/>
            <a:chOff x="5083925" y="2066350"/>
            <a:chExt cx="28825" cy="41550"/>
          </a:xfrm>
        </p:grpSpPr>
        <p:sp>
          <p:nvSpPr>
            <p:cNvPr id="3374" name="Google Shape;3374;p57"/>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57"/>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76" name="Google Shape;3376;p57"/>
          <p:cNvGrpSpPr/>
          <p:nvPr/>
        </p:nvGrpSpPr>
        <p:grpSpPr>
          <a:xfrm>
            <a:off x="7134565" y="2999759"/>
            <a:ext cx="181026" cy="69896"/>
            <a:chOff x="4659775" y="2072775"/>
            <a:chExt cx="74325" cy="28700"/>
          </a:xfrm>
        </p:grpSpPr>
        <p:sp>
          <p:nvSpPr>
            <p:cNvPr id="3377" name="Google Shape;3377;p57"/>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57"/>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57"/>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80" name="Google Shape;3380;p57"/>
          <p:cNvGrpSpPr/>
          <p:nvPr/>
        </p:nvGrpSpPr>
        <p:grpSpPr>
          <a:xfrm>
            <a:off x="8054421" y="2790324"/>
            <a:ext cx="167387" cy="89197"/>
            <a:chOff x="4662475" y="1976500"/>
            <a:chExt cx="68725" cy="36625"/>
          </a:xfrm>
        </p:grpSpPr>
        <p:sp>
          <p:nvSpPr>
            <p:cNvPr id="3381" name="Google Shape;3381;p57"/>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57"/>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57"/>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84" name="Google Shape;3384;p57"/>
          <p:cNvGrpSpPr/>
          <p:nvPr/>
        </p:nvGrpSpPr>
        <p:grpSpPr>
          <a:xfrm>
            <a:off x="7751326" y="2793764"/>
            <a:ext cx="166899" cy="82317"/>
            <a:chOff x="4920150" y="1977875"/>
            <a:chExt cx="68525" cy="33800"/>
          </a:xfrm>
        </p:grpSpPr>
        <p:sp>
          <p:nvSpPr>
            <p:cNvPr id="3385" name="Google Shape;3385;p57"/>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57"/>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57"/>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88" name="Google Shape;3388;p57"/>
          <p:cNvGrpSpPr/>
          <p:nvPr/>
        </p:nvGrpSpPr>
        <p:grpSpPr>
          <a:xfrm>
            <a:off x="7162483" y="3197682"/>
            <a:ext cx="125190" cy="127859"/>
            <a:chOff x="4676550" y="2160575"/>
            <a:chExt cx="51400" cy="52500"/>
          </a:xfrm>
        </p:grpSpPr>
        <p:sp>
          <p:nvSpPr>
            <p:cNvPr id="3389" name="Google Shape;3389;p57"/>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57"/>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57"/>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92" name="Google Shape;3392;p57"/>
          <p:cNvGrpSpPr/>
          <p:nvPr/>
        </p:nvGrpSpPr>
        <p:grpSpPr>
          <a:xfrm>
            <a:off x="7459741" y="3204714"/>
            <a:ext cx="145405" cy="113794"/>
            <a:chOff x="4768325" y="2163475"/>
            <a:chExt cx="59700" cy="46725"/>
          </a:xfrm>
        </p:grpSpPr>
        <p:sp>
          <p:nvSpPr>
            <p:cNvPr id="3393" name="Google Shape;3393;p57"/>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57"/>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95" name="Google Shape;3395;p57"/>
          <p:cNvSpPr/>
          <p:nvPr/>
        </p:nvSpPr>
        <p:spPr>
          <a:xfrm>
            <a:off x="7791696"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57"/>
          <p:cNvSpPr/>
          <p:nvPr/>
        </p:nvSpPr>
        <p:spPr>
          <a:xfrm>
            <a:off x="8064072"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57"/>
          <p:cNvSpPr/>
          <p:nvPr/>
        </p:nvSpPr>
        <p:spPr>
          <a:xfrm>
            <a:off x="7165528"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57"/>
          <p:cNvSpPr/>
          <p:nvPr/>
        </p:nvSpPr>
        <p:spPr>
          <a:xfrm>
            <a:off x="7133499"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57"/>
          <p:cNvSpPr/>
          <p:nvPr/>
        </p:nvSpPr>
        <p:spPr>
          <a:xfrm>
            <a:off x="7150823"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57"/>
          <p:cNvSpPr/>
          <p:nvPr/>
        </p:nvSpPr>
        <p:spPr>
          <a:xfrm>
            <a:off x="7784572"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01" name="Google Shape;3401;p57"/>
          <p:cNvGrpSpPr/>
          <p:nvPr/>
        </p:nvGrpSpPr>
        <p:grpSpPr>
          <a:xfrm>
            <a:off x="7476059" y="3459808"/>
            <a:ext cx="112768" cy="106853"/>
            <a:chOff x="4768575" y="2253950"/>
            <a:chExt cx="46300" cy="43875"/>
          </a:xfrm>
        </p:grpSpPr>
        <p:sp>
          <p:nvSpPr>
            <p:cNvPr id="3402" name="Google Shape;3402;p57"/>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57"/>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04" name="Google Shape;3404;p57"/>
          <p:cNvGrpSpPr/>
          <p:nvPr/>
        </p:nvGrpSpPr>
        <p:grpSpPr>
          <a:xfrm>
            <a:off x="7775682" y="3948834"/>
            <a:ext cx="118187" cy="146246"/>
            <a:chOff x="4960900" y="2433225"/>
            <a:chExt cx="48525" cy="60050"/>
          </a:xfrm>
        </p:grpSpPr>
        <p:sp>
          <p:nvSpPr>
            <p:cNvPr id="3405" name="Google Shape;3405;p57"/>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57"/>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07" name="Google Shape;3407;p57"/>
          <p:cNvGrpSpPr/>
          <p:nvPr/>
        </p:nvGrpSpPr>
        <p:grpSpPr>
          <a:xfrm>
            <a:off x="7464247" y="4212895"/>
            <a:ext cx="136394" cy="143810"/>
            <a:chOff x="4854075" y="2527625"/>
            <a:chExt cx="56000" cy="59050"/>
          </a:xfrm>
        </p:grpSpPr>
        <p:sp>
          <p:nvSpPr>
            <p:cNvPr id="3408" name="Google Shape;3408;p57"/>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57"/>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10" name="Google Shape;3410;p57"/>
          <p:cNvSpPr/>
          <p:nvPr/>
        </p:nvSpPr>
        <p:spPr>
          <a:xfrm>
            <a:off x="7479500"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57"/>
          <p:cNvSpPr/>
          <p:nvPr/>
        </p:nvSpPr>
        <p:spPr>
          <a:xfrm>
            <a:off x="8058166"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57"/>
          <p:cNvSpPr/>
          <p:nvPr/>
        </p:nvSpPr>
        <p:spPr>
          <a:xfrm>
            <a:off x="7157429"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13" name="Google Shape;3413;p57"/>
          <p:cNvGrpSpPr/>
          <p:nvPr/>
        </p:nvGrpSpPr>
        <p:grpSpPr>
          <a:xfrm>
            <a:off x="8088458" y="3676639"/>
            <a:ext cx="99312" cy="160797"/>
            <a:chOff x="5059700" y="2334775"/>
            <a:chExt cx="40775" cy="66025"/>
          </a:xfrm>
        </p:grpSpPr>
        <p:sp>
          <p:nvSpPr>
            <p:cNvPr id="3414" name="Google Shape;3414;p57"/>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57"/>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57"/>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57"/>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57"/>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57"/>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57"/>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57"/>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57"/>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23" name="Google Shape;3423;p57"/>
          <p:cNvGrpSpPr/>
          <p:nvPr/>
        </p:nvGrpSpPr>
        <p:grpSpPr>
          <a:xfrm>
            <a:off x="8045622" y="3941771"/>
            <a:ext cx="184984" cy="160371"/>
            <a:chOff x="5037700" y="2430325"/>
            <a:chExt cx="75950" cy="65850"/>
          </a:xfrm>
        </p:grpSpPr>
        <p:sp>
          <p:nvSpPr>
            <p:cNvPr id="3424" name="Google Shape;3424;p57"/>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57"/>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26" name="Google Shape;3426;p57"/>
          <p:cNvGrpSpPr/>
          <p:nvPr/>
        </p:nvGrpSpPr>
        <p:grpSpPr>
          <a:xfrm>
            <a:off x="7465128" y="3708223"/>
            <a:ext cx="173014" cy="97629"/>
            <a:chOff x="4756975" y="2341800"/>
            <a:chExt cx="91975" cy="51925"/>
          </a:xfrm>
        </p:grpSpPr>
        <p:sp>
          <p:nvSpPr>
            <p:cNvPr id="3427" name="Google Shape;3427;p57"/>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57"/>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57"/>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57"/>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57"/>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57"/>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57"/>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57"/>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57"/>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57"/>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57"/>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57"/>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57"/>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57"/>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57"/>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57"/>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57"/>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57"/>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57"/>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57"/>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47" name="Google Shape;3447;p57"/>
          <p:cNvGrpSpPr/>
          <p:nvPr/>
        </p:nvGrpSpPr>
        <p:grpSpPr>
          <a:xfrm>
            <a:off x="7732065" y="4196920"/>
            <a:ext cx="212497" cy="175761"/>
            <a:chOff x="4943575" y="2516350"/>
            <a:chExt cx="98675" cy="81700"/>
          </a:xfrm>
        </p:grpSpPr>
        <p:sp>
          <p:nvSpPr>
            <p:cNvPr id="3448" name="Google Shape;3448;p57"/>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57"/>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57"/>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57"/>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57"/>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57"/>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57"/>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57"/>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57"/>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57"/>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57"/>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57"/>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57"/>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57"/>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57"/>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57"/>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57"/>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57"/>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57"/>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57"/>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57"/>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57"/>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57"/>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57"/>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57"/>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57"/>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57"/>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57"/>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57"/>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57"/>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57"/>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57"/>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57"/>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57"/>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57"/>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57"/>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57"/>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57"/>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57"/>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57"/>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57"/>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57"/>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57"/>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57"/>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57"/>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57"/>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57"/>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57"/>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57"/>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57"/>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57"/>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57"/>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57"/>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57"/>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57"/>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57"/>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57"/>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57"/>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57"/>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57"/>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57"/>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57"/>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57"/>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57"/>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57"/>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57"/>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57"/>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57"/>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57"/>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57"/>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57"/>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57"/>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57"/>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57"/>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57"/>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57"/>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57"/>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57"/>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26" name="Google Shape;3526;p57"/>
          <p:cNvSpPr/>
          <p:nvPr/>
        </p:nvSpPr>
        <p:spPr>
          <a:xfrm>
            <a:off x="7747607"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57"/>
          <p:cNvSpPr/>
          <p:nvPr/>
        </p:nvSpPr>
        <p:spPr>
          <a:xfrm>
            <a:off x="8063864"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57"/>
          <p:cNvSpPr/>
          <p:nvPr/>
        </p:nvSpPr>
        <p:spPr>
          <a:xfrm>
            <a:off x="7165978"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57"/>
          <p:cNvSpPr/>
          <p:nvPr/>
        </p:nvSpPr>
        <p:spPr>
          <a:xfrm flipH="1">
            <a:off x="7473344"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57"/>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Use our editable graphic resources...</a:t>
            </a:r>
            <a:endParaRPr sz="2400">
              <a:solidFill>
                <a:srgbClr val="FFFFFF"/>
              </a:solidFill>
            </a:endParaRPr>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Shape 3534"/>
        <p:cNvGrpSpPr/>
        <p:nvPr/>
      </p:nvGrpSpPr>
      <p:grpSpPr>
        <a:xfrm>
          <a:off x="0" y="0"/>
          <a:ext cx="0" cy="0"/>
          <a:chOff x="0" y="0"/>
          <a:chExt cx="0" cy="0"/>
        </a:xfrm>
      </p:grpSpPr>
      <p:grpSp>
        <p:nvGrpSpPr>
          <p:cNvPr id="3535" name="Google Shape;3535;p58"/>
          <p:cNvGrpSpPr/>
          <p:nvPr/>
        </p:nvGrpSpPr>
        <p:grpSpPr>
          <a:xfrm>
            <a:off x="6647587" y="3567393"/>
            <a:ext cx="560636" cy="516497"/>
            <a:chOff x="6652051" y="3714143"/>
            <a:chExt cx="560636" cy="516497"/>
          </a:xfrm>
        </p:grpSpPr>
        <p:grpSp>
          <p:nvGrpSpPr>
            <p:cNvPr id="3536" name="Google Shape;3536;p58"/>
            <p:cNvGrpSpPr/>
            <p:nvPr/>
          </p:nvGrpSpPr>
          <p:grpSpPr>
            <a:xfrm>
              <a:off x="6669657" y="3716715"/>
              <a:ext cx="466768" cy="464314"/>
              <a:chOff x="3139766" y="765669"/>
              <a:chExt cx="886380" cy="881888"/>
            </a:xfrm>
          </p:grpSpPr>
          <p:grpSp>
            <p:nvGrpSpPr>
              <p:cNvPr id="3537" name="Google Shape;3537;p58"/>
              <p:cNvGrpSpPr/>
              <p:nvPr/>
            </p:nvGrpSpPr>
            <p:grpSpPr>
              <a:xfrm>
                <a:off x="3139766" y="765669"/>
                <a:ext cx="886380" cy="881888"/>
                <a:chOff x="3139766" y="765669"/>
                <a:chExt cx="886380" cy="881888"/>
              </a:xfrm>
            </p:grpSpPr>
            <p:sp>
              <p:nvSpPr>
                <p:cNvPr id="3538" name="Google Shape;3538;p58"/>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58"/>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58"/>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58"/>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58"/>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58"/>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58"/>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58"/>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58"/>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47" name="Google Shape;3547;p58"/>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58"/>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58"/>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58"/>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51" name="Google Shape;3551;p58"/>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2" name="Google Shape;3552;p58"/>
          <p:cNvGrpSpPr/>
          <p:nvPr/>
        </p:nvGrpSpPr>
        <p:grpSpPr>
          <a:xfrm>
            <a:off x="7646296" y="3047976"/>
            <a:ext cx="104231" cy="320340"/>
            <a:chOff x="7564426" y="3224343"/>
            <a:chExt cx="119985" cy="368801"/>
          </a:xfrm>
        </p:grpSpPr>
        <p:sp>
          <p:nvSpPr>
            <p:cNvPr id="3553" name="Google Shape;3553;p58"/>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58"/>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5" name="Google Shape;3555;p58"/>
          <p:cNvGrpSpPr/>
          <p:nvPr/>
        </p:nvGrpSpPr>
        <p:grpSpPr>
          <a:xfrm>
            <a:off x="7345785" y="3042077"/>
            <a:ext cx="189489" cy="332132"/>
            <a:chOff x="8370831" y="3202002"/>
            <a:chExt cx="218129" cy="382376"/>
          </a:xfrm>
        </p:grpSpPr>
        <p:sp>
          <p:nvSpPr>
            <p:cNvPr id="3556" name="Google Shape;3556;p58"/>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58"/>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8" name="Google Shape;3558;p58"/>
          <p:cNvGrpSpPr/>
          <p:nvPr/>
        </p:nvGrpSpPr>
        <p:grpSpPr>
          <a:xfrm>
            <a:off x="8069174" y="3453209"/>
            <a:ext cx="309429" cy="267000"/>
            <a:chOff x="6742064" y="3750480"/>
            <a:chExt cx="399315" cy="344560"/>
          </a:xfrm>
        </p:grpSpPr>
        <p:sp>
          <p:nvSpPr>
            <p:cNvPr id="3559" name="Google Shape;3559;p58"/>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58"/>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1" name="Google Shape;3561;p58"/>
          <p:cNvGrpSpPr/>
          <p:nvPr/>
        </p:nvGrpSpPr>
        <p:grpSpPr>
          <a:xfrm>
            <a:off x="7608193" y="3804257"/>
            <a:ext cx="180437" cy="281608"/>
            <a:chOff x="7248525" y="3739696"/>
            <a:chExt cx="230531" cy="359790"/>
          </a:xfrm>
        </p:grpSpPr>
        <p:sp>
          <p:nvSpPr>
            <p:cNvPr id="3562" name="Google Shape;3562;p58"/>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58"/>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4" name="Google Shape;3564;p58"/>
          <p:cNvGrpSpPr/>
          <p:nvPr/>
        </p:nvGrpSpPr>
        <p:grpSpPr>
          <a:xfrm>
            <a:off x="7854113" y="3447481"/>
            <a:ext cx="162896" cy="278710"/>
            <a:chOff x="7601242" y="3729267"/>
            <a:chExt cx="222566" cy="380803"/>
          </a:xfrm>
        </p:grpSpPr>
        <p:sp>
          <p:nvSpPr>
            <p:cNvPr id="3565" name="Google Shape;3565;p58"/>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58"/>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67" name="Google Shape;3567;p58"/>
          <p:cNvSpPr/>
          <p:nvPr/>
        </p:nvSpPr>
        <p:spPr>
          <a:xfrm>
            <a:off x="7820139" y="3059838"/>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68" name="Google Shape;3568;p58"/>
          <p:cNvGrpSpPr/>
          <p:nvPr/>
        </p:nvGrpSpPr>
        <p:grpSpPr>
          <a:xfrm>
            <a:off x="7343758" y="3448622"/>
            <a:ext cx="193543" cy="275990"/>
            <a:chOff x="8304647" y="3738687"/>
            <a:chExt cx="225076" cy="320956"/>
          </a:xfrm>
        </p:grpSpPr>
        <p:sp>
          <p:nvSpPr>
            <p:cNvPr id="3569" name="Google Shape;3569;p58"/>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58"/>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58"/>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72" name="Google Shape;3572;p58"/>
          <p:cNvGrpSpPr/>
          <p:nvPr/>
        </p:nvGrpSpPr>
        <p:grpSpPr>
          <a:xfrm>
            <a:off x="7616251" y="3448622"/>
            <a:ext cx="178492" cy="275990"/>
            <a:chOff x="8615101" y="3738687"/>
            <a:chExt cx="207573" cy="320956"/>
          </a:xfrm>
        </p:grpSpPr>
        <p:sp>
          <p:nvSpPr>
            <p:cNvPr id="3573" name="Google Shape;3573;p58"/>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58"/>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58"/>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76" name="Google Shape;3576;p58"/>
          <p:cNvSpPr/>
          <p:nvPr/>
        </p:nvSpPr>
        <p:spPr>
          <a:xfrm>
            <a:off x="8112690" y="3038505"/>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77" name="Google Shape;3577;p58"/>
          <p:cNvGrpSpPr/>
          <p:nvPr/>
        </p:nvGrpSpPr>
        <p:grpSpPr>
          <a:xfrm>
            <a:off x="7841782" y="3851282"/>
            <a:ext cx="187557" cy="187557"/>
            <a:chOff x="8565775" y="671075"/>
            <a:chExt cx="441000" cy="441000"/>
          </a:xfrm>
        </p:grpSpPr>
        <p:sp>
          <p:nvSpPr>
            <p:cNvPr id="3578" name="Google Shape;3578;p58"/>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58"/>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80" name="Google Shape;3580;p58"/>
          <p:cNvSpPr/>
          <p:nvPr/>
        </p:nvSpPr>
        <p:spPr>
          <a:xfrm>
            <a:off x="8127048" y="3847203"/>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58"/>
          <p:cNvSpPr/>
          <p:nvPr/>
        </p:nvSpPr>
        <p:spPr>
          <a:xfrm flipH="1">
            <a:off x="7351235" y="3813658"/>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82" name="Google Shape;3582;p58"/>
          <p:cNvGrpSpPr/>
          <p:nvPr/>
        </p:nvGrpSpPr>
        <p:grpSpPr>
          <a:xfrm>
            <a:off x="5996254" y="2923808"/>
            <a:ext cx="587865" cy="517731"/>
            <a:chOff x="6000718" y="3070557"/>
            <a:chExt cx="587865" cy="517731"/>
          </a:xfrm>
        </p:grpSpPr>
        <p:sp>
          <p:nvSpPr>
            <p:cNvPr id="3583" name="Google Shape;3583;p58"/>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58"/>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58"/>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58"/>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58"/>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58"/>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58"/>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58"/>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58"/>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58"/>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3" name="Google Shape;3593;p58"/>
          <p:cNvGrpSpPr/>
          <p:nvPr/>
        </p:nvGrpSpPr>
        <p:grpSpPr>
          <a:xfrm>
            <a:off x="6011059" y="3567468"/>
            <a:ext cx="557665" cy="516387"/>
            <a:chOff x="6015523" y="3714217"/>
            <a:chExt cx="557665" cy="516387"/>
          </a:xfrm>
        </p:grpSpPr>
        <p:grpSp>
          <p:nvGrpSpPr>
            <p:cNvPr id="3594" name="Google Shape;3594;p58"/>
            <p:cNvGrpSpPr/>
            <p:nvPr/>
          </p:nvGrpSpPr>
          <p:grpSpPr>
            <a:xfrm>
              <a:off x="6036094" y="3716980"/>
              <a:ext cx="529822" cy="510480"/>
              <a:chOff x="3148311" y="-545634"/>
              <a:chExt cx="1006118" cy="969572"/>
            </a:xfrm>
          </p:grpSpPr>
          <p:sp>
            <p:nvSpPr>
              <p:cNvPr id="3595" name="Google Shape;3595;p58"/>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58"/>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58"/>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58"/>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58"/>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58"/>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58"/>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58"/>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58"/>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58"/>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05" name="Google Shape;3605;p58"/>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6" name="Google Shape;3606;p58"/>
          <p:cNvGrpSpPr/>
          <p:nvPr/>
        </p:nvGrpSpPr>
        <p:grpSpPr>
          <a:xfrm>
            <a:off x="6639841" y="2926879"/>
            <a:ext cx="576302" cy="511871"/>
            <a:chOff x="6644304" y="3073628"/>
            <a:chExt cx="576302" cy="511871"/>
          </a:xfrm>
        </p:grpSpPr>
        <p:grpSp>
          <p:nvGrpSpPr>
            <p:cNvPr id="3607" name="Google Shape;3607;p58"/>
            <p:cNvGrpSpPr/>
            <p:nvPr/>
          </p:nvGrpSpPr>
          <p:grpSpPr>
            <a:xfrm>
              <a:off x="6712169" y="3073651"/>
              <a:ext cx="481611" cy="506713"/>
              <a:chOff x="1833536" y="-546641"/>
              <a:chExt cx="914567" cy="962419"/>
            </a:xfrm>
          </p:grpSpPr>
          <p:grpSp>
            <p:nvGrpSpPr>
              <p:cNvPr id="3608" name="Google Shape;3608;p58"/>
              <p:cNvGrpSpPr/>
              <p:nvPr/>
            </p:nvGrpSpPr>
            <p:grpSpPr>
              <a:xfrm>
                <a:off x="1833536" y="-524249"/>
                <a:ext cx="914567" cy="940027"/>
                <a:chOff x="1833536" y="-524249"/>
                <a:chExt cx="914567" cy="940027"/>
              </a:xfrm>
            </p:grpSpPr>
            <p:sp>
              <p:nvSpPr>
                <p:cNvPr id="3609" name="Google Shape;3609;p58"/>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58"/>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58"/>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58"/>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58"/>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4" name="Google Shape;3614;p58"/>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58"/>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58"/>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58"/>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8" name="Google Shape;3618;p58"/>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9" name="Google Shape;3619;p58"/>
          <p:cNvGrpSpPr/>
          <p:nvPr/>
        </p:nvGrpSpPr>
        <p:grpSpPr>
          <a:xfrm>
            <a:off x="719115" y="2852867"/>
            <a:ext cx="2622876" cy="1333540"/>
            <a:chOff x="238125" y="1038125"/>
            <a:chExt cx="7146800" cy="3633625"/>
          </a:xfrm>
        </p:grpSpPr>
        <p:sp>
          <p:nvSpPr>
            <p:cNvPr id="3620" name="Google Shape;3620;p58"/>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58"/>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58"/>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58"/>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58"/>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58"/>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58"/>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58"/>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58"/>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58"/>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58"/>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58"/>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58"/>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58"/>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58"/>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58"/>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58"/>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58"/>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58"/>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58"/>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58"/>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58"/>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58"/>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58"/>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58"/>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58"/>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58"/>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58"/>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58"/>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58"/>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58"/>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58"/>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58"/>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58"/>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58"/>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58"/>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58"/>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58"/>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58"/>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58"/>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58"/>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58"/>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58"/>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58"/>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58"/>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58"/>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58"/>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58"/>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58"/>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58"/>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58"/>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58"/>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58"/>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58"/>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58"/>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58"/>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58"/>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58"/>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58"/>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58"/>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58"/>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58"/>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58"/>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58"/>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58"/>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58"/>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58"/>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58"/>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58"/>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58"/>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58"/>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58"/>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58"/>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58"/>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58"/>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58"/>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58"/>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58"/>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58"/>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58"/>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58"/>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58"/>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58"/>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58"/>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58"/>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58"/>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58"/>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58"/>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58"/>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58"/>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58"/>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58"/>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58"/>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58"/>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58"/>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58"/>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58"/>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58"/>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58"/>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58"/>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58"/>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58"/>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58"/>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58"/>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58"/>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58"/>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58"/>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58"/>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58"/>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58"/>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58"/>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58"/>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58"/>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58"/>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58"/>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58"/>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58"/>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58"/>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58"/>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58"/>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58"/>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58"/>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58"/>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58"/>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58"/>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58"/>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58"/>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58"/>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58"/>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58"/>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58"/>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58"/>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58"/>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58"/>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58"/>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58"/>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58"/>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58"/>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58"/>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58"/>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58"/>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58"/>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58"/>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58"/>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58"/>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58"/>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58"/>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58"/>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58"/>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58"/>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58"/>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58"/>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58"/>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58"/>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58"/>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58"/>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58"/>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58"/>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58"/>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58"/>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58"/>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58"/>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58"/>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58"/>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58"/>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58"/>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58"/>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58"/>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58"/>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58"/>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58"/>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58"/>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58"/>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58"/>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58"/>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58"/>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58"/>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58"/>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58"/>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58"/>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58"/>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58"/>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58"/>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58"/>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58"/>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58"/>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58"/>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58"/>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58"/>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58"/>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58"/>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58"/>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58"/>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58"/>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58"/>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58"/>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58"/>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58"/>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58"/>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58"/>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58"/>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58"/>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58"/>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58"/>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58"/>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58"/>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58"/>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58"/>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58"/>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58"/>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58"/>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58"/>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58"/>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58"/>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58"/>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58"/>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58"/>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58"/>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58"/>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58"/>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58"/>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58"/>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58"/>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58"/>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58"/>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58"/>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58"/>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58"/>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58"/>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58"/>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58"/>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58"/>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58"/>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58"/>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58"/>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58"/>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58"/>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58"/>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58"/>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58"/>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58"/>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58"/>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58"/>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58"/>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58"/>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58"/>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58"/>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58"/>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58"/>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58"/>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58"/>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58"/>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58"/>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58"/>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58"/>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58"/>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58"/>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58"/>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58"/>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58"/>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58"/>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58"/>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58"/>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58"/>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58"/>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58"/>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58"/>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58"/>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58"/>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58"/>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58"/>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58"/>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58"/>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58"/>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58"/>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58"/>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58"/>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58"/>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58"/>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58"/>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58"/>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58"/>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58"/>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58"/>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58"/>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58"/>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58"/>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58"/>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58"/>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58"/>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58"/>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58"/>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58"/>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58"/>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58"/>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58"/>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58"/>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58"/>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58"/>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58"/>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58"/>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58"/>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58"/>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58"/>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58"/>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58"/>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58"/>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58"/>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58"/>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58"/>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58"/>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58"/>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58"/>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58"/>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58"/>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58"/>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58"/>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58"/>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58"/>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58"/>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58"/>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58"/>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58"/>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58"/>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58"/>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58"/>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58"/>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58"/>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58"/>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58"/>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58"/>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58"/>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58"/>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58"/>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58"/>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58"/>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58"/>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58"/>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58"/>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58"/>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58"/>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58"/>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58"/>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58"/>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58"/>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58"/>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58"/>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58"/>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58"/>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58"/>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58"/>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58"/>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58"/>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58"/>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58"/>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58"/>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58"/>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58"/>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58"/>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58"/>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58"/>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58"/>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58"/>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58"/>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58"/>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58"/>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58"/>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58"/>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58"/>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58"/>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58"/>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58"/>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58"/>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58"/>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58"/>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58"/>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58"/>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58"/>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58"/>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58"/>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58"/>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58"/>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58"/>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58"/>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58"/>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58"/>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58"/>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58"/>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58"/>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58"/>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58"/>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58"/>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58"/>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58"/>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58"/>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58"/>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58"/>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58"/>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58"/>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58"/>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58"/>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58"/>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58"/>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58"/>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58"/>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58"/>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58"/>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58"/>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58"/>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58"/>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58"/>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58"/>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58"/>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58"/>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58"/>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58"/>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58"/>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58"/>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58"/>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58"/>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58"/>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58"/>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58"/>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58"/>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58"/>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58"/>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58"/>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58"/>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58"/>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58"/>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58"/>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58"/>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58"/>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58"/>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58"/>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58"/>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58"/>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58"/>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58"/>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58"/>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58"/>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58"/>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58"/>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58"/>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58"/>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58"/>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58"/>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58"/>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58"/>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58"/>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58"/>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58"/>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58"/>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58"/>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58"/>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58"/>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58"/>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58"/>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58"/>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58"/>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58"/>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58"/>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58"/>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58"/>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58"/>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58"/>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58"/>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58"/>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58"/>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58"/>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58"/>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58"/>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58"/>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58"/>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58"/>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58"/>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58"/>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58"/>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58"/>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58"/>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58"/>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58"/>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58"/>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58"/>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58"/>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58"/>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58"/>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58"/>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58"/>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58"/>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58"/>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58"/>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58"/>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58"/>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58"/>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58"/>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58"/>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58"/>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58"/>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58"/>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58"/>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58"/>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58"/>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58"/>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58"/>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58"/>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58"/>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58"/>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58"/>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58"/>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58"/>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58"/>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58"/>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58"/>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58"/>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58"/>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58"/>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58"/>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58"/>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58"/>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58"/>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58"/>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58"/>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58"/>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58"/>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58"/>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58"/>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58"/>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58"/>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58"/>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58"/>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58"/>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58"/>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58"/>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58"/>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58"/>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58"/>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58"/>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58"/>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58"/>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58"/>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58"/>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58"/>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58"/>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58"/>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58"/>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58"/>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58"/>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58"/>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58"/>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58"/>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58"/>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58"/>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58"/>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58"/>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58"/>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58"/>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58"/>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58"/>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58"/>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58"/>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58"/>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58"/>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58"/>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58"/>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58"/>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58"/>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58"/>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58"/>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58"/>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58"/>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58"/>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58"/>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58"/>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58"/>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58"/>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58"/>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58"/>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58"/>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58"/>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58"/>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58"/>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58"/>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58"/>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58"/>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58"/>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58"/>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58"/>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58"/>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58"/>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58"/>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58"/>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58"/>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58"/>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58"/>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58"/>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58"/>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58"/>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58"/>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58"/>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58"/>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58"/>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58"/>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58"/>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58"/>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58"/>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58"/>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58"/>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58"/>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58"/>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58"/>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58"/>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58"/>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58"/>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58"/>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58"/>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58"/>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58"/>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58"/>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58"/>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58"/>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58"/>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58"/>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58"/>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58"/>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58"/>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58"/>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58"/>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58"/>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58"/>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58"/>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58"/>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58"/>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58"/>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58"/>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58"/>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58"/>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58"/>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58"/>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58"/>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58"/>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58"/>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58"/>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58"/>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58"/>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58"/>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58"/>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58"/>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58"/>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58"/>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58"/>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58"/>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58"/>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58"/>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58"/>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58"/>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58"/>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58"/>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58"/>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58"/>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58"/>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58"/>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58"/>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58"/>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58"/>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58"/>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58"/>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58"/>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58"/>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58"/>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58"/>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58"/>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58"/>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58"/>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58"/>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58"/>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58"/>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58"/>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58"/>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58"/>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58"/>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58"/>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58"/>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58"/>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58"/>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58"/>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58"/>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58"/>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58"/>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58"/>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58"/>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58"/>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58"/>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58"/>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58"/>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58"/>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58"/>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58"/>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58"/>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58"/>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58"/>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58"/>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58"/>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58"/>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58"/>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58"/>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58"/>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58"/>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58"/>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58"/>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58"/>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58"/>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58"/>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58"/>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58"/>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58"/>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58"/>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58"/>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58"/>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58"/>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58"/>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58"/>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58"/>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58"/>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58"/>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58"/>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58"/>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58"/>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58"/>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58"/>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58"/>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58"/>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58"/>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58"/>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58"/>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58"/>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58"/>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58"/>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58"/>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58"/>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58"/>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58"/>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58"/>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58"/>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58"/>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58"/>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58"/>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58"/>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58"/>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58"/>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58"/>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58"/>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58"/>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58"/>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58"/>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58"/>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58"/>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58"/>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58"/>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58"/>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58"/>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58"/>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58"/>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58"/>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58"/>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58"/>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58"/>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58"/>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58"/>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58"/>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58"/>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58"/>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58"/>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58"/>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58"/>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58"/>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58"/>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58"/>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58"/>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58"/>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58"/>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58"/>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58"/>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58"/>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58"/>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58"/>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58"/>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58"/>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58"/>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58"/>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58"/>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58"/>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58"/>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58"/>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58"/>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58"/>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58"/>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58"/>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58"/>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58"/>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58"/>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58"/>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58"/>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58"/>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58"/>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58"/>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58"/>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58"/>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58"/>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58"/>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58"/>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58"/>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58"/>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58"/>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58"/>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58"/>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58"/>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58"/>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58"/>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58"/>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58"/>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58"/>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58"/>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58"/>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58"/>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58"/>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58"/>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58"/>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58"/>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58"/>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58"/>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58"/>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58"/>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58"/>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58"/>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58"/>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58"/>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58"/>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58"/>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58"/>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58"/>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58"/>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58"/>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58"/>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58"/>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58"/>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58"/>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58"/>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58"/>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58"/>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58"/>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58"/>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58"/>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58"/>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58"/>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58"/>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58"/>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58"/>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58"/>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58"/>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58"/>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58"/>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58"/>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58"/>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58"/>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58"/>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58"/>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58"/>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58"/>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58"/>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58"/>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58"/>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58"/>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58"/>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58"/>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58"/>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58"/>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58"/>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58"/>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58"/>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58"/>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58"/>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58"/>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58"/>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58"/>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58"/>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58"/>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58"/>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58"/>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58"/>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58"/>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58"/>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58"/>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58"/>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58"/>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58"/>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58"/>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58"/>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58"/>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58"/>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58"/>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58"/>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58"/>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58"/>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58"/>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58"/>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58"/>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58"/>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58"/>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58"/>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58"/>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58"/>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58"/>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58"/>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58"/>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58"/>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58"/>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58"/>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58"/>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58"/>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58"/>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58"/>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58"/>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58"/>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58"/>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58"/>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58"/>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58"/>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58"/>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58"/>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58"/>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58"/>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58"/>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58"/>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58"/>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58"/>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58"/>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58"/>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58"/>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58"/>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58"/>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58"/>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58"/>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58"/>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58"/>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58"/>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58"/>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58"/>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58"/>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58"/>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58"/>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58"/>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58"/>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58"/>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58"/>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58"/>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58"/>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58"/>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58"/>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58"/>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58"/>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58"/>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58"/>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58"/>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58"/>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58"/>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58"/>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58"/>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58"/>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58"/>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58"/>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58"/>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58"/>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58"/>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58"/>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58"/>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58"/>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58"/>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58"/>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58"/>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58"/>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58"/>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58"/>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58"/>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58"/>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58"/>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58"/>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58"/>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58"/>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58"/>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58"/>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58"/>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58"/>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58"/>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58"/>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58"/>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58"/>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58"/>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58"/>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58"/>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58"/>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58"/>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58"/>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58"/>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58"/>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58"/>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58"/>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58"/>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58"/>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58"/>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58"/>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58"/>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58"/>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58"/>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58"/>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58"/>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58"/>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58"/>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58"/>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58"/>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58"/>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58"/>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58"/>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58"/>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58"/>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58"/>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58"/>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58"/>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58"/>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58"/>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58"/>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58"/>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58"/>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58"/>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58"/>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58"/>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58"/>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58"/>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58"/>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58"/>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58"/>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58"/>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58"/>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58"/>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58"/>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58"/>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58"/>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58"/>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58"/>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58"/>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58"/>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58"/>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58"/>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58"/>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58"/>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58"/>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58"/>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58"/>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58"/>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58"/>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58"/>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58"/>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58"/>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58"/>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58"/>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58"/>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58"/>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58"/>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58"/>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58"/>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58"/>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58"/>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58"/>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58"/>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58"/>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58"/>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58"/>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58"/>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58"/>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58"/>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58"/>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58"/>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58"/>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58"/>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58"/>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58"/>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58"/>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58"/>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58"/>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58"/>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58"/>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58"/>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58"/>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58"/>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58"/>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58"/>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58"/>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58"/>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58"/>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58"/>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58"/>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58"/>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58"/>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58"/>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58"/>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58"/>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58"/>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58"/>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58"/>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58"/>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58"/>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58"/>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58"/>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58"/>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58"/>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58"/>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58"/>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58"/>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58"/>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58"/>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58"/>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58"/>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58"/>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58"/>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58"/>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58"/>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58"/>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58"/>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58"/>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58"/>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58"/>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58"/>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58"/>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58"/>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58"/>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58"/>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58"/>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58"/>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58"/>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58"/>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58"/>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58"/>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58"/>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58"/>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58"/>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58"/>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58"/>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58"/>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58"/>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58"/>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58"/>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58"/>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58"/>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58"/>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58"/>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58"/>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58"/>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58"/>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58"/>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58"/>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58"/>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58"/>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58"/>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58"/>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58"/>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58"/>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58"/>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58"/>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58"/>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58"/>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58"/>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58"/>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58"/>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58"/>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58"/>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58"/>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58"/>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58"/>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58"/>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58"/>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58"/>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58"/>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58"/>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58"/>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58"/>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58"/>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58"/>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58"/>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58"/>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58"/>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58"/>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58"/>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58"/>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58"/>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58"/>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58"/>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58"/>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58"/>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58"/>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58"/>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58"/>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58"/>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58"/>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58"/>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58"/>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58"/>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58"/>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58"/>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58"/>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58"/>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58"/>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58"/>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58"/>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58"/>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58"/>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58"/>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58"/>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58"/>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58"/>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58"/>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58"/>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58"/>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58"/>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58"/>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58"/>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58"/>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58"/>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58"/>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58"/>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58"/>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58"/>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58"/>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58"/>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58"/>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58"/>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58"/>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58"/>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58"/>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58"/>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58"/>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58"/>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58"/>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58"/>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58"/>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58"/>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58"/>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58"/>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58"/>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58"/>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58"/>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58"/>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58"/>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58"/>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58"/>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58"/>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58"/>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58"/>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58"/>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58"/>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58"/>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58"/>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58"/>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58"/>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58"/>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58"/>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58"/>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58"/>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58"/>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58"/>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58"/>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58"/>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58"/>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58"/>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58"/>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58"/>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58"/>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58"/>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58"/>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58"/>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58"/>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58"/>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58"/>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58"/>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58"/>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58"/>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58"/>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58"/>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58"/>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58"/>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58"/>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58"/>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58"/>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58"/>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58"/>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58"/>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58"/>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58"/>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58"/>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58"/>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58"/>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58"/>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58"/>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58"/>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58"/>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58"/>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58"/>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58"/>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58"/>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58"/>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58"/>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58"/>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58"/>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58"/>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58"/>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58"/>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58"/>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58"/>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58"/>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58"/>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58"/>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58"/>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58"/>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58"/>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58"/>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58"/>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58"/>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58"/>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58"/>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58"/>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58"/>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58"/>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58"/>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58"/>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58"/>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58"/>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58"/>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58"/>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58"/>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58"/>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58"/>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58"/>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58"/>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58"/>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58"/>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58"/>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58"/>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58"/>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58"/>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58"/>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58"/>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58"/>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58"/>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58"/>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58"/>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58"/>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58"/>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58"/>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58"/>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58"/>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58"/>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58"/>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58"/>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58"/>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58"/>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58"/>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58"/>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58"/>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58"/>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58"/>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58"/>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58"/>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58"/>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58"/>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58"/>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58"/>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58"/>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58"/>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58"/>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58"/>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58"/>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58"/>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58"/>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58"/>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58"/>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58"/>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58"/>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58"/>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58"/>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58"/>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58"/>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58"/>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58"/>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58"/>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58"/>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58"/>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58"/>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58"/>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58"/>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58"/>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58"/>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58"/>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58"/>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58"/>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58"/>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58"/>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58"/>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58"/>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58"/>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58"/>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58"/>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58"/>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58"/>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58"/>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58"/>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58"/>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58"/>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58"/>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58"/>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58"/>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58"/>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58"/>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58"/>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58"/>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58"/>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58"/>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58"/>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58"/>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58"/>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58"/>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58"/>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58"/>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58"/>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58"/>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58"/>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58"/>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58"/>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58"/>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58"/>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58"/>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58"/>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58"/>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58"/>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58"/>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58"/>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58"/>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58"/>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58"/>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58"/>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58"/>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58"/>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58"/>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58"/>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58"/>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58"/>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58"/>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58"/>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58"/>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58"/>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58"/>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58"/>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58"/>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58"/>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58"/>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58"/>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58"/>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58"/>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58"/>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58"/>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58"/>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58"/>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58"/>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58"/>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58"/>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58"/>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58"/>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58"/>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58"/>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58"/>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58"/>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58"/>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58"/>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58"/>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58"/>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58"/>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58"/>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58"/>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58"/>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58"/>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58"/>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58"/>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58"/>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58"/>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58"/>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58"/>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58"/>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58"/>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58"/>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58"/>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58"/>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58"/>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58"/>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58"/>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58"/>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58"/>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58"/>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58"/>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58"/>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58"/>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58"/>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58"/>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58"/>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58"/>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58"/>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58"/>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58"/>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58"/>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58"/>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58"/>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58"/>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58"/>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58"/>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58"/>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58"/>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58"/>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58"/>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58"/>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58"/>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58"/>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58"/>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58"/>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58"/>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58"/>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58"/>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58"/>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58"/>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58"/>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58"/>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58"/>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58"/>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58"/>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58"/>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58"/>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58"/>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58"/>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58"/>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58"/>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58"/>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58"/>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58"/>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58"/>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58"/>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58"/>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58"/>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58"/>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58"/>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58"/>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58"/>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58"/>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58"/>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58"/>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58"/>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58"/>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58"/>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58"/>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58"/>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58"/>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58"/>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58"/>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58"/>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58"/>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58"/>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58"/>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92" name="Google Shape;5192;p58"/>
          <p:cNvGrpSpPr/>
          <p:nvPr/>
        </p:nvGrpSpPr>
        <p:grpSpPr>
          <a:xfrm>
            <a:off x="3574273" y="2854307"/>
            <a:ext cx="2241344" cy="1330656"/>
            <a:chOff x="3597785" y="3065882"/>
            <a:chExt cx="2241344" cy="1330656"/>
          </a:xfrm>
        </p:grpSpPr>
        <p:grpSp>
          <p:nvGrpSpPr>
            <p:cNvPr id="5193" name="Google Shape;5193;p58"/>
            <p:cNvGrpSpPr/>
            <p:nvPr/>
          </p:nvGrpSpPr>
          <p:grpSpPr>
            <a:xfrm>
              <a:off x="5296908" y="3937355"/>
              <a:ext cx="143198" cy="32380"/>
              <a:chOff x="5296908" y="3937355"/>
              <a:chExt cx="143198" cy="32380"/>
            </a:xfrm>
          </p:grpSpPr>
          <p:sp>
            <p:nvSpPr>
              <p:cNvPr id="5194" name="Google Shape;5194;p58"/>
              <p:cNvSpPr/>
              <p:nvPr/>
            </p:nvSpPr>
            <p:spPr>
              <a:xfrm>
                <a:off x="5319457" y="3952794"/>
                <a:ext cx="111895" cy="8"/>
              </a:xfrm>
              <a:custGeom>
                <a:avLst/>
                <a:gdLst/>
                <a:ahLst/>
                <a:cxnLst/>
                <a:rect l="l" t="t" r="r" b="b"/>
                <a:pathLst>
                  <a:path w="14227" h="1" fill="none" extrusionOk="0">
                    <a:moveTo>
                      <a:pt x="1" y="0"/>
                    </a:moveTo>
                    <a:lnTo>
                      <a:pt x="142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95" name="Google Shape;5195;p58"/>
              <p:cNvGrpSpPr/>
              <p:nvPr/>
            </p:nvGrpSpPr>
            <p:grpSpPr>
              <a:xfrm>
                <a:off x="5402331" y="3937355"/>
                <a:ext cx="37776" cy="32380"/>
                <a:chOff x="5402331" y="3937355"/>
                <a:chExt cx="37776" cy="32380"/>
              </a:xfrm>
            </p:grpSpPr>
            <p:sp>
              <p:nvSpPr>
                <p:cNvPr id="5196" name="Google Shape;5196;p58"/>
                <p:cNvSpPr/>
                <p:nvPr/>
              </p:nvSpPr>
              <p:spPr>
                <a:xfrm>
                  <a:off x="5402331" y="3937355"/>
                  <a:ext cx="37776" cy="32380"/>
                </a:xfrm>
                <a:custGeom>
                  <a:avLst/>
                  <a:gdLst/>
                  <a:ahLst/>
                  <a:cxnLst/>
                  <a:rect l="l" t="t" r="r" b="b"/>
                  <a:pathLst>
                    <a:path w="4803" h="4117" extrusionOk="0">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58"/>
                <p:cNvSpPr/>
                <p:nvPr/>
              </p:nvSpPr>
              <p:spPr>
                <a:xfrm>
                  <a:off x="5415174" y="3946990"/>
                  <a:ext cx="15321" cy="13064"/>
                </a:xfrm>
                <a:custGeom>
                  <a:avLst/>
                  <a:gdLst/>
                  <a:ahLst/>
                  <a:cxnLst/>
                  <a:rect l="l" t="t" r="r" b="b"/>
                  <a:pathLst>
                    <a:path w="1948" h="1661" extrusionOk="0">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98" name="Google Shape;5198;p58"/>
              <p:cNvGrpSpPr/>
              <p:nvPr/>
            </p:nvGrpSpPr>
            <p:grpSpPr>
              <a:xfrm>
                <a:off x="5296908" y="3937355"/>
                <a:ext cx="37783" cy="32380"/>
                <a:chOff x="5296908" y="3937355"/>
                <a:chExt cx="37783" cy="32380"/>
              </a:xfrm>
            </p:grpSpPr>
            <p:sp>
              <p:nvSpPr>
                <p:cNvPr id="5199" name="Google Shape;5199;p58"/>
                <p:cNvSpPr/>
                <p:nvPr/>
              </p:nvSpPr>
              <p:spPr>
                <a:xfrm>
                  <a:off x="5296908" y="3937355"/>
                  <a:ext cx="37783" cy="32380"/>
                </a:xfrm>
                <a:custGeom>
                  <a:avLst/>
                  <a:gdLst/>
                  <a:ahLst/>
                  <a:cxnLst/>
                  <a:rect l="l" t="t" r="r" b="b"/>
                  <a:pathLst>
                    <a:path w="4804" h="4117" extrusionOk="0">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58"/>
                <p:cNvSpPr/>
                <p:nvPr/>
              </p:nvSpPr>
              <p:spPr>
                <a:xfrm>
                  <a:off x="5309846" y="3946990"/>
                  <a:ext cx="15235" cy="13064"/>
                </a:xfrm>
                <a:custGeom>
                  <a:avLst/>
                  <a:gdLst/>
                  <a:ahLst/>
                  <a:cxnLst/>
                  <a:rect l="l" t="t" r="r" b="b"/>
                  <a:pathLst>
                    <a:path w="1937" h="1661" extrusionOk="0">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01" name="Google Shape;5201;p58"/>
            <p:cNvGrpSpPr/>
            <p:nvPr/>
          </p:nvGrpSpPr>
          <p:grpSpPr>
            <a:xfrm>
              <a:off x="4724163" y="3119631"/>
              <a:ext cx="120838" cy="84218"/>
              <a:chOff x="4724163" y="3119631"/>
              <a:chExt cx="120838" cy="84218"/>
            </a:xfrm>
          </p:grpSpPr>
          <p:grpSp>
            <p:nvGrpSpPr>
              <p:cNvPr id="5202" name="Google Shape;5202;p58"/>
              <p:cNvGrpSpPr/>
              <p:nvPr/>
            </p:nvGrpSpPr>
            <p:grpSpPr>
              <a:xfrm>
                <a:off x="4746712" y="3132773"/>
                <a:ext cx="86869" cy="56424"/>
                <a:chOff x="4746712" y="3132773"/>
                <a:chExt cx="86869" cy="56424"/>
              </a:xfrm>
            </p:grpSpPr>
            <p:sp>
              <p:nvSpPr>
                <p:cNvPr id="5203" name="Google Shape;5203;p58"/>
                <p:cNvSpPr/>
                <p:nvPr/>
              </p:nvSpPr>
              <p:spPr>
                <a:xfrm>
                  <a:off x="4746712" y="3132773"/>
                  <a:ext cx="86869" cy="56424"/>
                </a:xfrm>
                <a:custGeom>
                  <a:avLst/>
                  <a:gdLst/>
                  <a:ahLst/>
                  <a:cxnLst/>
                  <a:rect l="l" t="t" r="r" b="b"/>
                  <a:pathLst>
                    <a:path w="11045" h="7174" fill="none" extrusionOk="0">
                      <a:moveTo>
                        <a:pt x="0" y="1597"/>
                      </a:moveTo>
                      <a:cubicBezTo>
                        <a:pt x="242" y="1743"/>
                        <a:pt x="3532" y="7174"/>
                        <a:pt x="3532" y="7174"/>
                      </a:cubicBezTo>
                      <a:lnTo>
                        <a:pt x="6290" y="3315"/>
                      </a:lnTo>
                      <a:lnTo>
                        <a:pt x="11044" y="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58"/>
                <p:cNvSpPr/>
                <p:nvPr/>
              </p:nvSpPr>
              <p:spPr>
                <a:xfrm>
                  <a:off x="4746712" y="3145334"/>
                  <a:ext cx="49479" cy="13520"/>
                </a:xfrm>
                <a:custGeom>
                  <a:avLst/>
                  <a:gdLst/>
                  <a:ahLst/>
                  <a:cxnLst/>
                  <a:rect l="l" t="t" r="r" b="b"/>
                  <a:pathLst>
                    <a:path w="6291" h="1719" fill="none" extrusionOk="0">
                      <a:moveTo>
                        <a:pt x="0" y="0"/>
                      </a:moveTo>
                      <a:lnTo>
                        <a:pt x="6290" y="171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05" name="Google Shape;5205;p58"/>
              <p:cNvGrpSpPr/>
              <p:nvPr/>
            </p:nvGrpSpPr>
            <p:grpSpPr>
              <a:xfrm>
                <a:off x="4773634" y="3143336"/>
                <a:ext cx="37776" cy="32451"/>
                <a:chOff x="4773634" y="3143336"/>
                <a:chExt cx="37776" cy="32451"/>
              </a:xfrm>
            </p:grpSpPr>
            <p:sp>
              <p:nvSpPr>
                <p:cNvPr id="5206" name="Google Shape;5206;p58"/>
                <p:cNvSpPr/>
                <p:nvPr/>
              </p:nvSpPr>
              <p:spPr>
                <a:xfrm>
                  <a:off x="4773634" y="3143336"/>
                  <a:ext cx="37776" cy="32451"/>
                </a:xfrm>
                <a:custGeom>
                  <a:avLst/>
                  <a:gdLst/>
                  <a:ahLst/>
                  <a:cxnLst/>
                  <a:rect l="l" t="t" r="r" b="b"/>
                  <a:pathLst>
                    <a:path w="4803" h="4126" extrusionOk="0">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58"/>
                <p:cNvSpPr/>
                <p:nvPr/>
              </p:nvSpPr>
              <p:spPr>
                <a:xfrm>
                  <a:off x="4788664" y="3153041"/>
                  <a:ext cx="13048" cy="13040"/>
                </a:xfrm>
                <a:custGeom>
                  <a:avLst/>
                  <a:gdLst/>
                  <a:ahLst/>
                  <a:cxnLst/>
                  <a:rect l="l" t="t" r="r" b="b"/>
                  <a:pathLst>
                    <a:path w="1659" h="1658" extrusionOk="0">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08" name="Google Shape;5208;p58"/>
              <p:cNvGrpSpPr/>
              <p:nvPr/>
            </p:nvGrpSpPr>
            <p:grpSpPr>
              <a:xfrm>
                <a:off x="4724163" y="3131248"/>
                <a:ext cx="37776" cy="32459"/>
                <a:chOff x="4724163" y="3131248"/>
                <a:chExt cx="37776" cy="32459"/>
              </a:xfrm>
            </p:grpSpPr>
            <p:sp>
              <p:nvSpPr>
                <p:cNvPr id="5209" name="Google Shape;5209;p58"/>
                <p:cNvSpPr/>
                <p:nvPr/>
              </p:nvSpPr>
              <p:spPr>
                <a:xfrm>
                  <a:off x="4724163" y="3131248"/>
                  <a:ext cx="37776" cy="32459"/>
                </a:xfrm>
                <a:custGeom>
                  <a:avLst/>
                  <a:gdLst/>
                  <a:ahLst/>
                  <a:cxnLst/>
                  <a:rect l="l" t="t" r="r" b="b"/>
                  <a:pathLst>
                    <a:path w="4803" h="4127" extrusionOk="0">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58"/>
                <p:cNvSpPr/>
                <p:nvPr/>
              </p:nvSpPr>
              <p:spPr>
                <a:xfrm>
                  <a:off x="4739288" y="3140953"/>
                  <a:ext cx="13040" cy="13048"/>
                </a:xfrm>
                <a:custGeom>
                  <a:avLst/>
                  <a:gdLst/>
                  <a:ahLst/>
                  <a:cxnLst/>
                  <a:rect l="l" t="t" r="r" b="b"/>
                  <a:pathLst>
                    <a:path w="1658" h="1659" extrusionOk="0">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11" name="Google Shape;5211;p58"/>
              <p:cNvGrpSpPr/>
              <p:nvPr/>
            </p:nvGrpSpPr>
            <p:grpSpPr>
              <a:xfrm>
                <a:off x="4755081" y="3176054"/>
                <a:ext cx="32357" cy="27795"/>
                <a:chOff x="4755081" y="3176054"/>
                <a:chExt cx="32357" cy="27795"/>
              </a:xfrm>
            </p:grpSpPr>
            <p:sp>
              <p:nvSpPr>
                <p:cNvPr id="5212" name="Google Shape;5212;p58"/>
                <p:cNvSpPr/>
                <p:nvPr/>
              </p:nvSpPr>
              <p:spPr>
                <a:xfrm>
                  <a:off x="4755081" y="3176054"/>
                  <a:ext cx="32357" cy="27795"/>
                </a:xfrm>
                <a:custGeom>
                  <a:avLst/>
                  <a:gdLst/>
                  <a:ahLst/>
                  <a:cxnLst/>
                  <a:rect l="l" t="t" r="r" b="b"/>
                  <a:pathLst>
                    <a:path w="4114" h="3534" extrusionOk="0">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58"/>
                <p:cNvSpPr/>
                <p:nvPr/>
              </p:nvSpPr>
              <p:spPr>
                <a:xfrm>
                  <a:off x="4767924" y="3185768"/>
                  <a:ext cx="9902" cy="8392"/>
                </a:xfrm>
                <a:custGeom>
                  <a:avLst/>
                  <a:gdLst/>
                  <a:ahLst/>
                  <a:cxnLst/>
                  <a:rect l="l" t="t" r="r" b="b"/>
                  <a:pathLst>
                    <a:path w="1259" h="1067" extrusionOk="0">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14" name="Google Shape;5214;p58"/>
              <p:cNvGrpSpPr/>
              <p:nvPr/>
            </p:nvGrpSpPr>
            <p:grpSpPr>
              <a:xfrm>
                <a:off x="4812550" y="3119631"/>
                <a:ext cx="32451" cy="27803"/>
                <a:chOff x="4812550" y="3119631"/>
                <a:chExt cx="32451" cy="27803"/>
              </a:xfrm>
            </p:grpSpPr>
            <p:sp>
              <p:nvSpPr>
                <p:cNvPr id="5215" name="Google Shape;5215;p58"/>
                <p:cNvSpPr/>
                <p:nvPr/>
              </p:nvSpPr>
              <p:spPr>
                <a:xfrm>
                  <a:off x="4812550" y="3119631"/>
                  <a:ext cx="32451" cy="27803"/>
                </a:xfrm>
                <a:custGeom>
                  <a:avLst/>
                  <a:gdLst/>
                  <a:ahLst/>
                  <a:cxnLst/>
                  <a:rect l="l" t="t" r="r" b="b"/>
                  <a:pathLst>
                    <a:path w="4126" h="3535" extrusionOk="0">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58"/>
                <p:cNvSpPr/>
                <p:nvPr/>
              </p:nvSpPr>
              <p:spPr>
                <a:xfrm>
                  <a:off x="4826912" y="3129352"/>
                  <a:ext cx="8478" cy="8376"/>
                </a:xfrm>
                <a:custGeom>
                  <a:avLst/>
                  <a:gdLst/>
                  <a:ahLst/>
                  <a:cxnLst/>
                  <a:rect l="l" t="t" r="r" b="b"/>
                  <a:pathLst>
                    <a:path w="1078" h="1065" extrusionOk="0">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17" name="Google Shape;5217;p58"/>
            <p:cNvGrpSpPr/>
            <p:nvPr/>
          </p:nvGrpSpPr>
          <p:grpSpPr>
            <a:xfrm>
              <a:off x="5382826" y="4027197"/>
              <a:ext cx="268967" cy="250422"/>
              <a:chOff x="5382826" y="4027197"/>
              <a:chExt cx="268967" cy="250422"/>
            </a:xfrm>
          </p:grpSpPr>
          <p:grpSp>
            <p:nvGrpSpPr>
              <p:cNvPr id="5218" name="Google Shape;5218;p58"/>
              <p:cNvGrpSpPr/>
              <p:nvPr/>
            </p:nvGrpSpPr>
            <p:grpSpPr>
              <a:xfrm>
                <a:off x="5405280" y="4042510"/>
                <a:ext cx="237570" cy="218647"/>
                <a:chOff x="5405280" y="4042510"/>
                <a:chExt cx="237570" cy="218647"/>
              </a:xfrm>
            </p:grpSpPr>
            <p:sp>
              <p:nvSpPr>
                <p:cNvPr id="5219" name="Google Shape;5219;p58"/>
                <p:cNvSpPr/>
                <p:nvPr/>
              </p:nvSpPr>
              <p:spPr>
                <a:xfrm>
                  <a:off x="5405280" y="4042510"/>
                  <a:ext cx="144999" cy="173832"/>
                </a:xfrm>
                <a:custGeom>
                  <a:avLst/>
                  <a:gdLst/>
                  <a:ahLst/>
                  <a:cxnLst/>
                  <a:rect l="l" t="t" r="r" b="b"/>
                  <a:pathLst>
                    <a:path w="18436" h="22102" fill="none" extrusionOk="0">
                      <a:moveTo>
                        <a:pt x="0" y="12037"/>
                      </a:moveTo>
                      <a:cubicBezTo>
                        <a:pt x="702" y="12073"/>
                        <a:pt x="12302" y="22101"/>
                        <a:pt x="12302" y="22101"/>
                      </a:cubicBezTo>
                      <a:lnTo>
                        <a:pt x="11819" y="13005"/>
                      </a:lnTo>
                      <a:lnTo>
                        <a:pt x="18435" y="1"/>
                      </a:lnTo>
                      <a:lnTo>
                        <a:pt x="0" y="125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58"/>
                <p:cNvSpPr/>
                <p:nvPr/>
              </p:nvSpPr>
              <p:spPr>
                <a:xfrm>
                  <a:off x="5502036" y="4125093"/>
                  <a:ext cx="134350" cy="135585"/>
                </a:xfrm>
                <a:custGeom>
                  <a:avLst/>
                  <a:gdLst/>
                  <a:ahLst/>
                  <a:cxnLst/>
                  <a:rect l="l" t="t" r="r" b="b"/>
                  <a:pathLst>
                    <a:path w="17082" h="17239" fill="none" extrusionOk="0">
                      <a:moveTo>
                        <a:pt x="13513" y="17239"/>
                      </a:moveTo>
                      <a:lnTo>
                        <a:pt x="12690" y="8614"/>
                      </a:lnTo>
                      <a:lnTo>
                        <a:pt x="17081" y="1"/>
                      </a:lnTo>
                      <a:lnTo>
                        <a:pt x="0" y="202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58"/>
                <p:cNvSpPr/>
                <p:nvPr/>
              </p:nvSpPr>
              <p:spPr>
                <a:xfrm>
                  <a:off x="5543704" y="4042990"/>
                  <a:ext cx="99146" cy="81639"/>
                </a:xfrm>
                <a:custGeom>
                  <a:avLst/>
                  <a:gdLst/>
                  <a:ahLst/>
                  <a:cxnLst/>
                  <a:rect l="l" t="t" r="r" b="b"/>
                  <a:pathLst>
                    <a:path w="12606" h="10380" fill="none" extrusionOk="0">
                      <a:moveTo>
                        <a:pt x="1" y="0"/>
                      </a:moveTo>
                      <a:lnTo>
                        <a:pt x="12606" y="1037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58"/>
                <p:cNvSpPr/>
                <p:nvPr/>
              </p:nvSpPr>
              <p:spPr>
                <a:xfrm>
                  <a:off x="5501941" y="4140980"/>
                  <a:ext cx="103708" cy="51862"/>
                </a:xfrm>
                <a:custGeom>
                  <a:avLst/>
                  <a:gdLst/>
                  <a:ahLst/>
                  <a:cxnLst/>
                  <a:rect l="l" t="t" r="r" b="b"/>
                  <a:pathLst>
                    <a:path w="13186" h="6594" fill="none" extrusionOk="0">
                      <a:moveTo>
                        <a:pt x="13186" y="6594"/>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58"/>
                <p:cNvSpPr/>
                <p:nvPr/>
              </p:nvSpPr>
              <p:spPr>
                <a:xfrm>
                  <a:off x="5495854" y="4211010"/>
                  <a:ext cx="105989" cy="50147"/>
                </a:xfrm>
                <a:custGeom>
                  <a:avLst/>
                  <a:gdLst/>
                  <a:ahLst/>
                  <a:cxnLst/>
                  <a:rect l="l" t="t" r="r" b="b"/>
                  <a:pathLst>
                    <a:path w="13476" h="6376" fill="none" extrusionOk="0">
                      <a:moveTo>
                        <a:pt x="0" y="0"/>
                      </a:moveTo>
                      <a:lnTo>
                        <a:pt x="13476" y="637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58"/>
                <p:cNvSpPr/>
                <p:nvPr/>
              </p:nvSpPr>
              <p:spPr>
                <a:xfrm>
                  <a:off x="5405280" y="4134420"/>
                  <a:ext cx="96669" cy="6567"/>
                </a:xfrm>
                <a:custGeom>
                  <a:avLst/>
                  <a:gdLst/>
                  <a:ahLst/>
                  <a:cxnLst/>
                  <a:rect l="l" t="t" r="r" b="b"/>
                  <a:pathLst>
                    <a:path w="12291" h="835" fill="none" extrusionOk="0">
                      <a:moveTo>
                        <a:pt x="12290" y="835"/>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25" name="Google Shape;5225;p58"/>
              <p:cNvGrpSpPr/>
              <p:nvPr/>
            </p:nvGrpSpPr>
            <p:grpSpPr>
              <a:xfrm>
                <a:off x="5382826" y="4125549"/>
                <a:ext cx="37776" cy="32380"/>
                <a:chOff x="5382826" y="4125549"/>
                <a:chExt cx="37776" cy="32380"/>
              </a:xfrm>
            </p:grpSpPr>
            <p:sp>
              <p:nvSpPr>
                <p:cNvPr id="5226" name="Google Shape;5226;p58"/>
                <p:cNvSpPr/>
                <p:nvPr/>
              </p:nvSpPr>
              <p:spPr>
                <a:xfrm>
                  <a:off x="5382826" y="4125549"/>
                  <a:ext cx="37776" cy="32380"/>
                </a:xfrm>
                <a:custGeom>
                  <a:avLst/>
                  <a:gdLst/>
                  <a:ahLst/>
                  <a:cxnLst/>
                  <a:rect l="l" t="t" r="r" b="b"/>
                  <a:pathLst>
                    <a:path w="4803" h="4117" extrusionOk="0">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58"/>
                <p:cNvSpPr/>
                <p:nvPr/>
              </p:nvSpPr>
              <p:spPr>
                <a:xfrm>
                  <a:off x="5395669" y="4135176"/>
                  <a:ext cx="15227" cy="13072"/>
                </a:xfrm>
                <a:custGeom>
                  <a:avLst/>
                  <a:gdLst/>
                  <a:ahLst/>
                  <a:cxnLst/>
                  <a:rect l="l" t="t" r="r" b="b"/>
                  <a:pathLst>
                    <a:path w="1936" h="1662" extrusionOk="0">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28" name="Google Shape;5228;p58"/>
              <p:cNvGrpSpPr/>
              <p:nvPr/>
            </p:nvGrpSpPr>
            <p:grpSpPr>
              <a:xfrm>
                <a:off x="5475680" y="4195587"/>
                <a:ext cx="37783" cy="32364"/>
                <a:chOff x="5475680" y="4195587"/>
                <a:chExt cx="37783" cy="32364"/>
              </a:xfrm>
            </p:grpSpPr>
            <p:sp>
              <p:nvSpPr>
                <p:cNvPr id="5229" name="Google Shape;5229;p58"/>
                <p:cNvSpPr/>
                <p:nvPr/>
              </p:nvSpPr>
              <p:spPr>
                <a:xfrm>
                  <a:off x="5475680" y="4195587"/>
                  <a:ext cx="37783" cy="32364"/>
                </a:xfrm>
                <a:custGeom>
                  <a:avLst/>
                  <a:gdLst/>
                  <a:ahLst/>
                  <a:cxnLst/>
                  <a:rect l="l" t="t" r="r" b="b"/>
                  <a:pathLst>
                    <a:path w="4804" h="4115" extrusionOk="0">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58"/>
                <p:cNvSpPr/>
                <p:nvPr/>
              </p:nvSpPr>
              <p:spPr>
                <a:xfrm>
                  <a:off x="5488523" y="4205300"/>
                  <a:ext cx="15329" cy="13040"/>
                </a:xfrm>
                <a:custGeom>
                  <a:avLst/>
                  <a:gdLst/>
                  <a:ahLst/>
                  <a:cxnLst/>
                  <a:rect l="l" t="t" r="r" b="b"/>
                  <a:pathLst>
                    <a:path w="1949" h="1658" extrusionOk="0">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31" name="Google Shape;5231;p58"/>
              <p:cNvGrpSpPr/>
              <p:nvPr/>
            </p:nvGrpSpPr>
            <p:grpSpPr>
              <a:xfrm>
                <a:off x="5532575" y="4027197"/>
                <a:ext cx="33308" cy="32262"/>
                <a:chOff x="5532575" y="4027197"/>
                <a:chExt cx="33308" cy="32262"/>
              </a:xfrm>
            </p:grpSpPr>
            <p:sp>
              <p:nvSpPr>
                <p:cNvPr id="5232" name="Google Shape;5232;p58"/>
                <p:cNvSpPr/>
                <p:nvPr/>
              </p:nvSpPr>
              <p:spPr>
                <a:xfrm>
                  <a:off x="5532575" y="4027197"/>
                  <a:ext cx="33308" cy="32262"/>
                </a:xfrm>
                <a:custGeom>
                  <a:avLst/>
                  <a:gdLst/>
                  <a:ahLst/>
                  <a:cxnLst/>
                  <a:rect l="l" t="t" r="r" b="b"/>
                  <a:pathLst>
                    <a:path w="4235" h="4102" extrusionOk="0">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58"/>
                <p:cNvSpPr/>
                <p:nvPr/>
              </p:nvSpPr>
              <p:spPr>
                <a:xfrm>
                  <a:off x="5540661" y="4036792"/>
                  <a:ext cx="15502" cy="13064"/>
                </a:xfrm>
                <a:custGeom>
                  <a:avLst/>
                  <a:gdLst/>
                  <a:ahLst/>
                  <a:cxnLst/>
                  <a:rect l="l" t="t" r="r" b="b"/>
                  <a:pathLst>
                    <a:path w="1971" h="1661" extrusionOk="0">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34" name="Google Shape;5234;p58"/>
              <p:cNvGrpSpPr/>
              <p:nvPr/>
            </p:nvGrpSpPr>
            <p:grpSpPr>
              <a:xfrm>
                <a:off x="5590706" y="4245348"/>
                <a:ext cx="33497" cy="32270"/>
                <a:chOff x="5590706" y="4245348"/>
                <a:chExt cx="33497" cy="32270"/>
              </a:xfrm>
            </p:grpSpPr>
            <p:sp>
              <p:nvSpPr>
                <p:cNvPr id="5235" name="Google Shape;5235;p58"/>
                <p:cNvSpPr/>
                <p:nvPr/>
              </p:nvSpPr>
              <p:spPr>
                <a:xfrm>
                  <a:off x="5590706" y="4245348"/>
                  <a:ext cx="33497" cy="32270"/>
                </a:xfrm>
                <a:custGeom>
                  <a:avLst/>
                  <a:gdLst/>
                  <a:ahLst/>
                  <a:cxnLst/>
                  <a:rect l="l" t="t" r="r" b="b"/>
                  <a:pathLst>
                    <a:path w="4259" h="4103" extrusionOk="0">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58"/>
                <p:cNvSpPr/>
                <p:nvPr/>
              </p:nvSpPr>
              <p:spPr>
                <a:xfrm>
                  <a:off x="5598791" y="4254944"/>
                  <a:ext cx="15408" cy="13048"/>
                </a:xfrm>
                <a:custGeom>
                  <a:avLst/>
                  <a:gdLst/>
                  <a:ahLst/>
                  <a:cxnLst/>
                  <a:rect l="l" t="t" r="r" b="b"/>
                  <a:pathLst>
                    <a:path w="1959" h="1659" extrusionOk="0">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37" name="Google Shape;5237;p58"/>
              <p:cNvGrpSpPr/>
              <p:nvPr/>
            </p:nvGrpSpPr>
            <p:grpSpPr>
              <a:xfrm>
                <a:off x="5618681" y="4109677"/>
                <a:ext cx="33112" cy="32357"/>
                <a:chOff x="5618681" y="4109677"/>
                <a:chExt cx="33112" cy="32357"/>
              </a:xfrm>
            </p:grpSpPr>
            <p:sp>
              <p:nvSpPr>
                <p:cNvPr id="5238" name="Google Shape;5238;p58"/>
                <p:cNvSpPr/>
                <p:nvPr/>
              </p:nvSpPr>
              <p:spPr>
                <a:xfrm>
                  <a:off x="5618681" y="4109677"/>
                  <a:ext cx="33112" cy="32357"/>
                </a:xfrm>
                <a:custGeom>
                  <a:avLst/>
                  <a:gdLst/>
                  <a:ahLst/>
                  <a:cxnLst/>
                  <a:rect l="l" t="t" r="r" b="b"/>
                  <a:pathLst>
                    <a:path w="4210" h="4114" extrusionOk="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58"/>
                <p:cNvSpPr/>
                <p:nvPr/>
              </p:nvSpPr>
              <p:spPr>
                <a:xfrm>
                  <a:off x="5626767" y="4119280"/>
                  <a:ext cx="15494" cy="13056"/>
                </a:xfrm>
                <a:custGeom>
                  <a:avLst/>
                  <a:gdLst/>
                  <a:ahLst/>
                  <a:cxnLst/>
                  <a:rect l="l" t="t" r="r" b="b"/>
                  <a:pathLst>
                    <a:path w="1970" h="1660" extrusionOk="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40" name="Google Shape;5240;p58"/>
              <p:cNvGrpSpPr/>
              <p:nvPr/>
            </p:nvGrpSpPr>
            <p:grpSpPr>
              <a:xfrm>
                <a:off x="5479298" y="4128262"/>
                <a:ext cx="31405" cy="26906"/>
                <a:chOff x="5479298" y="4128262"/>
                <a:chExt cx="31405" cy="26906"/>
              </a:xfrm>
            </p:grpSpPr>
            <p:sp>
              <p:nvSpPr>
                <p:cNvPr id="5241" name="Google Shape;5241;p58"/>
                <p:cNvSpPr/>
                <p:nvPr/>
              </p:nvSpPr>
              <p:spPr>
                <a:xfrm>
                  <a:off x="5479298" y="4128262"/>
                  <a:ext cx="31405" cy="26906"/>
                </a:xfrm>
                <a:custGeom>
                  <a:avLst/>
                  <a:gdLst/>
                  <a:ahLst/>
                  <a:cxnLst/>
                  <a:rect l="l" t="t" r="r" b="b"/>
                  <a:pathLst>
                    <a:path w="3993" h="3421" extrusionOk="0">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58"/>
                <p:cNvSpPr/>
                <p:nvPr/>
              </p:nvSpPr>
              <p:spPr>
                <a:xfrm>
                  <a:off x="5493471" y="4137936"/>
                  <a:ext cx="7621" cy="7621"/>
                </a:xfrm>
                <a:custGeom>
                  <a:avLst/>
                  <a:gdLst/>
                  <a:ahLst/>
                  <a:cxnLst/>
                  <a:rect l="l" t="t" r="r" b="b"/>
                  <a:pathLst>
                    <a:path w="969" h="969" extrusionOk="0">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43" name="Google Shape;5243;p58"/>
              <p:cNvGrpSpPr/>
              <p:nvPr/>
            </p:nvGrpSpPr>
            <p:grpSpPr>
              <a:xfrm>
                <a:off x="5582903" y="4180116"/>
                <a:ext cx="31499" cy="26898"/>
                <a:chOff x="5582903" y="4180116"/>
                <a:chExt cx="31499" cy="26898"/>
              </a:xfrm>
            </p:grpSpPr>
            <p:sp>
              <p:nvSpPr>
                <p:cNvPr id="5244" name="Google Shape;5244;p58"/>
                <p:cNvSpPr/>
                <p:nvPr/>
              </p:nvSpPr>
              <p:spPr>
                <a:xfrm>
                  <a:off x="5582903" y="4180116"/>
                  <a:ext cx="31499" cy="26898"/>
                </a:xfrm>
                <a:custGeom>
                  <a:avLst/>
                  <a:gdLst/>
                  <a:ahLst/>
                  <a:cxnLst/>
                  <a:rect l="l" t="t" r="r" b="b"/>
                  <a:pathLst>
                    <a:path w="4005" h="3420" extrusionOk="0">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58"/>
                <p:cNvSpPr/>
                <p:nvPr/>
              </p:nvSpPr>
              <p:spPr>
                <a:xfrm>
                  <a:off x="5597084" y="4189790"/>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46" name="Google Shape;5246;p58"/>
            <p:cNvGrpSpPr/>
            <p:nvPr/>
          </p:nvGrpSpPr>
          <p:grpSpPr>
            <a:xfrm>
              <a:off x="3977681" y="3230323"/>
              <a:ext cx="94584" cy="84085"/>
              <a:chOff x="3977681" y="3230323"/>
              <a:chExt cx="94584" cy="84085"/>
            </a:xfrm>
          </p:grpSpPr>
          <p:grpSp>
            <p:nvGrpSpPr>
              <p:cNvPr id="5247" name="Google Shape;5247;p58"/>
              <p:cNvGrpSpPr/>
              <p:nvPr/>
            </p:nvGrpSpPr>
            <p:grpSpPr>
              <a:xfrm>
                <a:off x="4000135" y="3243041"/>
                <a:ext cx="59570" cy="57186"/>
                <a:chOff x="4000135" y="3243041"/>
                <a:chExt cx="59570" cy="57186"/>
              </a:xfrm>
            </p:grpSpPr>
            <p:sp>
              <p:nvSpPr>
                <p:cNvPr id="5248" name="Google Shape;5248;p58"/>
                <p:cNvSpPr/>
                <p:nvPr/>
              </p:nvSpPr>
              <p:spPr>
                <a:xfrm>
                  <a:off x="4000135" y="3243041"/>
                  <a:ext cx="59570" cy="57092"/>
                </a:xfrm>
                <a:custGeom>
                  <a:avLst/>
                  <a:gdLst/>
                  <a:ahLst/>
                  <a:cxnLst/>
                  <a:rect l="l" t="t" r="r" b="b"/>
                  <a:pathLst>
                    <a:path w="7574" h="7259" fill="none" extrusionOk="0">
                      <a:moveTo>
                        <a:pt x="1" y="2323"/>
                      </a:moveTo>
                      <a:lnTo>
                        <a:pt x="2577" y="7259"/>
                      </a:lnTo>
                      <a:lnTo>
                        <a:pt x="7573" y="4114"/>
                      </a:lnTo>
                      <a:lnTo>
                        <a:pt x="5541" y="1"/>
                      </a:lnTo>
                      <a:lnTo>
                        <a:pt x="352" y="232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58"/>
                <p:cNvSpPr/>
                <p:nvPr/>
              </p:nvSpPr>
              <p:spPr>
                <a:xfrm>
                  <a:off x="4024210" y="3246847"/>
                  <a:ext cx="15706" cy="53380"/>
                </a:xfrm>
                <a:custGeom>
                  <a:avLst/>
                  <a:gdLst/>
                  <a:ahLst/>
                  <a:cxnLst/>
                  <a:rect l="l" t="t" r="r" b="b"/>
                  <a:pathLst>
                    <a:path w="1997" h="6787" fill="none" extrusionOk="0">
                      <a:moveTo>
                        <a:pt x="0" y="6787"/>
                      </a:moveTo>
                      <a:lnTo>
                        <a:pt x="199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58"/>
                <p:cNvSpPr/>
                <p:nvPr/>
              </p:nvSpPr>
              <p:spPr>
                <a:xfrm>
                  <a:off x="4002896" y="3261311"/>
                  <a:ext cx="56809" cy="14086"/>
                </a:xfrm>
                <a:custGeom>
                  <a:avLst/>
                  <a:gdLst/>
                  <a:ahLst/>
                  <a:cxnLst/>
                  <a:rect l="l" t="t" r="r" b="b"/>
                  <a:pathLst>
                    <a:path w="7223" h="1791" fill="none" extrusionOk="0">
                      <a:moveTo>
                        <a:pt x="7222" y="179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51" name="Google Shape;5251;p58"/>
              <p:cNvGrpSpPr/>
              <p:nvPr/>
            </p:nvGrpSpPr>
            <p:grpSpPr>
              <a:xfrm>
                <a:off x="3977681" y="3245872"/>
                <a:ext cx="37783" cy="32380"/>
                <a:chOff x="3977681" y="3245872"/>
                <a:chExt cx="37783" cy="32380"/>
              </a:xfrm>
            </p:grpSpPr>
            <p:sp>
              <p:nvSpPr>
                <p:cNvPr id="5252" name="Google Shape;5252;p58"/>
                <p:cNvSpPr/>
                <p:nvPr/>
              </p:nvSpPr>
              <p:spPr>
                <a:xfrm>
                  <a:off x="3977681" y="3245872"/>
                  <a:ext cx="37783" cy="32380"/>
                </a:xfrm>
                <a:custGeom>
                  <a:avLst/>
                  <a:gdLst/>
                  <a:ahLst/>
                  <a:cxnLst/>
                  <a:rect l="l" t="t" r="r" b="b"/>
                  <a:pathLst>
                    <a:path w="4804" h="4117" extrusionOk="0">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58"/>
                <p:cNvSpPr/>
                <p:nvPr/>
              </p:nvSpPr>
              <p:spPr>
                <a:xfrm>
                  <a:off x="3992718" y="3255507"/>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54" name="Google Shape;5254;p58"/>
              <p:cNvGrpSpPr/>
              <p:nvPr/>
            </p:nvGrpSpPr>
            <p:grpSpPr>
              <a:xfrm>
                <a:off x="4040860" y="3262672"/>
                <a:ext cx="31405" cy="27001"/>
                <a:chOff x="4040860" y="3262672"/>
                <a:chExt cx="31405" cy="27001"/>
              </a:xfrm>
            </p:grpSpPr>
            <p:sp>
              <p:nvSpPr>
                <p:cNvPr id="5255" name="Google Shape;5255;p58"/>
                <p:cNvSpPr/>
                <p:nvPr/>
              </p:nvSpPr>
              <p:spPr>
                <a:xfrm>
                  <a:off x="4040860" y="3262672"/>
                  <a:ext cx="31405" cy="27001"/>
                </a:xfrm>
                <a:custGeom>
                  <a:avLst/>
                  <a:gdLst/>
                  <a:ahLst/>
                  <a:cxnLst/>
                  <a:rect l="l" t="t" r="r" b="b"/>
                  <a:pathLst>
                    <a:path w="3993" h="3433" extrusionOk="0">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58"/>
                <p:cNvSpPr/>
                <p:nvPr/>
              </p:nvSpPr>
              <p:spPr>
                <a:xfrm>
                  <a:off x="4054938" y="3272346"/>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57" name="Google Shape;5257;p58"/>
              <p:cNvGrpSpPr/>
              <p:nvPr/>
            </p:nvGrpSpPr>
            <p:grpSpPr>
              <a:xfrm>
                <a:off x="4021072" y="3230323"/>
                <a:ext cx="31397" cy="26906"/>
                <a:chOff x="4021072" y="3230323"/>
                <a:chExt cx="31397" cy="26906"/>
              </a:xfrm>
            </p:grpSpPr>
            <p:sp>
              <p:nvSpPr>
                <p:cNvPr id="5258" name="Google Shape;5258;p58"/>
                <p:cNvSpPr/>
                <p:nvPr/>
              </p:nvSpPr>
              <p:spPr>
                <a:xfrm>
                  <a:off x="4021072" y="3230323"/>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58"/>
                <p:cNvSpPr/>
                <p:nvPr/>
              </p:nvSpPr>
              <p:spPr>
                <a:xfrm>
                  <a:off x="403524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60" name="Google Shape;5260;p58"/>
              <p:cNvGrpSpPr/>
              <p:nvPr/>
            </p:nvGrpSpPr>
            <p:grpSpPr>
              <a:xfrm>
                <a:off x="4001472" y="3287462"/>
                <a:ext cx="31499" cy="26945"/>
                <a:chOff x="4001472" y="3287462"/>
                <a:chExt cx="31499" cy="26945"/>
              </a:xfrm>
            </p:grpSpPr>
            <p:sp>
              <p:nvSpPr>
                <p:cNvPr id="5261" name="Google Shape;5261;p58"/>
                <p:cNvSpPr/>
                <p:nvPr/>
              </p:nvSpPr>
              <p:spPr>
                <a:xfrm>
                  <a:off x="4001472" y="3287462"/>
                  <a:ext cx="31499" cy="26945"/>
                </a:xfrm>
                <a:custGeom>
                  <a:avLst/>
                  <a:gdLst/>
                  <a:ahLst/>
                  <a:cxnLst/>
                  <a:rect l="l" t="t" r="r" b="b"/>
                  <a:pathLst>
                    <a:path w="4005" h="3426" extrusionOk="0">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58"/>
                <p:cNvSpPr/>
                <p:nvPr/>
              </p:nvSpPr>
              <p:spPr>
                <a:xfrm>
                  <a:off x="4014410" y="3297175"/>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63" name="Google Shape;5263;p58"/>
            <p:cNvGrpSpPr/>
            <p:nvPr/>
          </p:nvGrpSpPr>
          <p:grpSpPr>
            <a:xfrm>
              <a:off x="4084715" y="3258865"/>
              <a:ext cx="184961" cy="137268"/>
              <a:chOff x="4084715" y="3258865"/>
              <a:chExt cx="184961" cy="137268"/>
            </a:xfrm>
          </p:grpSpPr>
          <p:grpSp>
            <p:nvGrpSpPr>
              <p:cNvPr id="5264" name="Google Shape;5264;p58"/>
              <p:cNvGrpSpPr/>
              <p:nvPr/>
            </p:nvGrpSpPr>
            <p:grpSpPr>
              <a:xfrm>
                <a:off x="4107453" y="3271583"/>
                <a:ext cx="153470" cy="110275"/>
                <a:chOff x="4107453" y="3271583"/>
                <a:chExt cx="153470" cy="110275"/>
              </a:xfrm>
            </p:grpSpPr>
            <p:sp>
              <p:nvSpPr>
                <p:cNvPr id="5265" name="Google Shape;5265;p58"/>
                <p:cNvSpPr/>
                <p:nvPr/>
              </p:nvSpPr>
              <p:spPr>
                <a:xfrm>
                  <a:off x="4107453" y="3271583"/>
                  <a:ext cx="153470" cy="110275"/>
                </a:xfrm>
                <a:custGeom>
                  <a:avLst/>
                  <a:gdLst/>
                  <a:ahLst/>
                  <a:cxnLst/>
                  <a:rect l="l" t="t" r="r" b="b"/>
                  <a:pathLst>
                    <a:path w="19513" h="14021" fill="none" extrusionOk="0">
                      <a:moveTo>
                        <a:pt x="19513" y="14021"/>
                      </a:moveTo>
                      <a:lnTo>
                        <a:pt x="14844" y="968"/>
                      </a:lnTo>
                      <a:lnTo>
                        <a:pt x="5674" y="1"/>
                      </a:lnTo>
                      <a:lnTo>
                        <a:pt x="1" y="968"/>
                      </a:lnTo>
                      <a:lnTo>
                        <a:pt x="8977" y="2674"/>
                      </a:lnTo>
                      <a:lnTo>
                        <a:pt x="14360" y="10102"/>
                      </a:lnTo>
                      <a:lnTo>
                        <a:pt x="19029" y="14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58"/>
                <p:cNvSpPr/>
                <p:nvPr/>
              </p:nvSpPr>
              <p:spPr>
                <a:xfrm>
                  <a:off x="4155886" y="3271968"/>
                  <a:ext cx="22171" cy="20559"/>
                </a:xfrm>
                <a:custGeom>
                  <a:avLst/>
                  <a:gdLst/>
                  <a:ahLst/>
                  <a:cxnLst/>
                  <a:rect l="l" t="t" r="r" b="b"/>
                  <a:pathLst>
                    <a:path w="2819" h="2614" fill="none" extrusionOk="0">
                      <a:moveTo>
                        <a:pt x="2819" y="2613"/>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58"/>
                <p:cNvSpPr/>
                <p:nvPr/>
              </p:nvSpPr>
              <p:spPr>
                <a:xfrm>
                  <a:off x="4178049" y="3279196"/>
                  <a:ext cx="42345" cy="13331"/>
                </a:xfrm>
                <a:custGeom>
                  <a:avLst/>
                  <a:gdLst/>
                  <a:ahLst/>
                  <a:cxnLst/>
                  <a:rect l="l" t="t" r="r" b="b"/>
                  <a:pathLst>
                    <a:path w="5384" h="1695" fill="none" extrusionOk="0">
                      <a:moveTo>
                        <a:pt x="1" y="1694"/>
                      </a:moveTo>
                      <a:lnTo>
                        <a:pt x="53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58"/>
                <p:cNvSpPr/>
                <p:nvPr/>
              </p:nvSpPr>
              <p:spPr>
                <a:xfrm>
                  <a:off x="4220387" y="3279196"/>
                  <a:ext cx="8" cy="71745"/>
                </a:xfrm>
                <a:custGeom>
                  <a:avLst/>
                  <a:gdLst/>
                  <a:ahLst/>
                  <a:cxnLst/>
                  <a:rect l="l" t="t" r="r" b="b"/>
                  <a:pathLst>
                    <a:path w="1" h="9122" fill="none" extrusionOk="0">
                      <a:moveTo>
                        <a:pt x="1" y="0"/>
                      </a:moveTo>
                      <a:lnTo>
                        <a:pt x="1" y="91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69" name="Google Shape;5269;p58"/>
              <p:cNvGrpSpPr/>
              <p:nvPr/>
            </p:nvGrpSpPr>
            <p:grpSpPr>
              <a:xfrm>
                <a:off x="4136947" y="3258865"/>
                <a:ext cx="31499" cy="27001"/>
                <a:chOff x="4136947" y="3258865"/>
                <a:chExt cx="31499" cy="27001"/>
              </a:xfrm>
            </p:grpSpPr>
            <p:sp>
              <p:nvSpPr>
                <p:cNvPr id="5270" name="Google Shape;5270;p58"/>
                <p:cNvSpPr/>
                <p:nvPr/>
              </p:nvSpPr>
              <p:spPr>
                <a:xfrm>
                  <a:off x="4136947" y="3258865"/>
                  <a:ext cx="31499" cy="27001"/>
                </a:xfrm>
                <a:custGeom>
                  <a:avLst/>
                  <a:gdLst/>
                  <a:ahLst/>
                  <a:cxnLst/>
                  <a:rect l="l" t="t" r="r" b="b"/>
                  <a:pathLst>
                    <a:path w="4005" h="3433" extrusionOk="0">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58"/>
                <p:cNvSpPr/>
                <p:nvPr/>
              </p:nvSpPr>
              <p:spPr>
                <a:xfrm>
                  <a:off x="4151222" y="3268539"/>
                  <a:ext cx="7621" cy="7621"/>
                </a:xfrm>
                <a:custGeom>
                  <a:avLst/>
                  <a:gdLst/>
                  <a:ahLst/>
                  <a:cxnLst/>
                  <a:rect l="l" t="t" r="r" b="b"/>
                  <a:pathLst>
                    <a:path w="969" h="969" extrusionOk="0">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2" name="Google Shape;5272;p58"/>
              <p:cNvGrpSpPr/>
              <p:nvPr/>
            </p:nvGrpSpPr>
            <p:grpSpPr>
              <a:xfrm>
                <a:off x="4084715" y="3266478"/>
                <a:ext cx="31468" cy="26898"/>
                <a:chOff x="4084715" y="3266478"/>
                <a:chExt cx="31468" cy="26898"/>
              </a:xfrm>
            </p:grpSpPr>
            <p:sp>
              <p:nvSpPr>
                <p:cNvPr id="5273" name="Google Shape;5273;p58"/>
                <p:cNvSpPr/>
                <p:nvPr/>
              </p:nvSpPr>
              <p:spPr>
                <a:xfrm>
                  <a:off x="4084715" y="3266478"/>
                  <a:ext cx="31468" cy="26898"/>
                </a:xfrm>
                <a:custGeom>
                  <a:avLst/>
                  <a:gdLst/>
                  <a:ahLst/>
                  <a:cxnLst/>
                  <a:rect l="l" t="t" r="r" b="b"/>
                  <a:pathLst>
                    <a:path w="4001" h="3420" extrusionOk="0">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58"/>
                <p:cNvSpPr/>
                <p:nvPr/>
              </p:nvSpPr>
              <p:spPr>
                <a:xfrm>
                  <a:off x="4098896" y="3276152"/>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5" name="Google Shape;5275;p58"/>
              <p:cNvGrpSpPr/>
              <p:nvPr/>
            </p:nvGrpSpPr>
            <p:grpSpPr>
              <a:xfrm>
                <a:off x="4159213" y="3279849"/>
                <a:ext cx="31405" cy="26945"/>
                <a:chOff x="4159213" y="3279849"/>
                <a:chExt cx="31405" cy="26945"/>
              </a:xfrm>
            </p:grpSpPr>
            <p:sp>
              <p:nvSpPr>
                <p:cNvPr id="5276" name="Google Shape;5276;p58"/>
                <p:cNvSpPr/>
                <p:nvPr/>
              </p:nvSpPr>
              <p:spPr>
                <a:xfrm>
                  <a:off x="4159213" y="3279849"/>
                  <a:ext cx="31405" cy="26945"/>
                </a:xfrm>
                <a:custGeom>
                  <a:avLst/>
                  <a:gdLst/>
                  <a:ahLst/>
                  <a:cxnLst/>
                  <a:rect l="l" t="t" r="r" b="b"/>
                  <a:pathLst>
                    <a:path w="3993" h="3426" extrusionOk="0">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58"/>
                <p:cNvSpPr/>
                <p:nvPr/>
              </p:nvSpPr>
              <p:spPr>
                <a:xfrm>
                  <a:off x="4173385" y="3289570"/>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8" name="Google Shape;5278;p58"/>
              <p:cNvGrpSpPr/>
              <p:nvPr/>
            </p:nvGrpSpPr>
            <p:grpSpPr>
              <a:xfrm>
                <a:off x="4201550" y="3266502"/>
                <a:ext cx="31405" cy="26883"/>
                <a:chOff x="4201550" y="3266502"/>
                <a:chExt cx="31405" cy="26883"/>
              </a:xfrm>
            </p:grpSpPr>
            <p:sp>
              <p:nvSpPr>
                <p:cNvPr id="5279" name="Google Shape;5279;p58"/>
                <p:cNvSpPr/>
                <p:nvPr/>
              </p:nvSpPr>
              <p:spPr>
                <a:xfrm>
                  <a:off x="4201550" y="3266502"/>
                  <a:ext cx="31405" cy="26883"/>
                </a:xfrm>
                <a:custGeom>
                  <a:avLst/>
                  <a:gdLst/>
                  <a:ahLst/>
                  <a:cxnLst/>
                  <a:rect l="l" t="t" r="r" b="b"/>
                  <a:pathLst>
                    <a:path w="3993" h="3418" extrusionOk="0">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58"/>
                <p:cNvSpPr/>
                <p:nvPr/>
              </p:nvSpPr>
              <p:spPr>
                <a:xfrm>
                  <a:off x="4214331" y="3276247"/>
                  <a:ext cx="8919" cy="7582"/>
                </a:xfrm>
                <a:custGeom>
                  <a:avLst/>
                  <a:gdLst/>
                  <a:ahLst/>
                  <a:cxnLst/>
                  <a:rect l="l" t="t" r="r" b="b"/>
                  <a:pathLst>
                    <a:path w="1134" h="964" extrusionOk="0">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81" name="Google Shape;5281;p58"/>
              <p:cNvGrpSpPr/>
              <p:nvPr/>
            </p:nvGrpSpPr>
            <p:grpSpPr>
              <a:xfrm>
                <a:off x="4201550" y="3338278"/>
                <a:ext cx="31405" cy="26930"/>
                <a:chOff x="4201550" y="3338278"/>
                <a:chExt cx="31405" cy="26930"/>
              </a:xfrm>
            </p:grpSpPr>
            <p:sp>
              <p:nvSpPr>
                <p:cNvPr id="5282" name="Google Shape;5282;p58"/>
                <p:cNvSpPr/>
                <p:nvPr/>
              </p:nvSpPr>
              <p:spPr>
                <a:xfrm>
                  <a:off x="4201550" y="3338278"/>
                  <a:ext cx="31405" cy="26930"/>
                </a:xfrm>
                <a:custGeom>
                  <a:avLst/>
                  <a:gdLst/>
                  <a:ahLst/>
                  <a:cxnLst/>
                  <a:rect l="l" t="t" r="r" b="b"/>
                  <a:pathLst>
                    <a:path w="3993" h="3424" extrusionOk="0">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58"/>
                <p:cNvSpPr/>
                <p:nvPr/>
              </p:nvSpPr>
              <p:spPr>
                <a:xfrm>
                  <a:off x="4214331" y="3347976"/>
                  <a:ext cx="8919" cy="7590"/>
                </a:xfrm>
                <a:custGeom>
                  <a:avLst/>
                  <a:gdLst/>
                  <a:ahLst/>
                  <a:cxnLst/>
                  <a:rect l="l" t="t" r="r" b="b"/>
                  <a:pathLst>
                    <a:path w="1134" h="965" extrusionOk="0">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84" name="Google Shape;5284;p58"/>
              <p:cNvGrpSpPr/>
              <p:nvPr/>
            </p:nvGrpSpPr>
            <p:grpSpPr>
              <a:xfrm>
                <a:off x="4238272" y="3369132"/>
                <a:ext cx="31405" cy="27001"/>
                <a:chOff x="4238272" y="3369132"/>
                <a:chExt cx="31405" cy="27001"/>
              </a:xfrm>
            </p:grpSpPr>
            <p:sp>
              <p:nvSpPr>
                <p:cNvPr id="5285" name="Google Shape;5285;p58"/>
                <p:cNvSpPr/>
                <p:nvPr/>
              </p:nvSpPr>
              <p:spPr>
                <a:xfrm>
                  <a:off x="4238272" y="3369132"/>
                  <a:ext cx="31405" cy="27001"/>
                </a:xfrm>
                <a:custGeom>
                  <a:avLst/>
                  <a:gdLst/>
                  <a:ahLst/>
                  <a:cxnLst/>
                  <a:rect l="l" t="t" r="r" b="b"/>
                  <a:pathLst>
                    <a:path w="3993" h="3433" extrusionOk="0">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58"/>
                <p:cNvSpPr/>
                <p:nvPr/>
              </p:nvSpPr>
              <p:spPr>
                <a:xfrm>
                  <a:off x="4251217" y="3378806"/>
                  <a:ext cx="8856" cy="7605"/>
                </a:xfrm>
                <a:custGeom>
                  <a:avLst/>
                  <a:gdLst/>
                  <a:ahLst/>
                  <a:cxnLst/>
                  <a:rect l="l" t="t" r="r" b="b"/>
                  <a:pathLst>
                    <a:path w="1126" h="967" extrusionOk="0">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87" name="Google Shape;5287;p58"/>
            <p:cNvGrpSpPr/>
            <p:nvPr/>
          </p:nvGrpSpPr>
          <p:grpSpPr>
            <a:xfrm>
              <a:off x="4068639" y="3200169"/>
              <a:ext cx="77643" cy="37272"/>
              <a:chOff x="4068639" y="3200169"/>
              <a:chExt cx="77643" cy="37272"/>
            </a:xfrm>
          </p:grpSpPr>
          <p:sp>
            <p:nvSpPr>
              <p:cNvPr id="5288" name="Google Shape;5288;p58"/>
              <p:cNvSpPr/>
              <p:nvPr/>
            </p:nvSpPr>
            <p:spPr>
              <a:xfrm>
                <a:off x="4087570" y="3212886"/>
                <a:ext cx="49958" cy="10374"/>
              </a:xfrm>
              <a:custGeom>
                <a:avLst/>
                <a:gdLst/>
                <a:ahLst/>
                <a:cxnLst/>
                <a:rect l="l" t="t" r="r" b="b"/>
                <a:pathLst>
                  <a:path w="6352" h="1319" fill="none" extrusionOk="0">
                    <a:moveTo>
                      <a:pt x="1" y="1319"/>
                    </a:moveTo>
                    <a:lnTo>
                      <a:pt x="635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89" name="Google Shape;5289;p58"/>
              <p:cNvGrpSpPr/>
              <p:nvPr/>
            </p:nvGrpSpPr>
            <p:grpSpPr>
              <a:xfrm>
                <a:off x="4114878" y="3200169"/>
                <a:ext cx="31405" cy="26993"/>
                <a:chOff x="4114878" y="3200169"/>
                <a:chExt cx="31405" cy="26993"/>
              </a:xfrm>
            </p:grpSpPr>
            <p:sp>
              <p:nvSpPr>
                <p:cNvPr id="5290" name="Google Shape;5290;p58"/>
                <p:cNvSpPr/>
                <p:nvPr/>
              </p:nvSpPr>
              <p:spPr>
                <a:xfrm>
                  <a:off x="4114878" y="3200169"/>
                  <a:ext cx="31405" cy="26993"/>
                </a:xfrm>
                <a:custGeom>
                  <a:avLst/>
                  <a:gdLst/>
                  <a:ahLst/>
                  <a:cxnLst/>
                  <a:rect l="l" t="t" r="r" b="b"/>
                  <a:pathLst>
                    <a:path w="3993" h="3432" extrusionOk="0">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58"/>
                <p:cNvSpPr/>
                <p:nvPr/>
              </p:nvSpPr>
              <p:spPr>
                <a:xfrm>
                  <a:off x="4127721" y="3209835"/>
                  <a:ext cx="8950" cy="7684"/>
                </a:xfrm>
                <a:custGeom>
                  <a:avLst/>
                  <a:gdLst/>
                  <a:ahLst/>
                  <a:cxnLst/>
                  <a:rect l="l" t="t" r="r" b="b"/>
                  <a:pathLst>
                    <a:path w="1138" h="977" extrusionOk="0">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92" name="Google Shape;5292;p58"/>
              <p:cNvGrpSpPr/>
              <p:nvPr/>
            </p:nvGrpSpPr>
            <p:grpSpPr>
              <a:xfrm>
                <a:off x="4068639" y="3210535"/>
                <a:ext cx="31499" cy="26906"/>
                <a:chOff x="4068639" y="3210535"/>
                <a:chExt cx="31499" cy="26906"/>
              </a:xfrm>
            </p:grpSpPr>
            <p:sp>
              <p:nvSpPr>
                <p:cNvPr id="5293" name="Google Shape;5293;p58"/>
                <p:cNvSpPr/>
                <p:nvPr/>
              </p:nvSpPr>
              <p:spPr>
                <a:xfrm>
                  <a:off x="4068639" y="3210535"/>
                  <a:ext cx="31499" cy="26906"/>
                </a:xfrm>
                <a:custGeom>
                  <a:avLst/>
                  <a:gdLst/>
                  <a:ahLst/>
                  <a:cxnLst/>
                  <a:rect l="l" t="t" r="r" b="b"/>
                  <a:pathLst>
                    <a:path w="4005" h="3421" extrusionOk="0">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58"/>
                <p:cNvSpPr/>
                <p:nvPr/>
              </p:nvSpPr>
              <p:spPr>
                <a:xfrm>
                  <a:off x="4081577" y="3220209"/>
                  <a:ext cx="8856" cy="7582"/>
                </a:xfrm>
                <a:custGeom>
                  <a:avLst/>
                  <a:gdLst/>
                  <a:ahLst/>
                  <a:cxnLst/>
                  <a:rect l="l" t="t" r="r" b="b"/>
                  <a:pathLst>
                    <a:path w="1126" h="964" extrusionOk="0">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95" name="Google Shape;5295;p58"/>
            <p:cNvGrpSpPr/>
            <p:nvPr/>
          </p:nvGrpSpPr>
          <p:grpSpPr>
            <a:xfrm>
              <a:off x="3869702" y="3066935"/>
              <a:ext cx="382664" cy="190294"/>
              <a:chOff x="3869702" y="3066935"/>
              <a:chExt cx="382664" cy="190294"/>
            </a:xfrm>
          </p:grpSpPr>
          <p:grpSp>
            <p:nvGrpSpPr>
              <p:cNvPr id="5296" name="Google Shape;5296;p58"/>
              <p:cNvGrpSpPr/>
              <p:nvPr/>
            </p:nvGrpSpPr>
            <p:grpSpPr>
              <a:xfrm>
                <a:off x="3888633" y="3082351"/>
                <a:ext cx="351172" cy="160698"/>
                <a:chOff x="3888633" y="3082351"/>
                <a:chExt cx="351172" cy="160698"/>
              </a:xfrm>
            </p:grpSpPr>
            <p:sp>
              <p:nvSpPr>
                <p:cNvPr id="5297" name="Google Shape;5297;p58"/>
                <p:cNvSpPr/>
                <p:nvPr/>
              </p:nvSpPr>
              <p:spPr>
                <a:xfrm>
                  <a:off x="3892440" y="3082351"/>
                  <a:ext cx="347366" cy="160698"/>
                </a:xfrm>
                <a:custGeom>
                  <a:avLst/>
                  <a:gdLst/>
                  <a:ahLst/>
                  <a:cxnLst/>
                  <a:rect l="l" t="t" r="r" b="b"/>
                  <a:pathLst>
                    <a:path w="44166" h="20432" fill="none" extrusionOk="0">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58"/>
                <p:cNvSpPr/>
                <p:nvPr/>
              </p:nvSpPr>
              <p:spPr>
                <a:xfrm>
                  <a:off x="3888633" y="3172924"/>
                  <a:ext cx="72979" cy="70124"/>
                </a:xfrm>
                <a:custGeom>
                  <a:avLst/>
                  <a:gdLst/>
                  <a:ahLst/>
                  <a:cxnLst/>
                  <a:rect l="l" t="t" r="r" b="b"/>
                  <a:pathLst>
                    <a:path w="9279" h="8916" fill="none" extrusionOk="0">
                      <a:moveTo>
                        <a:pt x="0" y="8916"/>
                      </a:moveTo>
                      <a:lnTo>
                        <a:pt x="9279" y="6883"/>
                      </a:lnTo>
                      <a:lnTo>
                        <a:pt x="704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58"/>
                <p:cNvSpPr/>
                <p:nvPr/>
              </p:nvSpPr>
              <p:spPr>
                <a:xfrm>
                  <a:off x="3960370" y="3203653"/>
                  <a:ext cx="79547" cy="19607"/>
                </a:xfrm>
                <a:custGeom>
                  <a:avLst/>
                  <a:gdLst/>
                  <a:ahLst/>
                  <a:cxnLst/>
                  <a:rect l="l" t="t" r="r" b="b"/>
                  <a:pathLst>
                    <a:path w="10114" h="2493" fill="none" extrusionOk="0">
                      <a:moveTo>
                        <a:pt x="0" y="2493"/>
                      </a:moveTo>
                      <a:lnTo>
                        <a:pt x="1011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58"/>
                <p:cNvSpPr/>
                <p:nvPr/>
              </p:nvSpPr>
              <p:spPr>
                <a:xfrm>
                  <a:off x="4043613" y="3161504"/>
                  <a:ext cx="108474" cy="42156"/>
                </a:xfrm>
                <a:custGeom>
                  <a:avLst/>
                  <a:gdLst/>
                  <a:ahLst/>
                  <a:cxnLst/>
                  <a:rect l="l" t="t" r="r" b="b"/>
                  <a:pathLst>
                    <a:path w="13792" h="5360" fill="none" extrusionOk="0">
                      <a:moveTo>
                        <a:pt x="1" y="5360"/>
                      </a:moveTo>
                      <a:lnTo>
                        <a:pt x="1379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58"/>
                <p:cNvSpPr/>
                <p:nvPr/>
              </p:nvSpPr>
              <p:spPr>
                <a:xfrm>
                  <a:off x="4152079" y="3082351"/>
                  <a:ext cx="17224" cy="82968"/>
                </a:xfrm>
                <a:custGeom>
                  <a:avLst/>
                  <a:gdLst/>
                  <a:ahLst/>
                  <a:cxnLst/>
                  <a:rect l="l" t="t" r="r" b="b"/>
                  <a:pathLst>
                    <a:path w="2190" h="10549" fill="none" extrusionOk="0">
                      <a:moveTo>
                        <a:pt x="0" y="10549"/>
                      </a:moveTo>
                      <a:lnTo>
                        <a:pt x="219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58"/>
                <p:cNvSpPr/>
                <p:nvPr/>
              </p:nvSpPr>
              <p:spPr>
                <a:xfrm>
                  <a:off x="4169296" y="3082351"/>
                  <a:ext cx="25797" cy="63557"/>
                </a:xfrm>
                <a:custGeom>
                  <a:avLst/>
                  <a:gdLst/>
                  <a:ahLst/>
                  <a:cxnLst/>
                  <a:rect l="l" t="t" r="r" b="b"/>
                  <a:pathLst>
                    <a:path w="3280" h="8081" fill="none" extrusionOk="0">
                      <a:moveTo>
                        <a:pt x="1" y="0"/>
                      </a:moveTo>
                      <a:lnTo>
                        <a:pt x="3279" y="808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03" name="Google Shape;5303;p58"/>
              <p:cNvGrpSpPr/>
              <p:nvPr/>
            </p:nvGrpSpPr>
            <p:grpSpPr>
              <a:xfrm>
                <a:off x="4143703" y="3066935"/>
                <a:ext cx="37783" cy="32357"/>
                <a:chOff x="4143703" y="3066935"/>
                <a:chExt cx="37783" cy="32357"/>
              </a:xfrm>
            </p:grpSpPr>
            <p:sp>
              <p:nvSpPr>
                <p:cNvPr id="5304" name="Google Shape;5304;p58"/>
                <p:cNvSpPr/>
                <p:nvPr/>
              </p:nvSpPr>
              <p:spPr>
                <a:xfrm>
                  <a:off x="4143703" y="3066935"/>
                  <a:ext cx="37783" cy="32357"/>
                </a:xfrm>
                <a:custGeom>
                  <a:avLst/>
                  <a:gdLst/>
                  <a:ahLst/>
                  <a:cxnLst/>
                  <a:rect l="l" t="t" r="r" b="b"/>
                  <a:pathLst>
                    <a:path w="4804" h="4114" extrusionOk="0">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58"/>
                <p:cNvSpPr/>
                <p:nvPr/>
              </p:nvSpPr>
              <p:spPr>
                <a:xfrm>
                  <a:off x="4158741" y="3076641"/>
                  <a:ext cx="13040" cy="13040"/>
                </a:xfrm>
                <a:custGeom>
                  <a:avLst/>
                  <a:gdLst/>
                  <a:ahLst/>
                  <a:cxnLst/>
                  <a:rect l="l" t="t" r="r" b="b"/>
                  <a:pathLst>
                    <a:path w="1658" h="1658" extrusionOk="0">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06" name="Google Shape;5306;p58"/>
              <p:cNvGrpSpPr/>
              <p:nvPr/>
            </p:nvGrpSpPr>
            <p:grpSpPr>
              <a:xfrm>
                <a:off x="4044565" y="3103563"/>
                <a:ext cx="37783" cy="32451"/>
                <a:chOff x="4044565" y="3103563"/>
                <a:chExt cx="37783" cy="32451"/>
              </a:xfrm>
            </p:grpSpPr>
            <p:sp>
              <p:nvSpPr>
                <p:cNvPr id="5307" name="Google Shape;5307;p58"/>
                <p:cNvSpPr/>
                <p:nvPr/>
              </p:nvSpPr>
              <p:spPr>
                <a:xfrm>
                  <a:off x="4044565" y="3103563"/>
                  <a:ext cx="37783" cy="32451"/>
                </a:xfrm>
                <a:custGeom>
                  <a:avLst/>
                  <a:gdLst/>
                  <a:ahLst/>
                  <a:cxnLst/>
                  <a:rect l="l" t="t" r="r" b="b"/>
                  <a:pathLst>
                    <a:path w="4804" h="4126" extrusionOk="0">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58"/>
                <p:cNvSpPr/>
                <p:nvPr/>
              </p:nvSpPr>
              <p:spPr>
                <a:xfrm>
                  <a:off x="4059602" y="3113268"/>
                  <a:ext cx="13040" cy="13048"/>
                </a:xfrm>
                <a:custGeom>
                  <a:avLst/>
                  <a:gdLst/>
                  <a:ahLst/>
                  <a:cxnLst/>
                  <a:rect l="l" t="t" r="r" b="b"/>
                  <a:pathLst>
                    <a:path w="1658" h="1659" extrusionOk="0">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09" name="Google Shape;5309;p58"/>
              <p:cNvGrpSpPr/>
              <p:nvPr/>
            </p:nvGrpSpPr>
            <p:grpSpPr>
              <a:xfrm>
                <a:off x="4017454" y="3188237"/>
                <a:ext cx="37776" cy="32357"/>
                <a:chOff x="4017454" y="3188237"/>
                <a:chExt cx="37776" cy="32357"/>
              </a:xfrm>
            </p:grpSpPr>
            <p:sp>
              <p:nvSpPr>
                <p:cNvPr id="5310" name="Google Shape;5310;p58"/>
                <p:cNvSpPr/>
                <p:nvPr/>
              </p:nvSpPr>
              <p:spPr>
                <a:xfrm>
                  <a:off x="4017454" y="3188237"/>
                  <a:ext cx="37776" cy="32357"/>
                </a:xfrm>
                <a:custGeom>
                  <a:avLst/>
                  <a:gdLst/>
                  <a:ahLst/>
                  <a:cxnLst/>
                  <a:rect l="l" t="t" r="r" b="b"/>
                  <a:pathLst>
                    <a:path w="4803" h="4114" extrusionOk="0">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58"/>
                <p:cNvSpPr/>
                <p:nvPr/>
              </p:nvSpPr>
              <p:spPr>
                <a:xfrm>
                  <a:off x="4032484" y="3197943"/>
                  <a:ext cx="13040" cy="13048"/>
                </a:xfrm>
                <a:custGeom>
                  <a:avLst/>
                  <a:gdLst/>
                  <a:ahLst/>
                  <a:cxnLst/>
                  <a:rect l="l" t="t" r="r" b="b"/>
                  <a:pathLst>
                    <a:path w="1658" h="1659" extrusionOk="0">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12" name="Google Shape;5312;p58"/>
              <p:cNvGrpSpPr/>
              <p:nvPr/>
            </p:nvGrpSpPr>
            <p:grpSpPr>
              <a:xfrm>
                <a:off x="3921548" y="3157509"/>
                <a:ext cx="37783" cy="32357"/>
                <a:chOff x="3921548" y="3157509"/>
                <a:chExt cx="37783" cy="32357"/>
              </a:xfrm>
            </p:grpSpPr>
            <p:sp>
              <p:nvSpPr>
                <p:cNvPr id="5313" name="Google Shape;5313;p58"/>
                <p:cNvSpPr/>
                <p:nvPr/>
              </p:nvSpPr>
              <p:spPr>
                <a:xfrm>
                  <a:off x="3921548" y="3157509"/>
                  <a:ext cx="37783" cy="32357"/>
                </a:xfrm>
                <a:custGeom>
                  <a:avLst/>
                  <a:gdLst/>
                  <a:ahLst/>
                  <a:cxnLst/>
                  <a:rect l="l" t="t" r="r" b="b"/>
                  <a:pathLst>
                    <a:path w="4804" h="4114" extrusionOk="0">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58"/>
                <p:cNvSpPr/>
                <p:nvPr/>
              </p:nvSpPr>
              <p:spPr>
                <a:xfrm>
                  <a:off x="3936586" y="3167214"/>
                  <a:ext cx="13040" cy="13040"/>
                </a:xfrm>
                <a:custGeom>
                  <a:avLst/>
                  <a:gdLst/>
                  <a:ahLst/>
                  <a:cxnLst/>
                  <a:rect l="l" t="t" r="r" b="b"/>
                  <a:pathLst>
                    <a:path w="1658" h="1658" extrusionOk="0">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15" name="Google Shape;5315;p58"/>
              <p:cNvGrpSpPr/>
              <p:nvPr/>
            </p:nvGrpSpPr>
            <p:grpSpPr>
              <a:xfrm>
                <a:off x="3939056" y="3211620"/>
                <a:ext cx="37783" cy="32380"/>
                <a:chOff x="3939056" y="3211620"/>
                <a:chExt cx="37783" cy="32380"/>
              </a:xfrm>
            </p:grpSpPr>
            <p:sp>
              <p:nvSpPr>
                <p:cNvPr id="5316" name="Google Shape;5316;p58"/>
                <p:cNvSpPr/>
                <p:nvPr/>
              </p:nvSpPr>
              <p:spPr>
                <a:xfrm>
                  <a:off x="3939056" y="3211620"/>
                  <a:ext cx="37783" cy="32380"/>
                </a:xfrm>
                <a:custGeom>
                  <a:avLst/>
                  <a:gdLst/>
                  <a:ahLst/>
                  <a:cxnLst/>
                  <a:rect l="l" t="t" r="r" b="b"/>
                  <a:pathLst>
                    <a:path w="4804" h="4117" extrusionOk="0">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58"/>
                <p:cNvSpPr/>
                <p:nvPr/>
              </p:nvSpPr>
              <p:spPr>
                <a:xfrm>
                  <a:off x="3954188" y="3221255"/>
                  <a:ext cx="13040" cy="13040"/>
                </a:xfrm>
                <a:custGeom>
                  <a:avLst/>
                  <a:gdLst/>
                  <a:ahLst/>
                  <a:cxnLst/>
                  <a:rect l="l" t="t" r="r" b="b"/>
                  <a:pathLst>
                    <a:path w="1658" h="1658" extrusionOk="0">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18" name="Google Shape;5318;p58"/>
              <p:cNvGrpSpPr/>
              <p:nvPr/>
            </p:nvGrpSpPr>
            <p:grpSpPr>
              <a:xfrm>
                <a:off x="4176240" y="3136965"/>
                <a:ext cx="31405" cy="26930"/>
                <a:chOff x="4176240" y="3136965"/>
                <a:chExt cx="31405" cy="26930"/>
              </a:xfrm>
            </p:grpSpPr>
            <p:sp>
              <p:nvSpPr>
                <p:cNvPr id="5319" name="Google Shape;5319;p58"/>
                <p:cNvSpPr/>
                <p:nvPr/>
              </p:nvSpPr>
              <p:spPr>
                <a:xfrm>
                  <a:off x="4176240" y="3136965"/>
                  <a:ext cx="31405" cy="26930"/>
                </a:xfrm>
                <a:custGeom>
                  <a:avLst/>
                  <a:gdLst/>
                  <a:ahLst/>
                  <a:cxnLst/>
                  <a:rect l="l" t="t" r="r" b="b"/>
                  <a:pathLst>
                    <a:path w="3993" h="3424" extrusionOk="0">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58"/>
                <p:cNvSpPr/>
                <p:nvPr/>
              </p:nvSpPr>
              <p:spPr>
                <a:xfrm>
                  <a:off x="4190327" y="3146663"/>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21" name="Google Shape;5321;p58"/>
              <p:cNvGrpSpPr/>
              <p:nvPr/>
            </p:nvGrpSpPr>
            <p:grpSpPr>
              <a:xfrm>
                <a:off x="4133148" y="3152593"/>
                <a:ext cx="31499" cy="27001"/>
                <a:chOff x="4133148" y="3152593"/>
                <a:chExt cx="31499" cy="27001"/>
              </a:xfrm>
            </p:grpSpPr>
            <p:sp>
              <p:nvSpPr>
                <p:cNvPr id="5322" name="Google Shape;5322;p58"/>
                <p:cNvSpPr/>
                <p:nvPr/>
              </p:nvSpPr>
              <p:spPr>
                <a:xfrm>
                  <a:off x="4133148" y="3152593"/>
                  <a:ext cx="31499" cy="27001"/>
                </a:xfrm>
                <a:custGeom>
                  <a:avLst/>
                  <a:gdLst/>
                  <a:ahLst/>
                  <a:cxnLst/>
                  <a:rect l="l" t="t" r="r" b="b"/>
                  <a:pathLst>
                    <a:path w="4005" h="3433" extrusionOk="0">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58"/>
                <p:cNvSpPr/>
                <p:nvPr/>
              </p:nvSpPr>
              <p:spPr>
                <a:xfrm>
                  <a:off x="4147321" y="316226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24" name="Google Shape;5324;p58"/>
              <p:cNvGrpSpPr/>
              <p:nvPr/>
            </p:nvGrpSpPr>
            <p:grpSpPr>
              <a:xfrm>
                <a:off x="4220866" y="3073534"/>
                <a:ext cx="31499" cy="26898"/>
                <a:chOff x="4220866" y="3073534"/>
                <a:chExt cx="31499" cy="26898"/>
              </a:xfrm>
            </p:grpSpPr>
            <p:sp>
              <p:nvSpPr>
                <p:cNvPr id="5325" name="Google Shape;5325;p58"/>
                <p:cNvSpPr/>
                <p:nvPr/>
              </p:nvSpPr>
              <p:spPr>
                <a:xfrm>
                  <a:off x="4220866" y="307353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58"/>
                <p:cNvSpPr/>
                <p:nvPr/>
              </p:nvSpPr>
              <p:spPr>
                <a:xfrm>
                  <a:off x="4235039" y="3083114"/>
                  <a:ext cx="7621" cy="7613"/>
                </a:xfrm>
                <a:custGeom>
                  <a:avLst/>
                  <a:gdLst/>
                  <a:ahLst/>
                  <a:cxnLst/>
                  <a:rect l="l" t="t" r="r" b="b"/>
                  <a:pathLst>
                    <a:path w="969" h="968" extrusionOk="0">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27" name="Google Shape;5327;p58"/>
              <p:cNvGrpSpPr/>
              <p:nvPr/>
            </p:nvGrpSpPr>
            <p:grpSpPr>
              <a:xfrm>
                <a:off x="3869702" y="3230323"/>
                <a:ext cx="31499" cy="26906"/>
                <a:chOff x="3869702" y="3230323"/>
                <a:chExt cx="31499" cy="26906"/>
              </a:xfrm>
            </p:grpSpPr>
            <p:sp>
              <p:nvSpPr>
                <p:cNvPr id="5328" name="Google Shape;5328;p58"/>
                <p:cNvSpPr/>
                <p:nvPr/>
              </p:nvSpPr>
              <p:spPr>
                <a:xfrm>
                  <a:off x="3869702" y="3230323"/>
                  <a:ext cx="31499" cy="26906"/>
                </a:xfrm>
                <a:custGeom>
                  <a:avLst/>
                  <a:gdLst/>
                  <a:ahLst/>
                  <a:cxnLst/>
                  <a:rect l="l" t="t" r="r" b="b"/>
                  <a:pathLst>
                    <a:path w="4005" h="3421" extrusionOk="0">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58"/>
                <p:cNvSpPr/>
                <p:nvPr/>
              </p:nvSpPr>
              <p:spPr>
                <a:xfrm>
                  <a:off x="388387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330" name="Google Shape;5330;p58"/>
            <p:cNvGrpSpPr/>
            <p:nvPr/>
          </p:nvGrpSpPr>
          <p:grpSpPr>
            <a:xfrm>
              <a:off x="4271383" y="3065882"/>
              <a:ext cx="304556" cy="341663"/>
              <a:chOff x="4271383" y="3065882"/>
              <a:chExt cx="304556" cy="341663"/>
            </a:xfrm>
          </p:grpSpPr>
          <p:grpSp>
            <p:nvGrpSpPr>
              <p:cNvPr id="5331" name="Google Shape;5331;p58"/>
              <p:cNvGrpSpPr/>
              <p:nvPr/>
            </p:nvGrpSpPr>
            <p:grpSpPr>
              <a:xfrm>
                <a:off x="4293838" y="3078639"/>
                <a:ext cx="269353" cy="311973"/>
                <a:chOff x="4293838" y="3078639"/>
                <a:chExt cx="269353" cy="311973"/>
              </a:xfrm>
            </p:grpSpPr>
            <p:sp>
              <p:nvSpPr>
                <p:cNvPr id="5332" name="Google Shape;5332;p58"/>
                <p:cNvSpPr/>
                <p:nvPr/>
              </p:nvSpPr>
              <p:spPr>
                <a:xfrm>
                  <a:off x="4293838" y="3078639"/>
                  <a:ext cx="269353" cy="311973"/>
                </a:xfrm>
                <a:custGeom>
                  <a:avLst/>
                  <a:gdLst/>
                  <a:ahLst/>
                  <a:cxnLst/>
                  <a:rect l="l" t="t" r="r" b="b"/>
                  <a:pathLst>
                    <a:path w="34247" h="39666" fill="none" extrusionOk="0">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58"/>
                <p:cNvSpPr/>
                <p:nvPr/>
              </p:nvSpPr>
              <p:spPr>
                <a:xfrm>
                  <a:off x="4306965" y="3099473"/>
                  <a:ext cx="62519" cy="69652"/>
                </a:xfrm>
                <a:custGeom>
                  <a:avLst/>
                  <a:gdLst/>
                  <a:ahLst/>
                  <a:cxnLst/>
                  <a:rect l="l" t="t" r="r" b="b"/>
                  <a:pathLst>
                    <a:path w="7949" h="8856" fill="none" extrusionOk="0">
                      <a:moveTo>
                        <a:pt x="1" y="1"/>
                      </a:moveTo>
                      <a:lnTo>
                        <a:pt x="7948" y="885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58"/>
                <p:cNvSpPr/>
                <p:nvPr/>
              </p:nvSpPr>
              <p:spPr>
                <a:xfrm>
                  <a:off x="4369476" y="3169118"/>
                  <a:ext cx="26072" cy="98666"/>
                </a:xfrm>
                <a:custGeom>
                  <a:avLst/>
                  <a:gdLst/>
                  <a:ahLst/>
                  <a:cxnLst/>
                  <a:rect l="l" t="t" r="r" b="b"/>
                  <a:pathLst>
                    <a:path w="3315" h="12545" fill="none" extrusionOk="0">
                      <a:moveTo>
                        <a:pt x="0" y="1"/>
                      </a:moveTo>
                      <a:lnTo>
                        <a:pt x="3315" y="1254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58"/>
                <p:cNvSpPr/>
                <p:nvPr/>
              </p:nvSpPr>
              <p:spPr>
                <a:xfrm>
                  <a:off x="4399347" y="3078639"/>
                  <a:ext cx="60041" cy="110558"/>
                </a:xfrm>
                <a:custGeom>
                  <a:avLst/>
                  <a:gdLst/>
                  <a:ahLst/>
                  <a:cxnLst/>
                  <a:rect l="l" t="t" r="r" b="b"/>
                  <a:pathLst>
                    <a:path w="7634" h="14057" fill="none" extrusionOk="0">
                      <a:moveTo>
                        <a:pt x="7634" y="14057"/>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58"/>
                <p:cNvSpPr/>
                <p:nvPr/>
              </p:nvSpPr>
              <p:spPr>
                <a:xfrm>
                  <a:off x="4373282" y="3169118"/>
                  <a:ext cx="82299" cy="20079"/>
                </a:xfrm>
                <a:custGeom>
                  <a:avLst/>
                  <a:gdLst/>
                  <a:ahLst/>
                  <a:cxnLst/>
                  <a:rect l="l" t="t" r="r" b="b"/>
                  <a:pathLst>
                    <a:path w="10464" h="2553" fill="none" extrusionOk="0">
                      <a:moveTo>
                        <a:pt x="0" y="1"/>
                      </a:moveTo>
                      <a:lnTo>
                        <a:pt x="10464" y="2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58"/>
                <p:cNvSpPr/>
                <p:nvPr/>
              </p:nvSpPr>
              <p:spPr>
                <a:xfrm>
                  <a:off x="4369476" y="3078639"/>
                  <a:ext cx="29879" cy="90487"/>
                </a:xfrm>
                <a:custGeom>
                  <a:avLst/>
                  <a:gdLst/>
                  <a:ahLst/>
                  <a:cxnLst/>
                  <a:rect l="l" t="t" r="r" b="b"/>
                  <a:pathLst>
                    <a:path w="3799" h="11505" fill="none" extrusionOk="0">
                      <a:moveTo>
                        <a:pt x="0" y="11505"/>
                      </a:moveTo>
                      <a:lnTo>
                        <a:pt x="379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58"/>
                <p:cNvSpPr/>
                <p:nvPr/>
              </p:nvSpPr>
              <p:spPr>
                <a:xfrm>
                  <a:off x="4293932" y="3169118"/>
                  <a:ext cx="75551" cy="41110"/>
                </a:xfrm>
                <a:custGeom>
                  <a:avLst/>
                  <a:gdLst/>
                  <a:ahLst/>
                  <a:cxnLst/>
                  <a:rect l="l" t="t" r="r" b="b"/>
                  <a:pathLst>
                    <a:path w="9606" h="5227" fill="none" extrusionOk="0">
                      <a:moveTo>
                        <a:pt x="1" y="5226"/>
                      </a:moveTo>
                      <a:lnTo>
                        <a:pt x="960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58"/>
                <p:cNvSpPr/>
                <p:nvPr/>
              </p:nvSpPr>
              <p:spPr>
                <a:xfrm>
                  <a:off x="4350159" y="3267776"/>
                  <a:ext cx="45389" cy="27032"/>
                </a:xfrm>
                <a:custGeom>
                  <a:avLst/>
                  <a:gdLst/>
                  <a:ahLst/>
                  <a:cxnLst/>
                  <a:rect l="l" t="t" r="r" b="b"/>
                  <a:pathLst>
                    <a:path w="5771" h="3437" fill="none" extrusionOk="0">
                      <a:moveTo>
                        <a:pt x="1" y="3436"/>
                      </a:moveTo>
                      <a:lnTo>
                        <a:pt x="57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58"/>
                <p:cNvSpPr/>
                <p:nvPr/>
              </p:nvSpPr>
              <p:spPr>
                <a:xfrm>
                  <a:off x="4395540" y="3267776"/>
                  <a:ext cx="38830" cy="76031"/>
                </a:xfrm>
                <a:custGeom>
                  <a:avLst/>
                  <a:gdLst/>
                  <a:ahLst/>
                  <a:cxnLst/>
                  <a:rect l="l" t="t" r="r" b="b"/>
                  <a:pathLst>
                    <a:path w="4937" h="9667" fill="none" extrusionOk="0">
                      <a:moveTo>
                        <a:pt x="1" y="1"/>
                      </a:moveTo>
                      <a:lnTo>
                        <a:pt x="4936" y="9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58"/>
                <p:cNvSpPr/>
                <p:nvPr/>
              </p:nvSpPr>
              <p:spPr>
                <a:xfrm>
                  <a:off x="4360439" y="3267776"/>
                  <a:ext cx="35109" cy="121978"/>
                </a:xfrm>
                <a:custGeom>
                  <a:avLst/>
                  <a:gdLst/>
                  <a:ahLst/>
                  <a:cxnLst/>
                  <a:rect l="l" t="t" r="r" b="b"/>
                  <a:pathLst>
                    <a:path w="4464" h="15509" fill="none" extrusionOk="0">
                      <a:moveTo>
                        <a:pt x="0" y="15509"/>
                      </a:moveTo>
                      <a:lnTo>
                        <a:pt x="446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58"/>
                <p:cNvSpPr/>
                <p:nvPr/>
              </p:nvSpPr>
              <p:spPr>
                <a:xfrm>
                  <a:off x="4293932" y="3210220"/>
                  <a:ext cx="101616" cy="57564"/>
                </a:xfrm>
                <a:custGeom>
                  <a:avLst/>
                  <a:gdLst/>
                  <a:ahLst/>
                  <a:cxnLst/>
                  <a:rect l="l" t="t" r="r" b="b"/>
                  <a:pathLst>
                    <a:path w="12920" h="7319" fill="none" extrusionOk="0">
                      <a:moveTo>
                        <a:pt x="1" y="0"/>
                      </a:moveTo>
                      <a:lnTo>
                        <a:pt x="12920" y="73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58"/>
                <p:cNvSpPr/>
                <p:nvPr/>
              </p:nvSpPr>
              <p:spPr>
                <a:xfrm>
                  <a:off x="4395540" y="3186436"/>
                  <a:ext cx="66420" cy="79735"/>
                </a:xfrm>
                <a:custGeom>
                  <a:avLst/>
                  <a:gdLst/>
                  <a:ahLst/>
                  <a:cxnLst/>
                  <a:rect l="l" t="t" r="r" b="b"/>
                  <a:pathLst>
                    <a:path w="8445" h="10138" fill="none" extrusionOk="0">
                      <a:moveTo>
                        <a:pt x="8444" y="0"/>
                      </a:moveTo>
                      <a:lnTo>
                        <a:pt x="1" y="1013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58"/>
                <p:cNvSpPr/>
                <p:nvPr/>
              </p:nvSpPr>
              <p:spPr>
                <a:xfrm>
                  <a:off x="4459380" y="3189669"/>
                  <a:ext cx="41873" cy="123402"/>
                </a:xfrm>
                <a:custGeom>
                  <a:avLst/>
                  <a:gdLst/>
                  <a:ahLst/>
                  <a:cxnLst/>
                  <a:rect l="l" t="t" r="r" b="b"/>
                  <a:pathLst>
                    <a:path w="5324" h="15690" fill="none" extrusionOk="0">
                      <a:moveTo>
                        <a:pt x="1" y="0"/>
                      </a:moveTo>
                      <a:lnTo>
                        <a:pt x="5323" y="15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58"/>
                <p:cNvSpPr/>
                <p:nvPr/>
              </p:nvSpPr>
              <p:spPr>
                <a:xfrm>
                  <a:off x="4395540" y="3267776"/>
                  <a:ext cx="105713" cy="45295"/>
                </a:xfrm>
                <a:custGeom>
                  <a:avLst/>
                  <a:gdLst/>
                  <a:ahLst/>
                  <a:cxnLst/>
                  <a:rect l="l" t="t" r="r" b="b"/>
                  <a:pathLst>
                    <a:path w="13441" h="5759" fill="none" extrusionOk="0">
                      <a:moveTo>
                        <a:pt x="1" y="1"/>
                      </a:moveTo>
                      <a:lnTo>
                        <a:pt x="13440" y="575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58"/>
                <p:cNvSpPr/>
                <p:nvPr/>
              </p:nvSpPr>
              <p:spPr>
                <a:xfrm>
                  <a:off x="4501246" y="3223252"/>
                  <a:ext cx="46435" cy="89818"/>
                </a:xfrm>
                <a:custGeom>
                  <a:avLst/>
                  <a:gdLst/>
                  <a:ahLst/>
                  <a:cxnLst/>
                  <a:rect l="l" t="t" r="r" b="b"/>
                  <a:pathLst>
                    <a:path w="5904" h="11420" fill="none" extrusionOk="0">
                      <a:moveTo>
                        <a:pt x="0" y="11420"/>
                      </a:moveTo>
                      <a:lnTo>
                        <a:pt x="590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58"/>
                <p:cNvSpPr/>
                <p:nvPr/>
              </p:nvSpPr>
              <p:spPr>
                <a:xfrm>
                  <a:off x="4459671" y="3104231"/>
                  <a:ext cx="58421" cy="84966"/>
                </a:xfrm>
                <a:custGeom>
                  <a:avLst/>
                  <a:gdLst/>
                  <a:ahLst/>
                  <a:cxnLst/>
                  <a:rect l="l" t="t" r="r" b="b"/>
                  <a:pathLst>
                    <a:path w="7428" h="10803" fill="none" extrusionOk="0">
                      <a:moveTo>
                        <a:pt x="0" y="10803"/>
                      </a:moveTo>
                      <a:lnTo>
                        <a:pt x="7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58"/>
                <p:cNvSpPr/>
                <p:nvPr/>
              </p:nvSpPr>
              <p:spPr>
                <a:xfrm>
                  <a:off x="4459671" y="3189189"/>
                  <a:ext cx="86586" cy="36737"/>
                </a:xfrm>
                <a:custGeom>
                  <a:avLst/>
                  <a:gdLst/>
                  <a:ahLst/>
                  <a:cxnLst/>
                  <a:rect l="l" t="t" r="r" b="b"/>
                  <a:pathLst>
                    <a:path w="11009" h="4671" fill="none" extrusionOk="0">
                      <a:moveTo>
                        <a:pt x="0" y="1"/>
                      </a:moveTo>
                      <a:lnTo>
                        <a:pt x="11008" y="4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49" name="Google Shape;5349;p58"/>
              <p:cNvGrpSpPr/>
              <p:nvPr/>
            </p:nvGrpSpPr>
            <p:grpSpPr>
              <a:xfrm>
                <a:off x="4538164" y="3342061"/>
                <a:ext cx="37776" cy="32380"/>
                <a:chOff x="4538164" y="3342061"/>
                <a:chExt cx="37776" cy="32380"/>
              </a:xfrm>
            </p:grpSpPr>
            <p:sp>
              <p:nvSpPr>
                <p:cNvPr id="5350" name="Google Shape;5350;p58"/>
                <p:cNvSpPr/>
                <p:nvPr/>
              </p:nvSpPr>
              <p:spPr>
                <a:xfrm>
                  <a:off x="4538164" y="3342061"/>
                  <a:ext cx="37776" cy="32380"/>
                </a:xfrm>
                <a:custGeom>
                  <a:avLst/>
                  <a:gdLst/>
                  <a:ahLst/>
                  <a:cxnLst/>
                  <a:rect l="l" t="t" r="r" b="b"/>
                  <a:pathLst>
                    <a:path w="4803" h="4117" extrusionOk="0">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58"/>
                <p:cNvSpPr/>
                <p:nvPr/>
              </p:nvSpPr>
              <p:spPr>
                <a:xfrm>
                  <a:off x="4553194" y="3351790"/>
                  <a:ext cx="13040" cy="13040"/>
                </a:xfrm>
                <a:custGeom>
                  <a:avLst/>
                  <a:gdLst/>
                  <a:ahLst/>
                  <a:cxnLst/>
                  <a:rect l="l" t="t" r="r" b="b"/>
                  <a:pathLst>
                    <a:path w="1658" h="1658" extrusionOk="0">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52" name="Google Shape;5352;p58"/>
              <p:cNvGrpSpPr/>
              <p:nvPr/>
            </p:nvGrpSpPr>
            <p:grpSpPr>
              <a:xfrm>
                <a:off x="4271383" y="3194742"/>
                <a:ext cx="37783" cy="32420"/>
                <a:chOff x="4271383" y="3194742"/>
                <a:chExt cx="37783" cy="32420"/>
              </a:xfrm>
            </p:grpSpPr>
            <p:sp>
              <p:nvSpPr>
                <p:cNvPr id="5353" name="Google Shape;5353;p58"/>
                <p:cNvSpPr/>
                <p:nvPr/>
              </p:nvSpPr>
              <p:spPr>
                <a:xfrm>
                  <a:off x="4271383" y="3194742"/>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58"/>
                <p:cNvSpPr/>
                <p:nvPr/>
              </p:nvSpPr>
              <p:spPr>
                <a:xfrm>
                  <a:off x="4286516" y="3204416"/>
                  <a:ext cx="13040" cy="13040"/>
                </a:xfrm>
                <a:custGeom>
                  <a:avLst/>
                  <a:gdLst/>
                  <a:ahLst/>
                  <a:cxnLst/>
                  <a:rect l="l" t="t" r="r" b="b"/>
                  <a:pathLst>
                    <a:path w="1658" h="1658" extrusionOk="0">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55" name="Google Shape;5355;p58"/>
              <p:cNvGrpSpPr/>
              <p:nvPr/>
            </p:nvGrpSpPr>
            <p:grpSpPr>
              <a:xfrm>
                <a:off x="4284416" y="3084058"/>
                <a:ext cx="37783" cy="32357"/>
                <a:chOff x="4284416" y="3084058"/>
                <a:chExt cx="37783" cy="32357"/>
              </a:xfrm>
            </p:grpSpPr>
            <p:sp>
              <p:nvSpPr>
                <p:cNvPr id="5356" name="Google Shape;5356;p58"/>
                <p:cNvSpPr/>
                <p:nvPr/>
              </p:nvSpPr>
              <p:spPr>
                <a:xfrm>
                  <a:off x="4284416" y="3084058"/>
                  <a:ext cx="37783" cy="32357"/>
                </a:xfrm>
                <a:custGeom>
                  <a:avLst/>
                  <a:gdLst/>
                  <a:ahLst/>
                  <a:cxnLst/>
                  <a:rect l="l" t="t" r="r" b="b"/>
                  <a:pathLst>
                    <a:path w="4804" h="4114"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58"/>
                <p:cNvSpPr/>
                <p:nvPr/>
              </p:nvSpPr>
              <p:spPr>
                <a:xfrm>
                  <a:off x="4299548" y="3093763"/>
                  <a:ext cx="13040" cy="13048"/>
                </a:xfrm>
                <a:custGeom>
                  <a:avLst/>
                  <a:gdLst/>
                  <a:ahLst/>
                  <a:cxnLst/>
                  <a:rect l="l" t="t" r="r" b="b"/>
                  <a:pathLst>
                    <a:path w="1658" h="1659" extrusionOk="0">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58" name="Google Shape;5358;p58"/>
              <p:cNvGrpSpPr/>
              <p:nvPr/>
            </p:nvGrpSpPr>
            <p:grpSpPr>
              <a:xfrm>
                <a:off x="4478697" y="3297561"/>
                <a:ext cx="37776" cy="32451"/>
                <a:chOff x="4478697" y="3297561"/>
                <a:chExt cx="37776" cy="32451"/>
              </a:xfrm>
            </p:grpSpPr>
            <p:sp>
              <p:nvSpPr>
                <p:cNvPr id="5359" name="Google Shape;5359;p58"/>
                <p:cNvSpPr/>
                <p:nvPr/>
              </p:nvSpPr>
              <p:spPr>
                <a:xfrm>
                  <a:off x="4478697" y="3297561"/>
                  <a:ext cx="37776" cy="32451"/>
                </a:xfrm>
                <a:custGeom>
                  <a:avLst/>
                  <a:gdLst/>
                  <a:ahLst/>
                  <a:cxnLst/>
                  <a:rect l="l" t="t" r="r" b="b"/>
                  <a:pathLst>
                    <a:path w="4803" h="4126" extrusionOk="0">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58"/>
                <p:cNvSpPr/>
                <p:nvPr/>
              </p:nvSpPr>
              <p:spPr>
                <a:xfrm>
                  <a:off x="4493727" y="3307361"/>
                  <a:ext cx="13048" cy="13040"/>
                </a:xfrm>
                <a:custGeom>
                  <a:avLst/>
                  <a:gdLst/>
                  <a:ahLst/>
                  <a:cxnLst/>
                  <a:rect l="l" t="t" r="r" b="b"/>
                  <a:pathLst>
                    <a:path w="1659" h="1658" extrusionOk="0">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61" name="Google Shape;5361;p58"/>
              <p:cNvGrpSpPr/>
              <p:nvPr/>
            </p:nvGrpSpPr>
            <p:grpSpPr>
              <a:xfrm>
                <a:off x="4411813" y="3331711"/>
                <a:ext cx="37776" cy="32451"/>
                <a:chOff x="4411813" y="3331711"/>
                <a:chExt cx="37776" cy="32451"/>
              </a:xfrm>
            </p:grpSpPr>
            <p:sp>
              <p:nvSpPr>
                <p:cNvPr id="5362" name="Google Shape;5362;p58"/>
                <p:cNvSpPr/>
                <p:nvPr/>
              </p:nvSpPr>
              <p:spPr>
                <a:xfrm>
                  <a:off x="4411813" y="3331711"/>
                  <a:ext cx="37776" cy="32451"/>
                </a:xfrm>
                <a:custGeom>
                  <a:avLst/>
                  <a:gdLst/>
                  <a:ahLst/>
                  <a:cxnLst/>
                  <a:rect l="l" t="t" r="r" b="b"/>
                  <a:pathLst>
                    <a:path w="4803" h="4126" extrusionOk="0">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58"/>
                <p:cNvSpPr/>
                <p:nvPr/>
              </p:nvSpPr>
              <p:spPr>
                <a:xfrm>
                  <a:off x="4426937" y="3341416"/>
                  <a:ext cx="13048" cy="13048"/>
                </a:xfrm>
                <a:custGeom>
                  <a:avLst/>
                  <a:gdLst/>
                  <a:ahLst/>
                  <a:cxnLst/>
                  <a:rect l="l" t="t" r="r" b="b"/>
                  <a:pathLst>
                    <a:path w="1659" h="1659" extrusionOk="0">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64" name="Google Shape;5364;p58"/>
              <p:cNvGrpSpPr/>
              <p:nvPr/>
            </p:nvGrpSpPr>
            <p:grpSpPr>
              <a:xfrm>
                <a:off x="4337984" y="3375188"/>
                <a:ext cx="37776" cy="32357"/>
                <a:chOff x="4337984" y="3375188"/>
                <a:chExt cx="37776" cy="32357"/>
              </a:xfrm>
            </p:grpSpPr>
            <p:sp>
              <p:nvSpPr>
                <p:cNvPr id="5365" name="Google Shape;5365;p58"/>
                <p:cNvSpPr/>
                <p:nvPr/>
              </p:nvSpPr>
              <p:spPr>
                <a:xfrm>
                  <a:off x="4337984" y="3375188"/>
                  <a:ext cx="37776" cy="32357"/>
                </a:xfrm>
                <a:custGeom>
                  <a:avLst/>
                  <a:gdLst/>
                  <a:ahLst/>
                  <a:cxnLst/>
                  <a:rect l="l" t="t" r="r" b="b"/>
                  <a:pathLst>
                    <a:path w="4803" h="4114" extrusionOk="0">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58"/>
                <p:cNvSpPr/>
                <p:nvPr/>
              </p:nvSpPr>
              <p:spPr>
                <a:xfrm>
                  <a:off x="4353108" y="3384894"/>
                  <a:ext cx="13048" cy="13048"/>
                </a:xfrm>
                <a:custGeom>
                  <a:avLst/>
                  <a:gdLst/>
                  <a:ahLst/>
                  <a:cxnLst/>
                  <a:rect l="l" t="t" r="r" b="b"/>
                  <a:pathLst>
                    <a:path w="1659" h="1659" extrusionOk="0">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67" name="Google Shape;5367;p58"/>
              <p:cNvGrpSpPr/>
              <p:nvPr/>
            </p:nvGrpSpPr>
            <p:grpSpPr>
              <a:xfrm>
                <a:off x="4494867" y="3090530"/>
                <a:ext cx="37878" cy="32451"/>
                <a:chOff x="4494867" y="3090530"/>
                <a:chExt cx="37878" cy="32451"/>
              </a:xfrm>
            </p:grpSpPr>
            <p:sp>
              <p:nvSpPr>
                <p:cNvPr id="5368" name="Google Shape;5368;p58"/>
                <p:cNvSpPr/>
                <p:nvPr/>
              </p:nvSpPr>
              <p:spPr>
                <a:xfrm>
                  <a:off x="4494867" y="3090530"/>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58"/>
                <p:cNvSpPr/>
                <p:nvPr/>
              </p:nvSpPr>
              <p:spPr>
                <a:xfrm>
                  <a:off x="4510000" y="3100236"/>
                  <a:ext cx="13040" cy="13040"/>
                </a:xfrm>
                <a:custGeom>
                  <a:avLst/>
                  <a:gdLst/>
                  <a:ahLst/>
                  <a:cxnLst/>
                  <a:rect l="l" t="t" r="r" b="b"/>
                  <a:pathLst>
                    <a:path w="1658" h="1658" extrusionOk="0">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70" name="Google Shape;5370;p58"/>
              <p:cNvGrpSpPr/>
              <p:nvPr/>
            </p:nvGrpSpPr>
            <p:grpSpPr>
              <a:xfrm>
                <a:off x="4525124" y="3207774"/>
                <a:ext cx="37783" cy="32420"/>
                <a:chOff x="4525124" y="3207774"/>
                <a:chExt cx="37783" cy="32420"/>
              </a:xfrm>
            </p:grpSpPr>
            <p:sp>
              <p:nvSpPr>
                <p:cNvPr id="5371" name="Google Shape;5371;p58"/>
                <p:cNvSpPr/>
                <p:nvPr/>
              </p:nvSpPr>
              <p:spPr>
                <a:xfrm>
                  <a:off x="4525124" y="3207774"/>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58"/>
                <p:cNvSpPr/>
                <p:nvPr/>
              </p:nvSpPr>
              <p:spPr>
                <a:xfrm>
                  <a:off x="4540256" y="3217448"/>
                  <a:ext cx="13040" cy="13040"/>
                </a:xfrm>
                <a:custGeom>
                  <a:avLst/>
                  <a:gdLst/>
                  <a:ahLst/>
                  <a:cxnLst/>
                  <a:rect l="l" t="t" r="r" b="b"/>
                  <a:pathLst>
                    <a:path w="1658" h="1658" extrusionOk="0">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73" name="Google Shape;5373;p58"/>
              <p:cNvGrpSpPr/>
              <p:nvPr/>
            </p:nvGrpSpPr>
            <p:grpSpPr>
              <a:xfrm>
                <a:off x="4440544" y="3176479"/>
                <a:ext cx="31499" cy="26898"/>
                <a:chOff x="4440544" y="3176479"/>
                <a:chExt cx="31499" cy="26898"/>
              </a:xfrm>
            </p:grpSpPr>
            <p:sp>
              <p:nvSpPr>
                <p:cNvPr id="5374" name="Google Shape;5374;p58"/>
                <p:cNvSpPr/>
                <p:nvPr/>
              </p:nvSpPr>
              <p:spPr>
                <a:xfrm>
                  <a:off x="4440544" y="3176479"/>
                  <a:ext cx="31499" cy="26898"/>
                </a:xfrm>
                <a:custGeom>
                  <a:avLst/>
                  <a:gdLst/>
                  <a:ahLst/>
                  <a:cxnLst/>
                  <a:rect l="l" t="t" r="r" b="b"/>
                  <a:pathLst>
                    <a:path w="4005" h="3420" extrusionOk="0">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58"/>
                <p:cNvSpPr/>
                <p:nvPr/>
              </p:nvSpPr>
              <p:spPr>
                <a:xfrm>
                  <a:off x="4454724" y="3186145"/>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76" name="Google Shape;5376;p58"/>
              <p:cNvGrpSpPr/>
              <p:nvPr/>
            </p:nvGrpSpPr>
            <p:grpSpPr>
              <a:xfrm>
                <a:off x="4350545" y="3156400"/>
                <a:ext cx="31405" cy="27001"/>
                <a:chOff x="4350545" y="3156400"/>
                <a:chExt cx="31405" cy="27001"/>
              </a:xfrm>
            </p:grpSpPr>
            <p:sp>
              <p:nvSpPr>
                <p:cNvPr id="5377" name="Google Shape;5377;p58"/>
                <p:cNvSpPr/>
                <p:nvPr/>
              </p:nvSpPr>
              <p:spPr>
                <a:xfrm>
                  <a:off x="4350545" y="3156400"/>
                  <a:ext cx="31405" cy="27001"/>
                </a:xfrm>
                <a:custGeom>
                  <a:avLst/>
                  <a:gdLst/>
                  <a:ahLst/>
                  <a:cxnLst/>
                  <a:rect l="l" t="t" r="r" b="b"/>
                  <a:pathLst>
                    <a:path w="3993" h="3433" extrusionOk="0">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58"/>
                <p:cNvSpPr/>
                <p:nvPr/>
              </p:nvSpPr>
              <p:spPr>
                <a:xfrm>
                  <a:off x="4364717" y="3166074"/>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79" name="Google Shape;5379;p58"/>
              <p:cNvGrpSpPr/>
              <p:nvPr/>
            </p:nvGrpSpPr>
            <p:grpSpPr>
              <a:xfrm>
                <a:off x="4376703" y="3255058"/>
                <a:ext cx="31405" cy="27001"/>
                <a:chOff x="4376703" y="3255058"/>
                <a:chExt cx="31405" cy="27001"/>
              </a:xfrm>
            </p:grpSpPr>
            <p:sp>
              <p:nvSpPr>
                <p:cNvPr id="5380" name="Google Shape;5380;p58"/>
                <p:cNvSpPr/>
                <p:nvPr/>
              </p:nvSpPr>
              <p:spPr>
                <a:xfrm>
                  <a:off x="4376703" y="3255058"/>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58"/>
                <p:cNvSpPr/>
                <p:nvPr/>
              </p:nvSpPr>
              <p:spPr>
                <a:xfrm>
                  <a:off x="4390884" y="3264732"/>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82" name="Google Shape;5382;p58"/>
              <p:cNvGrpSpPr/>
              <p:nvPr/>
            </p:nvGrpSpPr>
            <p:grpSpPr>
              <a:xfrm>
                <a:off x="4331322" y="3283656"/>
                <a:ext cx="31405" cy="26945"/>
                <a:chOff x="4331322" y="3283656"/>
                <a:chExt cx="31405" cy="26945"/>
              </a:xfrm>
            </p:grpSpPr>
            <p:sp>
              <p:nvSpPr>
                <p:cNvPr id="5383" name="Google Shape;5383;p58"/>
                <p:cNvSpPr/>
                <p:nvPr/>
              </p:nvSpPr>
              <p:spPr>
                <a:xfrm>
                  <a:off x="4331322" y="3283656"/>
                  <a:ext cx="31405" cy="26945"/>
                </a:xfrm>
                <a:custGeom>
                  <a:avLst/>
                  <a:gdLst/>
                  <a:ahLst/>
                  <a:cxnLst/>
                  <a:rect l="l" t="t" r="r" b="b"/>
                  <a:pathLst>
                    <a:path w="3993" h="3426" extrusionOk="0">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58"/>
                <p:cNvSpPr/>
                <p:nvPr/>
              </p:nvSpPr>
              <p:spPr>
                <a:xfrm>
                  <a:off x="4345503" y="3293274"/>
                  <a:ext cx="7613" cy="7621"/>
                </a:xfrm>
                <a:custGeom>
                  <a:avLst/>
                  <a:gdLst/>
                  <a:ahLst/>
                  <a:cxnLst/>
                  <a:rect l="l" t="t" r="r" b="b"/>
                  <a:pathLst>
                    <a:path w="968" h="969" extrusionOk="0">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85" name="Google Shape;5385;p58"/>
              <p:cNvGrpSpPr/>
              <p:nvPr/>
            </p:nvGrpSpPr>
            <p:grpSpPr>
              <a:xfrm>
                <a:off x="4380510" y="3065882"/>
                <a:ext cx="31405" cy="26938"/>
                <a:chOff x="4380510" y="3065882"/>
                <a:chExt cx="31405" cy="26938"/>
              </a:xfrm>
            </p:grpSpPr>
            <p:sp>
              <p:nvSpPr>
                <p:cNvPr id="5386" name="Google Shape;5386;p58"/>
                <p:cNvSpPr/>
                <p:nvPr/>
              </p:nvSpPr>
              <p:spPr>
                <a:xfrm>
                  <a:off x="4380510" y="3065882"/>
                  <a:ext cx="31405" cy="26938"/>
                </a:xfrm>
                <a:custGeom>
                  <a:avLst/>
                  <a:gdLst/>
                  <a:ahLst/>
                  <a:cxnLst/>
                  <a:rect l="l" t="t" r="r" b="b"/>
                  <a:pathLst>
                    <a:path w="3993" h="3425" extrusionOk="0">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58"/>
                <p:cNvSpPr/>
                <p:nvPr/>
              </p:nvSpPr>
              <p:spPr>
                <a:xfrm>
                  <a:off x="4393354" y="3075500"/>
                  <a:ext cx="8950" cy="7676"/>
                </a:xfrm>
                <a:custGeom>
                  <a:avLst/>
                  <a:gdLst/>
                  <a:ahLst/>
                  <a:cxnLst/>
                  <a:rect l="l" t="t" r="r" b="b"/>
                  <a:pathLst>
                    <a:path w="1138" h="976" extrusionOk="0">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388" name="Google Shape;5388;p58"/>
            <p:cNvGrpSpPr/>
            <p:nvPr/>
          </p:nvGrpSpPr>
          <p:grpSpPr>
            <a:xfrm>
              <a:off x="4558998" y="3188237"/>
              <a:ext cx="1280131" cy="1052746"/>
              <a:chOff x="4558998" y="3188237"/>
              <a:chExt cx="1280131" cy="1052746"/>
            </a:xfrm>
          </p:grpSpPr>
          <p:sp>
            <p:nvSpPr>
              <p:cNvPr id="5389" name="Google Shape;5389;p58"/>
              <p:cNvSpPr/>
              <p:nvPr/>
            </p:nvSpPr>
            <p:spPr>
              <a:xfrm>
                <a:off x="4916156" y="3750813"/>
                <a:ext cx="8" cy="8"/>
              </a:xfrm>
              <a:custGeom>
                <a:avLst/>
                <a:gdLst/>
                <a:ahLst/>
                <a:cxnLst/>
                <a:rect l="l" t="t" r="r" b="b"/>
                <a:pathLst>
                  <a:path w="1" h="1" fill="none" extrusionOk="0">
                    <a:moveTo>
                      <a:pt x="0" y="0"/>
                    </a:move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90" name="Google Shape;5390;p58"/>
              <p:cNvGrpSpPr/>
              <p:nvPr/>
            </p:nvGrpSpPr>
            <p:grpSpPr>
              <a:xfrm>
                <a:off x="4579164" y="3203653"/>
                <a:ext cx="1244833" cy="1020397"/>
                <a:chOff x="4579164" y="3203653"/>
                <a:chExt cx="1244833" cy="1020397"/>
              </a:xfrm>
            </p:grpSpPr>
            <p:sp>
              <p:nvSpPr>
                <p:cNvPr id="5391" name="Google Shape;5391;p58"/>
                <p:cNvSpPr/>
                <p:nvPr/>
              </p:nvSpPr>
              <p:spPr>
                <a:xfrm>
                  <a:off x="5490144" y="3482892"/>
                  <a:ext cx="58995" cy="4955"/>
                </a:xfrm>
                <a:custGeom>
                  <a:avLst/>
                  <a:gdLst/>
                  <a:ahLst/>
                  <a:cxnLst/>
                  <a:rect l="l" t="t" r="r" b="b"/>
                  <a:pathLst>
                    <a:path w="7501" h="630" fill="none" extrusionOk="0">
                      <a:moveTo>
                        <a:pt x="0" y="630"/>
                      </a:moveTo>
                      <a:lnTo>
                        <a:pt x="750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58"/>
                <p:cNvSpPr/>
                <p:nvPr/>
              </p:nvSpPr>
              <p:spPr>
                <a:xfrm>
                  <a:off x="5490616" y="3482892"/>
                  <a:ext cx="66137" cy="77360"/>
                </a:xfrm>
                <a:custGeom>
                  <a:avLst/>
                  <a:gdLst/>
                  <a:ahLst/>
                  <a:cxnLst/>
                  <a:rect l="l" t="t" r="r" b="b"/>
                  <a:pathLst>
                    <a:path w="8409" h="9836" fill="none" extrusionOk="0">
                      <a:moveTo>
                        <a:pt x="1" y="1"/>
                      </a:moveTo>
                      <a:lnTo>
                        <a:pt x="8408" y="98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93" name="Google Shape;5393;p58"/>
                <p:cNvGrpSpPr/>
                <p:nvPr/>
              </p:nvGrpSpPr>
              <p:grpSpPr>
                <a:xfrm>
                  <a:off x="4579164" y="3203653"/>
                  <a:ext cx="1244833" cy="1020397"/>
                  <a:chOff x="4579164" y="3203653"/>
                  <a:chExt cx="1244833" cy="1020397"/>
                </a:xfrm>
              </p:grpSpPr>
              <p:sp>
                <p:nvSpPr>
                  <p:cNvPr id="5394" name="Google Shape;5394;p58"/>
                  <p:cNvSpPr/>
                  <p:nvPr/>
                </p:nvSpPr>
                <p:spPr>
                  <a:xfrm>
                    <a:off x="4787909" y="3833395"/>
                    <a:ext cx="69267" cy="22266"/>
                  </a:xfrm>
                  <a:custGeom>
                    <a:avLst/>
                    <a:gdLst/>
                    <a:ahLst/>
                    <a:cxnLst/>
                    <a:rect l="l" t="t" r="r" b="b"/>
                    <a:pathLst>
                      <a:path w="8807" h="2831" fill="none" extrusionOk="0">
                        <a:moveTo>
                          <a:pt x="8806" y="0"/>
                        </a:moveTo>
                        <a:lnTo>
                          <a:pt x="0" y="283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58"/>
                  <p:cNvSpPr/>
                  <p:nvPr/>
                </p:nvSpPr>
                <p:spPr>
                  <a:xfrm>
                    <a:off x="4857263" y="3819695"/>
                    <a:ext cx="69936" cy="14181"/>
                  </a:xfrm>
                  <a:custGeom>
                    <a:avLst/>
                    <a:gdLst/>
                    <a:ahLst/>
                    <a:cxnLst/>
                    <a:rect l="l" t="t" r="r" b="b"/>
                    <a:pathLst>
                      <a:path w="8892" h="1803" fill="none" extrusionOk="0">
                        <a:moveTo>
                          <a:pt x="1" y="1803"/>
                        </a:moveTo>
                        <a:lnTo>
                          <a:pt x="889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96" name="Google Shape;5396;p58"/>
                  <p:cNvGrpSpPr/>
                  <p:nvPr/>
                </p:nvGrpSpPr>
                <p:grpSpPr>
                  <a:xfrm>
                    <a:off x="4579164" y="3203653"/>
                    <a:ext cx="1244833" cy="1020397"/>
                    <a:chOff x="4579164" y="3203653"/>
                    <a:chExt cx="1244833" cy="1020397"/>
                  </a:xfrm>
                </p:grpSpPr>
                <p:sp>
                  <p:nvSpPr>
                    <p:cNvPr id="5397" name="Google Shape;5397;p58"/>
                    <p:cNvSpPr/>
                    <p:nvPr/>
                  </p:nvSpPr>
                  <p:spPr>
                    <a:xfrm>
                      <a:off x="4930329" y="3363965"/>
                      <a:ext cx="23894" cy="102764"/>
                    </a:xfrm>
                    <a:custGeom>
                      <a:avLst/>
                      <a:gdLst/>
                      <a:ahLst/>
                      <a:cxnLst/>
                      <a:rect l="l" t="t" r="r" b="b"/>
                      <a:pathLst>
                        <a:path w="3038" h="13066" fill="none" extrusionOk="0">
                          <a:moveTo>
                            <a:pt x="3037" y="13065"/>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58"/>
                    <p:cNvSpPr/>
                    <p:nvPr/>
                  </p:nvSpPr>
                  <p:spPr>
                    <a:xfrm>
                      <a:off x="4849846" y="3385948"/>
                      <a:ext cx="104085" cy="79256"/>
                    </a:xfrm>
                    <a:custGeom>
                      <a:avLst/>
                      <a:gdLst/>
                      <a:ahLst/>
                      <a:cxnLst/>
                      <a:rect l="l" t="t" r="r" b="b"/>
                      <a:pathLst>
                        <a:path w="13234" h="10077" fill="none" extrusionOk="0">
                          <a:moveTo>
                            <a:pt x="0" y="0"/>
                          </a:moveTo>
                          <a:lnTo>
                            <a:pt x="13234"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58"/>
                    <p:cNvSpPr/>
                    <p:nvPr/>
                  </p:nvSpPr>
                  <p:spPr>
                    <a:xfrm>
                      <a:off x="4849650" y="3306598"/>
                      <a:ext cx="45869" cy="79358"/>
                    </a:xfrm>
                    <a:custGeom>
                      <a:avLst/>
                      <a:gdLst/>
                      <a:ahLst/>
                      <a:cxnLst/>
                      <a:rect l="l" t="t" r="r" b="b"/>
                      <a:pathLst>
                        <a:path w="5832" h="10090" fill="none" extrusionOk="0">
                          <a:moveTo>
                            <a:pt x="5831" y="0"/>
                          </a:moveTo>
                          <a:lnTo>
                            <a:pt x="1"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58"/>
                    <p:cNvSpPr/>
                    <p:nvPr/>
                  </p:nvSpPr>
                  <p:spPr>
                    <a:xfrm>
                      <a:off x="4849650" y="3361299"/>
                      <a:ext cx="84305" cy="24657"/>
                    </a:xfrm>
                    <a:custGeom>
                      <a:avLst/>
                      <a:gdLst/>
                      <a:ahLst/>
                      <a:cxnLst/>
                      <a:rect l="l" t="t" r="r" b="b"/>
                      <a:pathLst>
                        <a:path w="10719" h="3135" fill="none" extrusionOk="0">
                          <a:moveTo>
                            <a:pt x="1" y="3134"/>
                          </a:moveTo>
                          <a:lnTo>
                            <a:pt x="107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58"/>
                    <p:cNvSpPr/>
                    <p:nvPr/>
                  </p:nvSpPr>
                  <p:spPr>
                    <a:xfrm>
                      <a:off x="4789616" y="3306598"/>
                      <a:ext cx="19702" cy="54709"/>
                    </a:xfrm>
                    <a:custGeom>
                      <a:avLst/>
                      <a:gdLst/>
                      <a:ahLst/>
                      <a:cxnLst/>
                      <a:rect l="l" t="t" r="r" b="b"/>
                      <a:pathLst>
                        <a:path w="2505" h="6956" fill="none" extrusionOk="0">
                          <a:moveTo>
                            <a:pt x="2505" y="6956"/>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58"/>
                    <p:cNvSpPr/>
                    <p:nvPr/>
                  </p:nvSpPr>
                  <p:spPr>
                    <a:xfrm>
                      <a:off x="4738242" y="3357500"/>
                      <a:ext cx="74883" cy="10280"/>
                    </a:xfrm>
                    <a:custGeom>
                      <a:avLst/>
                      <a:gdLst/>
                      <a:ahLst/>
                      <a:cxnLst/>
                      <a:rect l="l" t="t" r="r" b="b"/>
                      <a:pathLst>
                        <a:path w="9521" h="1307" fill="none" extrusionOk="0">
                          <a:moveTo>
                            <a:pt x="1" y="1307"/>
                          </a:moveTo>
                          <a:lnTo>
                            <a:pt x="952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58"/>
                    <p:cNvSpPr/>
                    <p:nvPr/>
                  </p:nvSpPr>
                  <p:spPr>
                    <a:xfrm>
                      <a:off x="4710274" y="3357500"/>
                      <a:ext cx="99044" cy="63557"/>
                    </a:xfrm>
                    <a:custGeom>
                      <a:avLst/>
                      <a:gdLst/>
                      <a:ahLst/>
                      <a:cxnLst/>
                      <a:rect l="l" t="t" r="r" b="b"/>
                      <a:pathLst>
                        <a:path w="12593" h="8081" fill="none" extrusionOk="0">
                          <a:moveTo>
                            <a:pt x="0" y="8081"/>
                          </a:moveTo>
                          <a:lnTo>
                            <a:pt x="1259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58"/>
                    <p:cNvSpPr/>
                    <p:nvPr/>
                  </p:nvSpPr>
                  <p:spPr>
                    <a:xfrm>
                      <a:off x="4809310" y="3306598"/>
                      <a:ext cx="87443" cy="50910"/>
                    </a:xfrm>
                    <a:custGeom>
                      <a:avLst/>
                      <a:gdLst/>
                      <a:ahLst/>
                      <a:cxnLst/>
                      <a:rect l="l" t="t" r="r" b="b"/>
                      <a:pathLst>
                        <a:path w="11118" h="6473" fill="none" extrusionOk="0">
                          <a:moveTo>
                            <a:pt x="1" y="6472"/>
                          </a:moveTo>
                          <a:lnTo>
                            <a:pt x="1111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05" name="Google Shape;5405;p58"/>
                    <p:cNvGrpSpPr/>
                    <p:nvPr/>
                  </p:nvGrpSpPr>
                  <p:grpSpPr>
                    <a:xfrm>
                      <a:off x="4579164" y="3203653"/>
                      <a:ext cx="1244833" cy="1020397"/>
                      <a:chOff x="4579164" y="3203653"/>
                      <a:chExt cx="1244833" cy="1020397"/>
                    </a:xfrm>
                  </p:grpSpPr>
                  <p:sp>
                    <p:nvSpPr>
                      <p:cNvPr id="5406" name="Google Shape;5406;p58"/>
                      <p:cNvSpPr/>
                      <p:nvPr/>
                    </p:nvSpPr>
                    <p:spPr>
                      <a:xfrm>
                        <a:off x="4617986" y="3614284"/>
                        <a:ext cx="53002" cy="21031"/>
                      </a:xfrm>
                      <a:custGeom>
                        <a:avLst/>
                        <a:gdLst/>
                        <a:ahLst/>
                        <a:cxnLst/>
                        <a:rect l="l" t="t" r="r" b="b"/>
                        <a:pathLst>
                          <a:path w="6739" h="2674" fill="none" extrusionOk="0">
                            <a:moveTo>
                              <a:pt x="0" y="0"/>
                            </a:moveTo>
                            <a:lnTo>
                              <a:pt x="6738" y="267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58"/>
                      <p:cNvSpPr/>
                      <p:nvPr/>
                    </p:nvSpPr>
                    <p:spPr>
                      <a:xfrm>
                        <a:off x="4624545" y="3589069"/>
                        <a:ext cx="43682" cy="63180"/>
                      </a:xfrm>
                      <a:custGeom>
                        <a:avLst/>
                        <a:gdLst/>
                        <a:ahLst/>
                        <a:cxnLst/>
                        <a:rect l="l" t="t" r="r" b="b"/>
                        <a:pathLst>
                          <a:path w="5554" h="8033" fill="none" extrusionOk="0">
                            <a:moveTo>
                              <a:pt x="1" y="8033"/>
                            </a:moveTo>
                            <a:lnTo>
                              <a:pt x="555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58"/>
                      <p:cNvSpPr/>
                      <p:nvPr/>
                    </p:nvSpPr>
                    <p:spPr>
                      <a:xfrm>
                        <a:off x="4668220" y="3517907"/>
                        <a:ext cx="112178" cy="71170"/>
                      </a:xfrm>
                      <a:custGeom>
                        <a:avLst/>
                        <a:gdLst/>
                        <a:ahLst/>
                        <a:cxnLst/>
                        <a:rect l="l" t="t" r="r" b="b"/>
                        <a:pathLst>
                          <a:path w="14263" h="9049" fill="none" extrusionOk="0">
                            <a:moveTo>
                              <a:pt x="0" y="9049"/>
                            </a:moveTo>
                            <a:lnTo>
                              <a:pt x="1426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58"/>
                      <p:cNvSpPr/>
                      <p:nvPr/>
                    </p:nvSpPr>
                    <p:spPr>
                      <a:xfrm>
                        <a:off x="4706562" y="3516766"/>
                        <a:ext cx="77455" cy="79924"/>
                      </a:xfrm>
                      <a:custGeom>
                        <a:avLst/>
                        <a:gdLst/>
                        <a:ahLst/>
                        <a:cxnLst/>
                        <a:rect l="l" t="t" r="r" b="b"/>
                        <a:pathLst>
                          <a:path w="9848" h="10162" fill="none" extrusionOk="0">
                            <a:moveTo>
                              <a:pt x="0" y="10161"/>
                            </a:moveTo>
                            <a:lnTo>
                              <a:pt x="98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58"/>
                      <p:cNvSpPr/>
                      <p:nvPr/>
                    </p:nvSpPr>
                    <p:spPr>
                      <a:xfrm>
                        <a:off x="4763646" y="3516766"/>
                        <a:ext cx="20370" cy="52806"/>
                      </a:xfrm>
                      <a:custGeom>
                        <a:avLst/>
                        <a:gdLst/>
                        <a:ahLst/>
                        <a:cxnLst/>
                        <a:rect l="l" t="t" r="r" b="b"/>
                        <a:pathLst>
                          <a:path w="2590" h="6714" fill="none" extrusionOk="0">
                            <a:moveTo>
                              <a:pt x="0" y="6714"/>
                            </a:moveTo>
                            <a:lnTo>
                              <a:pt x="25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58"/>
                      <p:cNvSpPr/>
                      <p:nvPr/>
                    </p:nvSpPr>
                    <p:spPr>
                      <a:xfrm>
                        <a:off x="4783151" y="3520565"/>
                        <a:ext cx="45861" cy="97432"/>
                      </a:xfrm>
                      <a:custGeom>
                        <a:avLst/>
                        <a:gdLst/>
                        <a:ahLst/>
                        <a:cxnLst/>
                        <a:rect l="l" t="t" r="r" b="b"/>
                        <a:pathLst>
                          <a:path w="5831" h="12388" fill="none" extrusionOk="0">
                            <a:moveTo>
                              <a:pt x="5831" y="1238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58"/>
                      <p:cNvSpPr/>
                      <p:nvPr/>
                    </p:nvSpPr>
                    <p:spPr>
                      <a:xfrm>
                        <a:off x="4738242" y="3483175"/>
                        <a:ext cx="44917" cy="37398"/>
                      </a:xfrm>
                      <a:custGeom>
                        <a:avLst/>
                        <a:gdLst/>
                        <a:ahLst/>
                        <a:cxnLst/>
                        <a:rect l="l" t="t" r="r" b="b"/>
                        <a:pathLst>
                          <a:path w="5711" h="4755" fill="none" extrusionOk="0">
                            <a:moveTo>
                              <a:pt x="1" y="1"/>
                            </a:moveTo>
                            <a:lnTo>
                              <a:pt x="5710" y="475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58"/>
                      <p:cNvSpPr/>
                      <p:nvPr/>
                    </p:nvSpPr>
                    <p:spPr>
                      <a:xfrm>
                        <a:off x="4704941" y="3501823"/>
                        <a:ext cx="78217" cy="18750"/>
                      </a:xfrm>
                      <a:custGeom>
                        <a:avLst/>
                        <a:gdLst/>
                        <a:ahLst/>
                        <a:cxnLst/>
                        <a:rect l="l" t="t" r="r" b="b"/>
                        <a:pathLst>
                          <a:path w="9945" h="2384" fill="none" extrusionOk="0">
                            <a:moveTo>
                              <a:pt x="1" y="1"/>
                            </a:moveTo>
                            <a:lnTo>
                              <a:pt x="9944" y="238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58"/>
                      <p:cNvSpPr/>
                      <p:nvPr/>
                    </p:nvSpPr>
                    <p:spPr>
                      <a:xfrm>
                        <a:off x="4668220" y="3520565"/>
                        <a:ext cx="115796" cy="19324"/>
                      </a:xfrm>
                      <a:custGeom>
                        <a:avLst/>
                        <a:gdLst/>
                        <a:ahLst/>
                        <a:cxnLst/>
                        <a:rect l="l" t="t" r="r" b="b"/>
                        <a:pathLst>
                          <a:path w="14723" h="2457" fill="none" extrusionOk="0">
                            <a:moveTo>
                              <a:pt x="0" y="2457"/>
                            </a:moveTo>
                            <a:lnTo>
                              <a:pt x="1472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58"/>
                      <p:cNvSpPr/>
                      <p:nvPr/>
                    </p:nvSpPr>
                    <p:spPr>
                      <a:xfrm>
                        <a:off x="4813117" y="3462915"/>
                        <a:ext cx="40347" cy="51193"/>
                      </a:xfrm>
                      <a:custGeom>
                        <a:avLst/>
                        <a:gdLst/>
                        <a:ahLst/>
                        <a:cxnLst/>
                        <a:rect l="l" t="t" r="r" b="b"/>
                        <a:pathLst>
                          <a:path w="5130" h="6509" fill="none" extrusionOk="0">
                            <a:moveTo>
                              <a:pt x="5130" y="6508"/>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58"/>
                      <p:cNvSpPr/>
                      <p:nvPr/>
                    </p:nvSpPr>
                    <p:spPr>
                      <a:xfrm>
                        <a:off x="4787807" y="3462915"/>
                        <a:ext cx="25317" cy="55000"/>
                      </a:xfrm>
                      <a:custGeom>
                        <a:avLst/>
                        <a:gdLst/>
                        <a:ahLst/>
                        <a:cxnLst/>
                        <a:rect l="l" t="t" r="r" b="b"/>
                        <a:pathLst>
                          <a:path w="3219" h="6993" fill="none" extrusionOk="0">
                            <a:moveTo>
                              <a:pt x="1" y="6992"/>
                            </a:moveTo>
                            <a:lnTo>
                              <a:pt x="321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58"/>
                      <p:cNvSpPr/>
                      <p:nvPr/>
                    </p:nvSpPr>
                    <p:spPr>
                      <a:xfrm>
                        <a:off x="4781342" y="3514100"/>
                        <a:ext cx="72311" cy="6953"/>
                      </a:xfrm>
                      <a:custGeom>
                        <a:avLst/>
                        <a:gdLst/>
                        <a:ahLst/>
                        <a:cxnLst/>
                        <a:rect l="l" t="t" r="r" b="b"/>
                        <a:pathLst>
                          <a:path w="9194" h="884" fill="none" extrusionOk="0">
                            <a:moveTo>
                              <a:pt x="0" y="883"/>
                            </a:moveTo>
                            <a:lnTo>
                              <a:pt x="91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58"/>
                      <p:cNvSpPr/>
                      <p:nvPr/>
                    </p:nvSpPr>
                    <p:spPr>
                      <a:xfrm>
                        <a:off x="4853645" y="3514100"/>
                        <a:ext cx="26175" cy="59184"/>
                      </a:xfrm>
                      <a:custGeom>
                        <a:avLst/>
                        <a:gdLst/>
                        <a:ahLst/>
                        <a:cxnLst/>
                        <a:rect l="l" t="t" r="r" b="b"/>
                        <a:pathLst>
                          <a:path w="3328" h="7525" fill="none" extrusionOk="0">
                            <a:moveTo>
                              <a:pt x="1" y="0"/>
                            </a:moveTo>
                            <a:lnTo>
                              <a:pt x="3328" y="75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58"/>
                      <p:cNvSpPr/>
                      <p:nvPr/>
                    </p:nvSpPr>
                    <p:spPr>
                      <a:xfrm>
                        <a:off x="4827392" y="3514100"/>
                        <a:ext cx="26261" cy="100381"/>
                      </a:xfrm>
                      <a:custGeom>
                        <a:avLst/>
                        <a:gdLst/>
                        <a:ahLst/>
                        <a:cxnLst/>
                        <a:rect l="l" t="t" r="r" b="b"/>
                        <a:pathLst>
                          <a:path w="3339" h="12763" fill="none" extrusionOk="0">
                            <a:moveTo>
                              <a:pt x="3339" y="0"/>
                            </a:moveTo>
                            <a:lnTo>
                              <a:pt x="0" y="127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20" name="Google Shape;5420;p58"/>
                      <p:cNvGrpSpPr/>
                      <p:nvPr/>
                    </p:nvGrpSpPr>
                    <p:grpSpPr>
                      <a:xfrm>
                        <a:off x="4579164" y="3203653"/>
                        <a:ext cx="1244833" cy="1020397"/>
                        <a:chOff x="4579164" y="3203653"/>
                        <a:chExt cx="1244833" cy="1020397"/>
                      </a:xfrm>
                    </p:grpSpPr>
                    <p:sp>
                      <p:nvSpPr>
                        <p:cNvPr id="5421" name="Google Shape;5421;p58"/>
                        <p:cNvSpPr/>
                        <p:nvPr/>
                      </p:nvSpPr>
                      <p:spPr>
                        <a:xfrm>
                          <a:off x="4879812" y="3466721"/>
                          <a:ext cx="74411" cy="106563"/>
                        </a:xfrm>
                        <a:custGeom>
                          <a:avLst/>
                          <a:gdLst/>
                          <a:ahLst/>
                          <a:cxnLst/>
                          <a:rect l="l" t="t" r="r" b="b"/>
                          <a:pathLst>
                            <a:path w="9461" h="13549" fill="none" extrusionOk="0">
                              <a:moveTo>
                                <a:pt x="1" y="13549"/>
                              </a:moveTo>
                              <a:lnTo>
                                <a:pt x="946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58"/>
                        <p:cNvSpPr/>
                        <p:nvPr/>
                      </p:nvSpPr>
                      <p:spPr>
                        <a:xfrm>
                          <a:off x="4954215" y="3408017"/>
                          <a:ext cx="105989" cy="58712"/>
                        </a:xfrm>
                        <a:custGeom>
                          <a:avLst/>
                          <a:gdLst/>
                          <a:ahLst/>
                          <a:cxnLst/>
                          <a:rect l="l" t="t" r="r" b="b"/>
                          <a:pathLst>
                            <a:path w="13476" h="7465" fill="none" extrusionOk="0">
                              <a:moveTo>
                                <a:pt x="0" y="7464"/>
                              </a:moveTo>
                              <a:lnTo>
                                <a:pt x="1347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58"/>
                        <p:cNvSpPr/>
                        <p:nvPr/>
                      </p:nvSpPr>
                      <p:spPr>
                        <a:xfrm>
                          <a:off x="4953924" y="3465195"/>
                          <a:ext cx="119792" cy="54811"/>
                        </a:xfrm>
                        <a:custGeom>
                          <a:avLst/>
                          <a:gdLst/>
                          <a:ahLst/>
                          <a:cxnLst/>
                          <a:rect l="l" t="t" r="r" b="b"/>
                          <a:pathLst>
                            <a:path w="15231" h="6969" fill="none" extrusionOk="0">
                              <a:moveTo>
                                <a:pt x="1" y="1"/>
                              </a:moveTo>
                              <a:lnTo>
                                <a:pt x="15231" y="696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58"/>
                        <p:cNvSpPr/>
                        <p:nvPr/>
                      </p:nvSpPr>
                      <p:spPr>
                        <a:xfrm>
                          <a:off x="5073708" y="3521045"/>
                          <a:ext cx="26938" cy="71839"/>
                        </a:xfrm>
                        <a:custGeom>
                          <a:avLst/>
                          <a:gdLst/>
                          <a:ahLst/>
                          <a:cxnLst/>
                          <a:rect l="l" t="t" r="r" b="b"/>
                          <a:pathLst>
                            <a:path w="3425" h="9134" fill="none" extrusionOk="0">
                              <a:moveTo>
                                <a:pt x="1" y="0"/>
                              </a:moveTo>
                              <a:lnTo>
                                <a:pt x="3424" y="913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58"/>
                        <p:cNvSpPr/>
                        <p:nvPr/>
                      </p:nvSpPr>
                      <p:spPr>
                        <a:xfrm>
                          <a:off x="5100637" y="3586309"/>
                          <a:ext cx="26741" cy="81167"/>
                        </a:xfrm>
                        <a:custGeom>
                          <a:avLst/>
                          <a:gdLst/>
                          <a:ahLst/>
                          <a:cxnLst/>
                          <a:rect l="l" t="t" r="r" b="b"/>
                          <a:pathLst>
                            <a:path w="3400" h="10320" fill="none" extrusionOk="0">
                              <a:moveTo>
                                <a:pt x="3399" y="1031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58"/>
                        <p:cNvSpPr/>
                        <p:nvPr/>
                      </p:nvSpPr>
                      <p:spPr>
                        <a:xfrm>
                          <a:off x="5088549" y="3252840"/>
                          <a:ext cx="693968" cy="520624"/>
                        </a:xfrm>
                        <a:custGeom>
                          <a:avLst/>
                          <a:gdLst/>
                          <a:ahLst/>
                          <a:cxnLst/>
                          <a:rect l="l" t="t" r="r" b="b"/>
                          <a:pathLst>
                            <a:path w="88235" h="66195" fill="none" extrusionOk="0">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58"/>
                        <p:cNvSpPr/>
                        <p:nvPr/>
                      </p:nvSpPr>
                      <p:spPr>
                        <a:xfrm>
                          <a:off x="5060203" y="3203653"/>
                          <a:ext cx="544588" cy="316354"/>
                        </a:xfrm>
                        <a:custGeom>
                          <a:avLst/>
                          <a:gdLst/>
                          <a:ahLst/>
                          <a:cxnLst/>
                          <a:rect l="l" t="t" r="r" b="b"/>
                          <a:pathLst>
                            <a:path w="69242" h="40223" fill="none" extrusionOk="0">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58"/>
                        <p:cNvSpPr/>
                        <p:nvPr/>
                      </p:nvSpPr>
                      <p:spPr>
                        <a:xfrm>
                          <a:off x="5127371" y="3507533"/>
                          <a:ext cx="124739" cy="267835"/>
                        </a:xfrm>
                        <a:custGeom>
                          <a:avLst/>
                          <a:gdLst/>
                          <a:ahLst/>
                          <a:cxnLst/>
                          <a:rect l="l" t="t" r="r" b="b"/>
                          <a:pathLst>
                            <a:path w="15860" h="34054" fill="none" extrusionOk="0">
                              <a:moveTo>
                                <a:pt x="9266" y="1"/>
                              </a:moveTo>
                              <a:lnTo>
                                <a:pt x="10101" y="14396"/>
                              </a:lnTo>
                              <a:lnTo>
                                <a:pt x="15859" y="34053"/>
                              </a:lnTo>
                              <a:lnTo>
                                <a:pt x="0" y="19851"/>
                              </a:lnTo>
                              <a:lnTo>
                                <a:pt x="1234" y="336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58"/>
                        <p:cNvSpPr/>
                        <p:nvPr/>
                      </p:nvSpPr>
                      <p:spPr>
                        <a:xfrm>
                          <a:off x="5100637" y="3507533"/>
                          <a:ext cx="99618" cy="78784"/>
                        </a:xfrm>
                        <a:custGeom>
                          <a:avLst/>
                          <a:gdLst/>
                          <a:ahLst/>
                          <a:cxnLst/>
                          <a:rect l="l" t="t" r="r" b="b"/>
                          <a:pathLst>
                            <a:path w="12666" h="10017" fill="none" extrusionOk="0">
                              <a:moveTo>
                                <a:pt x="0" y="10017"/>
                              </a:moveTo>
                              <a:lnTo>
                                <a:pt x="1266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58"/>
                        <p:cNvSpPr/>
                        <p:nvPr/>
                      </p:nvSpPr>
                      <p:spPr>
                        <a:xfrm>
                          <a:off x="5200248" y="3501068"/>
                          <a:ext cx="156514" cy="6473"/>
                        </a:xfrm>
                        <a:custGeom>
                          <a:avLst/>
                          <a:gdLst/>
                          <a:ahLst/>
                          <a:cxnLst/>
                          <a:rect l="l" t="t" r="r" b="b"/>
                          <a:pathLst>
                            <a:path w="19900" h="823" fill="none" extrusionOk="0">
                              <a:moveTo>
                                <a:pt x="0" y="823"/>
                              </a:moveTo>
                              <a:lnTo>
                                <a:pt x="19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58"/>
                        <p:cNvSpPr/>
                        <p:nvPr/>
                      </p:nvSpPr>
                      <p:spPr>
                        <a:xfrm>
                          <a:off x="5127371" y="3507533"/>
                          <a:ext cx="72885" cy="155853"/>
                        </a:xfrm>
                        <a:custGeom>
                          <a:avLst/>
                          <a:gdLst/>
                          <a:ahLst/>
                          <a:cxnLst/>
                          <a:rect l="l" t="t" r="r" b="b"/>
                          <a:pathLst>
                            <a:path w="9267" h="19816" fill="none" extrusionOk="0">
                              <a:moveTo>
                                <a:pt x="9266" y="1"/>
                              </a:moveTo>
                              <a:lnTo>
                                <a:pt x="0" y="1981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58"/>
                        <p:cNvSpPr/>
                        <p:nvPr/>
                      </p:nvSpPr>
                      <p:spPr>
                        <a:xfrm>
                          <a:off x="5352947" y="3384139"/>
                          <a:ext cx="126265" cy="117692"/>
                        </a:xfrm>
                        <a:custGeom>
                          <a:avLst/>
                          <a:gdLst/>
                          <a:ahLst/>
                          <a:cxnLst/>
                          <a:rect l="l" t="t" r="r" b="b"/>
                          <a:pathLst>
                            <a:path w="16054" h="14964" fill="none" extrusionOk="0">
                              <a:moveTo>
                                <a:pt x="1" y="14964"/>
                              </a:moveTo>
                              <a:lnTo>
                                <a:pt x="1605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58"/>
                        <p:cNvSpPr/>
                        <p:nvPr/>
                      </p:nvSpPr>
                      <p:spPr>
                        <a:xfrm>
                          <a:off x="5356753" y="3246375"/>
                          <a:ext cx="61567" cy="254700"/>
                        </a:xfrm>
                        <a:custGeom>
                          <a:avLst/>
                          <a:gdLst/>
                          <a:ahLst/>
                          <a:cxnLst/>
                          <a:rect l="l" t="t" r="r" b="b"/>
                          <a:pathLst>
                            <a:path w="7828" h="32384" fill="none" extrusionOk="0">
                              <a:moveTo>
                                <a:pt x="1" y="32383"/>
                              </a:moveTo>
                              <a:lnTo>
                                <a:pt x="78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58"/>
                        <p:cNvSpPr/>
                        <p:nvPr/>
                      </p:nvSpPr>
                      <p:spPr>
                        <a:xfrm>
                          <a:off x="5352947" y="3486698"/>
                          <a:ext cx="141483" cy="10571"/>
                        </a:xfrm>
                        <a:custGeom>
                          <a:avLst/>
                          <a:gdLst/>
                          <a:ahLst/>
                          <a:cxnLst/>
                          <a:rect l="l" t="t" r="r" b="b"/>
                          <a:pathLst>
                            <a:path w="17989" h="1344" fill="none" extrusionOk="0">
                              <a:moveTo>
                                <a:pt x="1" y="1343"/>
                              </a:moveTo>
                              <a:lnTo>
                                <a:pt x="179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58"/>
                        <p:cNvSpPr/>
                        <p:nvPr/>
                      </p:nvSpPr>
                      <p:spPr>
                        <a:xfrm>
                          <a:off x="5353898" y="3501068"/>
                          <a:ext cx="18089" cy="136725"/>
                        </a:xfrm>
                        <a:custGeom>
                          <a:avLst/>
                          <a:gdLst/>
                          <a:ahLst/>
                          <a:cxnLst/>
                          <a:rect l="l" t="t" r="r" b="b"/>
                          <a:pathLst>
                            <a:path w="2300" h="17384" fill="none" extrusionOk="0">
                              <a:moveTo>
                                <a:pt x="1" y="0"/>
                              </a:moveTo>
                              <a:lnTo>
                                <a:pt x="2299" y="1738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58"/>
                        <p:cNvSpPr/>
                        <p:nvPr/>
                      </p:nvSpPr>
                      <p:spPr>
                        <a:xfrm>
                          <a:off x="5206721" y="3620749"/>
                          <a:ext cx="102379" cy="98863"/>
                        </a:xfrm>
                        <a:custGeom>
                          <a:avLst/>
                          <a:gdLst/>
                          <a:ahLst/>
                          <a:cxnLst/>
                          <a:rect l="l" t="t" r="r" b="b"/>
                          <a:pathLst>
                            <a:path w="13017" h="12570" fill="none" extrusionOk="0">
                              <a:moveTo>
                                <a:pt x="0" y="1"/>
                              </a:moveTo>
                              <a:lnTo>
                                <a:pt x="13016" y="125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58"/>
                        <p:cNvSpPr/>
                        <p:nvPr/>
                      </p:nvSpPr>
                      <p:spPr>
                        <a:xfrm>
                          <a:off x="5293102" y="3715798"/>
                          <a:ext cx="15997" cy="101238"/>
                        </a:xfrm>
                        <a:custGeom>
                          <a:avLst/>
                          <a:gdLst/>
                          <a:ahLst/>
                          <a:cxnLst/>
                          <a:rect l="l" t="t" r="r" b="b"/>
                          <a:pathLst>
                            <a:path w="2034" h="12872" fill="none" extrusionOk="0">
                              <a:moveTo>
                                <a:pt x="2033" y="0"/>
                              </a:moveTo>
                              <a:lnTo>
                                <a:pt x="1" y="1287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58"/>
                        <p:cNvSpPr/>
                        <p:nvPr/>
                      </p:nvSpPr>
                      <p:spPr>
                        <a:xfrm>
                          <a:off x="5127371" y="3659854"/>
                          <a:ext cx="92862" cy="134539"/>
                        </a:xfrm>
                        <a:custGeom>
                          <a:avLst/>
                          <a:gdLst/>
                          <a:ahLst/>
                          <a:cxnLst/>
                          <a:rect l="l" t="t" r="r" b="b"/>
                          <a:pathLst>
                            <a:path w="11807" h="17106" fill="none" extrusionOk="0">
                              <a:moveTo>
                                <a:pt x="11807" y="17105"/>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58"/>
                        <p:cNvSpPr/>
                        <p:nvPr/>
                      </p:nvSpPr>
                      <p:spPr>
                        <a:xfrm>
                          <a:off x="5479203" y="3327149"/>
                          <a:ext cx="150615" cy="56998"/>
                        </a:xfrm>
                        <a:custGeom>
                          <a:avLst/>
                          <a:gdLst/>
                          <a:ahLst/>
                          <a:cxnLst/>
                          <a:rect l="l" t="t" r="r" b="b"/>
                          <a:pathLst>
                            <a:path w="19150" h="7247" fill="none" extrusionOk="0">
                              <a:moveTo>
                                <a:pt x="19149" y="0"/>
                              </a:moveTo>
                              <a:lnTo>
                                <a:pt x="0" y="72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58"/>
                        <p:cNvSpPr/>
                        <p:nvPr/>
                      </p:nvSpPr>
                      <p:spPr>
                        <a:xfrm>
                          <a:off x="5371980" y="3633790"/>
                          <a:ext cx="59373" cy="4003"/>
                        </a:xfrm>
                        <a:custGeom>
                          <a:avLst/>
                          <a:gdLst/>
                          <a:ahLst/>
                          <a:cxnLst/>
                          <a:rect l="l" t="t" r="r" b="b"/>
                          <a:pathLst>
                            <a:path w="7549" h="509" fill="none" extrusionOk="0">
                              <a:moveTo>
                                <a:pt x="0" y="508"/>
                              </a:moveTo>
                              <a:lnTo>
                                <a:pt x="754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58"/>
                        <p:cNvSpPr/>
                        <p:nvPr/>
                      </p:nvSpPr>
                      <p:spPr>
                        <a:xfrm>
                          <a:off x="5352947" y="3497261"/>
                          <a:ext cx="78406" cy="136536"/>
                        </a:xfrm>
                        <a:custGeom>
                          <a:avLst/>
                          <a:gdLst/>
                          <a:ahLst/>
                          <a:cxnLst/>
                          <a:rect l="l" t="t" r="r" b="b"/>
                          <a:pathLst>
                            <a:path w="9969" h="17360" fill="none" extrusionOk="0">
                              <a:moveTo>
                                <a:pt x="9969" y="17359"/>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58"/>
                        <p:cNvSpPr/>
                        <p:nvPr/>
                      </p:nvSpPr>
                      <p:spPr>
                        <a:xfrm>
                          <a:off x="4917296" y="3466721"/>
                          <a:ext cx="40733" cy="122356"/>
                        </a:xfrm>
                        <a:custGeom>
                          <a:avLst/>
                          <a:gdLst/>
                          <a:ahLst/>
                          <a:cxnLst/>
                          <a:rect l="l" t="t" r="r" b="b"/>
                          <a:pathLst>
                            <a:path w="5179" h="15557" fill="none" extrusionOk="0">
                              <a:moveTo>
                                <a:pt x="1" y="15557"/>
                              </a:moveTo>
                              <a:lnTo>
                                <a:pt x="517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58"/>
                        <p:cNvSpPr/>
                        <p:nvPr/>
                      </p:nvSpPr>
                      <p:spPr>
                        <a:xfrm>
                          <a:off x="5060203" y="3408017"/>
                          <a:ext cx="111416" cy="19513"/>
                        </a:xfrm>
                        <a:custGeom>
                          <a:avLst/>
                          <a:gdLst/>
                          <a:ahLst/>
                          <a:cxnLst/>
                          <a:rect l="l" t="t" r="r" b="b"/>
                          <a:pathLst>
                            <a:path w="14166" h="2481" fill="none" extrusionOk="0">
                              <a:moveTo>
                                <a:pt x="0" y="0"/>
                              </a:moveTo>
                              <a:lnTo>
                                <a:pt x="14165" y="248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58"/>
                        <p:cNvSpPr/>
                        <p:nvPr/>
                      </p:nvSpPr>
                      <p:spPr>
                        <a:xfrm>
                          <a:off x="5127371" y="3620749"/>
                          <a:ext cx="79358" cy="42636"/>
                        </a:xfrm>
                        <a:custGeom>
                          <a:avLst/>
                          <a:gdLst/>
                          <a:ahLst/>
                          <a:cxnLst/>
                          <a:rect l="l" t="t" r="r" b="b"/>
                          <a:pathLst>
                            <a:path w="10090" h="5421" fill="none" extrusionOk="0">
                              <a:moveTo>
                                <a:pt x="0" y="5420"/>
                              </a:moveTo>
                              <a:lnTo>
                                <a:pt x="1008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45" name="Google Shape;5445;p58"/>
                        <p:cNvGrpSpPr/>
                        <p:nvPr/>
                      </p:nvGrpSpPr>
                      <p:grpSpPr>
                        <a:xfrm>
                          <a:off x="4579164" y="3203653"/>
                          <a:ext cx="1244833" cy="1020397"/>
                          <a:chOff x="4579164" y="3203653"/>
                          <a:chExt cx="1244833" cy="1020397"/>
                        </a:xfrm>
                      </p:grpSpPr>
                      <p:sp>
                        <p:nvSpPr>
                          <p:cNvPr id="5446" name="Google Shape;5446;p58"/>
                          <p:cNvSpPr/>
                          <p:nvPr/>
                        </p:nvSpPr>
                        <p:spPr>
                          <a:xfrm>
                            <a:off x="4949551" y="3708185"/>
                            <a:ext cx="37972" cy="3815"/>
                          </a:xfrm>
                          <a:custGeom>
                            <a:avLst/>
                            <a:gdLst/>
                            <a:ahLst/>
                            <a:cxnLst/>
                            <a:rect l="l" t="t" r="r" b="b"/>
                            <a:pathLst>
                              <a:path w="4828" h="485" fill="none" extrusionOk="0">
                                <a:moveTo>
                                  <a:pt x="0" y="1"/>
                                </a:moveTo>
                                <a:lnTo>
                                  <a:pt x="4827" y="48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47" name="Google Shape;5447;p58"/>
                          <p:cNvGrpSpPr/>
                          <p:nvPr/>
                        </p:nvGrpSpPr>
                        <p:grpSpPr>
                          <a:xfrm>
                            <a:off x="4579164" y="3203653"/>
                            <a:ext cx="1244833" cy="1020397"/>
                            <a:chOff x="4579164" y="3203653"/>
                            <a:chExt cx="1244833" cy="1020397"/>
                          </a:xfrm>
                        </p:grpSpPr>
                        <p:sp>
                          <p:nvSpPr>
                            <p:cNvPr id="5448" name="Google Shape;5448;p58"/>
                            <p:cNvSpPr/>
                            <p:nvPr/>
                          </p:nvSpPr>
                          <p:spPr>
                            <a:xfrm>
                              <a:off x="4953357" y="3586309"/>
                              <a:ext cx="147288" cy="121884"/>
                            </a:xfrm>
                            <a:custGeom>
                              <a:avLst/>
                              <a:gdLst/>
                              <a:ahLst/>
                              <a:cxnLst/>
                              <a:rect l="l" t="t" r="r" b="b"/>
                              <a:pathLst>
                                <a:path w="18727" h="15497" fill="none" extrusionOk="0">
                                  <a:moveTo>
                                    <a:pt x="18726" y="1"/>
                                  </a:moveTo>
                                  <a:lnTo>
                                    <a:pt x="0" y="1549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58"/>
                            <p:cNvSpPr/>
                            <p:nvPr/>
                          </p:nvSpPr>
                          <p:spPr>
                            <a:xfrm>
                              <a:off x="4987515" y="3592876"/>
                              <a:ext cx="113130" cy="119123"/>
                            </a:xfrm>
                            <a:custGeom>
                              <a:avLst/>
                              <a:gdLst/>
                              <a:ahLst/>
                              <a:cxnLst/>
                              <a:rect l="l" t="t" r="r" b="b"/>
                              <a:pathLst>
                                <a:path w="14384" h="15146" fill="none" extrusionOk="0">
                                  <a:moveTo>
                                    <a:pt x="0" y="15146"/>
                                  </a:moveTo>
                                  <a:lnTo>
                                    <a:pt x="1438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58"/>
                            <p:cNvSpPr/>
                            <p:nvPr/>
                          </p:nvSpPr>
                          <p:spPr>
                            <a:xfrm>
                              <a:off x="4913395" y="3708185"/>
                              <a:ext cx="39970" cy="45389"/>
                            </a:xfrm>
                            <a:custGeom>
                              <a:avLst/>
                              <a:gdLst/>
                              <a:ahLst/>
                              <a:cxnLst/>
                              <a:rect l="l" t="t" r="r" b="b"/>
                              <a:pathLst>
                                <a:path w="5082" h="5771" fill="none" extrusionOk="0">
                                  <a:moveTo>
                                    <a:pt x="1" y="5771"/>
                                  </a:moveTo>
                                  <a:lnTo>
                                    <a:pt x="508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58"/>
                            <p:cNvSpPr/>
                            <p:nvPr/>
                          </p:nvSpPr>
                          <p:spPr>
                            <a:xfrm>
                              <a:off x="4888943" y="3704378"/>
                              <a:ext cx="60616" cy="26080"/>
                            </a:xfrm>
                            <a:custGeom>
                              <a:avLst/>
                              <a:gdLst/>
                              <a:ahLst/>
                              <a:cxnLst/>
                              <a:rect l="l" t="t" r="r" b="b"/>
                              <a:pathLst>
                                <a:path w="7707" h="3316" fill="none" extrusionOk="0">
                                  <a:moveTo>
                                    <a:pt x="1" y="3315"/>
                                  </a:moveTo>
                                  <a:lnTo>
                                    <a:pt x="77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58"/>
                            <p:cNvSpPr/>
                            <p:nvPr/>
                          </p:nvSpPr>
                          <p:spPr>
                            <a:xfrm>
                              <a:off x="4917296" y="3589069"/>
                              <a:ext cx="32262" cy="119123"/>
                            </a:xfrm>
                            <a:custGeom>
                              <a:avLst/>
                              <a:gdLst/>
                              <a:ahLst/>
                              <a:cxnLst/>
                              <a:rect l="l" t="t" r="r" b="b"/>
                              <a:pathLst>
                                <a:path w="4102" h="15146" fill="none" extrusionOk="0">
                                  <a:moveTo>
                                    <a:pt x="1" y="1"/>
                                  </a:moveTo>
                                  <a:lnTo>
                                    <a:pt x="4101" y="15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58"/>
                            <p:cNvSpPr/>
                            <p:nvPr/>
                          </p:nvSpPr>
                          <p:spPr>
                            <a:xfrm>
                              <a:off x="4949551" y="3708185"/>
                              <a:ext cx="22840" cy="72885"/>
                            </a:xfrm>
                            <a:custGeom>
                              <a:avLst/>
                              <a:gdLst/>
                              <a:ahLst/>
                              <a:cxnLst/>
                              <a:rect l="l" t="t" r="r" b="b"/>
                              <a:pathLst>
                                <a:path w="2904" h="9267" fill="none" extrusionOk="0">
                                  <a:moveTo>
                                    <a:pt x="0" y="1"/>
                                  </a:moveTo>
                                  <a:lnTo>
                                    <a:pt x="2904" y="926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58"/>
                            <p:cNvSpPr/>
                            <p:nvPr/>
                          </p:nvSpPr>
                          <p:spPr>
                            <a:xfrm>
                              <a:off x="4912066" y="3752237"/>
                              <a:ext cx="60325" cy="28833"/>
                            </a:xfrm>
                            <a:custGeom>
                              <a:avLst/>
                              <a:gdLst/>
                              <a:ahLst/>
                              <a:cxnLst/>
                              <a:rect l="l" t="t" r="r" b="b"/>
                              <a:pathLst>
                                <a:path w="7670" h="3666" fill="none" extrusionOk="0">
                                  <a:moveTo>
                                    <a:pt x="0" y="1"/>
                                  </a:moveTo>
                                  <a:lnTo>
                                    <a:pt x="7670" y="3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55" name="Google Shape;5455;p58"/>
                            <p:cNvGrpSpPr/>
                            <p:nvPr/>
                          </p:nvGrpSpPr>
                          <p:grpSpPr>
                            <a:xfrm>
                              <a:off x="4579164" y="3203653"/>
                              <a:ext cx="1244833" cy="1020397"/>
                              <a:chOff x="4579164" y="3203653"/>
                              <a:chExt cx="1244833" cy="1020397"/>
                            </a:xfrm>
                          </p:grpSpPr>
                          <p:sp>
                            <p:nvSpPr>
                              <p:cNvPr id="5456" name="Google Shape;5456;p58"/>
                              <p:cNvSpPr/>
                              <p:nvPr/>
                            </p:nvSpPr>
                            <p:spPr>
                              <a:xfrm>
                                <a:off x="4590301" y="3738347"/>
                                <a:ext cx="92956" cy="91722"/>
                              </a:xfrm>
                              <a:custGeom>
                                <a:avLst/>
                                <a:gdLst/>
                                <a:ahLst/>
                                <a:cxnLst/>
                                <a:rect l="l" t="t" r="r" b="b"/>
                                <a:pathLst>
                                  <a:path w="11819" h="11662" fill="none" extrusionOk="0">
                                    <a:moveTo>
                                      <a:pt x="0" y="0"/>
                                    </a:moveTo>
                                    <a:lnTo>
                                      <a:pt x="11819" y="116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58"/>
                              <p:cNvSpPr/>
                              <p:nvPr/>
                            </p:nvSpPr>
                            <p:spPr>
                              <a:xfrm>
                                <a:off x="4683250" y="3652241"/>
                                <a:ext cx="33591" cy="177828"/>
                              </a:xfrm>
                              <a:custGeom>
                                <a:avLst/>
                                <a:gdLst/>
                                <a:ahLst/>
                                <a:cxnLst/>
                                <a:rect l="l" t="t" r="r" b="b"/>
                                <a:pathLst>
                                  <a:path w="4271" h="22610" fill="none" extrusionOk="0">
                                    <a:moveTo>
                                      <a:pt x="1" y="22610"/>
                                    </a:moveTo>
                                    <a:lnTo>
                                      <a:pt x="42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58"/>
                              <p:cNvSpPr/>
                              <p:nvPr/>
                            </p:nvSpPr>
                            <p:spPr>
                              <a:xfrm>
                                <a:off x="4716833" y="3652241"/>
                                <a:ext cx="70982" cy="207707"/>
                              </a:xfrm>
                              <a:custGeom>
                                <a:avLst/>
                                <a:gdLst/>
                                <a:ahLst/>
                                <a:cxnLst/>
                                <a:rect l="l" t="t" r="r" b="b"/>
                                <a:pathLst>
                                  <a:path w="9025" h="26409" fill="none" extrusionOk="0">
                                    <a:moveTo>
                                      <a:pt x="1" y="1"/>
                                    </a:moveTo>
                                    <a:lnTo>
                                      <a:pt x="9025" y="2640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58"/>
                              <p:cNvSpPr/>
                              <p:nvPr/>
                            </p:nvSpPr>
                            <p:spPr>
                              <a:xfrm>
                                <a:off x="4813117" y="3694578"/>
                                <a:ext cx="44154" cy="139297"/>
                              </a:xfrm>
                              <a:custGeom>
                                <a:avLst/>
                                <a:gdLst/>
                                <a:ahLst/>
                                <a:cxnLst/>
                                <a:rect l="l" t="t" r="r" b="b"/>
                                <a:pathLst>
                                  <a:path w="5614" h="17711" fill="none" extrusionOk="0">
                                    <a:moveTo>
                                      <a:pt x="5614" y="1771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58"/>
                              <p:cNvSpPr/>
                              <p:nvPr/>
                            </p:nvSpPr>
                            <p:spPr>
                              <a:xfrm>
                                <a:off x="4787807" y="3694578"/>
                                <a:ext cx="25317" cy="165369"/>
                              </a:xfrm>
                              <a:custGeom>
                                <a:avLst/>
                                <a:gdLst/>
                                <a:ahLst/>
                                <a:cxnLst/>
                                <a:rect l="l" t="t" r="r" b="b"/>
                                <a:pathLst>
                                  <a:path w="3219" h="21026" fill="none" extrusionOk="0">
                                    <a:moveTo>
                                      <a:pt x="3219" y="1"/>
                                    </a:moveTo>
                                    <a:lnTo>
                                      <a:pt x="1" y="210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58"/>
                              <p:cNvSpPr/>
                              <p:nvPr/>
                            </p:nvSpPr>
                            <p:spPr>
                              <a:xfrm>
                                <a:off x="4683250" y="3830061"/>
                                <a:ext cx="106374" cy="25223"/>
                              </a:xfrm>
                              <a:custGeom>
                                <a:avLst/>
                                <a:gdLst/>
                                <a:ahLst/>
                                <a:cxnLst/>
                                <a:rect l="l" t="t" r="r" b="b"/>
                                <a:pathLst>
                                  <a:path w="13525" h="3207" fill="none" extrusionOk="0">
                                    <a:moveTo>
                                      <a:pt x="1" y="1"/>
                                    </a:moveTo>
                                    <a:lnTo>
                                      <a:pt x="13525" y="320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58"/>
                              <p:cNvSpPr/>
                              <p:nvPr/>
                            </p:nvSpPr>
                            <p:spPr>
                              <a:xfrm>
                                <a:off x="4670980" y="3830061"/>
                                <a:ext cx="12277" cy="79263"/>
                              </a:xfrm>
                              <a:custGeom>
                                <a:avLst/>
                                <a:gdLst/>
                                <a:ahLst/>
                                <a:cxnLst/>
                                <a:rect l="l" t="t" r="r" b="b"/>
                                <a:pathLst>
                                  <a:path w="1561" h="10078" fill="none" extrusionOk="0">
                                    <a:moveTo>
                                      <a:pt x="1561" y="1"/>
                                    </a:moveTo>
                                    <a:lnTo>
                                      <a:pt x="0"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58"/>
                              <p:cNvSpPr/>
                              <p:nvPr/>
                            </p:nvSpPr>
                            <p:spPr>
                              <a:xfrm>
                                <a:off x="4583828" y="3830061"/>
                                <a:ext cx="99429" cy="34543"/>
                              </a:xfrm>
                              <a:custGeom>
                                <a:avLst/>
                                <a:gdLst/>
                                <a:ahLst/>
                                <a:cxnLst/>
                                <a:rect l="l" t="t" r="r" b="b"/>
                                <a:pathLst>
                                  <a:path w="12642" h="4392" fill="none" extrusionOk="0">
                                    <a:moveTo>
                                      <a:pt x="0" y="4392"/>
                                    </a:moveTo>
                                    <a:lnTo>
                                      <a:pt x="1264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58"/>
                              <p:cNvSpPr/>
                              <p:nvPr/>
                            </p:nvSpPr>
                            <p:spPr>
                              <a:xfrm>
                                <a:off x="4683250" y="3830061"/>
                                <a:ext cx="50336" cy="117983"/>
                              </a:xfrm>
                              <a:custGeom>
                                <a:avLst/>
                                <a:gdLst/>
                                <a:ahLst/>
                                <a:cxnLst/>
                                <a:rect l="l" t="t" r="r" b="b"/>
                                <a:pathLst>
                                  <a:path w="6400" h="15001" fill="none" extrusionOk="0">
                                    <a:moveTo>
                                      <a:pt x="1" y="1"/>
                                    </a:moveTo>
                                    <a:lnTo>
                                      <a:pt x="6400" y="1500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58"/>
                              <p:cNvSpPr/>
                              <p:nvPr/>
                            </p:nvSpPr>
                            <p:spPr>
                              <a:xfrm>
                                <a:off x="4733578" y="3855276"/>
                                <a:ext cx="56046" cy="92768"/>
                              </a:xfrm>
                              <a:custGeom>
                                <a:avLst/>
                                <a:gdLst/>
                                <a:ahLst/>
                                <a:cxnLst/>
                                <a:rect l="l" t="t" r="r" b="b"/>
                                <a:pathLst>
                                  <a:path w="7126" h="11795" fill="none" extrusionOk="0">
                                    <a:moveTo>
                                      <a:pt x="1" y="11795"/>
                                    </a:moveTo>
                                    <a:lnTo>
                                      <a:pt x="712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58"/>
                              <p:cNvSpPr/>
                              <p:nvPr/>
                            </p:nvSpPr>
                            <p:spPr>
                              <a:xfrm>
                                <a:off x="4888943" y="3730450"/>
                                <a:ext cx="34928" cy="89252"/>
                              </a:xfrm>
                              <a:custGeom>
                                <a:avLst/>
                                <a:gdLst/>
                                <a:ahLst/>
                                <a:cxnLst/>
                                <a:rect l="l" t="t" r="r" b="b"/>
                                <a:pathLst>
                                  <a:path w="4441" h="11348" fill="none" extrusionOk="0">
                                    <a:moveTo>
                                      <a:pt x="4440" y="11347"/>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58"/>
                              <p:cNvSpPr/>
                              <p:nvPr/>
                            </p:nvSpPr>
                            <p:spPr>
                              <a:xfrm>
                                <a:off x="4590301" y="3667468"/>
                                <a:ext cx="49762" cy="70887"/>
                              </a:xfrm>
                              <a:custGeom>
                                <a:avLst/>
                                <a:gdLst/>
                                <a:ahLst/>
                                <a:cxnLst/>
                                <a:rect l="l" t="t" r="r" b="b"/>
                                <a:pathLst>
                                  <a:path w="6327" h="9013" fill="none" extrusionOk="0">
                                    <a:moveTo>
                                      <a:pt x="0" y="9012"/>
                                    </a:moveTo>
                                    <a:lnTo>
                                      <a:pt x="63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58"/>
                              <p:cNvSpPr/>
                              <p:nvPr/>
                            </p:nvSpPr>
                            <p:spPr>
                              <a:xfrm>
                                <a:off x="4640338" y="3648536"/>
                                <a:ext cx="80593" cy="20268"/>
                              </a:xfrm>
                              <a:custGeom>
                                <a:avLst/>
                                <a:gdLst/>
                                <a:ahLst/>
                                <a:cxnLst/>
                                <a:rect l="l" t="t" r="r" b="b"/>
                                <a:pathLst>
                                  <a:path w="10247" h="2577" fill="none" extrusionOk="0">
                                    <a:moveTo>
                                      <a:pt x="1" y="2577"/>
                                    </a:moveTo>
                                    <a:lnTo>
                                      <a:pt x="102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69" name="Google Shape;5469;p58"/>
                              <p:cNvGrpSpPr/>
                              <p:nvPr/>
                            </p:nvGrpSpPr>
                            <p:grpSpPr>
                              <a:xfrm>
                                <a:off x="4579164" y="3203653"/>
                                <a:ext cx="1244833" cy="1020397"/>
                                <a:chOff x="4579164" y="3203653"/>
                                <a:chExt cx="1244833" cy="1020397"/>
                              </a:xfrm>
                            </p:grpSpPr>
                            <p:sp>
                              <p:nvSpPr>
                                <p:cNvPr id="5470" name="Google Shape;5470;p58"/>
                                <p:cNvSpPr/>
                                <p:nvPr/>
                              </p:nvSpPr>
                              <p:spPr>
                                <a:xfrm>
                                  <a:off x="4753083" y="3966015"/>
                                  <a:ext cx="92964" cy="53765"/>
                                </a:xfrm>
                                <a:custGeom>
                                  <a:avLst/>
                                  <a:gdLst/>
                                  <a:ahLst/>
                                  <a:cxnLst/>
                                  <a:rect l="l" t="t" r="r" b="b"/>
                                  <a:pathLst>
                                    <a:path w="11820" h="6836" fill="none" extrusionOk="0">
                                      <a:moveTo>
                                        <a:pt x="1" y="6836"/>
                                      </a:moveTo>
                                      <a:lnTo>
                                        <a:pt x="118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58"/>
                                <p:cNvSpPr/>
                                <p:nvPr/>
                              </p:nvSpPr>
                              <p:spPr>
                                <a:xfrm>
                                  <a:off x="4846040" y="3952794"/>
                                  <a:ext cx="103519" cy="13135"/>
                                </a:xfrm>
                                <a:custGeom>
                                  <a:avLst/>
                                  <a:gdLst/>
                                  <a:ahLst/>
                                  <a:cxnLst/>
                                  <a:rect l="l" t="t" r="r" b="b"/>
                                  <a:pathLst>
                                    <a:path w="13162" h="1670" fill="none" extrusionOk="0">
                                      <a:moveTo>
                                        <a:pt x="13161" y="0"/>
                                      </a:moveTo>
                                      <a:lnTo>
                                        <a:pt x="0" y="1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58"/>
                                <p:cNvSpPr/>
                                <p:nvPr/>
                              </p:nvSpPr>
                              <p:spPr>
                                <a:xfrm>
                                  <a:off x="4846040" y="3962216"/>
                                  <a:ext cx="64800" cy="128066"/>
                                </a:xfrm>
                                <a:custGeom>
                                  <a:avLst/>
                                  <a:gdLst/>
                                  <a:ahLst/>
                                  <a:cxnLst/>
                                  <a:rect l="l" t="t" r="r" b="b"/>
                                  <a:pathLst>
                                    <a:path w="8239" h="16283" fill="none" extrusionOk="0">
                                      <a:moveTo>
                                        <a:pt x="0" y="0"/>
                                      </a:moveTo>
                                      <a:lnTo>
                                        <a:pt x="8238" y="1628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58"/>
                                <p:cNvSpPr/>
                                <p:nvPr/>
                              </p:nvSpPr>
                              <p:spPr>
                                <a:xfrm>
                                  <a:off x="4842233" y="3962216"/>
                                  <a:ext cx="3815" cy="164787"/>
                                </a:xfrm>
                                <a:custGeom>
                                  <a:avLst/>
                                  <a:gdLst/>
                                  <a:ahLst/>
                                  <a:cxnLst/>
                                  <a:rect l="l" t="t" r="r" b="b"/>
                                  <a:pathLst>
                                    <a:path w="485" h="20952" fill="none" extrusionOk="0">
                                      <a:moveTo>
                                        <a:pt x="0" y="20952"/>
                                      </a:moveTo>
                                      <a:lnTo>
                                        <a:pt x="4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58"/>
                                <p:cNvSpPr/>
                                <p:nvPr/>
                              </p:nvSpPr>
                              <p:spPr>
                                <a:xfrm>
                                  <a:off x="4842233" y="4123189"/>
                                  <a:ext cx="37587" cy="53002"/>
                                </a:xfrm>
                                <a:custGeom>
                                  <a:avLst/>
                                  <a:gdLst/>
                                  <a:ahLst/>
                                  <a:cxnLst/>
                                  <a:rect l="l" t="t" r="r" b="b"/>
                                  <a:pathLst>
                                    <a:path w="4779" h="6739" fill="none" extrusionOk="0">
                                      <a:moveTo>
                                        <a:pt x="4779" y="673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58"/>
                                <p:cNvSpPr/>
                                <p:nvPr/>
                              </p:nvSpPr>
                              <p:spPr>
                                <a:xfrm>
                                  <a:off x="4770779" y="4118525"/>
                                  <a:ext cx="71461" cy="4672"/>
                                </a:xfrm>
                                <a:custGeom>
                                  <a:avLst/>
                                  <a:gdLst/>
                                  <a:ahLst/>
                                  <a:cxnLst/>
                                  <a:rect l="l" t="t" r="r" b="b"/>
                                  <a:pathLst>
                                    <a:path w="9086" h="594" fill="none" extrusionOk="0">
                                      <a:moveTo>
                                        <a:pt x="9085" y="594"/>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58"/>
                                <p:cNvSpPr/>
                                <p:nvPr/>
                              </p:nvSpPr>
                              <p:spPr>
                                <a:xfrm>
                                  <a:off x="4842233" y="4090274"/>
                                  <a:ext cx="68606" cy="32923"/>
                                </a:xfrm>
                                <a:custGeom>
                                  <a:avLst/>
                                  <a:gdLst/>
                                  <a:ahLst/>
                                  <a:cxnLst/>
                                  <a:rect l="l" t="t" r="r" b="b"/>
                                  <a:pathLst>
                                    <a:path w="8723" h="4186" fill="none" extrusionOk="0">
                                      <a:moveTo>
                                        <a:pt x="0" y="4186"/>
                                      </a:moveTo>
                                      <a:lnTo>
                                        <a:pt x="872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77" name="Google Shape;5477;p58"/>
                                <p:cNvGrpSpPr/>
                                <p:nvPr/>
                              </p:nvGrpSpPr>
                              <p:grpSpPr>
                                <a:xfrm>
                                  <a:off x="4579164" y="3203653"/>
                                  <a:ext cx="1244833" cy="1020397"/>
                                  <a:chOff x="4579164" y="3203653"/>
                                  <a:chExt cx="1244833" cy="1020397"/>
                                </a:xfrm>
                              </p:grpSpPr>
                              <p:sp>
                                <p:nvSpPr>
                                  <p:cNvPr id="5478" name="Google Shape;5478;p58"/>
                                  <p:cNvSpPr/>
                                  <p:nvPr/>
                                </p:nvSpPr>
                                <p:spPr>
                                  <a:xfrm>
                                    <a:off x="4788476" y="3855276"/>
                                    <a:ext cx="57572" cy="110747"/>
                                  </a:xfrm>
                                  <a:custGeom>
                                    <a:avLst/>
                                    <a:gdLst/>
                                    <a:ahLst/>
                                    <a:cxnLst/>
                                    <a:rect l="l" t="t" r="r" b="b"/>
                                    <a:pathLst>
                                      <a:path w="7320" h="14081" fill="none" extrusionOk="0">
                                        <a:moveTo>
                                          <a:pt x="7319" y="1408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58"/>
                                  <p:cNvSpPr/>
                                  <p:nvPr/>
                                </p:nvSpPr>
                                <p:spPr>
                                  <a:xfrm>
                                    <a:off x="4846040" y="3833867"/>
                                    <a:ext cx="11231" cy="132156"/>
                                  </a:xfrm>
                                  <a:custGeom>
                                    <a:avLst/>
                                    <a:gdLst/>
                                    <a:ahLst/>
                                    <a:cxnLst/>
                                    <a:rect l="l" t="t" r="r" b="b"/>
                                    <a:pathLst>
                                      <a:path w="1428" h="16803" fill="none" extrusionOk="0">
                                        <a:moveTo>
                                          <a:pt x="0" y="16803"/>
                                        </a:moveTo>
                                        <a:lnTo>
                                          <a:pt x="1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58"/>
                                  <p:cNvSpPr/>
                                  <p:nvPr/>
                                </p:nvSpPr>
                                <p:spPr>
                                  <a:xfrm>
                                    <a:off x="4761554" y="3854796"/>
                                    <a:ext cx="26261" cy="164984"/>
                                  </a:xfrm>
                                  <a:custGeom>
                                    <a:avLst/>
                                    <a:gdLst/>
                                    <a:ahLst/>
                                    <a:cxnLst/>
                                    <a:rect l="l" t="t" r="r" b="b"/>
                                    <a:pathLst>
                                      <a:path w="3339" h="20977" fill="none" extrusionOk="0">
                                        <a:moveTo>
                                          <a:pt x="0" y="20977"/>
                                        </a:moveTo>
                                        <a:lnTo>
                                          <a:pt x="33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58"/>
                                  <p:cNvSpPr/>
                                  <p:nvPr/>
                                </p:nvSpPr>
                                <p:spPr>
                                  <a:xfrm>
                                    <a:off x="4846991" y="3818263"/>
                                    <a:ext cx="74025" cy="146242"/>
                                  </a:xfrm>
                                  <a:custGeom>
                                    <a:avLst/>
                                    <a:gdLst/>
                                    <a:ahLst/>
                                    <a:cxnLst/>
                                    <a:rect l="l" t="t" r="r" b="b"/>
                                    <a:pathLst>
                                      <a:path w="9412" h="18594" fill="none" extrusionOk="0">
                                        <a:moveTo>
                                          <a:pt x="0" y="18593"/>
                                        </a:moveTo>
                                        <a:lnTo>
                                          <a:pt x="941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58"/>
                                  <p:cNvSpPr/>
                                  <p:nvPr/>
                                </p:nvSpPr>
                                <p:spPr>
                                  <a:xfrm>
                                    <a:off x="4927191" y="3823305"/>
                                    <a:ext cx="22368" cy="129497"/>
                                  </a:xfrm>
                                  <a:custGeom>
                                    <a:avLst/>
                                    <a:gdLst/>
                                    <a:ahLst/>
                                    <a:cxnLst/>
                                    <a:rect l="l" t="t" r="r" b="b"/>
                                    <a:pathLst>
                                      <a:path w="2844" h="16465" fill="none" extrusionOk="0">
                                        <a:moveTo>
                                          <a:pt x="1" y="1"/>
                                        </a:moveTo>
                                        <a:lnTo>
                                          <a:pt x="2843" y="1646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83" name="Google Shape;5483;p58"/>
                                  <p:cNvGrpSpPr/>
                                  <p:nvPr/>
                                </p:nvGrpSpPr>
                                <p:grpSpPr>
                                  <a:xfrm>
                                    <a:off x="4579164" y="3203653"/>
                                    <a:ext cx="1244833" cy="1020397"/>
                                    <a:chOff x="4579164" y="3203653"/>
                                    <a:chExt cx="1244833" cy="1020397"/>
                                  </a:xfrm>
                                </p:grpSpPr>
                                <p:sp>
                                  <p:nvSpPr>
                                    <p:cNvPr id="5484" name="Google Shape;5484;p58"/>
                                    <p:cNvSpPr/>
                                    <p:nvPr/>
                                  </p:nvSpPr>
                                  <p:spPr>
                                    <a:xfrm>
                                      <a:off x="4579164" y="3652241"/>
                                      <a:ext cx="422626" cy="571809"/>
                                    </a:xfrm>
                                    <a:custGeom>
                                      <a:avLst/>
                                      <a:gdLst/>
                                      <a:ahLst/>
                                      <a:cxnLst/>
                                      <a:rect l="l" t="t" r="r" b="b"/>
                                      <a:pathLst>
                                        <a:path w="53735" h="72703" fill="none" extrusionOk="0">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58"/>
                                    <p:cNvSpPr/>
                                    <p:nvPr/>
                                  </p:nvSpPr>
                                  <p:spPr>
                                    <a:xfrm>
                                      <a:off x="4617986" y="3203653"/>
                                      <a:ext cx="1206011" cy="684357"/>
                                    </a:xfrm>
                                    <a:custGeom>
                                      <a:avLst/>
                                      <a:gdLst/>
                                      <a:ahLst/>
                                      <a:cxnLst/>
                                      <a:rect l="l" t="t" r="r" b="b"/>
                                      <a:pathLst>
                                        <a:path w="153339" h="87013" fill="none" extrusionOk="0">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58"/>
                                    <p:cNvSpPr/>
                                    <p:nvPr/>
                                  </p:nvSpPr>
                                  <p:spPr>
                                    <a:xfrm>
                                      <a:off x="4906356" y="3466721"/>
                                      <a:ext cx="194289" cy="358880"/>
                                    </a:xfrm>
                                    <a:custGeom>
                                      <a:avLst/>
                                      <a:gdLst/>
                                      <a:ahLst/>
                                      <a:cxnLst/>
                                      <a:rect l="l" t="t" r="r" b="b"/>
                                      <a:pathLst>
                                        <a:path w="24703" h="45630" fill="none" extrusionOk="0">
                                          <a:moveTo>
                                            <a:pt x="8396" y="39968"/>
                                          </a:moveTo>
                                          <a:lnTo>
                                            <a:pt x="9835" y="45629"/>
                                          </a:lnTo>
                                          <a:lnTo>
                                            <a:pt x="11626" y="36786"/>
                                          </a:lnTo>
                                          <a:lnTo>
                                            <a:pt x="5492" y="30218"/>
                                          </a:lnTo>
                                          <a:lnTo>
                                            <a:pt x="1" y="25016"/>
                                          </a:lnTo>
                                          <a:lnTo>
                                            <a:pt x="1392" y="16040"/>
                                          </a:lnTo>
                                          <a:lnTo>
                                            <a:pt x="24702" y="15206"/>
                                          </a:lnTo>
                                          <a:lnTo>
                                            <a:pt x="647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58"/>
                                    <p:cNvSpPr/>
                                    <p:nvPr/>
                                  </p:nvSpPr>
                                  <p:spPr>
                                    <a:xfrm>
                                      <a:off x="4972383" y="3756043"/>
                                      <a:ext cx="25412" cy="25026"/>
                                    </a:xfrm>
                                    <a:custGeom>
                                      <a:avLst/>
                                      <a:gdLst/>
                                      <a:ahLst/>
                                      <a:cxnLst/>
                                      <a:rect l="l" t="t" r="r" b="b"/>
                                      <a:pathLst>
                                        <a:path w="3231" h="3182" fill="none" extrusionOk="0">
                                          <a:moveTo>
                                            <a:pt x="1" y="3182"/>
                                          </a:moveTo>
                                          <a:lnTo>
                                            <a:pt x="323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5488" name="Google Shape;5488;p58"/>
                            <p:cNvSpPr/>
                            <p:nvPr/>
                          </p:nvSpPr>
                          <p:spPr>
                            <a:xfrm>
                              <a:off x="4890375" y="3688019"/>
                              <a:ext cx="5144" cy="43769"/>
                            </a:xfrm>
                            <a:custGeom>
                              <a:avLst/>
                              <a:gdLst/>
                              <a:ahLst/>
                              <a:cxnLst/>
                              <a:rect l="l" t="t" r="r" b="b"/>
                              <a:pathLst>
                                <a:path w="654" h="5565" fill="none" extrusionOk="0">
                                  <a:moveTo>
                                    <a:pt x="653" y="0"/>
                                  </a:moveTo>
                                  <a:lnTo>
                                    <a:pt x="0" y="5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58"/>
                            <p:cNvSpPr/>
                            <p:nvPr/>
                          </p:nvSpPr>
                          <p:spPr>
                            <a:xfrm>
                              <a:off x="4899317" y="3688019"/>
                              <a:ext cx="54048" cy="20174"/>
                            </a:xfrm>
                            <a:custGeom>
                              <a:avLst/>
                              <a:gdLst/>
                              <a:ahLst/>
                              <a:cxnLst/>
                              <a:rect l="l" t="t" r="r" b="b"/>
                              <a:pathLst>
                                <a:path w="6872" h="2565" fill="none" extrusionOk="0">
                                  <a:moveTo>
                                    <a:pt x="0" y="0"/>
                                  </a:moveTo>
                                  <a:lnTo>
                                    <a:pt x="6871" y="2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58"/>
                            <p:cNvSpPr/>
                            <p:nvPr/>
                          </p:nvSpPr>
                          <p:spPr>
                            <a:xfrm>
                              <a:off x="4862690" y="3700571"/>
                              <a:ext cx="27693" cy="31216"/>
                            </a:xfrm>
                            <a:custGeom>
                              <a:avLst/>
                              <a:gdLst/>
                              <a:ahLst/>
                              <a:cxnLst/>
                              <a:rect l="l" t="t" r="r" b="b"/>
                              <a:pathLst>
                                <a:path w="3521" h="3969" fill="none" extrusionOk="0">
                                  <a:moveTo>
                                    <a:pt x="0" y="1"/>
                                  </a:moveTo>
                                  <a:lnTo>
                                    <a:pt x="3520" y="39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491" name="Google Shape;5491;p58"/>
                        <p:cNvSpPr/>
                        <p:nvPr/>
                      </p:nvSpPr>
                      <p:spPr>
                        <a:xfrm>
                          <a:off x="4953924" y="3297081"/>
                          <a:ext cx="146053" cy="168122"/>
                        </a:xfrm>
                        <a:custGeom>
                          <a:avLst/>
                          <a:gdLst/>
                          <a:ahLst/>
                          <a:cxnLst/>
                          <a:rect l="l" t="t" r="r" b="b"/>
                          <a:pathLst>
                            <a:path w="18570" h="21376" fill="none" extrusionOk="0">
                              <a:moveTo>
                                <a:pt x="1" y="21376"/>
                              </a:moveTo>
                              <a:lnTo>
                                <a:pt x="18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5492" name="Google Shape;5492;p58"/>
              <p:cNvGrpSpPr/>
              <p:nvPr/>
            </p:nvGrpSpPr>
            <p:grpSpPr>
              <a:xfrm>
                <a:off x="4595437" y="3598775"/>
                <a:ext cx="37776" cy="32451"/>
                <a:chOff x="4595437" y="3598775"/>
                <a:chExt cx="37776" cy="32451"/>
              </a:xfrm>
            </p:grpSpPr>
            <p:sp>
              <p:nvSpPr>
                <p:cNvPr id="5493" name="Google Shape;5493;p58"/>
                <p:cNvSpPr/>
                <p:nvPr/>
              </p:nvSpPr>
              <p:spPr>
                <a:xfrm>
                  <a:off x="4595437" y="3598775"/>
                  <a:ext cx="37776" cy="32451"/>
                </a:xfrm>
                <a:custGeom>
                  <a:avLst/>
                  <a:gdLst/>
                  <a:ahLst/>
                  <a:cxnLst/>
                  <a:rect l="l" t="t" r="r" b="b"/>
                  <a:pathLst>
                    <a:path w="4803" h="4126" extrusionOk="0">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58"/>
                <p:cNvSpPr/>
                <p:nvPr/>
              </p:nvSpPr>
              <p:spPr>
                <a:xfrm>
                  <a:off x="4610561" y="3608480"/>
                  <a:ext cx="13040" cy="13040"/>
                </a:xfrm>
                <a:custGeom>
                  <a:avLst/>
                  <a:gdLst/>
                  <a:ahLst/>
                  <a:cxnLst/>
                  <a:rect l="l" t="t" r="r" b="b"/>
                  <a:pathLst>
                    <a:path w="1658" h="1658" extrusionOk="0">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95" name="Google Shape;5495;p58"/>
              <p:cNvGrpSpPr/>
              <p:nvPr/>
            </p:nvGrpSpPr>
            <p:grpSpPr>
              <a:xfrm>
                <a:off x="4641864" y="3524443"/>
                <a:ext cx="37776" cy="32380"/>
                <a:chOff x="4641864" y="3524443"/>
                <a:chExt cx="37776" cy="32380"/>
              </a:xfrm>
            </p:grpSpPr>
            <p:sp>
              <p:nvSpPr>
                <p:cNvPr id="5496" name="Google Shape;5496;p58"/>
                <p:cNvSpPr/>
                <p:nvPr/>
              </p:nvSpPr>
              <p:spPr>
                <a:xfrm>
                  <a:off x="4641864" y="3524443"/>
                  <a:ext cx="37776" cy="32380"/>
                </a:xfrm>
                <a:custGeom>
                  <a:avLst/>
                  <a:gdLst/>
                  <a:ahLst/>
                  <a:cxnLst/>
                  <a:rect l="l" t="t" r="r" b="b"/>
                  <a:pathLst>
                    <a:path w="4803" h="4117" extrusionOk="0">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58"/>
                <p:cNvSpPr/>
                <p:nvPr/>
              </p:nvSpPr>
              <p:spPr>
                <a:xfrm>
                  <a:off x="4656988" y="3534077"/>
                  <a:ext cx="13048" cy="13040"/>
                </a:xfrm>
                <a:custGeom>
                  <a:avLst/>
                  <a:gdLst/>
                  <a:ahLst/>
                  <a:cxnLst/>
                  <a:rect l="l" t="t" r="r" b="b"/>
                  <a:pathLst>
                    <a:path w="1659" h="1658" extrusionOk="0">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98" name="Google Shape;5498;p58"/>
              <p:cNvGrpSpPr/>
              <p:nvPr/>
            </p:nvGrpSpPr>
            <p:grpSpPr>
              <a:xfrm>
                <a:off x="4648431" y="3893901"/>
                <a:ext cx="37776" cy="32357"/>
                <a:chOff x="4648431" y="3893901"/>
                <a:chExt cx="37776" cy="32357"/>
              </a:xfrm>
            </p:grpSpPr>
            <p:sp>
              <p:nvSpPr>
                <p:cNvPr id="5499" name="Google Shape;5499;p58"/>
                <p:cNvSpPr/>
                <p:nvPr/>
              </p:nvSpPr>
              <p:spPr>
                <a:xfrm>
                  <a:off x="4648431" y="3893901"/>
                  <a:ext cx="37776" cy="32357"/>
                </a:xfrm>
                <a:custGeom>
                  <a:avLst/>
                  <a:gdLst/>
                  <a:ahLst/>
                  <a:cxnLst/>
                  <a:rect l="l" t="t" r="r" b="b"/>
                  <a:pathLst>
                    <a:path w="4803" h="4114" extrusionOk="0">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58"/>
                <p:cNvSpPr/>
                <p:nvPr/>
              </p:nvSpPr>
              <p:spPr>
                <a:xfrm>
                  <a:off x="4663556" y="3903606"/>
                  <a:ext cx="13040" cy="13040"/>
                </a:xfrm>
                <a:custGeom>
                  <a:avLst/>
                  <a:gdLst/>
                  <a:ahLst/>
                  <a:cxnLst/>
                  <a:rect l="l" t="t" r="r" b="b"/>
                  <a:pathLst>
                    <a:path w="1658" h="1658" extrusionOk="0">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01" name="Google Shape;5501;p58"/>
              <p:cNvGrpSpPr/>
              <p:nvPr/>
            </p:nvGrpSpPr>
            <p:grpSpPr>
              <a:xfrm>
                <a:off x="4567752" y="3722908"/>
                <a:ext cx="37870" cy="32380"/>
                <a:chOff x="4567752" y="3722908"/>
                <a:chExt cx="37870" cy="32380"/>
              </a:xfrm>
            </p:grpSpPr>
            <p:sp>
              <p:nvSpPr>
                <p:cNvPr id="5502" name="Google Shape;5502;p58"/>
                <p:cNvSpPr/>
                <p:nvPr/>
              </p:nvSpPr>
              <p:spPr>
                <a:xfrm>
                  <a:off x="4567752" y="3722908"/>
                  <a:ext cx="37870" cy="32380"/>
                </a:xfrm>
                <a:custGeom>
                  <a:avLst/>
                  <a:gdLst/>
                  <a:ahLst/>
                  <a:cxnLst/>
                  <a:rect l="l" t="t" r="r" b="b"/>
                  <a:pathLst>
                    <a:path w="4815" h="4117" extrusionOk="0">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58"/>
                <p:cNvSpPr/>
                <p:nvPr/>
              </p:nvSpPr>
              <p:spPr>
                <a:xfrm>
                  <a:off x="4580690" y="3732543"/>
                  <a:ext cx="15227" cy="13064"/>
                </a:xfrm>
                <a:custGeom>
                  <a:avLst/>
                  <a:gdLst/>
                  <a:ahLst/>
                  <a:cxnLst/>
                  <a:rect l="l" t="t" r="r" b="b"/>
                  <a:pathLst>
                    <a:path w="1936" h="1661" extrusionOk="0">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04" name="Google Shape;5504;p58"/>
              <p:cNvGrpSpPr/>
              <p:nvPr/>
            </p:nvGrpSpPr>
            <p:grpSpPr>
              <a:xfrm>
                <a:off x="4617506" y="3652052"/>
                <a:ext cx="37783" cy="32357"/>
                <a:chOff x="4617506" y="3652052"/>
                <a:chExt cx="37783" cy="32357"/>
              </a:xfrm>
            </p:grpSpPr>
            <p:sp>
              <p:nvSpPr>
                <p:cNvPr id="5505" name="Google Shape;5505;p58"/>
                <p:cNvSpPr/>
                <p:nvPr/>
              </p:nvSpPr>
              <p:spPr>
                <a:xfrm>
                  <a:off x="4617506" y="3652052"/>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58"/>
                <p:cNvSpPr/>
                <p:nvPr/>
              </p:nvSpPr>
              <p:spPr>
                <a:xfrm>
                  <a:off x="4632638" y="3661758"/>
                  <a:ext cx="13040" cy="13040"/>
                </a:xfrm>
                <a:custGeom>
                  <a:avLst/>
                  <a:gdLst/>
                  <a:ahLst/>
                  <a:cxnLst/>
                  <a:rect l="l" t="t" r="r" b="b"/>
                  <a:pathLst>
                    <a:path w="1658" h="1658" extrusionOk="0">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07" name="Google Shape;5507;p58"/>
              <p:cNvGrpSpPr/>
              <p:nvPr/>
            </p:nvGrpSpPr>
            <p:grpSpPr>
              <a:xfrm>
                <a:off x="4739005" y="3554149"/>
                <a:ext cx="37870" cy="32357"/>
                <a:chOff x="4739005" y="3554149"/>
                <a:chExt cx="37870" cy="32357"/>
              </a:xfrm>
            </p:grpSpPr>
            <p:sp>
              <p:nvSpPr>
                <p:cNvPr id="5508" name="Google Shape;5508;p58"/>
                <p:cNvSpPr/>
                <p:nvPr/>
              </p:nvSpPr>
              <p:spPr>
                <a:xfrm>
                  <a:off x="4739005" y="3554149"/>
                  <a:ext cx="37870" cy="32357"/>
                </a:xfrm>
                <a:custGeom>
                  <a:avLst/>
                  <a:gdLst/>
                  <a:ahLst/>
                  <a:cxnLst/>
                  <a:rect l="l" t="t" r="r" b="b"/>
                  <a:pathLst>
                    <a:path w="4815" h="4114" extrusionOk="0">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58"/>
                <p:cNvSpPr/>
                <p:nvPr/>
              </p:nvSpPr>
              <p:spPr>
                <a:xfrm>
                  <a:off x="4751943" y="3563854"/>
                  <a:ext cx="15227" cy="13048"/>
                </a:xfrm>
                <a:custGeom>
                  <a:avLst/>
                  <a:gdLst/>
                  <a:ahLst/>
                  <a:cxnLst/>
                  <a:rect l="l" t="t" r="r" b="b"/>
                  <a:pathLst>
                    <a:path w="1936" h="1659" extrusionOk="0">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10" name="Google Shape;5510;p58"/>
              <p:cNvGrpSpPr/>
              <p:nvPr/>
            </p:nvGrpSpPr>
            <p:grpSpPr>
              <a:xfrm>
                <a:off x="4806557" y="3630258"/>
                <a:ext cx="37776" cy="32364"/>
                <a:chOff x="4806557" y="3630258"/>
                <a:chExt cx="37776" cy="32364"/>
              </a:xfrm>
            </p:grpSpPr>
            <p:sp>
              <p:nvSpPr>
                <p:cNvPr id="5511" name="Google Shape;5511;p58"/>
                <p:cNvSpPr/>
                <p:nvPr/>
              </p:nvSpPr>
              <p:spPr>
                <a:xfrm>
                  <a:off x="4806557" y="3630258"/>
                  <a:ext cx="37776" cy="32364"/>
                </a:xfrm>
                <a:custGeom>
                  <a:avLst/>
                  <a:gdLst/>
                  <a:ahLst/>
                  <a:cxnLst/>
                  <a:rect l="l" t="t" r="r" b="b"/>
                  <a:pathLst>
                    <a:path w="4803" h="4115" extrusionOk="0">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58"/>
                <p:cNvSpPr/>
                <p:nvPr/>
              </p:nvSpPr>
              <p:spPr>
                <a:xfrm>
                  <a:off x="4819495" y="3639972"/>
                  <a:ext cx="15227" cy="13040"/>
                </a:xfrm>
                <a:custGeom>
                  <a:avLst/>
                  <a:gdLst/>
                  <a:ahLst/>
                  <a:cxnLst/>
                  <a:rect l="l" t="t" r="r" b="b"/>
                  <a:pathLst>
                    <a:path w="1936" h="1658" extrusionOk="0">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13" name="Google Shape;5513;p58"/>
              <p:cNvGrpSpPr/>
              <p:nvPr/>
            </p:nvGrpSpPr>
            <p:grpSpPr>
              <a:xfrm>
                <a:off x="4737007" y="4004357"/>
                <a:ext cx="37870" cy="32357"/>
                <a:chOff x="4737007" y="4004357"/>
                <a:chExt cx="37870" cy="32357"/>
              </a:xfrm>
            </p:grpSpPr>
            <p:sp>
              <p:nvSpPr>
                <p:cNvPr id="5514" name="Google Shape;5514;p58"/>
                <p:cNvSpPr/>
                <p:nvPr/>
              </p:nvSpPr>
              <p:spPr>
                <a:xfrm>
                  <a:off x="4737007" y="4004357"/>
                  <a:ext cx="37870" cy="32357"/>
                </a:xfrm>
                <a:custGeom>
                  <a:avLst/>
                  <a:gdLst/>
                  <a:ahLst/>
                  <a:cxnLst/>
                  <a:rect l="l" t="t" r="r" b="b"/>
                  <a:pathLst>
                    <a:path w="4815" h="4114" extrusionOk="0">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58"/>
                <p:cNvSpPr/>
                <p:nvPr/>
              </p:nvSpPr>
              <p:spPr>
                <a:xfrm>
                  <a:off x="4752131" y="4014062"/>
                  <a:ext cx="13040" cy="13048"/>
                </a:xfrm>
                <a:custGeom>
                  <a:avLst/>
                  <a:gdLst/>
                  <a:ahLst/>
                  <a:cxnLst/>
                  <a:rect l="l" t="t" r="r" b="b"/>
                  <a:pathLst>
                    <a:path w="1658" h="1659" extrusionOk="0">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16" name="Google Shape;5516;p58"/>
              <p:cNvGrpSpPr/>
              <p:nvPr/>
            </p:nvGrpSpPr>
            <p:grpSpPr>
              <a:xfrm>
                <a:off x="4773634" y="4208627"/>
                <a:ext cx="37776" cy="32357"/>
                <a:chOff x="4773634" y="4208627"/>
                <a:chExt cx="37776" cy="32357"/>
              </a:xfrm>
            </p:grpSpPr>
            <p:sp>
              <p:nvSpPr>
                <p:cNvPr id="5517" name="Google Shape;5517;p58"/>
                <p:cNvSpPr/>
                <p:nvPr/>
              </p:nvSpPr>
              <p:spPr>
                <a:xfrm>
                  <a:off x="4773634" y="4208627"/>
                  <a:ext cx="37776" cy="32357"/>
                </a:xfrm>
                <a:custGeom>
                  <a:avLst/>
                  <a:gdLst/>
                  <a:ahLst/>
                  <a:cxnLst/>
                  <a:rect l="l" t="t" r="r" b="b"/>
                  <a:pathLst>
                    <a:path w="4803" h="4114" extrusionOk="0">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58"/>
                <p:cNvSpPr/>
                <p:nvPr/>
              </p:nvSpPr>
              <p:spPr>
                <a:xfrm>
                  <a:off x="4788664" y="4218332"/>
                  <a:ext cx="13048" cy="13040"/>
                </a:xfrm>
                <a:custGeom>
                  <a:avLst/>
                  <a:gdLst/>
                  <a:ahLst/>
                  <a:cxnLst/>
                  <a:rect l="l" t="t" r="r" b="b"/>
                  <a:pathLst>
                    <a:path w="1659"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19" name="Google Shape;5519;p58"/>
              <p:cNvGrpSpPr/>
              <p:nvPr/>
            </p:nvGrpSpPr>
            <p:grpSpPr>
              <a:xfrm>
                <a:off x="4888282" y="4074764"/>
                <a:ext cx="37776" cy="32451"/>
                <a:chOff x="4888282" y="4074764"/>
                <a:chExt cx="37776" cy="32451"/>
              </a:xfrm>
            </p:grpSpPr>
            <p:sp>
              <p:nvSpPr>
                <p:cNvPr id="5520" name="Google Shape;5520;p58"/>
                <p:cNvSpPr/>
                <p:nvPr/>
              </p:nvSpPr>
              <p:spPr>
                <a:xfrm>
                  <a:off x="4888282" y="4074764"/>
                  <a:ext cx="37776" cy="32451"/>
                </a:xfrm>
                <a:custGeom>
                  <a:avLst/>
                  <a:gdLst/>
                  <a:ahLst/>
                  <a:cxnLst/>
                  <a:rect l="l" t="t" r="r" b="b"/>
                  <a:pathLst>
                    <a:path w="4803" h="4126" extrusionOk="0">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58"/>
                <p:cNvSpPr/>
                <p:nvPr/>
              </p:nvSpPr>
              <p:spPr>
                <a:xfrm>
                  <a:off x="4901220" y="4084470"/>
                  <a:ext cx="15227" cy="13064"/>
                </a:xfrm>
                <a:custGeom>
                  <a:avLst/>
                  <a:gdLst/>
                  <a:ahLst/>
                  <a:cxnLst/>
                  <a:rect l="l" t="t" r="r" b="b"/>
                  <a:pathLst>
                    <a:path w="1936" h="1661" extrusionOk="0">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22" name="Google Shape;5522;p58"/>
              <p:cNvGrpSpPr/>
              <p:nvPr/>
            </p:nvGrpSpPr>
            <p:grpSpPr>
              <a:xfrm>
                <a:off x="4901315" y="3804271"/>
                <a:ext cx="37776" cy="32364"/>
                <a:chOff x="4901315" y="3804271"/>
                <a:chExt cx="37776" cy="32364"/>
              </a:xfrm>
            </p:grpSpPr>
            <p:sp>
              <p:nvSpPr>
                <p:cNvPr id="5523" name="Google Shape;5523;p58"/>
                <p:cNvSpPr/>
                <p:nvPr/>
              </p:nvSpPr>
              <p:spPr>
                <a:xfrm>
                  <a:off x="4901315" y="3804271"/>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58"/>
                <p:cNvSpPr/>
                <p:nvPr/>
              </p:nvSpPr>
              <p:spPr>
                <a:xfrm>
                  <a:off x="4914253" y="3813985"/>
                  <a:ext cx="15235" cy="13040"/>
                </a:xfrm>
                <a:custGeom>
                  <a:avLst/>
                  <a:gdLst/>
                  <a:ahLst/>
                  <a:cxnLst/>
                  <a:rect l="l" t="t" r="r" b="b"/>
                  <a:pathLst>
                    <a:path w="1937" h="1658" extrusionOk="0">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25" name="Google Shape;5525;p58"/>
              <p:cNvGrpSpPr/>
              <p:nvPr/>
            </p:nvGrpSpPr>
            <p:grpSpPr>
              <a:xfrm>
                <a:off x="4866394" y="3715035"/>
                <a:ext cx="37846" cy="32357"/>
                <a:chOff x="4866394" y="3715035"/>
                <a:chExt cx="37846" cy="32357"/>
              </a:xfrm>
            </p:grpSpPr>
            <p:sp>
              <p:nvSpPr>
                <p:cNvPr id="5526" name="Google Shape;5526;p58"/>
                <p:cNvSpPr/>
                <p:nvPr/>
              </p:nvSpPr>
              <p:spPr>
                <a:xfrm>
                  <a:off x="4866394" y="3715035"/>
                  <a:ext cx="37846" cy="32357"/>
                </a:xfrm>
                <a:custGeom>
                  <a:avLst/>
                  <a:gdLst/>
                  <a:ahLst/>
                  <a:cxnLst/>
                  <a:rect l="l" t="t" r="r" b="b"/>
                  <a:pathLst>
                    <a:path w="4812" h="4114" extrusionOk="0">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58"/>
                <p:cNvSpPr/>
                <p:nvPr/>
              </p:nvSpPr>
              <p:spPr>
                <a:xfrm>
                  <a:off x="4879340" y="3724646"/>
                  <a:ext cx="15227" cy="13103"/>
                </a:xfrm>
                <a:custGeom>
                  <a:avLst/>
                  <a:gdLst/>
                  <a:ahLst/>
                  <a:cxnLst/>
                  <a:rect l="l" t="t" r="r" b="b"/>
                  <a:pathLst>
                    <a:path w="1936" h="1666" extrusionOk="0">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28" name="Google Shape;5528;p58"/>
              <p:cNvGrpSpPr/>
              <p:nvPr/>
            </p:nvGrpSpPr>
            <p:grpSpPr>
              <a:xfrm>
                <a:off x="4979233" y="3839798"/>
                <a:ext cx="37878" cy="32420"/>
                <a:chOff x="4979233" y="3839798"/>
                <a:chExt cx="37878" cy="32420"/>
              </a:xfrm>
            </p:grpSpPr>
            <p:sp>
              <p:nvSpPr>
                <p:cNvPr id="5529" name="Google Shape;5529;p58"/>
                <p:cNvSpPr/>
                <p:nvPr/>
              </p:nvSpPr>
              <p:spPr>
                <a:xfrm>
                  <a:off x="4979233" y="3839798"/>
                  <a:ext cx="37878" cy="32420"/>
                </a:xfrm>
                <a:custGeom>
                  <a:avLst/>
                  <a:gdLst/>
                  <a:ahLst/>
                  <a:cxnLst/>
                  <a:rect l="l" t="t" r="r" b="b"/>
                  <a:pathLst>
                    <a:path w="4816" h="4122" extrusionOk="0">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58"/>
                <p:cNvSpPr/>
                <p:nvPr/>
              </p:nvSpPr>
              <p:spPr>
                <a:xfrm>
                  <a:off x="4994366" y="384947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31" name="Google Shape;5531;p58"/>
              <p:cNvGrpSpPr/>
              <p:nvPr/>
            </p:nvGrpSpPr>
            <p:grpSpPr>
              <a:xfrm>
                <a:off x="4790662" y="3679147"/>
                <a:ext cx="37783" cy="32380"/>
                <a:chOff x="4790662" y="3679147"/>
                <a:chExt cx="37783" cy="32380"/>
              </a:xfrm>
            </p:grpSpPr>
            <p:sp>
              <p:nvSpPr>
                <p:cNvPr id="5532" name="Google Shape;5532;p58"/>
                <p:cNvSpPr/>
                <p:nvPr/>
              </p:nvSpPr>
              <p:spPr>
                <a:xfrm>
                  <a:off x="4790662" y="3679147"/>
                  <a:ext cx="37783" cy="32380"/>
                </a:xfrm>
                <a:custGeom>
                  <a:avLst/>
                  <a:gdLst/>
                  <a:ahLst/>
                  <a:cxnLst/>
                  <a:rect l="l" t="t" r="r" b="b"/>
                  <a:pathLst>
                    <a:path w="4804" h="4117" extrusionOk="0">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58"/>
                <p:cNvSpPr/>
                <p:nvPr/>
              </p:nvSpPr>
              <p:spPr>
                <a:xfrm>
                  <a:off x="4803506" y="3688774"/>
                  <a:ext cx="15235" cy="13072"/>
                </a:xfrm>
                <a:custGeom>
                  <a:avLst/>
                  <a:gdLst/>
                  <a:ahLst/>
                  <a:cxnLst/>
                  <a:rect l="l" t="t" r="r" b="b"/>
                  <a:pathLst>
                    <a:path w="1937" h="1662" extrusionOk="0">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34" name="Google Shape;5534;p58"/>
              <p:cNvGrpSpPr/>
              <p:nvPr/>
            </p:nvGrpSpPr>
            <p:grpSpPr>
              <a:xfrm>
                <a:off x="4857263" y="3557861"/>
                <a:ext cx="37776" cy="32357"/>
                <a:chOff x="4857263" y="3557861"/>
                <a:chExt cx="37776" cy="32357"/>
              </a:xfrm>
            </p:grpSpPr>
            <p:sp>
              <p:nvSpPr>
                <p:cNvPr id="5535" name="Google Shape;5535;p58"/>
                <p:cNvSpPr/>
                <p:nvPr/>
              </p:nvSpPr>
              <p:spPr>
                <a:xfrm>
                  <a:off x="4857263" y="3557861"/>
                  <a:ext cx="37776" cy="32357"/>
                </a:xfrm>
                <a:custGeom>
                  <a:avLst/>
                  <a:gdLst/>
                  <a:ahLst/>
                  <a:cxnLst/>
                  <a:rect l="l" t="t" r="r" b="b"/>
                  <a:pathLst>
                    <a:path w="4803" h="4114" extrusionOk="0">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58"/>
                <p:cNvSpPr/>
                <p:nvPr/>
              </p:nvSpPr>
              <p:spPr>
                <a:xfrm>
                  <a:off x="4870106" y="3567566"/>
                  <a:ext cx="15329" cy="13040"/>
                </a:xfrm>
                <a:custGeom>
                  <a:avLst/>
                  <a:gdLst/>
                  <a:ahLst/>
                  <a:cxnLst/>
                  <a:rect l="l" t="t" r="r" b="b"/>
                  <a:pathLst>
                    <a:path w="1949" h="1658" extrusionOk="0">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37" name="Google Shape;5537;p58"/>
              <p:cNvGrpSpPr/>
              <p:nvPr/>
            </p:nvGrpSpPr>
            <p:grpSpPr>
              <a:xfrm>
                <a:off x="4883902" y="3648033"/>
                <a:ext cx="37783" cy="32380"/>
                <a:chOff x="4883902" y="3648033"/>
                <a:chExt cx="37783" cy="32380"/>
              </a:xfrm>
            </p:grpSpPr>
            <p:sp>
              <p:nvSpPr>
                <p:cNvPr id="5538" name="Google Shape;5538;p58"/>
                <p:cNvSpPr/>
                <p:nvPr/>
              </p:nvSpPr>
              <p:spPr>
                <a:xfrm>
                  <a:off x="4883902" y="3648033"/>
                  <a:ext cx="37783" cy="32380"/>
                </a:xfrm>
                <a:custGeom>
                  <a:avLst/>
                  <a:gdLst/>
                  <a:ahLst/>
                  <a:cxnLst/>
                  <a:rect l="l" t="t" r="r" b="b"/>
                  <a:pathLst>
                    <a:path w="4804" h="4117" extrusionOk="0">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58"/>
                <p:cNvSpPr/>
                <p:nvPr/>
              </p:nvSpPr>
              <p:spPr>
                <a:xfrm>
                  <a:off x="4896745" y="3657668"/>
                  <a:ext cx="15329" cy="13009"/>
                </a:xfrm>
                <a:custGeom>
                  <a:avLst/>
                  <a:gdLst/>
                  <a:ahLst/>
                  <a:cxnLst/>
                  <a:rect l="l" t="t" r="r" b="b"/>
                  <a:pathLst>
                    <a:path w="1949" h="1654" extrusionOk="0">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40" name="Google Shape;5540;p58"/>
              <p:cNvGrpSpPr/>
              <p:nvPr/>
            </p:nvGrpSpPr>
            <p:grpSpPr>
              <a:xfrm>
                <a:off x="4907780" y="3347220"/>
                <a:ext cx="37878" cy="32357"/>
                <a:chOff x="4907780" y="3347220"/>
                <a:chExt cx="37878" cy="32357"/>
              </a:xfrm>
            </p:grpSpPr>
            <p:sp>
              <p:nvSpPr>
                <p:cNvPr id="5541" name="Google Shape;5541;p58"/>
                <p:cNvSpPr/>
                <p:nvPr/>
              </p:nvSpPr>
              <p:spPr>
                <a:xfrm>
                  <a:off x="4907780" y="3347220"/>
                  <a:ext cx="37878" cy="32357"/>
                </a:xfrm>
                <a:custGeom>
                  <a:avLst/>
                  <a:gdLst/>
                  <a:ahLst/>
                  <a:cxnLst/>
                  <a:rect l="l" t="t" r="r" b="b"/>
                  <a:pathLst>
                    <a:path w="4816" h="4114" extrusionOk="0">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58"/>
                <p:cNvSpPr/>
                <p:nvPr/>
              </p:nvSpPr>
              <p:spPr>
                <a:xfrm>
                  <a:off x="4922912" y="3356926"/>
                  <a:ext cx="13040" cy="13040"/>
                </a:xfrm>
                <a:custGeom>
                  <a:avLst/>
                  <a:gdLst/>
                  <a:ahLst/>
                  <a:cxnLst/>
                  <a:rect l="l" t="t" r="r" b="b"/>
                  <a:pathLst>
                    <a:path w="1658" h="1658" extrusionOk="0">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43" name="Google Shape;5543;p58"/>
              <p:cNvGrpSpPr/>
              <p:nvPr/>
            </p:nvGrpSpPr>
            <p:grpSpPr>
              <a:xfrm>
                <a:off x="5065048" y="3738150"/>
                <a:ext cx="37783" cy="32364"/>
                <a:chOff x="5065048" y="3738150"/>
                <a:chExt cx="37783" cy="32364"/>
              </a:xfrm>
            </p:grpSpPr>
            <p:sp>
              <p:nvSpPr>
                <p:cNvPr id="5544" name="Google Shape;5544;p58"/>
                <p:cNvSpPr/>
                <p:nvPr/>
              </p:nvSpPr>
              <p:spPr>
                <a:xfrm>
                  <a:off x="5065048" y="3738150"/>
                  <a:ext cx="37783" cy="32364"/>
                </a:xfrm>
                <a:custGeom>
                  <a:avLst/>
                  <a:gdLst/>
                  <a:ahLst/>
                  <a:cxnLst/>
                  <a:rect l="l" t="t" r="r" b="b"/>
                  <a:pathLst>
                    <a:path w="4804" h="4115"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58"/>
                <p:cNvSpPr/>
                <p:nvPr/>
              </p:nvSpPr>
              <p:spPr>
                <a:xfrm>
                  <a:off x="5077994" y="3747761"/>
                  <a:ext cx="15227" cy="13072"/>
                </a:xfrm>
                <a:custGeom>
                  <a:avLst/>
                  <a:gdLst/>
                  <a:ahLst/>
                  <a:cxnLst/>
                  <a:rect l="l" t="t" r="r" b="b"/>
                  <a:pathLst>
                    <a:path w="1936" h="1662" extrusionOk="0">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46" name="Google Shape;5546;p58"/>
              <p:cNvGrpSpPr/>
              <p:nvPr/>
            </p:nvGrpSpPr>
            <p:grpSpPr>
              <a:xfrm>
                <a:off x="5071616" y="3284615"/>
                <a:ext cx="37783" cy="32357"/>
                <a:chOff x="5071616" y="3284615"/>
                <a:chExt cx="37783" cy="32357"/>
              </a:xfrm>
            </p:grpSpPr>
            <p:sp>
              <p:nvSpPr>
                <p:cNvPr id="5547" name="Google Shape;5547;p58"/>
                <p:cNvSpPr/>
                <p:nvPr/>
              </p:nvSpPr>
              <p:spPr>
                <a:xfrm>
                  <a:off x="5071616" y="3284615"/>
                  <a:ext cx="37783" cy="32357"/>
                </a:xfrm>
                <a:custGeom>
                  <a:avLst/>
                  <a:gdLst/>
                  <a:ahLst/>
                  <a:cxnLst/>
                  <a:rect l="l" t="t" r="r" b="b"/>
                  <a:pathLst>
                    <a:path w="4804" h="4114" extrusionOk="0">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58"/>
                <p:cNvSpPr/>
                <p:nvPr/>
              </p:nvSpPr>
              <p:spPr>
                <a:xfrm>
                  <a:off x="5086646" y="3294320"/>
                  <a:ext cx="13048" cy="13048"/>
                </a:xfrm>
                <a:custGeom>
                  <a:avLst/>
                  <a:gdLst/>
                  <a:ahLst/>
                  <a:cxnLst/>
                  <a:rect l="l" t="t" r="r" b="b"/>
                  <a:pathLst>
                    <a:path w="1659" h="1659" extrusionOk="0">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49" name="Google Shape;5549;p58"/>
              <p:cNvGrpSpPr/>
              <p:nvPr/>
            </p:nvGrpSpPr>
            <p:grpSpPr>
              <a:xfrm>
                <a:off x="5389291" y="3759921"/>
                <a:ext cx="37783" cy="32380"/>
                <a:chOff x="5389291" y="3759921"/>
                <a:chExt cx="37783" cy="32380"/>
              </a:xfrm>
            </p:grpSpPr>
            <p:sp>
              <p:nvSpPr>
                <p:cNvPr id="5550" name="Google Shape;5550;p58"/>
                <p:cNvSpPr/>
                <p:nvPr/>
              </p:nvSpPr>
              <p:spPr>
                <a:xfrm>
                  <a:off x="5389291" y="3759921"/>
                  <a:ext cx="37783" cy="32380"/>
                </a:xfrm>
                <a:custGeom>
                  <a:avLst/>
                  <a:gdLst/>
                  <a:ahLst/>
                  <a:cxnLst/>
                  <a:rect l="l" t="t" r="r" b="b"/>
                  <a:pathLst>
                    <a:path w="4804" h="4117" extrusionOk="0">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58"/>
                <p:cNvSpPr/>
                <p:nvPr/>
              </p:nvSpPr>
              <p:spPr>
                <a:xfrm>
                  <a:off x="5402229" y="3769555"/>
                  <a:ext cx="15235" cy="13064"/>
                </a:xfrm>
                <a:custGeom>
                  <a:avLst/>
                  <a:gdLst/>
                  <a:ahLst/>
                  <a:cxnLst/>
                  <a:rect l="l" t="t" r="r" b="b"/>
                  <a:pathLst>
                    <a:path w="1937" h="1661" extrusionOk="0">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52" name="Google Shape;5552;p58"/>
              <p:cNvGrpSpPr/>
              <p:nvPr/>
            </p:nvGrpSpPr>
            <p:grpSpPr>
              <a:xfrm>
                <a:off x="5431534" y="3632932"/>
                <a:ext cx="37878" cy="32451"/>
                <a:chOff x="5431534" y="3632932"/>
                <a:chExt cx="37878" cy="32451"/>
              </a:xfrm>
            </p:grpSpPr>
            <p:sp>
              <p:nvSpPr>
                <p:cNvPr id="5553" name="Google Shape;5553;p58"/>
                <p:cNvSpPr/>
                <p:nvPr/>
              </p:nvSpPr>
              <p:spPr>
                <a:xfrm>
                  <a:off x="5431534" y="3632932"/>
                  <a:ext cx="37878" cy="32451"/>
                </a:xfrm>
                <a:custGeom>
                  <a:avLst/>
                  <a:gdLst/>
                  <a:ahLst/>
                  <a:cxnLst/>
                  <a:rect l="l" t="t" r="r" b="b"/>
                  <a:pathLst>
                    <a:path w="4816" h="4126" extrusionOk="0">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58"/>
                <p:cNvSpPr/>
                <p:nvPr/>
              </p:nvSpPr>
              <p:spPr>
                <a:xfrm>
                  <a:off x="5444472" y="3642638"/>
                  <a:ext cx="15235" cy="13064"/>
                </a:xfrm>
                <a:custGeom>
                  <a:avLst/>
                  <a:gdLst/>
                  <a:ahLst/>
                  <a:cxnLst/>
                  <a:rect l="l" t="t" r="r" b="b"/>
                  <a:pathLst>
                    <a:path w="1937" h="1661" extrusionOk="0">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55" name="Google Shape;5555;p58"/>
              <p:cNvGrpSpPr/>
              <p:nvPr/>
            </p:nvGrpSpPr>
            <p:grpSpPr>
              <a:xfrm>
                <a:off x="5540755" y="3544829"/>
                <a:ext cx="37783" cy="32357"/>
                <a:chOff x="5540755" y="3544829"/>
                <a:chExt cx="37783" cy="32357"/>
              </a:xfrm>
            </p:grpSpPr>
            <p:sp>
              <p:nvSpPr>
                <p:cNvPr id="5556" name="Google Shape;5556;p58"/>
                <p:cNvSpPr/>
                <p:nvPr/>
              </p:nvSpPr>
              <p:spPr>
                <a:xfrm>
                  <a:off x="5540755" y="3544829"/>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58"/>
                <p:cNvSpPr/>
                <p:nvPr/>
              </p:nvSpPr>
              <p:spPr>
                <a:xfrm>
                  <a:off x="5553693" y="3554534"/>
                  <a:ext cx="15235" cy="13040"/>
                </a:xfrm>
                <a:custGeom>
                  <a:avLst/>
                  <a:gdLst/>
                  <a:ahLst/>
                  <a:cxnLst/>
                  <a:rect l="l" t="t" r="r" b="b"/>
                  <a:pathLst>
                    <a:path w="1937" h="1658" extrusionOk="0">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58" name="Google Shape;5558;p58"/>
              <p:cNvGrpSpPr/>
              <p:nvPr/>
            </p:nvGrpSpPr>
            <p:grpSpPr>
              <a:xfrm>
                <a:off x="5579293" y="3412107"/>
                <a:ext cx="37776" cy="32357"/>
                <a:chOff x="5579293" y="3412107"/>
                <a:chExt cx="37776" cy="32357"/>
              </a:xfrm>
            </p:grpSpPr>
            <p:sp>
              <p:nvSpPr>
                <p:cNvPr id="5559" name="Google Shape;5559;p58"/>
                <p:cNvSpPr/>
                <p:nvPr/>
              </p:nvSpPr>
              <p:spPr>
                <a:xfrm>
                  <a:off x="5579293" y="3412107"/>
                  <a:ext cx="37776" cy="32357"/>
                </a:xfrm>
                <a:custGeom>
                  <a:avLst/>
                  <a:gdLst/>
                  <a:ahLst/>
                  <a:cxnLst/>
                  <a:rect l="l" t="t" r="r" b="b"/>
                  <a:pathLst>
                    <a:path w="4803" h="4114" extrusionOk="0">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58"/>
                <p:cNvSpPr/>
                <p:nvPr/>
              </p:nvSpPr>
              <p:spPr>
                <a:xfrm>
                  <a:off x="5594418" y="3421812"/>
                  <a:ext cx="13040" cy="13040"/>
                </a:xfrm>
                <a:custGeom>
                  <a:avLst/>
                  <a:gdLst/>
                  <a:ahLst/>
                  <a:cxnLst/>
                  <a:rect l="l" t="t" r="r" b="b"/>
                  <a:pathLst>
                    <a:path w="1658" h="1658" extrusionOk="0">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61" name="Google Shape;5561;p58"/>
              <p:cNvGrpSpPr/>
              <p:nvPr/>
            </p:nvGrpSpPr>
            <p:grpSpPr>
              <a:xfrm>
                <a:off x="5801346" y="3284615"/>
                <a:ext cx="37783" cy="32357"/>
                <a:chOff x="5801346" y="3284615"/>
                <a:chExt cx="37783" cy="32357"/>
              </a:xfrm>
            </p:grpSpPr>
            <p:sp>
              <p:nvSpPr>
                <p:cNvPr id="5562" name="Google Shape;5562;p58"/>
                <p:cNvSpPr/>
                <p:nvPr/>
              </p:nvSpPr>
              <p:spPr>
                <a:xfrm>
                  <a:off x="5801346" y="3284615"/>
                  <a:ext cx="37783" cy="32357"/>
                </a:xfrm>
                <a:custGeom>
                  <a:avLst/>
                  <a:gdLst/>
                  <a:ahLst/>
                  <a:cxnLst/>
                  <a:rect l="l" t="t" r="r" b="b"/>
                  <a:pathLst>
                    <a:path w="4804" h="4114" extrusionOk="0">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58"/>
                <p:cNvSpPr/>
                <p:nvPr/>
              </p:nvSpPr>
              <p:spPr>
                <a:xfrm>
                  <a:off x="5816478" y="3294320"/>
                  <a:ext cx="13040" cy="13048"/>
                </a:xfrm>
                <a:custGeom>
                  <a:avLst/>
                  <a:gdLst/>
                  <a:ahLst/>
                  <a:cxnLst/>
                  <a:rect l="l" t="t" r="r" b="b"/>
                  <a:pathLst>
                    <a:path w="1658" h="1659" extrusionOk="0">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64" name="Google Shape;5564;p58"/>
              <p:cNvGrpSpPr/>
              <p:nvPr/>
            </p:nvGrpSpPr>
            <p:grpSpPr>
              <a:xfrm>
                <a:off x="5763578" y="3399067"/>
                <a:ext cx="37776" cy="32364"/>
                <a:chOff x="5763578" y="3399067"/>
                <a:chExt cx="37776" cy="32364"/>
              </a:xfrm>
            </p:grpSpPr>
            <p:sp>
              <p:nvSpPr>
                <p:cNvPr id="5565" name="Google Shape;5565;p58"/>
                <p:cNvSpPr/>
                <p:nvPr/>
              </p:nvSpPr>
              <p:spPr>
                <a:xfrm>
                  <a:off x="5763578" y="3399067"/>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58"/>
                <p:cNvSpPr/>
                <p:nvPr/>
              </p:nvSpPr>
              <p:spPr>
                <a:xfrm>
                  <a:off x="5776516" y="3408780"/>
                  <a:ext cx="15235" cy="13040"/>
                </a:xfrm>
                <a:custGeom>
                  <a:avLst/>
                  <a:gdLst/>
                  <a:ahLst/>
                  <a:cxnLst/>
                  <a:rect l="l" t="t" r="r" b="b"/>
                  <a:pathLst>
                    <a:path w="1937" h="1658" extrusionOk="0">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67" name="Google Shape;5567;p58"/>
              <p:cNvGrpSpPr/>
              <p:nvPr/>
            </p:nvGrpSpPr>
            <p:grpSpPr>
              <a:xfrm>
                <a:off x="5395858" y="3230952"/>
                <a:ext cx="37776" cy="32364"/>
                <a:chOff x="5395858" y="3230952"/>
                <a:chExt cx="37776" cy="32364"/>
              </a:xfrm>
            </p:grpSpPr>
            <p:sp>
              <p:nvSpPr>
                <p:cNvPr id="5568" name="Google Shape;5568;p58"/>
                <p:cNvSpPr/>
                <p:nvPr/>
              </p:nvSpPr>
              <p:spPr>
                <a:xfrm>
                  <a:off x="5395858" y="3230952"/>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58"/>
                <p:cNvSpPr/>
                <p:nvPr/>
              </p:nvSpPr>
              <p:spPr>
                <a:xfrm>
                  <a:off x="5408702" y="3240571"/>
                  <a:ext cx="15227" cy="13064"/>
                </a:xfrm>
                <a:custGeom>
                  <a:avLst/>
                  <a:gdLst/>
                  <a:ahLst/>
                  <a:cxnLst/>
                  <a:rect l="l" t="t" r="r" b="b"/>
                  <a:pathLst>
                    <a:path w="1936" h="1661" extrusionOk="0">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70" name="Google Shape;5570;p58"/>
              <p:cNvGrpSpPr/>
              <p:nvPr/>
            </p:nvGrpSpPr>
            <p:grpSpPr>
              <a:xfrm>
                <a:off x="5264088" y="3188237"/>
                <a:ext cx="37776" cy="32357"/>
                <a:chOff x="5264088" y="3188237"/>
                <a:chExt cx="37776" cy="32357"/>
              </a:xfrm>
            </p:grpSpPr>
            <p:sp>
              <p:nvSpPr>
                <p:cNvPr id="5571" name="Google Shape;5571;p58"/>
                <p:cNvSpPr/>
                <p:nvPr/>
              </p:nvSpPr>
              <p:spPr>
                <a:xfrm>
                  <a:off x="5264088" y="3188237"/>
                  <a:ext cx="37776" cy="32357"/>
                </a:xfrm>
                <a:custGeom>
                  <a:avLst/>
                  <a:gdLst/>
                  <a:ahLst/>
                  <a:cxnLst/>
                  <a:rect l="l" t="t" r="r" b="b"/>
                  <a:pathLst>
                    <a:path w="4803" h="4114" extrusionOk="0">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58"/>
                <p:cNvSpPr/>
                <p:nvPr/>
              </p:nvSpPr>
              <p:spPr>
                <a:xfrm>
                  <a:off x="5279212" y="3197943"/>
                  <a:ext cx="13048" cy="13048"/>
                </a:xfrm>
                <a:custGeom>
                  <a:avLst/>
                  <a:gdLst/>
                  <a:ahLst/>
                  <a:cxnLst/>
                  <a:rect l="l" t="t" r="r" b="b"/>
                  <a:pathLst>
                    <a:path w="1659" h="1659" extrusionOk="0">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73" name="Google Shape;5573;p58"/>
              <p:cNvGrpSpPr/>
              <p:nvPr/>
            </p:nvGrpSpPr>
            <p:grpSpPr>
              <a:xfrm>
                <a:off x="5585758" y="3237425"/>
                <a:ext cx="37878" cy="32357"/>
                <a:chOff x="5585758" y="3237425"/>
                <a:chExt cx="37878" cy="32357"/>
              </a:xfrm>
            </p:grpSpPr>
            <p:sp>
              <p:nvSpPr>
                <p:cNvPr id="5574" name="Google Shape;5574;p58"/>
                <p:cNvSpPr/>
                <p:nvPr/>
              </p:nvSpPr>
              <p:spPr>
                <a:xfrm>
                  <a:off x="5585758" y="3237425"/>
                  <a:ext cx="37878" cy="32357"/>
                </a:xfrm>
                <a:custGeom>
                  <a:avLst/>
                  <a:gdLst/>
                  <a:ahLst/>
                  <a:cxnLst/>
                  <a:rect l="l" t="t" r="r" b="b"/>
                  <a:pathLst>
                    <a:path w="4816" h="4114" extrusionOk="0">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58"/>
                <p:cNvSpPr/>
                <p:nvPr/>
              </p:nvSpPr>
              <p:spPr>
                <a:xfrm>
                  <a:off x="5598696" y="3247130"/>
                  <a:ext cx="15235" cy="13048"/>
                </a:xfrm>
                <a:custGeom>
                  <a:avLst/>
                  <a:gdLst/>
                  <a:ahLst/>
                  <a:cxnLst/>
                  <a:rect l="l" t="t" r="r" b="b"/>
                  <a:pathLst>
                    <a:path w="1937" h="1659" extrusionOk="0">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76" name="Google Shape;5576;p58"/>
              <p:cNvGrpSpPr/>
              <p:nvPr/>
            </p:nvGrpSpPr>
            <p:grpSpPr>
              <a:xfrm>
                <a:off x="4874196" y="3291088"/>
                <a:ext cx="37878" cy="32451"/>
                <a:chOff x="4874196" y="3291088"/>
                <a:chExt cx="37878" cy="32451"/>
              </a:xfrm>
            </p:grpSpPr>
            <p:sp>
              <p:nvSpPr>
                <p:cNvPr id="5577" name="Google Shape;5577;p58"/>
                <p:cNvSpPr/>
                <p:nvPr/>
              </p:nvSpPr>
              <p:spPr>
                <a:xfrm>
                  <a:off x="4874196"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58"/>
                <p:cNvSpPr/>
                <p:nvPr/>
              </p:nvSpPr>
              <p:spPr>
                <a:xfrm>
                  <a:off x="4889328" y="3300793"/>
                  <a:ext cx="13040" cy="13040"/>
                </a:xfrm>
                <a:custGeom>
                  <a:avLst/>
                  <a:gdLst/>
                  <a:ahLst/>
                  <a:cxnLst/>
                  <a:rect l="l" t="t" r="r" b="b"/>
                  <a:pathLst>
                    <a:path w="1658" h="1658" extrusionOk="0">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79" name="Google Shape;5579;p58"/>
              <p:cNvGrpSpPr/>
              <p:nvPr/>
            </p:nvGrpSpPr>
            <p:grpSpPr>
              <a:xfrm>
                <a:off x="5197770" y="3785466"/>
                <a:ext cx="37783" cy="32427"/>
                <a:chOff x="5197770" y="3785466"/>
                <a:chExt cx="37783" cy="32427"/>
              </a:xfrm>
            </p:grpSpPr>
            <p:sp>
              <p:nvSpPr>
                <p:cNvPr id="5580" name="Google Shape;5580;p58"/>
                <p:cNvSpPr/>
                <p:nvPr/>
              </p:nvSpPr>
              <p:spPr>
                <a:xfrm>
                  <a:off x="5197770" y="3785466"/>
                  <a:ext cx="37783" cy="32427"/>
                </a:xfrm>
                <a:custGeom>
                  <a:avLst/>
                  <a:gdLst/>
                  <a:ahLst/>
                  <a:cxnLst/>
                  <a:rect l="l" t="t" r="r" b="b"/>
                  <a:pathLst>
                    <a:path w="4804" h="4123" extrusionOk="0">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58"/>
                <p:cNvSpPr/>
                <p:nvPr/>
              </p:nvSpPr>
              <p:spPr>
                <a:xfrm>
                  <a:off x="5212808" y="3795148"/>
                  <a:ext cx="13040" cy="13040"/>
                </a:xfrm>
                <a:custGeom>
                  <a:avLst/>
                  <a:gdLst/>
                  <a:ahLst/>
                  <a:cxnLst/>
                  <a:rect l="l" t="t" r="r" b="b"/>
                  <a:pathLst>
                    <a:path w="1658" h="1658" extrusionOk="0">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82" name="Google Shape;5582;p58"/>
              <p:cNvGrpSpPr/>
              <p:nvPr/>
            </p:nvGrpSpPr>
            <p:grpSpPr>
              <a:xfrm>
                <a:off x="5177699" y="3492117"/>
                <a:ext cx="37776" cy="32357"/>
                <a:chOff x="5177699" y="3492117"/>
                <a:chExt cx="37776" cy="32357"/>
              </a:xfrm>
            </p:grpSpPr>
            <p:sp>
              <p:nvSpPr>
                <p:cNvPr id="5583" name="Google Shape;5583;p58"/>
                <p:cNvSpPr/>
                <p:nvPr/>
              </p:nvSpPr>
              <p:spPr>
                <a:xfrm>
                  <a:off x="5177699" y="3492117"/>
                  <a:ext cx="37776" cy="32357"/>
                </a:xfrm>
                <a:custGeom>
                  <a:avLst/>
                  <a:gdLst/>
                  <a:ahLst/>
                  <a:cxnLst/>
                  <a:rect l="l" t="t" r="r" b="b"/>
                  <a:pathLst>
                    <a:path w="4803" h="4114" extrusionOk="0">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58"/>
                <p:cNvSpPr/>
                <p:nvPr/>
              </p:nvSpPr>
              <p:spPr>
                <a:xfrm>
                  <a:off x="5192823" y="3501823"/>
                  <a:ext cx="13048" cy="13048"/>
                </a:xfrm>
                <a:custGeom>
                  <a:avLst/>
                  <a:gdLst/>
                  <a:ahLst/>
                  <a:cxnLst/>
                  <a:rect l="l" t="t" r="r" b="b"/>
                  <a:pathLst>
                    <a:path w="1659" h="1659" extrusionOk="0">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85" name="Google Shape;5585;p58"/>
              <p:cNvGrpSpPr/>
              <p:nvPr/>
            </p:nvGrpSpPr>
            <p:grpSpPr>
              <a:xfrm>
                <a:off x="5349431" y="3622346"/>
                <a:ext cx="37870" cy="32380"/>
                <a:chOff x="5349431" y="3622346"/>
                <a:chExt cx="37870" cy="32380"/>
              </a:xfrm>
            </p:grpSpPr>
            <p:sp>
              <p:nvSpPr>
                <p:cNvPr id="5586" name="Google Shape;5586;p58"/>
                <p:cNvSpPr/>
                <p:nvPr/>
              </p:nvSpPr>
              <p:spPr>
                <a:xfrm>
                  <a:off x="5349431" y="3622346"/>
                  <a:ext cx="37870" cy="32380"/>
                </a:xfrm>
                <a:custGeom>
                  <a:avLst/>
                  <a:gdLst/>
                  <a:ahLst/>
                  <a:cxnLst/>
                  <a:rect l="l" t="t" r="r" b="b"/>
                  <a:pathLst>
                    <a:path w="4815" h="4117" extrusionOk="0">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58"/>
                <p:cNvSpPr/>
                <p:nvPr/>
              </p:nvSpPr>
              <p:spPr>
                <a:xfrm>
                  <a:off x="5362369" y="3632075"/>
                  <a:ext cx="15227" cy="13040"/>
                </a:xfrm>
                <a:custGeom>
                  <a:avLst/>
                  <a:gdLst/>
                  <a:ahLst/>
                  <a:cxnLst/>
                  <a:rect l="l" t="t" r="r" b="b"/>
                  <a:pathLst>
                    <a:path w="1936" h="1658" extrusionOk="0">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88" name="Google Shape;5588;p58"/>
              <p:cNvGrpSpPr/>
              <p:nvPr/>
            </p:nvGrpSpPr>
            <p:grpSpPr>
              <a:xfrm>
                <a:off x="5068855" y="3563980"/>
                <a:ext cx="53954" cy="46223"/>
                <a:chOff x="5068855" y="3563980"/>
                <a:chExt cx="53954" cy="46223"/>
              </a:xfrm>
            </p:grpSpPr>
            <p:sp>
              <p:nvSpPr>
                <p:cNvPr id="5589" name="Google Shape;5589;p58"/>
                <p:cNvSpPr/>
                <p:nvPr/>
              </p:nvSpPr>
              <p:spPr>
                <a:xfrm>
                  <a:off x="5068855" y="3563980"/>
                  <a:ext cx="53954" cy="46223"/>
                </a:xfrm>
                <a:custGeom>
                  <a:avLst/>
                  <a:gdLst/>
                  <a:ahLst/>
                  <a:cxnLst/>
                  <a:rect l="l" t="t" r="r" b="b"/>
                  <a:pathLst>
                    <a:path w="6860" h="5877" extrusionOk="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58"/>
                <p:cNvSpPr/>
                <p:nvPr/>
              </p:nvSpPr>
              <p:spPr>
                <a:xfrm>
                  <a:off x="5086268" y="3573654"/>
                  <a:ext cx="26835" cy="26843"/>
                </a:xfrm>
                <a:custGeom>
                  <a:avLst/>
                  <a:gdLst/>
                  <a:ahLst/>
                  <a:cxnLst/>
                  <a:rect l="l" t="t" r="r" b="b"/>
                  <a:pathLst>
                    <a:path w="3412" h="3413" extrusionOk="0">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91" name="Google Shape;5591;p58"/>
              <p:cNvGrpSpPr/>
              <p:nvPr/>
            </p:nvGrpSpPr>
            <p:grpSpPr>
              <a:xfrm>
                <a:off x="5037654" y="3392507"/>
                <a:ext cx="37870" cy="32451"/>
                <a:chOff x="5037654" y="3392507"/>
                <a:chExt cx="37870" cy="32451"/>
              </a:xfrm>
            </p:grpSpPr>
            <p:sp>
              <p:nvSpPr>
                <p:cNvPr id="5592" name="Google Shape;5592;p58"/>
                <p:cNvSpPr/>
                <p:nvPr/>
              </p:nvSpPr>
              <p:spPr>
                <a:xfrm>
                  <a:off x="5037654" y="3392507"/>
                  <a:ext cx="37870" cy="32451"/>
                </a:xfrm>
                <a:custGeom>
                  <a:avLst/>
                  <a:gdLst/>
                  <a:ahLst/>
                  <a:cxnLst/>
                  <a:rect l="l" t="t" r="r" b="b"/>
                  <a:pathLst>
                    <a:path w="4815" h="4126" extrusionOk="0">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58"/>
                <p:cNvSpPr/>
                <p:nvPr/>
              </p:nvSpPr>
              <p:spPr>
                <a:xfrm>
                  <a:off x="5050592" y="3402213"/>
                  <a:ext cx="15227" cy="13064"/>
                </a:xfrm>
                <a:custGeom>
                  <a:avLst/>
                  <a:gdLst/>
                  <a:ahLst/>
                  <a:cxnLst/>
                  <a:rect l="l" t="t" r="r" b="b"/>
                  <a:pathLst>
                    <a:path w="1936" h="1661" extrusionOk="0">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94" name="Google Shape;5594;p58"/>
              <p:cNvGrpSpPr/>
              <p:nvPr/>
            </p:nvGrpSpPr>
            <p:grpSpPr>
              <a:xfrm>
                <a:off x="5456560" y="3368629"/>
                <a:ext cx="37870" cy="32451"/>
                <a:chOff x="5456560" y="3368629"/>
                <a:chExt cx="37870" cy="32451"/>
              </a:xfrm>
            </p:grpSpPr>
            <p:sp>
              <p:nvSpPr>
                <p:cNvPr id="5595" name="Google Shape;5595;p58"/>
                <p:cNvSpPr/>
                <p:nvPr/>
              </p:nvSpPr>
              <p:spPr>
                <a:xfrm>
                  <a:off x="5456560" y="3368629"/>
                  <a:ext cx="37870" cy="32451"/>
                </a:xfrm>
                <a:custGeom>
                  <a:avLst/>
                  <a:gdLst/>
                  <a:ahLst/>
                  <a:cxnLst/>
                  <a:rect l="l" t="t" r="r" b="b"/>
                  <a:pathLst>
                    <a:path w="4815" h="4126" extrusionOk="0">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58"/>
                <p:cNvSpPr/>
                <p:nvPr/>
              </p:nvSpPr>
              <p:spPr>
                <a:xfrm>
                  <a:off x="5469498" y="3378334"/>
                  <a:ext cx="15227" cy="13064"/>
                </a:xfrm>
                <a:custGeom>
                  <a:avLst/>
                  <a:gdLst/>
                  <a:ahLst/>
                  <a:cxnLst/>
                  <a:rect l="l" t="t" r="r" b="b"/>
                  <a:pathLst>
                    <a:path w="1936" h="1661" extrusionOk="0">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97" name="Google Shape;5597;p58"/>
              <p:cNvGrpSpPr/>
              <p:nvPr/>
            </p:nvGrpSpPr>
            <p:grpSpPr>
              <a:xfrm>
                <a:off x="4755749" y="3501516"/>
                <a:ext cx="46246" cy="39608"/>
                <a:chOff x="4755749" y="3501516"/>
                <a:chExt cx="46246" cy="39608"/>
              </a:xfrm>
            </p:grpSpPr>
            <p:sp>
              <p:nvSpPr>
                <p:cNvPr id="5598" name="Google Shape;5598;p58"/>
                <p:cNvSpPr/>
                <p:nvPr/>
              </p:nvSpPr>
              <p:spPr>
                <a:xfrm>
                  <a:off x="4755749" y="3501516"/>
                  <a:ext cx="46246" cy="39608"/>
                </a:xfrm>
                <a:custGeom>
                  <a:avLst/>
                  <a:gdLst/>
                  <a:ahLst/>
                  <a:cxnLst/>
                  <a:rect l="l" t="t" r="r" b="b"/>
                  <a:pathLst>
                    <a:path w="5880" h="5036" extrusionOk="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58"/>
                <p:cNvSpPr/>
                <p:nvPr/>
              </p:nvSpPr>
              <p:spPr>
                <a:xfrm>
                  <a:off x="4768687" y="3511245"/>
                  <a:ext cx="23697" cy="20221"/>
                </a:xfrm>
                <a:custGeom>
                  <a:avLst/>
                  <a:gdLst/>
                  <a:ahLst/>
                  <a:cxnLst/>
                  <a:rect l="l" t="t" r="r" b="b"/>
                  <a:pathLst>
                    <a:path w="3013" h="2571" extrusionOk="0">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00" name="Google Shape;5600;p58"/>
              <p:cNvGrpSpPr/>
              <p:nvPr/>
            </p:nvGrpSpPr>
            <p:grpSpPr>
              <a:xfrm>
                <a:off x="4681346" y="3485582"/>
                <a:ext cx="37783" cy="32427"/>
                <a:chOff x="4681346" y="3485582"/>
                <a:chExt cx="37783" cy="32427"/>
              </a:xfrm>
            </p:grpSpPr>
            <p:sp>
              <p:nvSpPr>
                <p:cNvPr id="5601" name="Google Shape;5601;p58"/>
                <p:cNvSpPr/>
                <p:nvPr/>
              </p:nvSpPr>
              <p:spPr>
                <a:xfrm>
                  <a:off x="4681346" y="3485582"/>
                  <a:ext cx="37783" cy="32427"/>
                </a:xfrm>
                <a:custGeom>
                  <a:avLst/>
                  <a:gdLst/>
                  <a:ahLst/>
                  <a:cxnLst/>
                  <a:rect l="l" t="t" r="r" b="b"/>
                  <a:pathLst>
                    <a:path w="4804" h="4123" extrusionOk="0">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58"/>
                <p:cNvSpPr/>
                <p:nvPr/>
              </p:nvSpPr>
              <p:spPr>
                <a:xfrm>
                  <a:off x="4696479" y="3495263"/>
                  <a:ext cx="13040" cy="13040"/>
                </a:xfrm>
                <a:custGeom>
                  <a:avLst/>
                  <a:gdLst/>
                  <a:ahLst/>
                  <a:cxnLst/>
                  <a:rect l="l" t="t" r="r" b="b"/>
                  <a:pathLst>
                    <a:path w="1658" h="1658" extrusionOk="0">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03" name="Google Shape;5603;p58"/>
              <p:cNvGrpSpPr/>
              <p:nvPr/>
            </p:nvGrpSpPr>
            <p:grpSpPr>
              <a:xfrm>
                <a:off x="4767067" y="3291088"/>
                <a:ext cx="37878" cy="32451"/>
                <a:chOff x="4767067" y="3291088"/>
                <a:chExt cx="37878" cy="32451"/>
              </a:xfrm>
            </p:grpSpPr>
            <p:sp>
              <p:nvSpPr>
                <p:cNvPr id="5604" name="Google Shape;5604;p58"/>
                <p:cNvSpPr/>
                <p:nvPr/>
              </p:nvSpPr>
              <p:spPr>
                <a:xfrm>
                  <a:off x="4767067"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58"/>
                <p:cNvSpPr/>
                <p:nvPr/>
              </p:nvSpPr>
              <p:spPr>
                <a:xfrm>
                  <a:off x="4780036" y="3300888"/>
                  <a:ext cx="15203" cy="13009"/>
                </a:xfrm>
                <a:custGeom>
                  <a:avLst/>
                  <a:gdLst/>
                  <a:ahLst/>
                  <a:cxnLst/>
                  <a:rect l="l" t="t" r="r" b="b"/>
                  <a:pathLst>
                    <a:path w="1933" h="1654" extrusionOk="0">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06" name="Google Shape;5606;p58"/>
              <p:cNvGrpSpPr/>
              <p:nvPr/>
            </p:nvGrpSpPr>
            <p:grpSpPr>
              <a:xfrm>
                <a:off x="4687819" y="3405539"/>
                <a:ext cx="37776" cy="32451"/>
                <a:chOff x="4687819" y="3405539"/>
                <a:chExt cx="37776" cy="32451"/>
              </a:xfrm>
            </p:grpSpPr>
            <p:sp>
              <p:nvSpPr>
                <p:cNvPr id="5607" name="Google Shape;5607;p58"/>
                <p:cNvSpPr/>
                <p:nvPr/>
              </p:nvSpPr>
              <p:spPr>
                <a:xfrm>
                  <a:off x="4687819" y="3405539"/>
                  <a:ext cx="37776" cy="32451"/>
                </a:xfrm>
                <a:custGeom>
                  <a:avLst/>
                  <a:gdLst/>
                  <a:ahLst/>
                  <a:cxnLst/>
                  <a:rect l="l" t="t" r="r" b="b"/>
                  <a:pathLst>
                    <a:path w="4803" h="4126" extrusionOk="0">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58"/>
                <p:cNvSpPr/>
                <p:nvPr/>
              </p:nvSpPr>
              <p:spPr>
                <a:xfrm>
                  <a:off x="4702944" y="3415245"/>
                  <a:ext cx="13040" cy="13048"/>
                </a:xfrm>
                <a:custGeom>
                  <a:avLst/>
                  <a:gdLst/>
                  <a:ahLst/>
                  <a:cxnLst/>
                  <a:rect l="l" t="t" r="r" b="b"/>
                  <a:pathLst>
                    <a:path w="1658" h="1659" extrusionOk="0">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09" name="Google Shape;5609;p58"/>
              <p:cNvGrpSpPr/>
              <p:nvPr/>
            </p:nvGrpSpPr>
            <p:grpSpPr>
              <a:xfrm>
                <a:off x="4923101" y="3444809"/>
                <a:ext cx="52813" cy="45318"/>
                <a:chOff x="4923101" y="3444809"/>
                <a:chExt cx="52813" cy="45318"/>
              </a:xfrm>
            </p:grpSpPr>
            <p:sp>
              <p:nvSpPr>
                <p:cNvPr id="5610" name="Google Shape;5610;p58"/>
                <p:cNvSpPr/>
                <p:nvPr/>
              </p:nvSpPr>
              <p:spPr>
                <a:xfrm>
                  <a:off x="4923101" y="3444809"/>
                  <a:ext cx="52813" cy="45318"/>
                </a:xfrm>
                <a:custGeom>
                  <a:avLst/>
                  <a:gdLst/>
                  <a:ahLst/>
                  <a:cxnLst/>
                  <a:rect l="l" t="t" r="r" b="b"/>
                  <a:pathLst>
                    <a:path w="6715" h="5762" extrusionOk="0">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58"/>
                <p:cNvSpPr/>
                <p:nvPr/>
              </p:nvSpPr>
              <p:spPr>
                <a:xfrm>
                  <a:off x="4936039" y="3454538"/>
                  <a:ext cx="30265" cy="25915"/>
                </a:xfrm>
                <a:custGeom>
                  <a:avLst/>
                  <a:gdLst/>
                  <a:ahLst/>
                  <a:cxnLst/>
                  <a:rect l="l" t="t" r="r" b="b"/>
                  <a:pathLst>
                    <a:path w="3848" h="3295" extrusionOk="0">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12" name="Google Shape;5612;p58"/>
              <p:cNvGrpSpPr/>
              <p:nvPr/>
            </p:nvGrpSpPr>
            <p:grpSpPr>
              <a:xfrm>
                <a:off x="4846040" y="3654750"/>
                <a:ext cx="31405" cy="26993"/>
                <a:chOff x="4846040" y="3654750"/>
                <a:chExt cx="31405" cy="26993"/>
              </a:xfrm>
            </p:grpSpPr>
            <p:sp>
              <p:nvSpPr>
                <p:cNvPr id="5613" name="Google Shape;5613;p58"/>
                <p:cNvSpPr/>
                <p:nvPr/>
              </p:nvSpPr>
              <p:spPr>
                <a:xfrm>
                  <a:off x="4846040" y="3654750"/>
                  <a:ext cx="31405" cy="26993"/>
                </a:xfrm>
                <a:custGeom>
                  <a:avLst/>
                  <a:gdLst/>
                  <a:ahLst/>
                  <a:cxnLst/>
                  <a:rect l="l" t="t" r="r" b="b"/>
                  <a:pathLst>
                    <a:path w="3993" h="3432" extrusionOk="0">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58"/>
                <p:cNvSpPr/>
                <p:nvPr/>
              </p:nvSpPr>
              <p:spPr>
                <a:xfrm>
                  <a:off x="4858883" y="3664424"/>
                  <a:ext cx="8856" cy="7676"/>
                </a:xfrm>
                <a:custGeom>
                  <a:avLst/>
                  <a:gdLst/>
                  <a:ahLst/>
                  <a:cxnLst/>
                  <a:rect l="l" t="t" r="r" b="b"/>
                  <a:pathLst>
                    <a:path w="1126" h="976" extrusionOk="0">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15" name="Google Shape;5615;p58"/>
              <p:cNvGrpSpPr/>
              <p:nvPr/>
            </p:nvGrpSpPr>
            <p:grpSpPr>
              <a:xfrm>
                <a:off x="4925673" y="3691700"/>
                <a:ext cx="40253" cy="34472"/>
                <a:chOff x="4925673" y="3691700"/>
                <a:chExt cx="40253" cy="34472"/>
              </a:xfrm>
            </p:grpSpPr>
            <p:sp>
              <p:nvSpPr>
                <p:cNvPr id="5616" name="Google Shape;5616;p58"/>
                <p:cNvSpPr/>
                <p:nvPr/>
              </p:nvSpPr>
              <p:spPr>
                <a:xfrm>
                  <a:off x="4925673" y="3691700"/>
                  <a:ext cx="40253" cy="34472"/>
                </a:xfrm>
                <a:custGeom>
                  <a:avLst/>
                  <a:gdLst/>
                  <a:ahLst/>
                  <a:cxnLst/>
                  <a:rect l="l" t="t" r="r" b="b"/>
                  <a:pathLst>
                    <a:path w="5118" h="4383" extrusionOk="0">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58"/>
                <p:cNvSpPr/>
                <p:nvPr/>
              </p:nvSpPr>
              <p:spPr>
                <a:xfrm>
                  <a:off x="4938516" y="3701334"/>
                  <a:ext cx="17704" cy="15187"/>
                </a:xfrm>
                <a:custGeom>
                  <a:avLst/>
                  <a:gdLst/>
                  <a:ahLst/>
                  <a:cxnLst/>
                  <a:rect l="l" t="t" r="r" b="b"/>
                  <a:pathLst>
                    <a:path w="2251" h="1931" extrusionOk="0">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18" name="Google Shape;5618;p58"/>
              <p:cNvGrpSpPr/>
              <p:nvPr/>
            </p:nvGrpSpPr>
            <p:grpSpPr>
              <a:xfrm>
                <a:off x="4894653" y="3740848"/>
                <a:ext cx="31405" cy="26906"/>
                <a:chOff x="4894653" y="3740848"/>
                <a:chExt cx="31405" cy="26906"/>
              </a:xfrm>
            </p:grpSpPr>
            <p:sp>
              <p:nvSpPr>
                <p:cNvPr id="5619" name="Google Shape;5619;p58"/>
                <p:cNvSpPr/>
                <p:nvPr/>
              </p:nvSpPr>
              <p:spPr>
                <a:xfrm>
                  <a:off x="4894653" y="3740848"/>
                  <a:ext cx="31405" cy="26906"/>
                </a:xfrm>
                <a:custGeom>
                  <a:avLst/>
                  <a:gdLst/>
                  <a:ahLst/>
                  <a:cxnLst/>
                  <a:rect l="l" t="t" r="r" b="b"/>
                  <a:pathLst>
                    <a:path w="3993" h="3421" extrusionOk="0">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58"/>
                <p:cNvSpPr/>
                <p:nvPr/>
              </p:nvSpPr>
              <p:spPr>
                <a:xfrm>
                  <a:off x="4907497" y="3750522"/>
                  <a:ext cx="8950" cy="7605"/>
                </a:xfrm>
                <a:custGeom>
                  <a:avLst/>
                  <a:gdLst/>
                  <a:ahLst/>
                  <a:cxnLst/>
                  <a:rect l="l" t="t" r="r" b="b"/>
                  <a:pathLst>
                    <a:path w="1138" h="967" extrusionOk="0">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1" name="Google Shape;5621;p58"/>
              <p:cNvGrpSpPr/>
              <p:nvPr/>
            </p:nvGrpSpPr>
            <p:grpSpPr>
              <a:xfrm>
                <a:off x="4962300" y="3696348"/>
                <a:ext cx="38255" cy="32773"/>
                <a:chOff x="4962300" y="3696348"/>
                <a:chExt cx="38255" cy="32773"/>
              </a:xfrm>
            </p:grpSpPr>
            <p:sp>
              <p:nvSpPr>
                <p:cNvPr id="5622" name="Google Shape;5622;p58"/>
                <p:cNvSpPr/>
                <p:nvPr/>
              </p:nvSpPr>
              <p:spPr>
                <a:xfrm>
                  <a:off x="4962300" y="3696348"/>
                  <a:ext cx="38255" cy="32773"/>
                </a:xfrm>
                <a:custGeom>
                  <a:avLst/>
                  <a:gdLst/>
                  <a:ahLst/>
                  <a:cxnLst/>
                  <a:rect l="l" t="t" r="r" b="b"/>
                  <a:pathLst>
                    <a:path w="4864" h="4167" extrusionOk="0">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58"/>
                <p:cNvSpPr/>
                <p:nvPr/>
              </p:nvSpPr>
              <p:spPr>
                <a:xfrm>
                  <a:off x="4975238" y="3706093"/>
                  <a:ext cx="15612" cy="13386"/>
                </a:xfrm>
                <a:custGeom>
                  <a:avLst/>
                  <a:gdLst/>
                  <a:ahLst/>
                  <a:cxnLst/>
                  <a:rect l="l" t="t" r="r" b="b"/>
                  <a:pathLst>
                    <a:path w="1985" h="1702" extrusionOk="0">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4" name="Google Shape;5624;p58"/>
              <p:cNvGrpSpPr/>
              <p:nvPr/>
            </p:nvGrpSpPr>
            <p:grpSpPr>
              <a:xfrm>
                <a:off x="4980185" y="3743349"/>
                <a:ext cx="31499" cy="26969"/>
                <a:chOff x="4980185" y="3743349"/>
                <a:chExt cx="31499" cy="26969"/>
              </a:xfrm>
            </p:grpSpPr>
            <p:sp>
              <p:nvSpPr>
                <p:cNvPr id="5625" name="Google Shape;5625;p58"/>
                <p:cNvSpPr/>
                <p:nvPr/>
              </p:nvSpPr>
              <p:spPr>
                <a:xfrm>
                  <a:off x="4980185" y="3743349"/>
                  <a:ext cx="31499" cy="26969"/>
                </a:xfrm>
                <a:custGeom>
                  <a:avLst/>
                  <a:gdLst/>
                  <a:ahLst/>
                  <a:cxnLst/>
                  <a:rect l="l" t="t" r="r" b="b"/>
                  <a:pathLst>
                    <a:path w="4005" h="3429" extrusionOk="0">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58"/>
                <p:cNvSpPr/>
                <p:nvPr/>
              </p:nvSpPr>
              <p:spPr>
                <a:xfrm>
                  <a:off x="4993123" y="3753094"/>
                  <a:ext cx="8856" cy="7605"/>
                </a:xfrm>
                <a:custGeom>
                  <a:avLst/>
                  <a:gdLst/>
                  <a:ahLst/>
                  <a:cxnLst/>
                  <a:rect l="l" t="t" r="r" b="b"/>
                  <a:pathLst>
                    <a:path w="1126" h="967" extrusionOk="0">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7" name="Google Shape;5627;p58"/>
              <p:cNvGrpSpPr/>
              <p:nvPr/>
            </p:nvGrpSpPr>
            <p:grpSpPr>
              <a:xfrm>
                <a:off x="5013768" y="3734312"/>
                <a:ext cx="31499" cy="26969"/>
                <a:chOff x="5013768" y="3734312"/>
                <a:chExt cx="31499" cy="26969"/>
              </a:xfrm>
            </p:grpSpPr>
            <p:sp>
              <p:nvSpPr>
                <p:cNvPr id="5628" name="Google Shape;5628;p58"/>
                <p:cNvSpPr/>
                <p:nvPr/>
              </p:nvSpPr>
              <p:spPr>
                <a:xfrm>
                  <a:off x="5013768" y="3734312"/>
                  <a:ext cx="31499" cy="26969"/>
                </a:xfrm>
                <a:custGeom>
                  <a:avLst/>
                  <a:gdLst/>
                  <a:ahLst/>
                  <a:cxnLst/>
                  <a:rect l="l" t="t" r="r" b="b"/>
                  <a:pathLst>
                    <a:path w="4005" h="3429" extrusionOk="0">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58"/>
                <p:cNvSpPr/>
                <p:nvPr/>
              </p:nvSpPr>
              <p:spPr>
                <a:xfrm>
                  <a:off x="5028043" y="3743963"/>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30" name="Google Shape;5630;p58"/>
              <p:cNvGrpSpPr/>
              <p:nvPr/>
            </p:nvGrpSpPr>
            <p:grpSpPr>
              <a:xfrm>
                <a:off x="5036703" y="3764545"/>
                <a:ext cx="31499" cy="26898"/>
                <a:chOff x="5036703" y="3764545"/>
                <a:chExt cx="31499" cy="26898"/>
              </a:xfrm>
            </p:grpSpPr>
            <p:sp>
              <p:nvSpPr>
                <p:cNvPr id="5631" name="Google Shape;5631;p58"/>
                <p:cNvSpPr/>
                <p:nvPr/>
              </p:nvSpPr>
              <p:spPr>
                <a:xfrm>
                  <a:off x="5036703" y="3764545"/>
                  <a:ext cx="31499" cy="26898"/>
                </a:xfrm>
                <a:custGeom>
                  <a:avLst/>
                  <a:gdLst/>
                  <a:ahLst/>
                  <a:cxnLst/>
                  <a:rect l="l" t="t" r="r" b="b"/>
                  <a:pathLst>
                    <a:path w="4005" h="3420" extrusionOk="0">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58"/>
                <p:cNvSpPr/>
                <p:nvPr/>
              </p:nvSpPr>
              <p:spPr>
                <a:xfrm>
                  <a:off x="5049641" y="3774211"/>
                  <a:ext cx="8856" cy="7605"/>
                </a:xfrm>
                <a:custGeom>
                  <a:avLst/>
                  <a:gdLst/>
                  <a:ahLst/>
                  <a:cxnLst/>
                  <a:rect l="l" t="t" r="r" b="b"/>
                  <a:pathLst>
                    <a:path w="1126" h="967" extrusionOk="0">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33" name="Google Shape;5633;p58"/>
              <p:cNvGrpSpPr/>
              <p:nvPr/>
            </p:nvGrpSpPr>
            <p:grpSpPr>
              <a:xfrm>
                <a:off x="4953546" y="3768352"/>
                <a:ext cx="31405" cy="26898"/>
                <a:chOff x="4953546" y="3768352"/>
                <a:chExt cx="31405" cy="26898"/>
              </a:xfrm>
            </p:grpSpPr>
            <p:sp>
              <p:nvSpPr>
                <p:cNvPr id="5634" name="Google Shape;5634;p58"/>
                <p:cNvSpPr/>
                <p:nvPr/>
              </p:nvSpPr>
              <p:spPr>
                <a:xfrm>
                  <a:off x="4953546" y="3768352"/>
                  <a:ext cx="31405" cy="26898"/>
                </a:xfrm>
                <a:custGeom>
                  <a:avLst/>
                  <a:gdLst/>
                  <a:ahLst/>
                  <a:cxnLst/>
                  <a:rect l="l" t="t" r="r" b="b"/>
                  <a:pathLst>
                    <a:path w="3993" h="3420" extrusionOk="0">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58"/>
                <p:cNvSpPr/>
                <p:nvPr/>
              </p:nvSpPr>
              <p:spPr>
                <a:xfrm>
                  <a:off x="4966390" y="3778018"/>
                  <a:ext cx="8950" cy="7684"/>
                </a:xfrm>
                <a:custGeom>
                  <a:avLst/>
                  <a:gdLst/>
                  <a:ahLst/>
                  <a:cxnLst/>
                  <a:rect l="l" t="t" r="r" b="b"/>
                  <a:pathLst>
                    <a:path w="1138" h="977" extrusionOk="0">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36" name="Google Shape;5636;p58"/>
              <p:cNvGrpSpPr/>
              <p:nvPr/>
            </p:nvGrpSpPr>
            <p:grpSpPr>
              <a:xfrm>
                <a:off x="4964770" y="3814016"/>
                <a:ext cx="31499" cy="26993"/>
                <a:chOff x="4964770" y="3814016"/>
                <a:chExt cx="31499" cy="26993"/>
              </a:xfrm>
            </p:grpSpPr>
            <p:sp>
              <p:nvSpPr>
                <p:cNvPr id="5637" name="Google Shape;5637;p58"/>
                <p:cNvSpPr/>
                <p:nvPr/>
              </p:nvSpPr>
              <p:spPr>
                <a:xfrm>
                  <a:off x="4964770" y="3814016"/>
                  <a:ext cx="31499" cy="26993"/>
                </a:xfrm>
                <a:custGeom>
                  <a:avLst/>
                  <a:gdLst/>
                  <a:ahLst/>
                  <a:cxnLst/>
                  <a:rect l="l" t="t" r="r" b="b"/>
                  <a:pathLst>
                    <a:path w="4005" h="3432" extrusionOk="0">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58"/>
                <p:cNvSpPr/>
                <p:nvPr/>
              </p:nvSpPr>
              <p:spPr>
                <a:xfrm>
                  <a:off x="4977715" y="3823690"/>
                  <a:ext cx="8856" cy="7676"/>
                </a:xfrm>
                <a:custGeom>
                  <a:avLst/>
                  <a:gdLst/>
                  <a:ahLst/>
                  <a:cxnLst/>
                  <a:rect l="l" t="t" r="r" b="b"/>
                  <a:pathLst>
                    <a:path w="1126" h="976" extrusionOk="0">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39" name="Google Shape;5639;p58"/>
              <p:cNvGrpSpPr/>
              <p:nvPr/>
            </p:nvGrpSpPr>
            <p:grpSpPr>
              <a:xfrm>
                <a:off x="4923290" y="3800504"/>
                <a:ext cx="31468" cy="26898"/>
                <a:chOff x="4923290" y="3800504"/>
                <a:chExt cx="31468" cy="26898"/>
              </a:xfrm>
            </p:grpSpPr>
            <p:sp>
              <p:nvSpPr>
                <p:cNvPr id="5640" name="Google Shape;5640;p58"/>
                <p:cNvSpPr/>
                <p:nvPr/>
              </p:nvSpPr>
              <p:spPr>
                <a:xfrm>
                  <a:off x="4923290" y="3800504"/>
                  <a:ext cx="31468" cy="26898"/>
                </a:xfrm>
                <a:custGeom>
                  <a:avLst/>
                  <a:gdLst/>
                  <a:ahLst/>
                  <a:cxnLst/>
                  <a:rect l="l" t="t" r="r" b="b"/>
                  <a:pathLst>
                    <a:path w="4001" h="3420" extrusionOk="0">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58"/>
                <p:cNvSpPr/>
                <p:nvPr/>
              </p:nvSpPr>
              <p:spPr>
                <a:xfrm>
                  <a:off x="4937470" y="3810178"/>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42" name="Google Shape;5642;p58"/>
              <p:cNvGrpSpPr/>
              <p:nvPr/>
            </p:nvGrpSpPr>
            <p:grpSpPr>
              <a:xfrm>
                <a:off x="5108534" y="3650943"/>
                <a:ext cx="31405" cy="26993"/>
                <a:chOff x="5108534" y="3650943"/>
                <a:chExt cx="31405" cy="26993"/>
              </a:xfrm>
            </p:grpSpPr>
            <p:sp>
              <p:nvSpPr>
                <p:cNvPr id="5643" name="Google Shape;5643;p58"/>
                <p:cNvSpPr/>
                <p:nvPr/>
              </p:nvSpPr>
              <p:spPr>
                <a:xfrm>
                  <a:off x="5108534" y="3650943"/>
                  <a:ext cx="31405" cy="26993"/>
                </a:xfrm>
                <a:custGeom>
                  <a:avLst/>
                  <a:gdLst/>
                  <a:ahLst/>
                  <a:cxnLst/>
                  <a:rect l="l" t="t" r="r" b="b"/>
                  <a:pathLst>
                    <a:path w="3993" h="3432" extrusionOk="0">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58"/>
                <p:cNvSpPr/>
                <p:nvPr/>
              </p:nvSpPr>
              <p:spPr>
                <a:xfrm>
                  <a:off x="5122707" y="3660617"/>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45" name="Google Shape;5645;p58"/>
              <p:cNvGrpSpPr/>
              <p:nvPr/>
            </p:nvGrpSpPr>
            <p:grpSpPr>
              <a:xfrm>
                <a:off x="5119380" y="3760739"/>
                <a:ext cx="31499" cy="26993"/>
                <a:chOff x="5119380" y="3760739"/>
                <a:chExt cx="31499" cy="26993"/>
              </a:xfrm>
            </p:grpSpPr>
            <p:sp>
              <p:nvSpPr>
                <p:cNvPr id="5646" name="Google Shape;5646;p58"/>
                <p:cNvSpPr/>
                <p:nvPr/>
              </p:nvSpPr>
              <p:spPr>
                <a:xfrm>
                  <a:off x="5119380" y="3760739"/>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58"/>
                <p:cNvSpPr/>
                <p:nvPr/>
              </p:nvSpPr>
              <p:spPr>
                <a:xfrm>
                  <a:off x="5132318" y="3770405"/>
                  <a:ext cx="8856" cy="7653"/>
                </a:xfrm>
                <a:custGeom>
                  <a:avLst/>
                  <a:gdLst/>
                  <a:ahLst/>
                  <a:cxnLst/>
                  <a:rect l="l" t="t" r="r" b="b"/>
                  <a:pathLst>
                    <a:path w="1126" h="973" extrusionOk="0">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48" name="Google Shape;5648;p58"/>
              <p:cNvGrpSpPr/>
              <p:nvPr/>
            </p:nvGrpSpPr>
            <p:grpSpPr>
              <a:xfrm>
                <a:off x="5119380" y="3788235"/>
                <a:ext cx="31499" cy="26993"/>
                <a:chOff x="5119380" y="3788235"/>
                <a:chExt cx="31499" cy="26993"/>
              </a:xfrm>
            </p:grpSpPr>
            <p:sp>
              <p:nvSpPr>
                <p:cNvPr id="5649" name="Google Shape;5649;p58"/>
                <p:cNvSpPr/>
                <p:nvPr/>
              </p:nvSpPr>
              <p:spPr>
                <a:xfrm>
                  <a:off x="5119380" y="3788235"/>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58"/>
                <p:cNvSpPr/>
                <p:nvPr/>
              </p:nvSpPr>
              <p:spPr>
                <a:xfrm>
                  <a:off x="5132318" y="3797901"/>
                  <a:ext cx="8856" cy="7605"/>
                </a:xfrm>
                <a:custGeom>
                  <a:avLst/>
                  <a:gdLst/>
                  <a:ahLst/>
                  <a:cxnLst/>
                  <a:rect l="l" t="t" r="r" b="b"/>
                  <a:pathLst>
                    <a:path w="1126" h="967" extrusionOk="0">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51" name="Google Shape;5651;p58"/>
              <p:cNvGrpSpPr/>
              <p:nvPr/>
            </p:nvGrpSpPr>
            <p:grpSpPr>
              <a:xfrm>
                <a:off x="5158005" y="3875284"/>
                <a:ext cx="31405" cy="27001"/>
                <a:chOff x="5158005" y="3875284"/>
                <a:chExt cx="31405" cy="27001"/>
              </a:xfrm>
            </p:grpSpPr>
            <p:sp>
              <p:nvSpPr>
                <p:cNvPr id="5652" name="Google Shape;5652;p58"/>
                <p:cNvSpPr/>
                <p:nvPr/>
              </p:nvSpPr>
              <p:spPr>
                <a:xfrm>
                  <a:off x="5158005" y="3875284"/>
                  <a:ext cx="31405" cy="27001"/>
                </a:xfrm>
                <a:custGeom>
                  <a:avLst/>
                  <a:gdLst/>
                  <a:ahLst/>
                  <a:cxnLst/>
                  <a:rect l="l" t="t" r="r" b="b"/>
                  <a:pathLst>
                    <a:path w="3993" h="3433" extrusionOk="0">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58"/>
                <p:cNvSpPr/>
                <p:nvPr/>
              </p:nvSpPr>
              <p:spPr>
                <a:xfrm>
                  <a:off x="5170848" y="3884958"/>
                  <a:ext cx="8950" cy="7645"/>
                </a:xfrm>
                <a:custGeom>
                  <a:avLst/>
                  <a:gdLst/>
                  <a:ahLst/>
                  <a:cxnLst/>
                  <a:rect l="l" t="t" r="r" b="b"/>
                  <a:pathLst>
                    <a:path w="1138" h="972" extrusionOk="0">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54" name="Google Shape;5654;p58"/>
              <p:cNvGrpSpPr/>
              <p:nvPr/>
            </p:nvGrpSpPr>
            <p:grpSpPr>
              <a:xfrm>
                <a:off x="5233163" y="3764545"/>
                <a:ext cx="31499" cy="26898"/>
                <a:chOff x="5233163" y="3764545"/>
                <a:chExt cx="31499" cy="26898"/>
              </a:xfrm>
            </p:grpSpPr>
            <p:sp>
              <p:nvSpPr>
                <p:cNvPr id="5655" name="Google Shape;5655;p58"/>
                <p:cNvSpPr/>
                <p:nvPr/>
              </p:nvSpPr>
              <p:spPr>
                <a:xfrm>
                  <a:off x="5233163" y="3764545"/>
                  <a:ext cx="31499" cy="26898"/>
                </a:xfrm>
                <a:custGeom>
                  <a:avLst/>
                  <a:gdLst/>
                  <a:ahLst/>
                  <a:cxnLst/>
                  <a:rect l="l" t="t" r="r" b="b"/>
                  <a:pathLst>
                    <a:path w="4005" h="3420" extrusionOk="0">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58"/>
                <p:cNvSpPr/>
                <p:nvPr/>
              </p:nvSpPr>
              <p:spPr>
                <a:xfrm>
                  <a:off x="5246108" y="3774211"/>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57" name="Google Shape;5657;p58"/>
              <p:cNvGrpSpPr/>
              <p:nvPr/>
            </p:nvGrpSpPr>
            <p:grpSpPr>
              <a:xfrm>
                <a:off x="5276168" y="3805545"/>
                <a:ext cx="31499" cy="26906"/>
                <a:chOff x="5276168" y="3805545"/>
                <a:chExt cx="31499" cy="26906"/>
              </a:xfrm>
            </p:grpSpPr>
            <p:sp>
              <p:nvSpPr>
                <p:cNvPr id="5658" name="Google Shape;5658;p58"/>
                <p:cNvSpPr/>
                <p:nvPr/>
              </p:nvSpPr>
              <p:spPr>
                <a:xfrm>
                  <a:off x="5276168" y="3805545"/>
                  <a:ext cx="31499" cy="26906"/>
                </a:xfrm>
                <a:custGeom>
                  <a:avLst/>
                  <a:gdLst/>
                  <a:ahLst/>
                  <a:cxnLst/>
                  <a:rect l="l" t="t" r="r" b="b"/>
                  <a:pathLst>
                    <a:path w="4005" h="3421" extrusionOk="0">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58"/>
                <p:cNvSpPr/>
                <p:nvPr/>
              </p:nvSpPr>
              <p:spPr>
                <a:xfrm>
                  <a:off x="5289106" y="3815219"/>
                  <a:ext cx="8856" cy="7605"/>
                </a:xfrm>
                <a:custGeom>
                  <a:avLst/>
                  <a:gdLst/>
                  <a:ahLst/>
                  <a:cxnLst/>
                  <a:rect l="l" t="t" r="r" b="b"/>
                  <a:pathLst>
                    <a:path w="1126" h="967" extrusionOk="0">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60" name="Google Shape;5660;p58"/>
              <p:cNvGrpSpPr/>
              <p:nvPr/>
            </p:nvGrpSpPr>
            <p:grpSpPr>
              <a:xfrm>
                <a:off x="5294053" y="3851933"/>
                <a:ext cx="31405" cy="26945"/>
                <a:chOff x="5294053" y="3851933"/>
                <a:chExt cx="31405" cy="26945"/>
              </a:xfrm>
            </p:grpSpPr>
            <p:sp>
              <p:nvSpPr>
                <p:cNvPr id="5661" name="Google Shape;5661;p58"/>
                <p:cNvSpPr/>
                <p:nvPr/>
              </p:nvSpPr>
              <p:spPr>
                <a:xfrm>
                  <a:off x="5294053" y="3851933"/>
                  <a:ext cx="31405" cy="26945"/>
                </a:xfrm>
                <a:custGeom>
                  <a:avLst/>
                  <a:gdLst/>
                  <a:ahLst/>
                  <a:cxnLst/>
                  <a:rect l="l" t="t" r="r" b="b"/>
                  <a:pathLst>
                    <a:path w="3993" h="3426" extrusionOk="0">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58"/>
                <p:cNvSpPr/>
                <p:nvPr/>
              </p:nvSpPr>
              <p:spPr>
                <a:xfrm>
                  <a:off x="5308234" y="3861552"/>
                  <a:ext cx="7621" cy="7621"/>
                </a:xfrm>
                <a:custGeom>
                  <a:avLst/>
                  <a:gdLst/>
                  <a:ahLst/>
                  <a:cxnLst/>
                  <a:rect l="l" t="t" r="r" b="b"/>
                  <a:pathLst>
                    <a:path w="969" h="969" extrusionOk="0">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63" name="Google Shape;5663;p58"/>
              <p:cNvGrpSpPr/>
              <p:nvPr/>
            </p:nvGrpSpPr>
            <p:grpSpPr>
              <a:xfrm>
                <a:off x="5341723" y="3851902"/>
                <a:ext cx="31405" cy="26977"/>
                <a:chOff x="5341723" y="3851902"/>
                <a:chExt cx="31405" cy="26977"/>
              </a:xfrm>
            </p:grpSpPr>
            <p:sp>
              <p:nvSpPr>
                <p:cNvPr id="5664" name="Google Shape;5664;p58"/>
                <p:cNvSpPr/>
                <p:nvPr/>
              </p:nvSpPr>
              <p:spPr>
                <a:xfrm>
                  <a:off x="5341723" y="3851902"/>
                  <a:ext cx="31405" cy="26977"/>
                </a:xfrm>
                <a:custGeom>
                  <a:avLst/>
                  <a:gdLst/>
                  <a:ahLst/>
                  <a:cxnLst/>
                  <a:rect l="l" t="t" r="r" b="b"/>
                  <a:pathLst>
                    <a:path w="3993" h="3430" extrusionOk="0">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58"/>
                <p:cNvSpPr/>
                <p:nvPr/>
              </p:nvSpPr>
              <p:spPr>
                <a:xfrm>
                  <a:off x="5354567" y="3861647"/>
                  <a:ext cx="8950" cy="7590"/>
                </a:xfrm>
                <a:custGeom>
                  <a:avLst/>
                  <a:gdLst/>
                  <a:ahLst/>
                  <a:cxnLst/>
                  <a:rect l="l" t="t" r="r" b="b"/>
                  <a:pathLst>
                    <a:path w="1138" h="965" extrusionOk="0">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66" name="Google Shape;5666;p58"/>
              <p:cNvGrpSpPr/>
              <p:nvPr/>
            </p:nvGrpSpPr>
            <p:grpSpPr>
              <a:xfrm>
                <a:off x="5054871" y="3507855"/>
                <a:ext cx="31405" cy="26993"/>
                <a:chOff x="5054871" y="3507855"/>
                <a:chExt cx="31405" cy="26993"/>
              </a:xfrm>
            </p:grpSpPr>
            <p:sp>
              <p:nvSpPr>
                <p:cNvPr id="5667" name="Google Shape;5667;p58"/>
                <p:cNvSpPr/>
                <p:nvPr/>
              </p:nvSpPr>
              <p:spPr>
                <a:xfrm>
                  <a:off x="5054871" y="3507855"/>
                  <a:ext cx="31405" cy="26993"/>
                </a:xfrm>
                <a:custGeom>
                  <a:avLst/>
                  <a:gdLst/>
                  <a:ahLst/>
                  <a:cxnLst/>
                  <a:rect l="l" t="t" r="r" b="b"/>
                  <a:pathLst>
                    <a:path w="3993" h="3432" extrusionOk="0">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58"/>
                <p:cNvSpPr/>
                <p:nvPr/>
              </p:nvSpPr>
              <p:spPr>
                <a:xfrm>
                  <a:off x="5067715" y="3517521"/>
                  <a:ext cx="8950" cy="7605"/>
                </a:xfrm>
                <a:custGeom>
                  <a:avLst/>
                  <a:gdLst/>
                  <a:ahLst/>
                  <a:cxnLst/>
                  <a:rect l="l" t="t" r="r" b="b"/>
                  <a:pathLst>
                    <a:path w="1138" h="967" extrusionOk="0">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69" name="Google Shape;5669;p58"/>
              <p:cNvGrpSpPr/>
              <p:nvPr/>
            </p:nvGrpSpPr>
            <p:grpSpPr>
              <a:xfrm>
                <a:off x="4876579" y="3675325"/>
                <a:ext cx="31405" cy="26969"/>
                <a:chOff x="4876579" y="3675325"/>
                <a:chExt cx="31405" cy="26969"/>
              </a:xfrm>
            </p:grpSpPr>
            <p:sp>
              <p:nvSpPr>
                <p:cNvPr id="5670" name="Google Shape;5670;p58"/>
                <p:cNvSpPr/>
                <p:nvPr/>
              </p:nvSpPr>
              <p:spPr>
                <a:xfrm>
                  <a:off x="4876579" y="3675325"/>
                  <a:ext cx="31405" cy="26969"/>
                </a:xfrm>
                <a:custGeom>
                  <a:avLst/>
                  <a:gdLst/>
                  <a:ahLst/>
                  <a:cxnLst/>
                  <a:rect l="l" t="t" r="r" b="b"/>
                  <a:pathLst>
                    <a:path w="3993" h="3429" extrusionOk="0">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58"/>
                <p:cNvSpPr/>
                <p:nvPr/>
              </p:nvSpPr>
              <p:spPr>
                <a:xfrm>
                  <a:off x="4889517" y="3684975"/>
                  <a:ext cx="8856" cy="7676"/>
                </a:xfrm>
                <a:custGeom>
                  <a:avLst/>
                  <a:gdLst/>
                  <a:ahLst/>
                  <a:cxnLst/>
                  <a:rect l="l" t="t" r="r" b="b"/>
                  <a:pathLst>
                    <a:path w="1126" h="976" extrusionOk="0">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72" name="Google Shape;5672;p58"/>
              <p:cNvGrpSpPr/>
              <p:nvPr/>
            </p:nvGrpSpPr>
            <p:grpSpPr>
              <a:xfrm>
                <a:off x="4842233" y="3688333"/>
                <a:ext cx="31405" cy="26993"/>
                <a:chOff x="4842233" y="3688333"/>
                <a:chExt cx="31405" cy="26993"/>
              </a:xfrm>
            </p:grpSpPr>
            <p:sp>
              <p:nvSpPr>
                <p:cNvPr id="5673" name="Google Shape;5673;p58"/>
                <p:cNvSpPr/>
                <p:nvPr/>
              </p:nvSpPr>
              <p:spPr>
                <a:xfrm>
                  <a:off x="4842233" y="3688333"/>
                  <a:ext cx="31405" cy="26993"/>
                </a:xfrm>
                <a:custGeom>
                  <a:avLst/>
                  <a:gdLst/>
                  <a:ahLst/>
                  <a:cxnLst/>
                  <a:rect l="l" t="t" r="r" b="b"/>
                  <a:pathLst>
                    <a:path w="3993" h="3432" extrusionOk="0">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58"/>
                <p:cNvSpPr/>
                <p:nvPr/>
              </p:nvSpPr>
              <p:spPr>
                <a:xfrm>
                  <a:off x="4855076" y="3698094"/>
                  <a:ext cx="8856" cy="7590"/>
                </a:xfrm>
                <a:custGeom>
                  <a:avLst/>
                  <a:gdLst/>
                  <a:ahLst/>
                  <a:cxnLst/>
                  <a:rect l="l" t="t" r="r" b="b"/>
                  <a:pathLst>
                    <a:path w="1126" h="965" extrusionOk="0">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75" name="Google Shape;5675;p58"/>
              <p:cNvGrpSpPr/>
              <p:nvPr/>
            </p:nvGrpSpPr>
            <p:grpSpPr>
              <a:xfrm>
                <a:off x="5187876" y="3608032"/>
                <a:ext cx="31405" cy="27001"/>
                <a:chOff x="5187876" y="3608032"/>
                <a:chExt cx="31405" cy="27001"/>
              </a:xfrm>
            </p:grpSpPr>
            <p:sp>
              <p:nvSpPr>
                <p:cNvPr id="5676" name="Google Shape;5676;p58"/>
                <p:cNvSpPr/>
                <p:nvPr/>
              </p:nvSpPr>
              <p:spPr>
                <a:xfrm>
                  <a:off x="5187876" y="3608032"/>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58"/>
                <p:cNvSpPr/>
                <p:nvPr/>
              </p:nvSpPr>
              <p:spPr>
                <a:xfrm>
                  <a:off x="5202057" y="3617706"/>
                  <a:ext cx="7621" cy="7621"/>
                </a:xfrm>
                <a:custGeom>
                  <a:avLst/>
                  <a:gdLst/>
                  <a:ahLst/>
                  <a:cxnLst/>
                  <a:rect l="l" t="t" r="r" b="b"/>
                  <a:pathLst>
                    <a:path w="969"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678" name="Google Shape;5678;p58"/>
              <p:cNvSpPr/>
              <p:nvPr/>
            </p:nvSpPr>
            <p:spPr>
              <a:xfrm>
                <a:off x="5142589" y="3410030"/>
                <a:ext cx="42542" cy="36525"/>
              </a:xfrm>
              <a:custGeom>
                <a:avLst/>
                <a:gdLst/>
                <a:ahLst/>
                <a:cxnLst/>
                <a:rect l="l" t="t" r="r" b="b"/>
                <a:pathLst>
                  <a:path w="5409" h="4644" extrusionOk="0">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58"/>
              <p:cNvSpPr/>
              <p:nvPr/>
            </p:nvSpPr>
            <p:spPr>
              <a:xfrm>
                <a:off x="5158382" y="3419720"/>
                <a:ext cx="17138" cy="17130"/>
              </a:xfrm>
              <a:custGeom>
                <a:avLst/>
                <a:gdLst/>
                <a:ahLst/>
                <a:cxnLst/>
                <a:rect l="l" t="t" r="r" b="b"/>
                <a:pathLst>
                  <a:path w="2179" h="2178" extrusionOk="0">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80" name="Google Shape;5680;p58"/>
              <p:cNvGrpSpPr/>
              <p:nvPr/>
            </p:nvGrpSpPr>
            <p:grpSpPr>
              <a:xfrm>
                <a:off x="5269224" y="3304167"/>
                <a:ext cx="40253" cy="34402"/>
                <a:chOff x="5269224" y="3304167"/>
                <a:chExt cx="40253" cy="34402"/>
              </a:xfrm>
            </p:grpSpPr>
            <p:sp>
              <p:nvSpPr>
                <p:cNvPr id="5681" name="Google Shape;5681;p58"/>
                <p:cNvSpPr/>
                <p:nvPr/>
              </p:nvSpPr>
              <p:spPr>
                <a:xfrm>
                  <a:off x="5269224" y="3304167"/>
                  <a:ext cx="40253" cy="34402"/>
                </a:xfrm>
                <a:custGeom>
                  <a:avLst/>
                  <a:gdLst/>
                  <a:ahLst/>
                  <a:cxnLst/>
                  <a:rect l="l" t="t" r="r" b="b"/>
                  <a:pathLst>
                    <a:path w="5118" h="4374" extrusionOk="0">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58"/>
                <p:cNvSpPr/>
                <p:nvPr/>
              </p:nvSpPr>
              <p:spPr>
                <a:xfrm>
                  <a:off x="5284639" y="3313826"/>
                  <a:ext cx="15132" cy="15140"/>
                </a:xfrm>
                <a:custGeom>
                  <a:avLst/>
                  <a:gdLst/>
                  <a:ahLst/>
                  <a:cxnLst/>
                  <a:rect l="l" t="t" r="r" b="b"/>
                  <a:pathLst>
                    <a:path w="1924" h="1925" extrusionOk="0">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83" name="Google Shape;5683;p58"/>
              <p:cNvGrpSpPr/>
              <p:nvPr/>
            </p:nvGrpSpPr>
            <p:grpSpPr>
              <a:xfrm>
                <a:off x="5327354" y="3476615"/>
                <a:ext cx="49864" cy="42723"/>
                <a:chOff x="5327354" y="3476615"/>
                <a:chExt cx="49864" cy="42723"/>
              </a:xfrm>
            </p:grpSpPr>
            <p:sp>
              <p:nvSpPr>
                <p:cNvPr id="5684" name="Google Shape;5684;p58"/>
                <p:cNvSpPr/>
                <p:nvPr/>
              </p:nvSpPr>
              <p:spPr>
                <a:xfrm>
                  <a:off x="5327354" y="3476615"/>
                  <a:ext cx="49864" cy="42723"/>
                </a:xfrm>
                <a:custGeom>
                  <a:avLst/>
                  <a:gdLst/>
                  <a:ahLst/>
                  <a:cxnLst/>
                  <a:rect l="l" t="t" r="r" b="b"/>
                  <a:pathLst>
                    <a:path w="6340" h="5432" extrusionOk="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58"/>
                <p:cNvSpPr/>
                <p:nvPr/>
              </p:nvSpPr>
              <p:spPr>
                <a:xfrm>
                  <a:off x="5340197" y="3486321"/>
                  <a:ext cx="27315" cy="23406"/>
                </a:xfrm>
                <a:custGeom>
                  <a:avLst/>
                  <a:gdLst/>
                  <a:ahLst/>
                  <a:cxnLst/>
                  <a:rect l="l" t="t" r="r" b="b"/>
                  <a:pathLst>
                    <a:path w="3473" h="2976" extrusionOk="0">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686" name="Google Shape;5686;p58"/>
              <p:cNvSpPr/>
              <p:nvPr/>
            </p:nvSpPr>
            <p:spPr>
              <a:xfrm>
                <a:off x="5290255" y="3703080"/>
                <a:ext cx="31397" cy="26898"/>
              </a:xfrm>
              <a:custGeom>
                <a:avLst/>
                <a:gdLst/>
                <a:ahLst/>
                <a:cxnLst/>
                <a:rect l="l" t="t" r="r" b="b"/>
                <a:pathLst>
                  <a:path w="3992" h="3420" extrusionOk="0">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58"/>
              <p:cNvSpPr/>
              <p:nvPr/>
            </p:nvSpPr>
            <p:spPr>
              <a:xfrm>
                <a:off x="5304427" y="3712754"/>
                <a:ext cx="7621" cy="7621"/>
              </a:xfrm>
              <a:custGeom>
                <a:avLst/>
                <a:gdLst/>
                <a:ahLst/>
                <a:cxnLst/>
                <a:rect l="l" t="t" r="r" b="b"/>
                <a:pathLst>
                  <a:path w="969"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88" name="Google Shape;5688;p58"/>
              <p:cNvGrpSpPr/>
              <p:nvPr/>
            </p:nvGrpSpPr>
            <p:grpSpPr>
              <a:xfrm>
                <a:off x="5341723" y="3775957"/>
                <a:ext cx="31405" cy="26898"/>
                <a:chOff x="5341723" y="3775957"/>
                <a:chExt cx="31405" cy="26898"/>
              </a:xfrm>
            </p:grpSpPr>
            <p:sp>
              <p:nvSpPr>
                <p:cNvPr id="5689" name="Google Shape;5689;p58"/>
                <p:cNvSpPr/>
                <p:nvPr/>
              </p:nvSpPr>
              <p:spPr>
                <a:xfrm>
                  <a:off x="5341723" y="3775957"/>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58"/>
                <p:cNvSpPr/>
                <p:nvPr/>
              </p:nvSpPr>
              <p:spPr>
                <a:xfrm>
                  <a:off x="5354567" y="3785631"/>
                  <a:ext cx="8950" cy="7605"/>
                </a:xfrm>
                <a:custGeom>
                  <a:avLst/>
                  <a:gdLst/>
                  <a:ahLst/>
                  <a:cxnLst/>
                  <a:rect l="l" t="t" r="r" b="b"/>
                  <a:pathLst>
                    <a:path w="1138" h="967" extrusionOk="0">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91" name="Google Shape;5691;p58"/>
              <p:cNvGrpSpPr/>
              <p:nvPr/>
            </p:nvGrpSpPr>
            <p:grpSpPr>
              <a:xfrm>
                <a:off x="5439053" y="3699274"/>
                <a:ext cx="31405" cy="26898"/>
                <a:chOff x="5439053" y="3699274"/>
                <a:chExt cx="31405" cy="26898"/>
              </a:xfrm>
            </p:grpSpPr>
            <p:sp>
              <p:nvSpPr>
                <p:cNvPr id="5692" name="Google Shape;5692;p58"/>
                <p:cNvSpPr/>
                <p:nvPr/>
              </p:nvSpPr>
              <p:spPr>
                <a:xfrm>
                  <a:off x="5439053" y="3699274"/>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58"/>
                <p:cNvSpPr/>
                <p:nvPr/>
              </p:nvSpPr>
              <p:spPr>
                <a:xfrm>
                  <a:off x="5453225" y="3708948"/>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94" name="Google Shape;5694;p58"/>
              <p:cNvGrpSpPr/>
              <p:nvPr/>
            </p:nvGrpSpPr>
            <p:grpSpPr>
              <a:xfrm>
                <a:off x="5412414" y="3622307"/>
                <a:ext cx="31499" cy="26993"/>
                <a:chOff x="5412414" y="3622307"/>
                <a:chExt cx="31499" cy="26993"/>
              </a:xfrm>
            </p:grpSpPr>
            <p:sp>
              <p:nvSpPr>
                <p:cNvPr id="5695" name="Google Shape;5695;p58"/>
                <p:cNvSpPr/>
                <p:nvPr/>
              </p:nvSpPr>
              <p:spPr>
                <a:xfrm>
                  <a:off x="5412414" y="3622307"/>
                  <a:ext cx="31499" cy="26993"/>
                </a:xfrm>
                <a:custGeom>
                  <a:avLst/>
                  <a:gdLst/>
                  <a:ahLst/>
                  <a:cxnLst/>
                  <a:rect l="l" t="t" r="r" b="b"/>
                  <a:pathLst>
                    <a:path w="4005" h="3432" extrusionOk="0">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58"/>
                <p:cNvSpPr/>
                <p:nvPr/>
              </p:nvSpPr>
              <p:spPr>
                <a:xfrm>
                  <a:off x="5426681" y="3632075"/>
                  <a:ext cx="7527" cy="7519"/>
                </a:xfrm>
                <a:custGeom>
                  <a:avLst/>
                  <a:gdLst/>
                  <a:ahLst/>
                  <a:cxnLst/>
                  <a:rect l="l" t="t" r="r" b="b"/>
                  <a:pathLst>
                    <a:path w="957" h="956" extrusionOk="0">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97" name="Google Shape;5697;p58"/>
              <p:cNvGrpSpPr/>
              <p:nvPr/>
            </p:nvGrpSpPr>
            <p:grpSpPr>
              <a:xfrm>
                <a:off x="5476254" y="3473949"/>
                <a:ext cx="26835" cy="26930"/>
                <a:chOff x="5476254" y="3473949"/>
                <a:chExt cx="26835" cy="26930"/>
              </a:xfrm>
            </p:grpSpPr>
            <p:sp>
              <p:nvSpPr>
                <p:cNvPr id="5698" name="Google Shape;5698;p58"/>
                <p:cNvSpPr/>
                <p:nvPr/>
              </p:nvSpPr>
              <p:spPr>
                <a:xfrm>
                  <a:off x="5476254" y="3473949"/>
                  <a:ext cx="26835" cy="26930"/>
                </a:xfrm>
                <a:custGeom>
                  <a:avLst/>
                  <a:gdLst/>
                  <a:ahLst/>
                  <a:cxnLst/>
                  <a:rect l="l" t="t" r="r" b="b"/>
                  <a:pathLst>
                    <a:path w="3412" h="3424" extrusionOk="0">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58"/>
                <p:cNvSpPr/>
                <p:nvPr/>
              </p:nvSpPr>
              <p:spPr>
                <a:xfrm>
                  <a:off x="5485857" y="3483655"/>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00" name="Google Shape;5700;p58"/>
              <p:cNvGrpSpPr/>
              <p:nvPr/>
            </p:nvGrpSpPr>
            <p:grpSpPr>
              <a:xfrm>
                <a:off x="5564547" y="3481594"/>
                <a:ext cx="31397" cy="26898"/>
                <a:chOff x="5564547" y="3481594"/>
                <a:chExt cx="31397" cy="26898"/>
              </a:xfrm>
            </p:grpSpPr>
            <p:sp>
              <p:nvSpPr>
                <p:cNvPr id="5701" name="Google Shape;5701;p58"/>
                <p:cNvSpPr/>
                <p:nvPr/>
              </p:nvSpPr>
              <p:spPr>
                <a:xfrm>
                  <a:off x="5564547" y="3481594"/>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58"/>
                <p:cNvSpPr/>
                <p:nvPr/>
              </p:nvSpPr>
              <p:spPr>
                <a:xfrm>
                  <a:off x="5578719" y="3491268"/>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03" name="Google Shape;5703;p58"/>
              <p:cNvGrpSpPr/>
              <p:nvPr/>
            </p:nvGrpSpPr>
            <p:grpSpPr>
              <a:xfrm>
                <a:off x="5534101" y="3470174"/>
                <a:ext cx="31397" cy="26906"/>
                <a:chOff x="5534101" y="3470174"/>
                <a:chExt cx="31397" cy="26906"/>
              </a:xfrm>
            </p:grpSpPr>
            <p:sp>
              <p:nvSpPr>
                <p:cNvPr id="5704" name="Google Shape;5704;p58"/>
                <p:cNvSpPr/>
                <p:nvPr/>
              </p:nvSpPr>
              <p:spPr>
                <a:xfrm>
                  <a:off x="5534101" y="3470174"/>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58"/>
                <p:cNvSpPr/>
                <p:nvPr/>
              </p:nvSpPr>
              <p:spPr>
                <a:xfrm>
                  <a:off x="5546945" y="3479848"/>
                  <a:ext cx="8950" cy="7582"/>
                </a:xfrm>
                <a:custGeom>
                  <a:avLst/>
                  <a:gdLst/>
                  <a:ahLst/>
                  <a:cxnLst/>
                  <a:rect l="l" t="t" r="r" b="b"/>
                  <a:pathLst>
                    <a:path w="1138" h="964" extrusionOk="0">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06" name="Google Shape;5706;p58"/>
              <p:cNvGrpSpPr/>
              <p:nvPr/>
            </p:nvGrpSpPr>
            <p:grpSpPr>
              <a:xfrm>
                <a:off x="5610879" y="3314486"/>
                <a:ext cx="31499" cy="26938"/>
                <a:chOff x="5610879" y="3314486"/>
                <a:chExt cx="31499" cy="26938"/>
              </a:xfrm>
            </p:grpSpPr>
            <p:sp>
              <p:nvSpPr>
                <p:cNvPr id="5707" name="Google Shape;5707;p58"/>
                <p:cNvSpPr/>
                <p:nvPr/>
              </p:nvSpPr>
              <p:spPr>
                <a:xfrm>
                  <a:off x="5610879" y="3314486"/>
                  <a:ext cx="31499" cy="26938"/>
                </a:xfrm>
                <a:custGeom>
                  <a:avLst/>
                  <a:gdLst/>
                  <a:ahLst/>
                  <a:cxnLst/>
                  <a:rect l="l" t="t" r="r" b="b"/>
                  <a:pathLst>
                    <a:path w="4005" h="3425" extrusionOk="0">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58"/>
                <p:cNvSpPr/>
                <p:nvPr/>
              </p:nvSpPr>
              <p:spPr>
                <a:xfrm>
                  <a:off x="5623817" y="3324192"/>
                  <a:ext cx="8950" cy="7590"/>
                </a:xfrm>
                <a:custGeom>
                  <a:avLst/>
                  <a:gdLst/>
                  <a:ahLst/>
                  <a:cxnLst/>
                  <a:rect l="l" t="t" r="r" b="b"/>
                  <a:pathLst>
                    <a:path w="1138" h="965" extrusionOk="0">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09" name="Google Shape;5709;p58"/>
              <p:cNvGrpSpPr/>
              <p:nvPr/>
            </p:nvGrpSpPr>
            <p:grpSpPr>
              <a:xfrm>
                <a:off x="4834525" y="3501382"/>
                <a:ext cx="31499" cy="26898"/>
                <a:chOff x="4834525" y="3501382"/>
                <a:chExt cx="31499" cy="26898"/>
              </a:xfrm>
            </p:grpSpPr>
            <p:sp>
              <p:nvSpPr>
                <p:cNvPr id="5710" name="Google Shape;5710;p58"/>
                <p:cNvSpPr/>
                <p:nvPr/>
              </p:nvSpPr>
              <p:spPr>
                <a:xfrm>
                  <a:off x="4834525" y="3501382"/>
                  <a:ext cx="31499" cy="26898"/>
                </a:xfrm>
                <a:custGeom>
                  <a:avLst/>
                  <a:gdLst/>
                  <a:ahLst/>
                  <a:cxnLst/>
                  <a:rect l="l" t="t" r="r" b="b"/>
                  <a:pathLst>
                    <a:path w="4005" h="3420" extrusionOk="0">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58"/>
                <p:cNvSpPr/>
                <p:nvPr/>
              </p:nvSpPr>
              <p:spPr>
                <a:xfrm>
                  <a:off x="4847463" y="3511056"/>
                  <a:ext cx="8950" cy="7605"/>
                </a:xfrm>
                <a:custGeom>
                  <a:avLst/>
                  <a:gdLst/>
                  <a:ahLst/>
                  <a:cxnLst/>
                  <a:rect l="l" t="t" r="r" b="b"/>
                  <a:pathLst>
                    <a:path w="1138" h="967" extrusionOk="0">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12" name="Google Shape;5712;p58"/>
              <p:cNvGrpSpPr/>
              <p:nvPr/>
            </p:nvGrpSpPr>
            <p:grpSpPr>
              <a:xfrm>
                <a:off x="4898460" y="3580158"/>
                <a:ext cx="31405" cy="26898"/>
                <a:chOff x="4898460" y="3580158"/>
                <a:chExt cx="31405" cy="26898"/>
              </a:xfrm>
            </p:grpSpPr>
            <p:sp>
              <p:nvSpPr>
                <p:cNvPr id="5713" name="Google Shape;5713;p58"/>
                <p:cNvSpPr/>
                <p:nvPr/>
              </p:nvSpPr>
              <p:spPr>
                <a:xfrm>
                  <a:off x="4898460" y="3580158"/>
                  <a:ext cx="31405" cy="26898"/>
                </a:xfrm>
                <a:custGeom>
                  <a:avLst/>
                  <a:gdLst/>
                  <a:ahLst/>
                  <a:cxnLst/>
                  <a:rect l="l" t="t" r="r" b="b"/>
                  <a:pathLst>
                    <a:path w="3993" h="3420" extrusionOk="0">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58"/>
                <p:cNvSpPr/>
                <p:nvPr/>
              </p:nvSpPr>
              <p:spPr>
                <a:xfrm>
                  <a:off x="4911303" y="3589832"/>
                  <a:ext cx="8950" cy="7605"/>
                </a:xfrm>
                <a:custGeom>
                  <a:avLst/>
                  <a:gdLst/>
                  <a:ahLst/>
                  <a:cxnLst/>
                  <a:rect l="l" t="t" r="r" b="b"/>
                  <a:pathLst>
                    <a:path w="1138" h="967" extrusionOk="0">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15" name="Google Shape;5715;p58"/>
              <p:cNvGrpSpPr/>
              <p:nvPr/>
            </p:nvGrpSpPr>
            <p:grpSpPr>
              <a:xfrm>
                <a:off x="4882667" y="3608032"/>
                <a:ext cx="31499" cy="27001"/>
                <a:chOff x="4882667" y="3608032"/>
                <a:chExt cx="31499" cy="27001"/>
              </a:xfrm>
            </p:grpSpPr>
            <p:sp>
              <p:nvSpPr>
                <p:cNvPr id="5716" name="Google Shape;5716;p58"/>
                <p:cNvSpPr/>
                <p:nvPr/>
              </p:nvSpPr>
              <p:spPr>
                <a:xfrm>
                  <a:off x="4882667" y="3608032"/>
                  <a:ext cx="31499" cy="27001"/>
                </a:xfrm>
                <a:custGeom>
                  <a:avLst/>
                  <a:gdLst/>
                  <a:ahLst/>
                  <a:cxnLst/>
                  <a:rect l="l" t="t" r="r" b="b"/>
                  <a:pathLst>
                    <a:path w="4005" h="3433" extrusionOk="0">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58"/>
                <p:cNvSpPr/>
                <p:nvPr/>
              </p:nvSpPr>
              <p:spPr>
                <a:xfrm>
                  <a:off x="4895605" y="3617706"/>
                  <a:ext cx="8950" cy="7653"/>
                </a:xfrm>
                <a:custGeom>
                  <a:avLst/>
                  <a:gdLst/>
                  <a:ahLst/>
                  <a:cxnLst/>
                  <a:rect l="l" t="t" r="r" b="b"/>
                  <a:pathLst>
                    <a:path w="1138" h="973" extrusionOk="0">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18" name="Google Shape;5718;p58"/>
              <p:cNvGrpSpPr/>
              <p:nvPr/>
            </p:nvGrpSpPr>
            <p:grpSpPr>
              <a:xfrm>
                <a:off x="4843373" y="3631407"/>
                <a:ext cx="16273" cy="16186"/>
                <a:chOff x="4843373" y="3631407"/>
                <a:chExt cx="16273" cy="16186"/>
              </a:xfrm>
            </p:grpSpPr>
            <p:sp>
              <p:nvSpPr>
                <p:cNvPr id="5719" name="Google Shape;5719;p58"/>
                <p:cNvSpPr/>
                <p:nvPr/>
              </p:nvSpPr>
              <p:spPr>
                <a:xfrm>
                  <a:off x="4843373" y="3631407"/>
                  <a:ext cx="16273" cy="16186"/>
                </a:xfrm>
                <a:custGeom>
                  <a:avLst/>
                  <a:gdLst/>
                  <a:ahLst/>
                  <a:cxnLst/>
                  <a:rect l="l" t="t" r="r" b="b"/>
                  <a:pathLst>
                    <a:path w="2069" h="2058" extrusionOk="0">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58"/>
                <p:cNvSpPr/>
                <p:nvPr/>
              </p:nvSpPr>
              <p:spPr>
                <a:xfrm>
                  <a:off x="4849178" y="3637211"/>
                  <a:ext cx="4672" cy="4577"/>
                </a:xfrm>
                <a:custGeom>
                  <a:avLst/>
                  <a:gdLst/>
                  <a:ahLst/>
                  <a:cxnLst/>
                  <a:rect l="l" t="t" r="r" b="b"/>
                  <a:pathLst>
                    <a:path w="594" h="582" extrusionOk="0">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21" name="Google Shape;5721;p58"/>
              <p:cNvGrpSpPr/>
              <p:nvPr/>
            </p:nvGrpSpPr>
            <p:grpSpPr>
              <a:xfrm>
                <a:off x="4727773" y="3591578"/>
                <a:ext cx="31499" cy="26898"/>
                <a:chOff x="4727773" y="3591578"/>
                <a:chExt cx="31499" cy="26898"/>
              </a:xfrm>
            </p:grpSpPr>
            <p:sp>
              <p:nvSpPr>
                <p:cNvPr id="5722" name="Google Shape;5722;p58"/>
                <p:cNvSpPr/>
                <p:nvPr/>
              </p:nvSpPr>
              <p:spPr>
                <a:xfrm>
                  <a:off x="4727773" y="3591578"/>
                  <a:ext cx="31499" cy="26898"/>
                </a:xfrm>
                <a:custGeom>
                  <a:avLst/>
                  <a:gdLst/>
                  <a:ahLst/>
                  <a:cxnLst/>
                  <a:rect l="l" t="t" r="r" b="b"/>
                  <a:pathLst>
                    <a:path w="4005" h="3420" extrusionOk="0">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58"/>
                <p:cNvSpPr/>
                <p:nvPr/>
              </p:nvSpPr>
              <p:spPr>
                <a:xfrm>
                  <a:off x="4740719" y="3601244"/>
                  <a:ext cx="8856" cy="7590"/>
                </a:xfrm>
                <a:custGeom>
                  <a:avLst/>
                  <a:gdLst/>
                  <a:ahLst/>
                  <a:cxnLst/>
                  <a:rect l="l" t="t" r="r" b="b"/>
                  <a:pathLst>
                    <a:path w="1126" h="965" extrusionOk="0">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24" name="Google Shape;5724;p58"/>
              <p:cNvSpPr/>
              <p:nvPr/>
            </p:nvSpPr>
            <p:spPr>
              <a:xfrm>
                <a:off x="4652041" y="3622590"/>
                <a:ext cx="31405" cy="26906"/>
              </a:xfrm>
              <a:custGeom>
                <a:avLst/>
                <a:gdLst/>
                <a:ahLst/>
                <a:cxnLst/>
                <a:rect l="l" t="t" r="r" b="b"/>
                <a:pathLst>
                  <a:path w="3993" h="3421" extrusionOk="0">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58"/>
              <p:cNvSpPr/>
              <p:nvPr/>
            </p:nvSpPr>
            <p:spPr>
              <a:xfrm>
                <a:off x="4666222" y="3632264"/>
                <a:ext cx="7613" cy="7621"/>
              </a:xfrm>
              <a:custGeom>
                <a:avLst/>
                <a:gdLst/>
                <a:ahLst/>
                <a:cxnLst/>
                <a:rect l="l" t="t" r="r" b="b"/>
                <a:pathLst>
                  <a:path w="968"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26" name="Google Shape;5726;p58"/>
              <p:cNvGrpSpPr/>
              <p:nvPr/>
            </p:nvGrpSpPr>
            <p:grpSpPr>
              <a:xfrm>
                <a:off x="4609421" y="3577398"/>
                <a:ext cx="31499" cy="27001"/>
                <a:chOff x="4609421" y="3577398"/>
                <a:chExt cx="31499" cy="27001"/>
              </a:xfrm>
            </p:grpSpPr>
            <p:sp>
              <p:nvSpPr>
                <p:cNvPr id="5727" name="Google Shape;5727;p58"/>
                <p:cNvSpPr/>
                <p:nvPr/>
              </p:nvSpPr>
              <p:spPr>
                <a:xfrm>
                  <a:off x="4609421" y="3577398"/>
                  <a:ext cx="31499" cy="27001"/>
                </a:xfrm>
                <a:custGeom>
                  <a:avLst/>
                  <a:gdLst/>
                  <a:ahLst/>
                  <a:cxnLst/>
                  <a:rect l="l" t="t" r="r" b="b"/>
                  <a:pathLst>
                    <a:path w="4005" h="3433" extrusionOk="0">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58"/>
                <p:cNvSpPr/>
                <p:nvPr/>
              </p:nvSpPr>
              <p:spPr>
                <a:xfrm>
                  <a:off x="4623594" y="3587072"/>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29" name="Google Shape;5729;p58"/>
              <p:cNvGrpSpPr/>
              <p:nvPr/>
            </p:nvGrpSpPr>
            <p:grpSpPr>
              <a:xfrm>
                <a:off x="4649289" y="3577398"/>
                <a:ext cx="31499" cy="27001"/>
                <a:chOff x="4649289" y="3577398"/>
                <a:chExt cx="31499" cy="27001"/>
              </a:xfrm>
            </p:grpSpPr>
            <p:sp>
              <p:nvSpPr>
                <p:cNvPr id="5730" name="Google Shape;5730;p58"/>
                <p:cNvSpPr/>
                <p:nvPr/>
              </p:nvSpPr>
              <p:spPr>
                <a:xfrm>
                  <a:off x="4649289" y="3577398"/>
                  <a:ext cx="31499" cy="27001"/>
                </a:xfrm>
                <a:custGeom>
                  <a:avLst/>
                  <a:gdLst/>
                  <a:ahLst/>
                  <a:cxnLst/>
                  <a:rect l="l" t="t" r="r" b="b"/>
                  <a:pathLst>
                    <a:path w="4005" h="3433" extrusionOk="0">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58"/>
                <p:cNvSpPr/>
                <p:nvPr/>
              </p:nvSpPr>
              <p:spPr>
                <a:xfrm>
                  <a:off x="4662227" y="3587072"/>
                  <a:ext cx="8856" cy="7676"/>
                </a:xfrm>
                <a:custGeom>
                  <a:avLst/>
                  <a:gdLst/>
                  <a:ahLst/>
                  <a:cxnLst/>
                  <a:rect l="l" t="t" r="r" b="b"/>
                  <a:pathLst>
                    <a:path w="1126" h="976" extrusionOk="0">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32" name="Google Shape;5732;p58"/>
              <p:cNvGrpSpPr/>
              <p:nvPr/>
            </p:nvGrpSpPr>
            <p:grpSpPr>
              <a:xfrm>
                <a:off x="4605614" y="3639523"/>
                <a:ext cx="31499" cy="26906"/>
                <a:chOff x="4605614" y="3639523"/>
                <a:chExt cx="31499" cy="26906"/>
              </a:xfrm>
            </p:grpSpPr>
            <p:sp>
              <p:nvSpPr>
                <p:cNvPr id="5733" name="Google Shape;5733;p58"/>
                <p:cNvSpPr/>
                <p:nvPr/>
              </p:nvSpPr>
              <p:spPr>
                <a:xfrm>
                  <a:off x="4605614" y="3639523"/>
                  <a:ext cx="31499" cy="26906"/>
                </a:xfrm>
                <a:custGeom>
                  <a:avLst/>
                  <a:gdLst/>
                  <a:ahLst/>
                  <a:cxnLst/>
                  <a:rect l="l" t="t" r="r" b="b"/>
                  <a:pathLst>
                    <a:path w="4005" h="3421" extrusionOk="0">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58"/>
                <p:cNvSpPr/>
                <p:nvPr/>
              </p:nvSpPr>
              <p:spPr>
                <a:xfrm>
                  <a:off x="4619795" y="3649197"/>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35" name="Google Shape;5735;p58"/>
              <p:cNvGrpSpPr/>
              <p:nvPr/>
            </p:nvGrpSpPr>
            <p:grpSpPr>
              <a:xfrm>
                <a:off x="4785149" y="3618846"/>
                <a:ext cx="26930" cy="26843"/>
                <a:chOff x="4785149" y="3618846"/>
                <a:chExt cx="26930" cy="26843"/>
              </a:xfrm>
            </p:grpSpPr>
            <p:sp>
              <p:nvSpPr>
                <p:cNvPr id="5736" name="Google Shape;5736;p58"/>
                <p:cNvSpPr/>
                <p:nvPr/>
              </p:nvSpPr>
              <p:spPr>
                <a:xfrm>
                  <a:off x="4785149" y="3618846"/>
                  <a:ext cx="26930" cy="26843"/>
                </a:xfrm>
                <a:custGeom>
                  <a:avLst/>
                  <a:gdLst/>
                  <a:ahLst/>
                  <a:cxnLst/>
                  <a:rect l="l" t="t" r="r" b="b"/>
                  <a:pathLst>
                    <a:path w="3424" h="3413" extrusionOk="0">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58"/>
                <p:cNvSpPr/>
                <p:nvPr/>
              </p:nvSpPr>
              <p:spPr>
                <a:xfrm>
                  <a:off x="4793611" y="3628457"/>
                  <a:ext cx="8856" cy="7590"/>
                </a:xfrm>
                <a:custGeom>
                  <a:avLst/>
                  <a:gdLst/>
                  <a:ahLst/>
                  <a:cxnLst/>
                  <a:rect l="l" t="t" r="r" b="b"/>
                  <a:pathLst>
                    <a:path w="1126" h="965" extrusionOk="0">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38" name="Google Shape;5738;p58"/>
              <p:cNvGrpSpPr/>
              <p:nvPr/>
            </p:nvGrpSpPr>
            <p:grpSpPr>
              <a:xfrm>
                <a:off x="4810167" y="3601567"/>
                <a:ext cx="31405" cy="26898"/>
                <a:chOff x="4810167" y="3601567"/>
                <a:chExt cx="31405" cy="26898"/>
              </a:xfrm>
            </p:grpSpPr>
            <p:sp>
              <p:nvSpPr>
                <p:cNvPr id="5739" name="Google Shape;5739;p58"/>
                <p:cNvSpPr/>
                <p:nvPr/>
              </p:nvSpPr>
              <p:spPr>
                <a:xfrm>
                  <a:off x="4810167" y="3601567"/>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58"/>
                <p:cNvSpPr/>
                <p:nvPr/>
              </p:nvSpPr>
              <p:spPr>
                <a:xfrm>
                  <a:off x="4824348" y="3611241"/>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1" name="Google Shape;5741;p58"/>
              <p:cNvGrpSpPr/>
              <p:nvPr/>
            </p:nvGrpSpPr>
            <p:grpSpPr>
              <a:xfrm>
                <a:off x="4831002" y="3373230"/>
                <a:ext cx="31405" cy="26898"/>
                <a:chOff x="4831002" y="3373230"/>
                <a:chExt cx="31405" cy="26898"/>
              </a:xfrm>
            </p:grpSpPr>
            <p:sp>
              <p:nvSpPr>
                <p:cNvPr id="5742" name="Google Shape;5742;p58"/>
                <p:cNvSpPr/>
                <p:nvPr/>
              </p:nvSpPr>
              <p:spPr>
                <a:xfrm>
                  <a:off x="4831002" y="3373230"/>
                  <a:ext cx="31405" cy="26898"/>
                </a:xfrm>
                <a:custGeom>
                  <a:avLst/>
                  <a:gdLst/>
                  <a:ahLst/>
                  <a:cxnLst/>
                  <a:rect l="l" t="t" r="r" b="b"/>
                  <a:pathLst>
                    <a:path w="3993" h="3420" extrusionOk="0">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58"/>
                <p:cNvSpPr/>
                <p:nvPr/>
              </p:nvSpPr>
              <p:spPr>
                <a:xfrm>
                  <a:off x="4845182" y="3382896"/>
                  <a:ext cx="7519" cy="7621"/>
                </a:xfrm>
                <a:custGeom>
                  <a:avLst/>
                  <a:gdLst/>
                  <a:ahLst/>
                  <a:cxnLst/>
                  <a:rect l="l" t="t" r="r" b="b"/>
                  <a:pathLst>
                    <a:path w="956" h="969" extrusionOk="0">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4" name="Google Shape;5744;p58"/>
              <p:cNvGrpSpPr/>
              <p:nvPr/>
            </p:nvGrpSpPr>
            <p:grpSpPr>
              <a:xfrm>
                <a:off x="4719311" y="3355054"/>
                <a:ext cx="31499" cy="27001"/>
                <a:chOff x="4719311" y="3355054"/>
                <a:chExt cx="31499" cy="27001"/>
              </a:xfrm>
            </p:grpSpPr>
            <p:sp>
              <p:nvSpPr>
                <p:cNvPr id="5745" name="Google Shape;5745;p58"/>
                <p:cNvSpPr/>
                <p:nvPr/>
              </p:nvSpPr>
              <p:spPr>
                <a:xfrm>
                  <a:off x="4719311" y="3355054"/>
                  <a:ext cx="31499" cy="27001"/>
                </a:xfrm>
                <a:custGeom>
                  <a:avLst/>
                  <a:gdLst/>
                  <a:ahLst/>
                  <a:cxnLst/>
                  <a:rect l="l" t="t" r="r" b="b"/>
                  <a:pathLst>
                    <a:path w="4005" h="3433" extrusionOk="0">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58"/>
                <p:cNvSpPr/>
                <p:nvPr/>
              </p:nvSpPr>
              <p:spPr>
                <a:xfrm>
                  <a:off x="4733578" y="3364822"/>
                  <a:ext cx="7527" cy="7527"/>
                </a:xfrm>
                <a:custGeom>
                  <a:avLst/>
                  <a:gdLst/>
                  <a:ahLst/>
                  <a:cxnLst/>
                  <a:rect l="l" t="t" r="r" b="b"/>
                  <a:pathLst>
                    <a:path w="957" h="957" extrusionOk="0">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7" name="Google Shape;5747;p58"/>
              <p:cNvGrpSpPr/>
              <p:nvPr/>
            </p:nvGrpSpPr>
            <p:grpSpPr>
              <a:xfrm>
                <a:off x="4798755" y="3450260"/>
                <a:ext cx="26930" cy="26930"/>
                <a:chOff x="4798755" y="3450260"/>
                <a:chExt cx="26930" cy="26930"/>
              </a:xfrm>
            </p:grpSpPr>
            <p:sp>
              <p:nvSpPr>
                <p:cNvPr id="5748" name="Google Shape;5748;p58"/>
                <p:cNvSpPr/>
                <p:nvPr/>
              </p:nvSpPr>
              <p:spPr>
                <a:xfrm>
                  <a:off x="4798755" y="3450260"/>
                  <a:ext cx="26930" cy="26930"/>
                </a:xfrm>
                <a:custGeom>
                  <a:avLst/>
                  <a:gdLst/>
                  <a:ahLst/>
                  <a:cxnLst/>
                  <a:rect l="l" t="t" r="r" b="b"/>
                  <a:pathLst>
                    <a:path w="3424" h="3424" extrusionOk="0">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58"/>
                <p:cNvSpPr/>
                <p:nvPr/>
              </p:nvSpPr>
              <p:spPr>
                <a:xfrm>
                  <a:off x="4807218" y="3459871"/>
                  <a:ext cx="8856" cy="7605"/>
                </a:xfrm>
                <a:custGeom>
                  <a:avLst/>
                  <a:gdLst/>
                  <a:ahLst/>
                  <a:cxnLst/>
                  <a:rect l="l" t="t" r="r" b="b"/>
                  <a:pathLst>
                    <a:path w="1126" h="967" extrusionOk="0">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50" name="Google Shape;5750;p58"/>
              <p:cNvGrpSpPr/>
              <p:nvPr/>
            </p:nvGrpSpPr>
            <p:grpSpPr>
              <a:xfrm>
                <a:off x="4645576" y="3467555"/>
                <a:ext cx="31405" cy="26953"/>
                <a:chOff x="4645576" y="3467555"/>
                <a:chExt cx="31405" cy="26953"/>
              </a:xfrm>
            </p:grpSpPr>
            <p:sp>
              <p:nvSpPr>
                <p:cNvPr id="5751" name="Google Shape;5751;p58"/>
                <p:cNvSpPr/>
                <p:nvPr/>
              </p:nvSpPr>
              <p:spPr>
                <a:xfrm>
                  <a:off x="4645576" y="3467555"/>
                  <a:ext cx="31405" cy="26953"/>
                </a:xfrm>
                <a:custGeom>
                  <a:avLst/>
                  <a:gdLst/>
                  <a:ahLst/>
                  <a:cxnLst/>
                  <a:rect l="l" t="t" r="r" b="b"/>
                  <a:pathLst>
                    <a:path w="3993" h="3427" extrusionOk="0">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58"/>
                <p:cNvSpPr/>
                <p:nvPr/>
              </p:nvSpPr>
              <p:spPr>
                <a:xfrm>
                  <a:off x="4659749" y="3477182"/>
                  <a:ext cx="7527" cy="7621"/>
                </a:xfrm>
                <a:custGeom>
                  <a:avLst/>
                  <a:gdLst/>
                  <a:ahLst/>
                  <a:cxnLst/>
                  <a:rect l="l" t="t" r="r" b="b"/>
                  <a:pathLst>
                    <a:path w="957" h="969" extrusionOk="0">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53" name="Google Shape;5753;p58"/>
              <p:cNvGrpSpPr/>
              <p:nvPr/>
            </p:nvGrpSpPr>
            <p:grpSpPr>
              <a:xfrm>
                <a:off x="4687631" y="3583965"/>
                <a:ext cx="31499" cy="26898"/>
                <a:chOff x="4687631" y="3583965"/>
                <a:chExt cx="31499" cy="26898"/>
              </a:xfrm>
            </p:grpSpPr>
            <p:sp>
              <p:nvSpPr>
                <p:cNvPr id="5754" name="Google Shape;5754;p58"/>
                <p:cNvSpPr/>
                <p:nvPr/>
              </p:nvSpPr>
              <p:spPr>
                <a:xfrm>
                  <a:off x="4687631" y="3583965"/>
                  <a:ext cx="31499" cy="26898"/>
                </a:xfrm>
                <a:custGeom>
                  <a:avLst/>
                  <a:gdLst/>
                  <a:ahLst/>
                  <a:cxnLst/>
                  <a:rect l="l" t="t" r="r" b="b"/>
                  <a:pathLst>
                    <a:path w="4005" h="3420" extrusionOk="0">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58"/>
                <p:cNvSpPr/>
                <p:nvPr/>
              </p:nvSpPr>
              <p:spPr>
                <a:xfrm>
                  <a:off x="4700568" y="3593639"/>
                  <a:ext cx="8950" cy="7582"/>
                </a:xfrm>
                <a:custGeom>
                  <a:avLst/>
                  <a:gdLst/>
                  <a:ahLst/>
                  <a:cxnLst/>
                  <a:rect l="l" t="t" r="r" b="b"/>
                  <a:pathLst>
                    <a:path w="1138" h="964" extrusionOk="0">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56" name="Google Shape;5756;p58"/>
              <p:cNvGrpSpPr/>
              <p:nvPr/>
            </p:nvGrpSpPr>
            <p:grpSpPr>
              <a:xfrm>
                <a:off x="4719311" y="3471314"/>
                <a:ext cx="31499" cy="27001"/>
                <a:chOff x="4719311" y="3471314"/>
                <a:chExt cx="31499" cy="27001"/>
              </a:xfrm>
            </p:grpSpPr>
            <p:sp>
              <p:nvSpPr>
                <p:cNvPr id="5757" name="Google Shape;5757;p58"/>
                <p:cNvSpPr/>
                <p:nvPr/>
              </p:nvSpPr>
              <p:spPr>
                <a:xfrm>
                  <a:off x="4719311" y="3471314"/>
                  <a:ext cx="31499" cy="27001"/>
                </a:xfrm>
                <a:custGeom>
                  <a:avLst/>
                  <a:gdLst/>
                  <a:ahLst/>
                  <a:cxnLst/>
                  <a:rect l="l" t="t" r="r" b="b"/>
                  <a:pathLst>
                    <a:path w="4005" h="3433" extrusionOk="0">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58"/>
                <p:cNvSpPr/>
                <p:nvPr/>
              </p:nvSpPr>
              <p:spPr>
                <a:xfrm>
                  <a:off x="4732249"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59" name="Google Shape;5759;p58"/>
              <p:cNvGrpSpPr/>
              <p:nvPr/>
            </p:nvGrpSpPr>
            <p:grpSpPr>
              <a:xfrm>
                <a:off x="4719311" y="3434404"/>
                <a:ext cx="31499" cy="26898"/>
                <a:chOff x="4719311" y="3434404"/>
                <a:chExt cx="31499" cy="26898"/>
              </a:xfrm>
            </p:grpSpPr>
            <p:sp>
              <p:nvSpPr>
                <p:cNvPr id="5760" name="Google Shape;5760;p58"/>
                <p:cNvSpPr/>
                <p:nvPr/>
              </p:nvSpPr>
              <p:spPr>
                <a:xfrm>
                  <a:off x="4719311" y="343440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58"/>
                <p:cNvSpPr/>
                <p:nvPr/>
              </p:nvSpPr>
              <p:spPr>
                <a:xfrm>
                  <a:off x="4732249" y="3444078"/>
                  <a:ext cx="8856" cy="7582"/>
                </a:xfrm>
                <a:custGeom>
                  <a:avLst/>
                  <a:gdLst/>
                  <a:ahLst/>
                  <a:cxnLst/>
                  <a:rect l="l" t="t" r="r" b="b"/>
                  <a:pathLst>
                    <a:path w="1126" h="964" extrusionOk="0">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2" name="Google Shape;5762;p58"/>
              <p:cNvGrpSpPr/>
              <p:nvPr/>
            </p:nvGrpSpPr>
            <p:grpSpPr>
              <a:xfrm>
                <a:off x="4768876" y="3401772"/>
                <a:ext cx="31499" cy="26898"/>
                <a:chOff x="4768876" y="3401772"/>
                <a:chExt cx="31499" cy="26898"/>
              </a:xfrm>
            </p:grpSpPr>
            <p:sp>
              <p:nvSpPr>
                <p:cNvPr id="5763" name="Google Shape;5763;p58"/>
                <p:cNvSpPr/>
                <p:nvPr/>
              </p:nvSpPr>
              <p:spPr>
                <a:xfrm>
                  <a:off x="4768876" y="3401772"/>
                  <a:ext cx="31499" cy="26898"/>
                </a:xfrm>
                <a:custGeom>
                  <a:avLst/>
                  <a:gdLst/>
                  <a:ahLst/>
                  <a:cxnLst/>
                  <a:rect l="l" t="t" r="r" b="b"/>
                  <a:pathLst>
                    <a:path w="4005" h="3420" extrusionOk="0">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58"/>
                <p:cNvSpPr/>
                <p:nvPr/>
              </p:nvSpPr>
              <p:spPr>
                <a:xfrm>
                  <a:off x="4783057" y="3411438"/>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5" name="Google Shape;5765;p58"/>
              <p:cNvGrpSpPr/>
              <p:nvPr/>
            </p:nvGrpSpPr>
            <p:grpSpPr>
              <a:xfrm>
                <a:off x="4762214" y="3471377"/>
                <a:ext cx="26938" cy="26938"/>
                <a:chOff x="4762214" y="3471377"/>
                <a:chExt cx="26938" cy="26938"/>
              </a:xfrm>
            </p:grpSpPr>
            <p:sp>
              <p:nvSpPr>
                <p:cNvPr id="5766" name="Google Shape;5766;p58"/>
                <p:cNvSpPr/>
                <p:nvPr/>
              </p:nvSpPr>
              <p:spPr>
                <a:xfrm>
                  <a:off x="4762214" y="3471377"/>
                  <a:ext cx="26938" cy="26938"/>
                </a:xfrm>
                <a:custGeom>
                  <a:avLst/>
                  <a:gdLst/>
                  <a:ahLst/>
                  <a:cxnLst/>
                  <a:rect l="l" t="t" r="r" b="b"/>
                  <a:pathLst>
                    <a:path w="3425" h="3425" extrusionOk="0">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58"/>
                <p:cNvSpPr/>
                <p:nvPr/>
              </p:nvSpPr>
              <p:spPr>
                <a:xfrm>
                  <a:off x="4770591"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8" name="Google Shape;5768;p58"/>
              <p:cNvGrpSpPr/>
              <p:nvPr/>
            </p:nvGrpSpPr>
            <p:grpSpPr>
              <a:xfrm>
                <a:off x="4790473" y="3344782"/>
                <a:ext cx="31405" cy="26898"/>
                <a:chOff x="4790473" y="3344782"/>
                <a:chExt cx="31405" cy="26898"/>
              </a:xfrm>
            </p:grpSpPr>
            <p:sp>
              <p:nvSpPr>
                <p:cNvPr id="5769" name="Google Shape;5769;p58"/>
                <p:cNvSpPr/>
                <p:nvPr/>
              </p:nvSpPr>
              <p:spPr>
                <a:xfrm>
                  <a:off x="4790473" y="3344782"/>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58"/>
                <p:cNvSpPr/>
                <p:nvPr/>
              </p:nvSpPr>
              <p:spPr>
                <a:xfrm>
                  <a:off x="4804654" y="3354456"/>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71" name="Google Shape;5771;p58"/>
              <p:cNvGrpSpPr/>
              <p:nvPr/>
            </p:nvGrpSpPr>
            <p:grpSpPr>
              <a:xfrm>
                <a:off x="4823774" y="3950733"/>
                <a:ext cx="37398" cy="32034"/>
                <a:chOff x="4823774" y="3950733"/>
                <a:chExt cx="37398" cy="32034"/>
              </a:xfrm>
            </p:grpSpPr>
            <p:sp>
              <p:nvSpPr>
                <p:cNvPr id="5772" name="Google Shape;5772;p58"/>
                <p:cNvSpPr/>
                <p:nvPr/>
              </p:nvSpPr>
              <p:spPr>
                <a:xfrm>
                  <a:off x="4823774" y="3950733"/>
                  <a:ext cx="37398" cy="32034"/>
                </a:xfrm>
                <a:custGeom>
                  <a:avLst/>
                  <a:gdLst/>
                  <a:ahLst/>
                  <a:cxnLst/>
                  <a:rect l="l" t="t" r="r" b="b"/>
                  <a:pathLst>
                    <a:path w="4755" h="4073" extrusionOk="0">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58"/>
                <p:cNvSpPr/>
                <p:nvPr/>
              </p:nvSpPr>
              <p:spPr>
                <a:xfrm>
                  <a:off x="4836617" y="3960407"/>
                  <a:ext cx="14849" cy="12718"/>
                </a:xfrm>
                <a:custGeom>
                  <a:avLst/>
                  <a:gdLst/>
                  <a:ahLst/>
                  <a:cxnLst/>
                  <a:rect l="l" t="t" r="r" b="b"/>
                  <a:pathLst>
                    <a:path w="1888" h="1617" extrusionOk="0">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74" name="Google Shape;5774;p58"/>
              <p:cNvGrpSpPr/>
              <p:nvPr/>
            </p:nvGrpSpPr>
            <p:grpSpPr>
              <a:xfrm>
                <a:off x="4823396" y="4110566"/>
                <a:ext cx="31405" cy="26906"/>
                <a:chOff x="4823396" y="4110566"/>
                <a:chExt cx="31405" cy="26906"/>
              </a:xfrm>
            </p:grpSpPr>
            <p:sp>
              <p:nvSpPr>
                <p:cNvPr id="5775" name="Google Shape;5775;p58"/>
                <p:cNvSpPr/>
                <p:nvPr/>
              </p:nvSpPr>
              <p:spPr>
                <a:xfrm>
                  <a:off x="4823396" y="4110566"/>
                  <a:ext cx="31405" cy="26906"/>
                </a:xfrm>
                <a:custGeom>
                  <a:avLst/>
                  <a:gdLst/>
                  <a:ahLst/>
                  <a:cxnLst/>
                  <a:rect l="l" t="t" r="r" b="b"/>
                  <a:pathLst>
                    <a:path w="3993" h="3421" extrusionOk="0">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58"/>
                <p:cNvSpPr/>
                <p:nvPr/>
              </p:nvSpPr>
              <p:spPr>
                <a:xfrm>
                  <a:off x="4836240" y="4120145"/>
                  <a:ext cx="8950" cy="7684"/>
                </a:xfrm>
                <a:custGeom>
                  <a:avLst/>
                  <a:gdLst/>
                  <a:ahLst/>
                  <a:cxnLst/>
                  <a:rect l="l" t="t" r="r" b="b"/>
                  <a:pathLst>
                    <a:path w="1138" h="977" extrusionOk="0">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77" name="Google Shape;5777;p58"/>
              <p:cNvGrpSpPr/>
              <p:nvPr/>
            </p:nvGrpSpPr>
            <p:grpSpPr>
              <a:xfrm>
                <a:off x="4838332" y="3821150"/>
                <a:ext cx="31499" cy="26898"/>
                <a:chOff x="4838332" y="3821150"/>
                <a:chExt cx="31499" cy="26898"/>
              </a:xfrm>
            </p:grpSpPr>
            <p:sp>
              <p:nvSpPr>
                <p:cNvPr id="5778" name="Google Shape;5778;p58"/>
                <p:cNvSpPr/>
                <p:nvPr/>
              </p:nvSpPr>
              <p:spPr>
                <a:xfrm>
                  <a:off x="4838332" y="3821150"/>
                  <a:ext cx="31499" cy="26898"/>
                </a:xfrm>
                <a:custGeom>
                  <a:avLst/>
                  <a:gdLst/>
                  <a:ahLst/>
                  <a:cxnLst/>
                  <a:rect l="l" t="t" r="r" b="b"/>
                  <a:pathLst>
                    <a:path w="4005" h="3420" extrusionOk="0">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58"/>
                <p:cNvSpPr/>
                <p:nvPr/>
              </p:nvSpPr>
              <p:spPr>
                <a:xfrm>
                  <a:off x="4851270" y="3830824"/>
                  <a:ext cx="8950" cy="7582"/>
                </a:xfrm>
                <a:custGeom>
                  <a:avLst/>
                  <a:gdLst/>
                  <a:ahLst/>
                  <a:cxnLst/>
                  <a:rect l="l" t="t" r="r" b="b"/>
                  <a:pathLst>
                    <a:path w="1138" h="964" extrusionOk="0">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0" name="Google Shape;5780;p58"/>
              <p:cNvGrpSpPr/>
              <p:nvPr/>
            </p:nvGrpSpPr>
            <p:grpSpPr>
              <a:xfrm>
                <a:off x="4661275" y="3815007"/>
                <a:ext cx="36824" cy="31523"/>
                <a:chOff x="4661275" y="3815007"/>
                <a:chExt cx="36824" cy="31523"/>
              </a:xfrm>
            </p:grpSpPr>
            <p:sp>
              <p:nvSpPr>
                <p:cNvPr id="5781" name="Google Shape;5781;p58"/>
                <p:cNvSpPr/>
                <p:nvPr/>
              </p:nvSpPr>
              <p:spPr>
                <a:xfrm>
                  <a:off x="4661275" y="3815007"/>
                  <a:ext cx="36824" cy="31523"/>
                </a:xfrm>
                <a:custGeom>
                  <a:avLst/>
                  <a:gdLst/>
                  <a:ahLst/>
                  <a:cxnLst/>
                  <a:rect l="l" t="t" r="r" b="b"/>
                  <a:pathLst>
                    <a:path w="4682" h="4008" extrusionOk="0">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58"/>
                <p:cNvSpPr/>
                <p:nvPr/>
              </p:nvSpPr>
              <p:spPr>
                <a:xfrm>
                  <a:off x="4676211" y="3824736"/>
                  <a:ext cx="12183" cy="12183"/>
                </a:xfrm>
                <a:custGeom>
                  <a:avLst/>
                  <a:gdLst/>
                  <a:ahLst/>
                  <a:cxnLst/>
                  <a:rect l="l" t="t" r="r" b="b"/>
                  <a:pathLst>
                    <a:path w="1549" h="1549" extrusionOk="0">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3" name="Google Shape;5783;p58"/>
              <p:cNvGrpSpPr/>
              <p:nvPr/>
            </p:nvGrpSpPr>
            <p:grpSpPr>
              <a:xfrm>
                <a:off x="4558998" y="3851037"/>
                <a:ext cx="33591" cy="28699"/>
                <a:chOff x="4558998" y="3851037"/>
                <a:chExt cx="33591" cy="28699"/>
              </a:xfrm>
            </p:grpSpPr>
            <p:sp>
              <p:nvSpPr>
                <p:cNvPr id="5784" name="Google Shape;5784;p58"/>
                <p:cNvSpPr/>
                <p:nvPr/>
              </p:nvSpPr>
              <p:spPr>
                <a:xfrm>
                  <a:off x="4558998" y="3851037"/>
                  <a:ext cx="33591" cy="28699"/>
                </a:xfrm>
                <a:custGeom>
                  <a:avLst/>
                  <a:gdLst/>
                  <a:ahLst/>
                  <a:cxnLst/>
                  <a:rect l="l" t="t" r="r" b="b"/>
                  <a:pathLst>
                    <a:path w="4271" h="3649" extrusionOk="0">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58"/>
                <p:cNvSpPr/>
                <p:nvPr/>
              </p:nvSpPr>
              <p:spPr>
                <a:xfrm>
                  <a:off x="4573557" y="3860695"/>
                  <a:ext cx="9328" cy="9430"/>
                </a:xfrm>
                <a:custGeom>
                  <a:avLst/>
                  <a:gdLst/>
                  <a:ahLst/>
                  <a:cxnLst/>
                  <a:rect l="l" t="t" r="r" b="b"/>
                  <a:pathLst>
                    <a:path w="1186" h="1199" extrusionOk="0">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6" name="Google Shape;5786;p58"/>
              <p:cNvGrpSpPr/>
              <p:nvPr/>
            </p:nvGrpSpPr>
            <p:grpSpPr>
              <a:xfrm>
                <a:off x="4696762" y="3638587"/>
                <a:ext cx="33591" cy="28794"/>
                <a:chOff x="4696762" y="3638587"/>
                <a:chExt cx="33591" cy="28794"/>
              </a:xfrm>
            </p:grpSpPr>
            <p:sp>
              <p:nvSpPr>
                <p:cNvPr id="5787" name="Google Shape;5787;p58"/>
                <p:cNvSpPr/>
                <p:nvPr/>
              </p:nvSpPr>
              <p:spPr>
                <a:xfrm>
                  <a:off x="4696762" y="3638587"/>
                  <a:ext cx="33591" cy="28794"/>
                </a:xfrm>
                <a:custGeom>
                  <a:avLst/>
                  <a:gdLst/>
                  <a:ahLst/>
                  <a:cxnLst/>
                  <a:rect l="l" t="t" r="r" b="b"/>
                  <a:pathLst>
                    <a:path w="4271" h="3661" extrusionOk="0">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58"/>
                <p:cNvSpPr/>
                <p:nvPr/>
              </p:nvSpPr>
              <p:spPr>
                <a:xfrm>
                  <a:off x="4711320" y="3648245"/>
                  <a:ext cx="9328" cy="9430"/>
                </a:xfrm>
                <a:custGeom>
                  <a:avLst/>
                  <a:gdLst/>
                  <a:ahLst/>
                  <a:cxnLst/>
                  <a:rect l="l" t="t" r="r" b="b"/>
                  <a:pathLst>
                    <a:path w="1186" h="1199" extrusionOk="0">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9" name="Google Shape;5789;p58"/>
              <p:cNvGrpSpPr/>
              <p:nvPr/>
            </p:nvGrpSpPr>
            <p:grpSpPr>
              <a:xfrm>
                <a:off x="4929479" y="3939140"/>
                <a:ext cx="33497" cy="28692"/>
                <a:chOff x="4929479" y="3939140"/>
                <a:chExt cx="33497" cy="28692"/>
              </a:xfrm>
            </p:grpSpPr>
            <p:sp>
              <p:nvSpPr>
                <p:cNvPr id="5790" name="Google Shape;5790;p58"/>
                <p:cNvSpPr/>
                <p:nvPr/>
              </p:nvSpPr>
              <p:spPr>
                <a:xfrm>
                  <a:off x="4929479" y="3939140"/>
                  <a:ext cx="33497" cy="28692"/>
                </a:xfrm>
                <a:custGeom>
                  <a:avLst/>
                  <a:gdLst/>
                  <a:ahLst/>
                  <a:cxnLst/>
                  <a:rect l="l" t="t" r="r" b="b"/>
                  <a:pathLst>
                    <a:path w="4259" h="3648" extrusionOk="0">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58"/>
                <p:cNvSpPr/>
                <p:nvPr/>
              </p:nvSpPr>
              <p:spPr>
                <a:xfrm>
                  <a:off x="4943935" y="3948893"/>
                  <a:ext cx="9430" cy="9328"/>
                </a:xfrm>
                <a:custGeom>
                  <a:avLst/>
                  <a:gdLst/>
                  <a:ahLst/>
                  <a:cxnLst/>
                  <a:rect l="l" t="t" r="r" b="b"/>
                  <a:pathLst>
                    <a:path w="1199" h="1186" extrusionOk="0">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92" name="Google Shape;5792;p58"/>
              <p:cNvGrpSpPr/>
              <p:nvPr/>
            </p:nvGrpSpPr>
            <p:grpSpPr>
              <a:xfrm>
                <a:off x="4907119" y="3986039"/>
                <a:ext cx="33497" cy="28699"/>
                <a:chOff x="4907119" y="3986039"/>
                <a:chExt cx="33497" cy="28699"/>
              </a:xfrm>
            </p:grpSpPr>
            <p:sp>
              <p:nvSpPr>
                <p:cNvPr id="5793" name="Google Shape;5793;p58"/>
                <p:cNvSpPr/>
                <p:nvPr/>
              </p:nvSpPr>
              <p:spPr>
                <a:xfrm>
                  <a:off x="4907119" y="3986039"/>
                  <a:ext cx="33497" cy="28699"/>
                </a:xfrm>
                <a:custGeom>
                  <a:avLst/>
                  <a:gdLst/>
                  <a:ahLst/>
                  <a:cxnLst/>
                  <a:rect l="l" t="t" r="r" b="b"/>
                  <a:pathLst>
                    <a:path w="4259" h="3649" extrusionOk="0">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58"/>
                <p:cNvSpPr/>
                <p:nvPr/>
              </p:nvSpPr>
              <p:spPr>
                <a:xfrm>
                  <a:off x="4921583" y="3995705"/>
                  <a:ext cx="9422" cy="9328"/>
                </a:xfrm>
                <a:custGeom>
                  <a:avLst/>
                  <a:gdLst/>
                  <a:ahLst/>
                  <a:cxnLst/>
                  <a:rect l="l" t="t" r="r" b="b"/>
                  <a:pathLst>
                    <a:path w="1198" h="1186" extrusionOk="0">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95" name="Google Shape;5795;p58"/>
              <p:cNvGrpSpPr/>
              <p:nvPr/>
            </p:nvGrpSpPr>
            <p:grpSpPr>
              <a:xfrm>
                <a:off x="4911783" y="4048102"/>
                <a:ext cx="33591" cy="28762"/>
                <a:chOff x="4911783" y="4048102"/>
                <a:chExt cx="33591" cy="28762"/>
              </a:xfrm>
            </p:grpSpPr>
            <p:sp>
              <p:nvSpPr>
                <p:cNvPr id="5796" name="Google Shape;5796;p58"/>
                <p:cNvSpPr/>
                <p:nvPr/>
              </p:nvSpPr>
              <p:spPr>
                <a:xfrm>
                  <a:off x="4911783" y="4048102"/>
                  <a:ext cx="33591" cy="28762"/>
                </a:xfrm>
                <a:custGeom>
                  <a:avLst/>
                  <a:gdLst/>
                  <a:ahLst/>
                  <a:cxnLst/>
                  <a:rect l="l" t="t" r="r" b="b"/>
                  <a:pathLst>
                    <a:path w="4271" h="3657" extrusionOk="0">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58"/>
                <p:cNvSpPr/>
                <p:nvPr/>
              </p:nvSpPr>
              <p:spPr>
                <a:xfrm>
                  <a:off x="4926333" y="4057831"/>
                  <a:ext cx="9336" cy="9328"/>
                </a:xfrm>
                <a:custGeom>
                  <a:avLst/>
                  <a:gdLst/>
                  <a:ahLst/>
                  <a:cxnLst/>
                  <a:rect l="l" t="t" r="r" b="b"/>
                  <a:pathLst>
                    <a:path w="1187" h="1186" extrusionOk="0">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98" name="Google Shape;5798;p58"/>
              <p:cNvSpPr/>
              <p:nvPr/>
            </p:nvSpPr>
            <p:spPr>
              <a:xfrm>
                <a:off x="4713506" y="3934476"/>
                <a:ext cx="33497" cy="28692"/>
              </a:xfrm>
              <a:custGeom>
                <a:avLst/>
                <a:gdLst/>
                <a:ahLst/>
                <a:cxnLst/>
                <a:rect l="l" t="t" r="r" b="b"/>
                <a:pathLst>
                  <a:path w="4259" h="3648" extrusionOk="0">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58"/>
              <p:cNvSpPr/>
              <p:nvPr/>
            </p:nvSpPr>
            <p:spPr>
              <a:xfrm>
                <a:off x="4727970" y="3944135"/>
                <a:ext cx="9328" cy="9430"/>
              </a:xfrm>
              <a:custGeom>
                <a:avLst/>
                <a:gdLst/>
                <a:ahLst/>
                <a:cxnLst/>
                <a:rect l="l" t="t" r="r" b="b"/>
                <a:pathLst>
                  <a:path w="1186" h="1199" extrusionOk="0">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00" name="Google Shape;5800;p58"/>
              <p:cNvGrpSpPr/>
              <p:nvPr/>
            </p:nvGrpSpPr>
            <p:grpSpPr>
              <a:xfrm>
                <a:off x="4762623" y="3837847"/>
                <a:ext cx="42416" cy="36273"/>
                <a:chOff x="4762623" y="3837847"/>
                <a:chExt cx="42416" cy="36273"/>
              </a:xfrm>
            </p:grpSpPr>
            <p:sp>
              <p:nvSpPr>
                <p:cNvPr id="5801" name="Google Shape;5801;p58"/>
                <p:cNvSpPr/>
                <p:nvPr/>
              </p:nvSpPr>
              <p:spPr>
                <a:xfrm>
                  <a:off x="4762623" y="3837847"/>
                  <a:ext cx="42416" cy="36273"/>
                </a:xfrm>
                <a:custGeom>
                  <a:avLst/>
                  <a:gdLst/>
                  <a:ahLst/>
                  <a:cxnLst/>
                  <a:rect l="l" t="t" r="r" b="b"/>
                  <a:pathLst>
                    <a:path w="5393" h="4612" extrusionOk="0">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58"/>
                <p:cNvSpPr/>
                <p:nvPr/>
              </p:nvSpPr>
              <p:spPr>
                <a:xfrm>
                  <a:off x="4775538" y="3847568"/>
                  <a:ext cx="19796" cy="16957"/>
                </a:xfrm>
                <a:custGeom>
                  <a:avLst/>
                  <a:gdLst/>
                  <a:ahLst/>
                  <a:cxnLst/>
                  <a:rect l="l" t="t" r="r" b="b"/>
                  <a:pathLst>
                    <a:path w="2517" h="2156" extrusionOk="0">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03" name="Google Shape;5803;p58"/>
              <p:cNvGrpSpPr/>
              <p:nvPr/>
            </p:nvGrpSpPr>
            <p:grpSpPr>
              <a:xfrm>
                <a:off x="4746044" y="4104966"/>
                <a:ext cx="33497" cy="28699"/>
                <a:chOff x="4746044" y="4104966"/>
                <a:chExt cx="33497" cy="28699"/>
              </a:xfrm>
            </p:grpSpPr>
            <p:sp>
              <p:nvSpPr>
                <p:cNvPr id="5804" name="Google Shape;5804;p58"/>
                <p:cNvSpPr/>
                <p:nvPr/>
              </p:nvSpPr>
              <p:spPr>
                <a:xfrm>
                  <a:off x="4746044" y="4104966"/>
                  <a:ext cx="33497" cy="28699"/>
                </a:xfrm>
                <a:custGeom>
                  <a:avLst/>
                  <a:gdLst/>
                  <a:ahLst/>
                  <a:cxnLst/>
                  <a:rect l="l" t="t" r="r" b="b"/>
                  <a:pathLst>
                    <a:path w="4259" h="3649" extrusionOk="0">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58"/>
                <p:cNvSpPr/>
                <p:nvPr/>
              </p:nvSpPr>
              <p:spPr>
                <a:xfrm>
                  <a:off x="4758887" y="4114632"/>
                  <a:ext cx="11042" cy="9375"/>
                </a:xfrm>
                <a:custGeom>
                  <a:avLst/>
                  <a:gdLst/>
                  <a:ahLst/>
                  <a:cxnLst/>
                  <a:rect l="l" t="t" r="r" b="b"/>
                  <a:pathLst>
                    <a:path w="1404" h="1192" extrusionOk="0">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06" name="Google Shape;5806;p58"/>
              <p:cNvGrpSpPr/>
              <p:nvPr/>
            </p:nvGrpSpPr>
            <p:grpSpPr>
              <a:xfrm>
                <a:off x="4859646" y="4162554"/>
                <a:ext cx="33591" cy="28762"/>
                <a:chOff x="4859646" y="4162554"/>
                <a:chExt cx="33591" cy="28762"/>
              </a:xfrm>
            </p:grpSpPr>
            <p:sp>
              <p:nvSpPr>
                <p:cNvPr id="5807" name="Google Shape;5807;p58"/>
                <p:cNvSpPr/>
                <p:nvPr/>
              </p:nvSpPr>
              <p:spPr>
                <a:xfrm>
                  <a:off x="4859646" y="4162554"/>
                  <a:ext cx="33591" cy="28762"/>
                </a:xfrm>
                <a:custGeom>
                  <a:avLst/>
                  <a:gdLst/>
                  <a:ahLst/>
                  <a:cxnLst/>
                  <a:rect l="l" t="t" r="r" b="b"/>
                  <a:pathLst>
                    <a:path w="4271" h="3657" extrusionOk="0">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58"/>
                <p:cNvSpPr/>
                <p:nvPr/>
              </p:nvSpPr>
              <p:spPr>
                <a:xfrm>
                  <a:off x="4874196" y="4172283"/>
                  <a:ext cx="9336" cy="9336"/>
                </a:xfrm>
                <a:custGeom>
                  <a:avLst/>
                  <a:gdLst/>
                  <a:ahLst/>
                  <a:cxnLst/>
                  <a:rect l="l" t="t" r="r" b="b"/>
                  <a:pathLst>
                    <a:path w="1187" h="1187" extrusionOk="0">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09" name="Google Shape;5809;p58"/>
            <p:cNvGrpSpPr/>
            <p:nvPr/>
          </p:nvGrpSpPr>
          <p:grpSpPr>
            <a:xfrm>
              <a:off x="3597785" y="3274438"/>
              <a:ext cx="855610" cy="1122100"/>
              <a:chOff x="3597785" y="3274438"/>
              <a:chExt cx="855610" cy="1122100"/>
            </a:xfrm>
          </p:grpSpPr>
          <p:grpSp>
            <p:nvGrpSpPr>
              <p:cNvPr id="5810" name="Google Shape;5810;p58"/>
              <p:cNvGrpSpPr/>
              <p:nvPr/>
            </p:nvGrpSpPr>
            <p:grpSpPr>
              <a:xfrm>
                <a:off x="3617857" y="3284717"/>
                <a:ext cx="826785" cy="1099165"/>
                <a:chOff x="3617857" y="3284717"/>
                <a:chExt cx="826785" cy="1099165"/>
              </a:xfrm>
            </p:grpSpPr>
            <p:sp>
              <p:nvSpPr>
                <p:cNvPr id="5811" name="Google Shape;5811;p58"/>
                <p:cNvSpPr/>
                <p:nvPr/>
              </p:nvSpPr>
              <p:spPr>
                <a:xfrm>
                  <a:off x="4155028" y="3869354"/>
                  <a:ext cx="289613" cy="514528"/>
                </a:xfrm>
                <a:custGeom>
                  <a:avLst/>
                  <a:gdLst/>
                  <a:ahLst/>
                  <a:cxnLst/>
                  <a:rect l="l" t="t" r="r" b="b"/>
                  <a:pathLst>
                    <a:path w="36823" h="65420" fill="none" extrusionOk="0">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58"/>
                <p:cNvSpPr/>
                <p:nvPr/>
              </p:nvSpPr>
              <p:spPr>
                <a:xfrm>
                  <a:off x="3617857" y="3284717"/>
                  <a:ext cx="662957" cy="685970"/>
                </a:xfrm>
                <a:custGeom>
                  <a:avLst/>
                  <a:gdLst/>
                  <a:ahLst/>
                  <a:cxnLst/>
                  <a:rect l="l" t="t" r="r" b="b"/>
                  <a:pathLst>
                    <a:path w="84292" h="87218" fill="none" extrusionOk="0">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58"/>
                <p:cNvSpPr/>
                <p:nvPr/>
              </p:nvSpPr>
              <p:spPr>
                <a:xfrm>
                  <a:off x="4230666" y="3943372"/>
                  <a:ext cx="15612" cy="77934"/>
                </a:xfrm>
                <a:custGeom>
                  <a:avLst/>
                  <a:gdLst/>
                  <a:ahLst/>
                  <a:cxnLst/>
                  <a:rect l="l" t="t" r="r" b="b"/>
                  <a:pathLst>
                    <a:path w="1985" h="9909" fill="none" extrusionOk="0">
                      <a:moveTo>
                        <a:pt x="1984" y="990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58"/>
                <p:cNvSpPr/>
                <p:nvPr/>
              </p:nvSpPr>
              <p:spPr>
                <a:xfrm>
                  <a:off x="4230666" y="3902843"/>
                  <a:ext cx="138817" cy="116937"/>
                </a:xfrm>
                <a:custGeom>
                  <a:avLst/>
                  <a:gdLst/>
                  <a:ahLst/>
                  <a:cxnLst/>
                  <a:rect l="l" t="t" r="r" b="b"/>
                  <a:pathLst>
                    <a:path w="17650" h="14868" fill="none" extrusionOk="0">
                      <a:moveTo>
                        <a:pt x="11952" y="14868"/>
                      </a:moveTo>
                      <a:lnTo>
                        <a:pt x="0" y="4670"/>
                      </a:lnTo>
                      <a:lnTo>
                        <a:pt x="9702" y="1"/>
                      </a:lnTo>
                      <a:lnTo>
                        <a:pt x="17649" y="7489"/>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58"/>
                <p:cNvSpPr/>
                <p:nvPr/>
              </p:nvSpPr>
              <p:spPr>
                <a:xfrm>
                  <a:off x="4234473" y="3939573"/>
                  <a:ext cx="143953" cy="22171"/>
                </a:xfrm>
                <a:custGeom>
                  <a:avLst/>
                  <a:gdLst/>
                  <a:ahLst/>
                  <a:cxnLst/>
                  <a:rect l="l" t="t" r="r" b="b"/>
                  <a:pathLst>
                    <a:path w="18303" h="2819" fill="none" extrusionOk="0">
                      <a:moveTo>
                        <a:pt x="0" y="0"/>
                      </a:moveTo>
                      <a:lnTo>
                        <a:pt x="18303" y="2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58"/>
                <p:cNvSpPr/>
                <p:nvPr/>
              </p:nvSpPr>
              <p:spPr>
                <a:xfrm>
                  <a:off x="4300405" y="4023579"/>
                  <a:ext cx="24264" cy="112650"/>
                </a:xfrm>
                <a:custGeom>
                  <a:avLst/>
                  <a:gdLst/>
                  <a:ahLst/>
                  <a:cxnLst/>
                  <a:rect l="l" t="t" r="r" b="b"/>
                  <a:pathLst>
                    <a:path w="3085" h="14323" fill="none" extrusionOk="0">
                      <a:moveTo>
                        <a:pt x="0" y="14323"/>
                      </a:moveTo>
                      <a:lnTo>
                        <a:pt x="308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58"/>
                <p:cNvSpPr/>
                <p:nvPr/>
              </p:nvSpPr>
              <p:spPr>
                <a:xfrm>
                  <a:off x="4324661" y="4019772"/>
                  <a:ext cx="40544" cy="140154"/>
                </a:xfrm>
                <a:custGeom>
                  <a:avLst/>
                  <a:gdLst/>
                  <a:ahLst/>
                  <a:cxnLst/>
                  <a:rect l="l" t="t" r="r" b="b"/>
                  <a:pathLst>
                    <a:path w="5155" h="17820" fill="none" extrusionOk="0">
                      <a:moveTo>
                        <a:pt x="1" y="1"/>
                      </a:moveTo>
                      <a:lnTo>
                        <a:pt x="5154" y="17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58"/>
                <p:cNvSpPr/>
                <p:nvPr/>
              </p:nvSpPr>
              <p:spPr>
                <a:xfrm>
                  <a:off x="4324661" y="4019772"/>
                  <a:ext cx="104282" cy="52522"/>
                </a:xfrm>
                <a:custGeom>
                  <a:avLst/>
                  <a:gdLst/>
                  <a:ahLst/>
                  <a:cxnLst/>
                  <a:rect l="l" t="t" r="r" b="b"/>
                  <a:pathLst>
                    <a:path w="13259" h="6678" fill="none" extrusionOk="0">
                      <a:moveTo>
                        <a:pt x="1" y="1"/>
                      </a:moveTo>
                      <a:lnTo>
                        <a:pt x="13259" y="667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58"/>
                <p:cNvSpPr/>
                <p:nvPr/>
              </p:nvSpPr>
              <p:spPr>
                <a:xfrm>
                  <a:off x="4328467" y="3989901"/>
                  <a:ext cx="113421" cy="29879"/>
                </a:xfrm>
                <a:custGeom>
                  <a:avLst/>
                  <a:gdLst/>
                  <a:ahLst/>
                  <a:cxnLst/>
                  <a:rect l="l" t="t" r="r" b="b"/>
                  <a:pathLst>
                    <a:path w="14421" h="3799" fill="none" extrusionOk="0">
                      <a:moveTo>
                        <a:pt x="14420" y="0"/>
                      </a:moveTo>
                      <a:lnTo>
                        <a:pt x="1" y="379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58"/>
                <p:cNvSpPr/>
                <p:nvPr/>
              </p:nvSpPr>
              <p:spPr>
                <a:xfrm>
                  <a:off x="4224193" y="4019772"/>
                  <a:ext cx="23886" cy="76975"/>
                </a:xfrm>
                <a:custGeom>
                  <a:avLst/>
                  <a:gdLst/>
                  <a:ahLst/>
                  <a:cxnLst/>
                  <a:rect l="l" t="t" r="r" b="b"/>
                  <a:pathLst>
                    <a:path w="3037" h="9787" fill="none" extrusionOk="0">
                      <a:moveTo>
                        <a:pt x="1" y="9787"/>
                      </a:moveTo>
                      <a:lnTo>
                        <a:pt x="303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58"/>
                <p:cNvSpPr/>
                <p:nvPr/>
              </p:nvSpPr>
              <p:spPr>
                <a:xfrm>
                  <a:off x="4248071" y="4019772"/>
                  <a:ext cx="52342" cy="116457"/>
                </a:xfrm>
                <a:custGeom>
                  <a:avLst/>
                  <a:gdLst/>
                  <a:ahLst/>
                  <a:cxnLst/>
                  <a:rect l="l" t="t" r="r" b="b"/>
                  <a:pathLst>
                    <a:path w="6655" h="14807" fill="none" extrusionOk="0">
                      <a:moveTo>
                        <a:pt x="1" y="1"/>
                      </a:moveTo>
                      <a:lnTo>
                        <a:pt x="6654" y="1480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58"/>
                <p:cNvSpPr/>
                <p:nvPr/>
              </p:nvSpPr>
              <p:spPr>
                <a:xfrm>
                  <a:off x="4300405" y="4138982"/>
                  <a:ext cx="6567" cy="119029"/>
                </a:xfrm>
                <a:custGeom>
                  <a:avLst/>
                  <a:gdLst/>
                  <a:ahLst/>
                  <a:cxnLst/>
                  <a:rect l="l" t="t" r="r" b="b"/>
                  <a:pathLst>
                    <a:path w="835" h="15134" fill="none" extrusionOk="0">
                      <a:moveTo>
                        <a:pt x="0" y="1"/>
                      </a:moveTo>
                      <a:lnTo>
                        <a:pt x="835" y="151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58"/>
                <p:cNvSpPr/>
                <p:nvPr/>
              </p:nvSpPr>
              <p:spPr>
                <a:xfrm>
                  <a:off x="4219726" y="4200164"/>
                  <a:ext cx="85343" cy="60513"/>
                </a:xfrm>
                <a:custGeom>
                  <a:avLst/>
                  <a:gdLst/>
                  <a:ahLst/>
                  <a:cxnLst/>
                  <a:rect l="l" t="t" r="r" b="b"/>
                  <a:pathLst>
                    <a:path w="10851" h="7694" fill="none" extrusionOk="0">
                      <a:moveTo>
                        <a:pt x="0" y="0"/>
                      </a:moveTo>
                      <a:lnTo>
                        <a:pt x="10851" y="76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58"/>
                <p:cNvSpPr/>
                <p:nvPr/>
              </p:nvSpPr>
              <p:spPr>
                <a:xfrm>
                  <a:off x="4223430" y="4137275"/>
                  <a:ext cx="81930" cy="15132"/>
                </a:xfrm>
                <a:custGeom>
                  <a:avLst/>
                  <a:gdLst/>
                  <a:ahLst/>
                  <a:cxnLst/>
                  <a:rect l="l" t="t" r="r" b="b"/>
                  <a:pathLst>
                    <a:path w="10417" h="1924" fill="none" extrusionOk="0">
                      <a:moveTo>
                        <a:pt x="1" y="1923"/>
                      </a:moveTo>
                      <a:lnTo>
                        <a:pt x="1041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58"/>
                <p:cNvSpPr/>
                <p:nvPr/>
              </p:nvSpPr>
              <p:spPr>
                <a:xfrm>
                  <a:off x="4303638" y="4138982"/>
                  <a:ext cx="59947" cy="23894"/>
                </a:xfrm>
                <a:custGeom>
                  <a:avLst/>
                  <a:gdLst/>
                  <a:ahLst/>
                  <a:cxnLst/>
                  <a:rect l="l" t="t" r="r" b="b"/>
                  <a:pathLst>
                    <a:path w="7622" h="3038" fill="none" extrusionOk="0">
                      <a:moveTo>
                        <a:pt x="7621" y="3037"/>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58"/>
                <p:cNvSpPr/>
                <p:nvPr/>
              </p:nvSpPr>
              <p:spPr>
                <a:xfrm>
                  <a:off x="4201644" y="4267237"/>
                  <a:ext cx="39970" cy="77164"/>
                </a:xfrm>
                <a:custGeom>
                  <a:avLst/>
                  <a:gdLst/>
                  <a:ahLst/>
                  <a:cxnLst/>
                  <a:rect l="l" t="t" r="r" b="b"/>
                  <a:pathLst>
                    <a:path w="5082" h="9811" fill="none" extrusionOk="0">
                      <a:moveTo>
                        <a:pt x="1" y="0"/>
                      </a:moveTo>
                      <a:lnTo>
                        <a:pt x="5081" y="981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58"/>
                <p:cNvSpPr/>
                <p:nvPr/>
              </p:nvSpPr>
              <p:spPr>
                <a:xfrm>
                  <a:off x="4203831" y="4258003"/>
                  <a:ext cx="103142" cy="9241"/>
                </a:xfrm>
                <a:custGeom>
                  <a:avLst/>
                  <a:gdLst/>
                  <a:ahLst/>
                  <a:cxnLst/>
                  <a:rect l="l" t="t" r="r" b="b"/>
                  <a:pathLst>
                    <a:path w="13114" h="1175" fill="none" extrusionOk="0">
                      <a:moveTo>
                        <a:pt x="1" y="1174"/>
                      </a:moveTo>
                      <a:lnTo>
                        <a:pt x="1311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58"/>
                <p:cNvSpPr/>
                <p:nvPr/>
              </p:nvSpPr>
              <p:spPr>
                <a:xfrm>
                  <a:off x="4179001" y="3943372"/>
                  <a:ext cx="51673" cy="104951"/>
                </a:xfrm>
                <a:custGeom>
                  <a:avLst/>
                  <a:gdLst/>
                  <a:ahLst/>
                  <a:cxnLst/>
                  <a:rect l="l" t="t" r="r" b="b"/>
                  <a:pathLst>
                    <a:path w="6570" h="13344" fill="none" extrusionOk="0">
                      <a:moveTo>
                        <a:pt x="1" y="13344"/>
                      </a:moveTo>
                      <a:lnTo>
                        <a:pt x="6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58"/>
                <p:cNvSpPr/>
                <p:nvPr/>
              </p:nvSpPr>
              <p:spPr>
                <a:xfrm>
                  <a:off x="4248071" y="4019772"/>
                  <a:ext cx="76597" cy="8"/>
                </a:xfrm>
                <a:custGeom>
                  <a:avLst/>
                  <a:gdLst/>
                  <a:ahLst/>
                  <a:cxnLst/>
                  <a:rect l="l" t="t" r="r" b="b"/>
                  <a:pathLst>
                    <a:path w="9739" h="1" fill="none" extrusionOk="0">
                      <a:moveTo>
                        <a:pt x="1" y="1"/>
                      </a:moveTo>
                      <a:lnTo>
                        <a:pt x="97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58"/>
                <p:cNvSpPr/>
                <p:nvPr/>
              </p:nvSpPr>
              <p:spPr>
                <a:xfrm>
                  <a:off x="4219529" y="4138982"/>
                  <a:ext cx="84116" cy="63282"/>
                </a:xfrm>
                <a:custGeom>
                  <a:avLst/>
                  <a:gdLst/>
                  <a:ahLst/>
                  <a:cxnLst/>
                  <a:rect l="l" t="t" r="r" b="b"/>
                  <a:pathLst>
                    <a:path w="10695" h="8046" fill="none" extrusionOk="0">
                      <a:moveTo>
                        <a:pt x="1" y="8045"/>
                      </a:moveTo>
                      <a:lnTo>
                        <a:pt x="1069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58"/>
                <p:cNvSpPr/>
                <p:nvPr/>
              </p:nvSpPr>
              <p:spPr>
                <a:xfrm>
                  <a:off x="3654964" y="3289853"/>
                  <a:ext cx="46820" cy="63848"/>
                </a:xfrm>
                <a:custGeom>
                  <a:avLst/>
                  <a:gdLst/>
                  <a:ahLst/>
                  <a:cxnLst/>
                  <a:rect l="l" t="t" r="r" b="b"/>
                  <a:pathLst>
                    <a:path w="5953" h="8118" fill="none" extrusionOk="0">
                      <a:moveTo>
                        <a:pt x="1" y="0"/>
                      </a:moveTo>
                      <a:lnTo>
                        <a:pt x="5952" y="811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58"/>
                <p:cNvSpPr/>
                <p:nvPr/>
              </p:nvSpPr>
              <p:spPr>
                <a:xfrm>
                  <a:off x="3619760" y="3353693"/>
                  <a:ext cx="85736" cy="36730"/>
                </a:xfrm>
                <a:custGeom>
                  <a:avLst/>
                  <a:gdLst/>
                  <a:ahLst/>
                  <a:cxnLst/>
                  <a:rect l="l" t="t" r="r" b="b"/>
                  <a:pathLst>
                    <a:path w="10901" h="4670" fill="none" extrusionOk="0">
                      <a:moveTo>
                        <a:pt x="1" y="4670"/>
                      </a:moveTo>
                      <a:lnTo>
                        <a:pt x="10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58"/>
                <p:cNvSpPr/>
                <p:nvPr/>
              </p:nvSpPr>
              <p:spPr>
                <a:xfrm>
                  <a:off x="3703011" y="3354739"/>
                  <a:ext cx="70415" cy="79350"/>
                </a:xfrm>
                <a:custGeom>
                  <a:avLst/>
                  <a:gdLst/>
                  <a:ahLst/>
                  <a:cxnLst/>
                  <a:rect l="l" t="t" r="r" b="b"/>
                  <a:pathLst>
                    <a:path w="8953" h="10089" fill="none" extrusionOk="0">
                      <a:moveTo>
                        <a:pt x="1" y="0"/>
                      </a:moveTo>
                      <a:lnTo>
                        <a:pt x="8952"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58"/>
                <p:cNvSpPr/>
                <p:nvPr/>
              </p:nvSpPr>
              <p:spPr>
                <a:xfrm>
                  <a:off x="3779884" y="3366443"/>
                  <a:ext cx="34449" cy="67647"/>
                </a:xfrm>
                <a:custGeom>
                  <a:avLst/>
                  <a:gdLst/>
                  <a:ahLst/>
                  <a:cxnLst/>
                  <a:rect l="l" t="t" r="r" b="b"/>
                  <a:pathLst>
                    <a:path w="4380" h="8601" fill="none" extrusionOk="0">
                      <a:moveTo>
                        <a:pt x="1" y="8601"/>
                      </a:moveTo>
                      <a:lnTo>
                        <a:pt x="438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58"/>
                <p:cNvSpPr/>
                <p:nvPr/>
              </p:nvSpPr>
              <p:spPr>
                <a:xfrm>
                  <a:off x="3701776" y="3353693"/>
                  <a:ext cx="116363" cy="12757"/>
                </a:xfrm>
                <a:custGeom>
                  <a:avLst/>
                  <a:gdLst/>
                  <a:ahLst/>
                  <a:cxnLst/>
                  <a:rect l="l" t="t" r="r" b="b"/>
                  <a:pathLst>
                    <a:path w="14795" h="1622" fill="none" extrusionOk="0">
                      <a:moveTo>
                        <a:pt x="14795" y="1621"/>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58"/>
                <p:cNvSpPr/>
                <p:nvPr/>
              </p:nvSpPr>
              <p:spPr>
                <a:xfrm>
                  <a:off x="3701776" y="3313063"/>
                  <a:ext cx="227204" cy="40638"/>
                </a:xfrm>
                <a:custGeom>
                  <a:avLst/>
                  <a:gdLst/>
                  <a:ahLst/>
                  <a:cxnLst/>
                  <a:rect l="l" t="t" r="r" b="b"/>
                  <a:pathLst>
                    <a:path w="28888" h="5167" fill="none" extrusionOk="0">
                      <a:moveTo>
                        <a:pt x="28887" y="1"/>
                      </a:moveTo>
                      <a:lnTo>
                        <a:pt x="0" y="51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58"/>
                <p:cNvSpPr/>
                <p:nvPr/>
              </p:nvSpPr>
              <p:spPr>
                <a:xfrm>
                  <a:off x="3888633" y="3313063"/>
                  <a:ext cx="40347" cy="114467"/>
                </a:xfrm>
                <a:custGeom>
                  <a:avLst/>
                  <a:gdLst/>
                  <a:ahLst/>
                  <a:cxnLst/>
                  <a:rect l="l" t="t" r="r" b="b"/>
                  <a:pathLst>
                    <a:path w="5130" h="14554" fill="none" extrusionOk="0">
                      <a:moveTo>
                        <a:pt x="5129" y="1"/>
                      </a:moveTo>
                      <a:lnTo>
                        <a:pt x="0" y="14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58"/>
                <p:cNvSpPr/>
                <p:nvPr/>
              </p:nvSpPr>
              <p:spPr>
                <a:xfrm>
                  <a:off x="3814325" y="3366443"/>
                  <a:ext cx="74316" cy="61087"/>
                </a:xfrm>
                <a:custGeom>
                  <a:avLst/>
                  <a:gdLst/>
                  <a:ahLst/>
                  <a:cxnLst/>
                  <a:rect l="l" t="t" r="r" b="b"/>
                  <a:pathLst>
                    <a:path w="9449" h="7767" fill="none" extrusionOk="0">
                      <a:moveTo>
                        <a:pt x="1" y="0"/>
                      </a:moveTo>
                      <a:lnTo>
                        <a:pt x="9448" y="77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58"/>
                <p:cNvSpPr/>
                <p:nvPr/>
              </p:nvSpPr>
              <p:spPr>
                <a:xfrm>
                  <a:off x="3838399" y="3427522"/>
                  <a:ext cx="50242" cy="67749"/>
                </a:xfrm>
                <a:custGeom>
                  <a:avLst/>
                  <a:gdLst/>
                  <a:ahLst/>
                  <a:cxnLst/>
                  <a:rect l="l" t="t" r="r" b="b"/>
                  <a:pathLst>
                    <a:path w="6388" h="8614" fill="none" extrusionOk="0">
                      <a:moveTo>
                        <a:pt x="0" y="8613"/>
                      </a:moveTo>
                      <a:lnTo>
                        <a:pt x="638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58"/>
                <p:cNvSpPr/>
                <p:nvPr/>
              </p:nvSpPr>
              <p:spPr>
                <a:xfrm>
                  <a:off x="3814325" y="3313063"/>
                  <a:ext cx="114656" cy="53388"/>
                </a:xfrm>
                <a:custGeom>
                  <a:avLst/>
                  <a:gdLst/>
                  <a:ahLst/>
                  <a:cxnLst/>
                  <a:rect l="l" t="t" r="r" b="b"/>
                  <a:pathLst>
                    <a:path w="14578" h="6788" fill="none" extrusionOk="0">
                      <a:moveTo>
                        <a:pt x="1" y="6787"/>
                      </a:moveTo>
                      <a:lnTo>
                        <a:pt x="1457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58"/>
                <p:cNvSpPr/>
                <p:nvPr/>
              </p:nvSpPr>
              <p:spPr>
                <a:xfrm>
                  <a:off x="3888633" y="3427522"/>
                  <a:ext cx="55377" cy="76212"/>
                </a:xfrm>
                <a:custGeom>
                  <a:avLst/>
                  <a:gdLst/>
                  <a:ahLst/>
                  <a:cxnLst/>
                  <a:rect l="l" t="t" r="r" b="b"/>
                  <a:pathLst>
                    <a:path w="7041" h="9690" fill="none" extrusionOk="0">
                      <a:moveTo>
                        <a:pt x="0" y="0"/>
                      </a:moveTo>
                      <a:lnTo>
                        <a:pt x="7041" y="9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58"/>
                <p:cNvSpPr/>
                <p:nvPr/>
              </p:nvSpPr>
              <p:spPr>
                <a:xfrm>
                  <a:off x="3944003" y="3406208"/>
                  <a:ext cx="40631" cy="97526"/>
                </a:xfrm>
                <a:custGeom>
                  <a:avLst/>
                  <a:gdLst/>
                  <a:ahLst/>
                  <a:cxnLst/>
                  <a:rect l="l" t="t" r="r" b="b"/>
                  <a:pathLst>
                    <a:path w="5166" h="12400" fill="none" extrusionOk="0">
                      <a:moveTo>
                        <a:pt x="1" y="12400"/>
                      </a:moveTo>
                      <a:lnTo>
                        <a:pt x="516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58"/>
                <p:cNvSpPr/>
                <p:nvPr/>
              </p:nvSpPr>
              <p:spPr>
                <a:xfrm>
                  <a:off x="3984625" y="3357500"/>
                  <a:ext cx="55291" cy="48716"/>
                </a:xfrm>
                <a:custGeom>
                  <a:avLst/>
                  <a:gdLst/>
                  <a:ahLst/>
                  <a:cxnLst/>
                  <a:rect l="l" t="t" r="r" b="b"/>
                  <a:pathLst>
                    <a:path w="7030" h="6194" fill="none" extrusionOk="0">
                      <a:moveTo>
                        <a:pt x="1" y="6194"/>
                      </a:moveTo>
                      <a:lnTo>
                        <a:pt x="702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58"/>
                <p:cNvSpPr/>
                <p:nvPr/>
              </p:nvSpPr>
              <p:spPr>
                <a:xfrm>
                  <a:off x="3888633" y="3406208"/>
                  <a:ext cx="96000" cy="21322"/>
                </a:xfrm>
                <a:custGeom>
                  <a:avLst/>
                  <a:gdLst/>
                  <a:ahLst/>
                  <a:cxnLst/>
                  <a:rect l="l" t="t" r="r" b="b"/>
                  <a:pathLst>
                    <a:path w="12206" h="2711" fill="none" extrusionOk="0">
                      <a:moveTo>
                        <a:pt x="0" y="2710"/>
                      </a:moveTo>
                      <a:lnTo>
                        <a:pt x="122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58"/>
                <p:cNvSpPr/>
                <p:nvPr/>
              </p:nvSpPr>
              <p:spPr>
                <a:xfrm>
                  <a:off x="3984625" y="3406208"/>
                  <a:ext cx="42251" cy="136348"/>
                </a:xfrm>
                <a:custGeom>
                  <a:avLst/>
                  <a:gdLst/>
                  <a:ahLst/>
                  <a:cxnLst/>
                  <a:rect l="l" t="t" r="r" b="b"/>
                  <a:pathLst>
                    <a:path w="5372" h="17336" fill="none" extrusionOk="0">
                      <a:moveTo>
                        <a:pt x="1" y="1"/>
                      </a:moveTo>
                      <a:lnTo>
                        <a:pt x="5372" y="17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58"/>
                <p:cNvSpPr/>
                <p:nvPr/>
              </p:nvSpPr>
              <p:spPr>
                <a:xfrm>
                  <a:off x="4026868" y="3427522"/>
                  <a:ext cx="35597" cy="115033"/>
                </a:xfrm>
                <a:custGeom>
                  <a:avLst/>
                  <a:gdLst/>
                  <a:ahLst/>
                  <a:cxnLst/>
                  <a:rect l="l" t="t" r="r" b="b"/>
                  <a:pathLst>
                    <a:path w="4526" h="14626" fill="none" extrusionOk="0">
                      <a:moveTo>
                        <a:pt x="1" y="14625"/>
                      </a:moveTo>
                      <a:lnTo>
                        <a:pt x="452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58"/>
                <p:cNvSpPr/>
                <p:nvPr/>
              </p:nvSpPr>
              <p:spPr>
                <a:xfrm>
                  <a:off x="3876261" y="3542548"/>
                  <a:ext cx="150615" cy="52051"/>
                </a:xfrm>
                <a:custGeom>
                  <a:avLst/>
                  <a:gdLst/>
                  <a:ahLst/>
                  <a:cxnLst/>
                  <a:rect l="l" t="t" r="r" b="b"/>
                  <a:pathLst>
                    <a:path w="19150" h="6618" fill="none" extrusionOk="0">
                      <a:moveTo>
                        <a:pt x="1" y="6617"/>
                      </a:moveTo>
                      <a:lnTo>
                        <a:pt x="1915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58"/>
                <p:cNvSpPr/>
                <p:nvPr/>
              </p:nvSpPr>
              <p:spPr>
                <a:xfrm>
                  <a:off x="4006702" y="3542548"/>
                  <a:ext cx="20174" cy="99044"/>
                </a:xfrm>
                <a:custGeom>
                  <a:avLst/>
                  <a:gdLst/>
                  <a:ahLst/>
                  <a:cxnLst/>
                  <a:rect l="l" t="t" r="r" b="b"/>
                  <a:pathLst>
                    <a:path w="2565" h="12593" fill="none" extrusionOk="0">
                      <a:moveTo>
                        <a:pt x="2565" y="0"/>
                      </a:moveTo>
                      <a:lnTo>
                        <a:pt x="0" y="1259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58"/>
                <p:cNvSpPr/>
                <p:nvPr/>
              </p:nvSpPr>
              <p:spPr>
                <a:xfrm>
                  <a:off x="3912700" y="3641584"/>
                  <a:ext cx="97817" cy="41779"/>
                </a:xfrm>
                <a:custGeom>
                  <a:avLst/>
                  <a:gdLst/>
                  <a:ahLst/>
                  <a:cxnLst/>
                  <a:rect l="l" t="t" r="r" b="b"/>
                  <a:pathLst>
                    <a:path w="12437" h="5312" fill="none" extrusionOk="0">
                      <a:moveTo>
                        <a:pt x="1" y="5311"/>
                      </a:moveTo>
                      <a:lnTo>
                        <a:pt x="1243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58"/>
                <p:cNvSpPr/>
                <p:nvPr/>
              </p:nvSpPr>
              <p:spPr>
                <a:xfrm>
                  <a:off x="3875601" y="3503726"/>
                  <a:ext cx="68410" cy="89158"/>
                </a:xfrm>
                <a:custGeom>
                  <a:avLst/>
                  <a:gdLst/>
                  <a:ahLst/>
                  <a:cxnLst/>
                  <a:rect l="l" t="t" r="r" b="b"/>
                  <a:pathLst>
                    <a:path w="8698" h="11336" fill="none" extrusionOk="0">
                      <a:moveTo>
                        <a:pt x="8698" y="1"/>
                      </a:moveTo>
                      <a:lnTo>
                        <a:pt x="0" y="11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58"/>
                <p:cNvSpPr/>
                <p:nvPr/>
              </p:nvSpPr>
              <p:spPr>
                <a:xfrm>
                  <a:off x="3944003" y="3503726"/>
                  <a:ext cx="89441" cy="36163"/>
                </a:xfrm>
                <a:custGeom>
                  <a:avLst/>
                  <a:gdLst/>
                  <a:ahLst/>
                  <a:cxnLst/>
                  <a:rect l="l" t="t" r="r" b="b"/>
                  <a:pathLst>
                    <a:path w="11372" h="4598" fill="none" extrusionOk="0">
                      <a:moveTo>
                        <a:pt x="1" y="1"/>
                      </a:moveTo>
                      <a:lnTo>
                        <a:pt x="11372" y="459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58"/>
                <p:cNvSpPr/>
                <p:nvPr/>
              </p:nvSpPr>
              <p:spPr>
                <a:xfrm>
                  <a:off x="4033436" y="3490599"/>
                  <a:ext cx="132824" cy="49290"/>
                </a:xfrm>
                <a:custGeom>
                  <a:avLst/>
                  <a:gdLst/>
                  <a:ahLst/>
                  <a:cxnLst/>
                  <a:rect l="l" t="t" r="r" b="b"/>
                  <a:pathLst>
                    <a:path w="16888" h="6267" fill="none" extrusionOk="0">
                      <a:moveTo>
                        <a:pt x="1" y="6267"/>
                      </a:moveTo>
                      <a:lnTo>
                        <a:pt x="1688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58"/>
                <p:cNvSpPr/>
                <p:nvPr/>
              </p:nvSpPr>
              <p:spPr>
                <a:xfrm>
                  <a:off x="4166252" y="3490599"/>
                  <a:ext cx="73459" cy="95528"/>
                </a:xfrm>
                <a:custGeom>
                  <a:avLst/>
                  <a:gdLst/>
                  <a:ahLst/>
                  <a:cxnLst/>
                  <a:rect l="l" t="t" r="r" b="b"/>
                  <a:pathLst>
                    <a:path w="9340" h="12146" fill="none" extrusionOk="0">
                      <a:moveTo>
                        <a:pt x="1" y="0"/>
                      </a:moveTo>
                      <a:lnTo>
                        <a:pt x="9339" y="12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58"/>
                <p:cNvSpPr/>
                <p:nvPr/>
              </p:nvSpPr>
              <p:spPr>
                <a:xfrm>
                  <a:off x="4027726" y="3539882"/>
                  <a:ext cx="211985" cy="39970"/>
                </a:xfrm>
                <a:custGeom>
                  <a:avLst/>
                  <a:gdLst/>
                  <a:ahLst/>
                  <a:cxnLst/>
                  <a:rect l="l" t="t" r="r" b="b"/>
                  <a:pathLst>
                    <a:path w="26953" h="5082" fill="none" extrusionOk="0">
                      <a:moveTo>
                        <a:pt x="26952" y="508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58"/>
                <p:cNvSpPr/>
                <p:nvPr/>
              </p:nvSpPr>
              <p:spPr>
                <a:xfrm>
                  <a:off x="4027726" y="3539882"/>
                  <a:ext cx="99720" cy="174878"/>
                </a:xfrm>
                <a:custGeom>
                  <a:avLst/>
                  <a:gdLst/>
                  <a:ahLst/>
                  <a:cxnLst/>
                  <a:rect l="l" t="t" r="r" b="b"/>
                  <a:pathLst>
                    <a:path w="12679" h="22235" fill="none" extrusionOk="0">
                      <a:moveTo>
                        <a:pt x="1" y="1"/>
                      </a:moveTo>
                      <a:lnTo>
                        <a:pt x="12678" y="222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58"/>
                <p:cNvSpPr/>
                <p:nvPr/>
              </p:nvSpPr>
              <p:spPr>
                <a:xfrm>
                  <a:off x="4027726" y="3539882"/>
                  <a:ext cx="159754" cy="111707"/>
                </a:xfrm>
                <a:custGeom>
                  <a:avLst/>
                  <a:gdLst/>
                  <a:ahLst/>
                  <a:cxnLst/>
                  <a:rect l="l" t="t" r="r" b="b"/>
                  <a:pathLst>
                    <a:path w="20312" h="14203" fill="none" extrusionOk="0">
                      <a:moveTo>
                        <a:pt x="1" y="1"/>
                      </a:moveTo>
                      <a:lnTo>
                        <a:pt x="20311" y="142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58"/>
                <p:cNvSpPr/>
                <p:nvPr/>
              </p:nvSpPr>
              <p:spPr>
                <a:xfrm>
                  <a:off x="4006702" y="3641584"/>
                  <a:ext cx="120743" cy="73176"/>
                </a:xfrm>
                <a:custGeom>
                  <a:avLst/>
                  <a:gdLst/>
                  <a:ahLst/>
                  <a:cxnLst/>
                  <a:rect l="l" t="t" r="r" b="b"/>
                  <a:pathLst>
                    <a:path w="15352" h="9304" fill="none" extrusionOk="0">
                      <a:moveTo>
                        <a:pt x="0" y="1"/>
                      </a:moveTo>
                      <a:lnTo>
                        <a:pt x="15351" y="930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58"/>
                <p:cNvSpPr/>
                <p:nvPr/>
              </p:nvSpPr>
              <p:spPr>
                <a:xfrm>
                  <a:off x="4006702" y="3641584"/>
                  <a:ext cx="39773" cy="140249"/>
                </a:xfrm>
                <a:custGeom>
                  <a:avLst/>
                  <a:gdLst/>
                  <a:ahLst/>
                  <a:cxnLst/>
                  <a:rect l="l" t="t" r="r" b="b"/>
                  <a:pathLst>
                    <a:path w="5057" h="17832" fill="none" extrusionOk="0">
                      <a:moveTo>
                        <a:pt x="5057" y="17832"/>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58"/>
                <p:cNvSpPr/>
                <p:nvPr/>
              </p:nvSpPr>
              <p:spPr>
                <a:xfrm>
                  <a:off x="3996423" y="3784585"/>
                  <a:ext cx="51862" cy="10280"/>
                </a:xfrm>
                <a:custGeom>
                  <a:avLst/>
                  <a:gdLst/>
                  <a:ahLst/>
                  <a:cxnLst/>
                  <a:rect l="l" t="t" r="r" b="b"/>
                  <a:pathLst>
                    <a:path w="6594" h="1307" fill="none" extrusionOk="0">
                      <a:moveTo>
                        <a:pt x="1" y="1307"/>
                      </a:moveTo>
                      <a:lnTo>
                        <a:pt x="65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58"/>
                <p:cNvSpPr/>
                <p:nvPr/>
              </p:nvSpPr>
              <p:spPr>
                <a:xfrm>
                  <a:off x="4048277" y="3784585"/>
                  <a:ext cx="47583" cy="68890"/>
                </a:xfrm>
                <a:custGeom>
                  <a:avLst/>
                  <a:gdLst/>
                  <a:ahLst/>
                  <a:cxnLst/>
                  <a:rect l="l" t="t" r="r" b="b"/>
                  <a:pathLst>
                    <a:path w="6050" h="8759" fill="none" extrusionOk="0">
                      <a:moveTo>
                        <a:pt x="1" y="0"/>
                      </a:moveTo>
                      <a:lnTo>
                        <a:pt x="6049" y="875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58"/>
                <p:cNvSpPr/>
                <p:nvPr/>
              </p:nvSpPr>
              <p:spPr>
                <a:xfrm>
                  <a:off x="4095947" y="3788392"/>
                  <a:ext cx="10280" cy="64894"/>
                </a:xfrm>
                <a:custGeom>
                  <a:avLst/>
                  <a:gdLst/>
                  <a:ahLst/>
                  <a:cxnLst/>
                  <a:rect l="l" t="t" r="r" b="b"/>
                  <a:pathLst>
                    <a:path w="1307" h="8251" fill="none" extrusionOk="0">
                      <a:moveTo>
                        <a:pt x="0" y="8250"/>
                      </a:moveTo>
                      <a:lnTo>
                        <a:pt x="130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58"/>
                <p:cNvSpPr/>
                <p:nvPr/>
              </p:nvSpPr>
              <p:spPr>
                <a:xfrm>
                  <a:off x="4095852" y="3853467"/>
                  <a:ext cx="45672" cy="15895"/>
                </a:xfrm>
                <a:custGeom>
                  <a:avLst/>
                  <a:gdLst/>
                  <a:ahLst/>
                  <a:cxnLst/>
                  <a:rect l="l" t="t" r="r" b="b"/>
                  <a:pathLst>
                    <a:path w="5807" h="2021" fill="none" extrusionOk="0">
                      <a:moveTo>
                        <a:pt x="0" y="0"/>
                      </a:moveTo>
                      <a:lnTo>
                        <a:pt x="5807" y="2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58"/>
                <p:cNvSpPr/>
                <p:nvPr/>
              </p:nvSpPr>
              <p:spPr>
                <a:xfrm>
                  <a:off x="4138567" y="3868308"/>
                  <a:ext cx="16469" cy="101710"/>
                </a:xfrm>
                <a:custGeom>
                  <a:avLst/>
                  <a:gdLst/>
                  <a:ahLst/>
                  <a:cxnLst/>
                  <a:rect l="l" t="t" r="r" b="b"/>
                  <a:pathLst>
                    <a:path w="2094" h="12932" fill="none" extrusionOk="0">
                      <a:moveTo>
                        <a:pt x="1" y="1"/>
                      </a:moveTo>
                      <a:lnTo>
                        <a:pt x="2093" y="129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58"/>
                <p:cNvSpPr/>
                <p:nvPr/>
              </p:nvSpPr>
              <p:spPr>
                <a:xfrm>
                  <a:off x="3875601" y="3592876"/>
                  <a:ext cx="131110" cy="48716"/>
                </a:xfrm>
                <a:custGeom>
                  <a:avLst/>
                  <a:gdLst/>
                  <a:ahLst/>
                  <a:cxnLst/>
                  <a:rect l="l" t="t" r="r" b="b"/>
                  <a:pathLst>
                    <a:path w="16670" h="6194" fill="none" extrusionOk="0">
                      <a:moveTo>
                        <a:pt x="0" y="0"/>
                      </a:moveTo>
                      <a:lnTo>
                        <a:pt x="16669" y="61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58"/>
                <p:cNvSpPr/>
                <p:nvPr/>
              </p:nvSpPr>
              <p:spPr>
                <a:xfrm>
                  <a:off x="4164828" y="3394410"/>
                  <a:ext cx="26458" cy="93153"/>
                </a:xfrm>
                <a:custGeom>
                  <a:avLst/>
                  <a:gdLst/>
                  <a:ahLst/>
                  <a:cxnLst/>
                  <a:rect l="l" t="t" r="r" b="b"/>
                  <a:pathLst>
                    <a:path w="3364" h="11844" fill="none" extrusionOk="0">
                      <a:moveTo>
                        <a:pt x="0" y="11843"/>
                      </a:moveTo>
                      <a:lnTo>
                        <a:pt x="336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58"/>
                <p:cNvSpPr/>
                <p:nvPr/>
              </p:nvSpPr>
              <p:spPr>
                <a:xfrm>
                  <a:off x="4191278" y="3394410"/>
                  <a:ext cx="86586" cy="52719"/>
                </a:xfrm>
                <a:custGeom>
                  <a:avLst/>
                  <a:gdLst/>
                  <a:ahLst/>
                  <a:cxnLst/>
                  <a:rect l="l" t="t" r="r" b="b"/>
                  <a:pathLst>
                    <a:path w="11009" h="6703" fill="none" extrusionOk="0">
                      <a:moveTo>
                        <a:pt x="0" y="1"/>
                      </a:moveTo>
                      <a:lnTo>
                        <a:pt x="11008" y="6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67" name="Google Shape;5867;p58"/>
              <p:cNvGrpSpPr/>
              <p:nvPr/>
            </p:nvGrpSpPr>
            <p:grpSpPr>
              <a:xfrm>
                <a:off x="4180904" y="4251758"/>
                <a:ext cx="37783" cy="32420"/>
                <a:chOff x="4180904" y="4251758"/>
                <a:chExt cx="37783" cy="32420"/>
              </a:xfrm>
            </p:grpSpPr>
            <p:sp>
              <p:nvSpPr>
                <p:cNvPr id="5868" name="Google Shape;5868;p58"/>
                <p:cNvSpPr/>
                <p:nvPr/>
              </p:nvSpPr>
              <p:spPr>
                <a:xfrm>
                  <a:off x="4180904" y="4251758"/>
                  <a:ext cx="37783" cy="32420"/>
                </a:xfrm>
                <a:custGeom>
                  <a:avLst/>
                  <a:gdLst/>
                  <a:ahLst/>
                  <a:cxnLst/>
                  <a:rect l="l" t="t" r="r" b="b"/>
                  <a:pathLst>
                    <a:path w="4804" h="4122" extrusionOk="0">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58"/>
                <p:cNvSpPr/>
                <p:nvPr/>
              </p:nvSpPr>
              <p:spPr>
                <a:xfrm>
                  <a:off x="4196037" y="426143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70" name="Google Shape;5870;p58"/>
              <p:cNvGrpSpPr/>
              <p:nvPr/>
            </p:nvGrpSpPr>
            <p:grpSpPr>
              <a:xfrm>
                <a:off x="4201644" y="4081324"/>
                <a:ext cx="37783" cy="32364"/>
                <a:chOff x="4201644" y="4081324"/>
                <a:chExt cx="37783" cy="32364"/>
              </a:xfrm>
            </p:grpSpPr>
            <p:sp>
              <p:nvSpPr>
                <p:cNvPr id="5871" name="Google Shape;5871;p58"/>
                <p:cNvSpPr/>
                <p:nvPr/>
              </p:nvSpPr>
              <p:spPr>
                <a:xfrm>
                  <a:off x="4201644" y="4081324"/>
                  <a:ext cx="37783" cy="32364"/>
                </a:xfrm>
                <a:custGeom>
                  <a:avLst/>
                  <a:gdLst/>
                  <a:ahLst/>
                  <a:cxnLst/>
                  <a:rect l="l" t="t" r="r" b="b"/>
                  <a:pathLst>
                    <a:path w="4804" h="4115" extrusionOk="0">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58"/>
                <p:cNvSpPr/>
                <p:nvPr/>
              </p:nvSpPr>
              <p:spPr>
                <a:xfrm>
                  <a:off x="4214582" y="4091037"/>
                  <a:ext cx="15235" cy="13040"/>
                </a:xfrm>
                <a:custGeom>
                  <a:avLst/>
                  <a:gdLst/>
                  <a:ahLst/>
                  <a:cxnLst/>
                  <a:rect l="l" t="t" r="r" b="b"/>
                  <a:pathLst>
                    <a:path w="1937" h="1658" extrusionOk="0">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73" name="Google Shape;5873;p58"/>
              <p:cNvGrpSpPr/>
              <p:nvPr/>
            </p:nvGrpSpPr>
            <p:grpSpPr>
              <a:xfrm>
                <a:off x="4284416" y="3887428"/>
                <a:ext cx="37783" cy="32451"/>
                <a:chOff x="4284416" y="3887428"/>
                <a:chExt cx="37783" cy="32451"/>
              </a:xfrm>
            </p:grpSpPr>
            <p:sp>
              <p:nvSpPr>
                <p:cNvPr id="5874" name="Google Shape;5874;p58"/>
                <p:cNvSpPr/>
                <p:nvPr/>
              </p:nvSpPr>
              <p:spPr>
                <a:xfrm>
                  <a:off x="4284416" y="3887428"/>
                  <a:ext cx="37783" cy="32451"/>
                </a:xfrm>
                <a:custGeom>
                  <a:avLst/>
                  <a:gdLst/>
                  <a:ahLst/>
                  <a:cxnLst/>
                  <a:rect l="l" t="t" r="r" b="b"/>
                  <a:pathLst>
                    <a:path w="4804" h="4126" extrusionOk="0">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58"/>
                <p:cNvSpPr/>
                <p:nvPr/>
              </p:nvSpPr>
              <p:spPr>
                <a:xfrm>
                  <a:off x="4299548" y="3897039"/>
                  <a:ext cx="13040" cy="13048"/>
                </a:xfrm>
                <a:custGeom>
                  <a:avLst/>
                  <a:gdLst/>
                  <a:ahLst/>
                  <a:cxnLst/>
                  <a:rect l="l" t="t" r="r" b="b"/>
                  <a:pathLst>
                    <a:path w="1658" h="1659" extrusionOk="0">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76" name="Google Shape;5876;p58"/>
              <p:cNvGrpSpPr/>
              <p:nvPr/>
            </p:nvGrpSpPr>
            <p:grpSpPr>
              <a:xfrm>
                <a:off x="4223721" y="3860404"/>
                <a:ext cx="37870" cy="32364"/>
                <a:chOff x="4223721" y="3860404"/>
                <a:chExt cx="37870" cy="32364"/>
              </a:xfrm>
            </p:grpSpPr>
            <p:sp>
              <p:nvSpPr>
                <p:cNvPr id="5877" name="Google Shape;5877;p58"/>
                <p:cNvSpPr/>
                <p:nvPr/>
              </p:nvSpPr>
              <p:spPr>
                <a:xfrm>
                  <a:off x="4223721" y="3860404"/>
                  <a:ext cx="37870" cy="32364"/>
                </a:xfrm>
                <a:custGeom>
                  <a:avLst/>
                  <a:gdLst/>
                  <a:ahLst/>
                  <a:cxnLst/>
                  <a:rect l="l" t="t" r="r" b="b"/>
                  <a:pathLst>
                    <a:path w="4815" h="4115" extrusionOk="0">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58"/>
                <p:cNvSpPr/>
                <p:nvPr/>
              </p:nvSpPr>
              <p:spPr>
                <a:xfrm>
                  <a:off x="4238846" y="3870117"/>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79" name="Google Shape;5879;p58"/>
              <p:cNvGrpSpPr/>
              <p:nvPr/>
            </p:nvGrpSpPr>
            <p:grpSpPr>
              <a:xfrm>
                <a:off x="4104889" y="3699242"/>
                <a:ext cx="37776" cy="32357"/>
                <a:chOff x="4104889" y="3699242"/>
                <a:chExt cx="37776" cy="32357"/>
              </a:xfrm>
            </p:grpSpPr>
            <p:sp>
              <p:nvSpPr>
                <p:cNvPr id="5880" name="Google Shape;5880;p58"/>
                <p:cNvSpPr/>
                <p:nvPr/>
              </p:nvSpPr>
              <p:spPr>
                <a:xfrm>
                  <a:off x="4104889" y="3699242"/>
                  <a:ext cx="37776" cy="32357"/>
                </a:xfrm>
                <a:custGeom>
                  <a:avLst/>
                  <a:gdLst/>
                  <a:ahLst/>
                  <a:cxnLst/>
                  <a:rect l="l" t="t" r="r" b="b"/>
                  <a:pathLst>
                    <a:path w="4803" h="4114" extrusionOk="0">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58"/>
                <p:cNvSpPr/>
                <p:nvPr/>
              </p:nvSpPr>
              <p:spPr>
                <a:xfrm>
                  <a:off x="4120013" y="3708948"/>
                  <a:ext cx="13040" cy="13040"/>
                </a:xfrm>
                <a:custGeom>
                  <a:avLst/>
                  <a:gdLst/>
                  <a:ahLst/>
                  <a:cxnLst/>
                  <a:rect l="l" t="t" r="r" b="b"/>
                  <a:pathLst>
                    <a:path w="1658" h="1658" extrusionOk="0">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82" name="Google Shape;5882;p58"/>
              <p:cNvGrpSpPr/>
              <p:nvPr/>
            </p:nvGrpSpPr>
            <p:grpSpPr>
              <a:xfrm>
                <a:off x="4143608" y="3475121"/>
                <a:ext cx="37878" cy="32420"/>
                <a:chOff x="4143608" y="3475121"/>
                <a:chExt cx="37878" cy="32420"/>
              </a:xfrm>
            </p:grpSpPr>
            <p:sp>
              <p:nvSpPr>
                <p:cNvPr id="5883" name="Google Shape;5883;p58"/>
                <p:cNvSpPr/>
                <p:nvPr/>
              </p:nvSpPr>
              <p:spPr>
                <a:xfrm>
                  <a:off x="4143608" y="3475121"/>
                  <a:ext cx="37878" cy="32420"/>
                </a:xfrm>
                <a:custGeom>
                  <a:avLst/>
                  <a:gdLst/>
                  <a:ahLst/>
                  <a:cxnLst/>
                  <a:rect l="l" t="t" r="r" b="b"/>
                  <a:pathLst>
                    <a:path w="4816" h="4122" extrusionOk="0">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58"/>
                <p:cNvSpPr/>
                <p:nvPr/>
              </p:nvSpPr>
              <p:spPr>
                <a:xfrm>
                  <a:off x="4158741" y="3484795"/>
                  <a:ext cx="13040" cy="13040"/>
                </a:xfrm>
                <a:custGeom>
                  <a:avLst/>
                  <a:gdLst/>
                  <a:ahLst/>
                  <a:cxnLst/>
                  <a:rect l="l" t="t" r="r" b="b"/>
                  <a:pathLst>
                    <a:path w="1658" h="1658" extrusionOk="0">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85" name="Google Shape;5885;p58"/>
              <p:cNvGrpSpPr/>
              <p:nvPr/>
            </p:nvGrpSpPr>
            <p:grpSpPr>
              <a:xfrm>
                <a:off x="4217248" y="3570893"/>
                <a:ext cx="37776" cy="32364"/>
                <a:chOff x="4217248" y="3570893"/>
                <a:chExt cx="37776" cy="32364"/>
              </a:xfrm>
            </p:grpSpPr>
            <p:sp>
              <p:nvSpPr>
                <p:cNvPr id="5886" name="Google Shape;5886;p58"/>
                <p:cNvSpPr/>
                <p:nvPr/>
              </p:nvSpPr>
              <p:spPr>
                <a:xfrm>
                  <a:off x="4217248" y="3570893"/>
                  <a:ext cx="37776" cy="32364"/>
                </a:xfrm>
                <a:custGeom>
                  <a:avLst/>
                  <a:gdLst/>
                  <a:ahLst/>
                  <a:cxnLst/>
                  <a:rect l="l" t="t" r="r" b="b"/>
                  <a:pathLst>
                    <a:path w="4803" h="4115" extrusionOk="0">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58"/>
                <p:cNvSpPr/>
                <p:nvPr/>
              </p:nvSpPr>
              <p:spPr>
                <a:xfrm>
                  <a:off x="4232373" y="3580599"/>
                  <a:ext cx="13048" cy="13048"/>
                </a:xfrm>
                <a:custGeom>
                  <a:avLst/>
                  <a:gdLst/>
                  <a:ahLst/>
                  <a:cxnLst/>
                  <a:rect l="l" t="t" r="r" b="b"/>
                  <a:pathLst>
                    <a:path w="1659" h="1659" extrusionOk="0">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88" name="Google Shape;5888;p58"/>
              <p:cNvGrpSpPr/>
              <p:nvPr/>
            </p:nvGrpSpPr>
            <p:grpSpPr>
              <a:xfrm>
                <a:off x="4255307" y="3431612"/>
                <a:ext cx="37776" cy="32451"/>
                <a:chOff x="4255307" y="3431612"/>
                <a:chExt cx="37776" cy="32451"/>
              </a:xfrm>
            </p:grpSpPr>
            <p:sp>
              <p:nvSpPr>
                <p:cNvPr id="5889" name="Google Shape;5889;p58"/>
                <p:cNvSpPr/>
                <p:nvPr/>
              </p:nvSpPr>
              <p:spPr>
                <a:xfrm>
                  <a:off x="4255307" y="3431612"/>
                  <a:ext cx="37776" cy="32451"/>
                </a:xfrm>
                <a:custGeom>
                  <a:avLst/>
                  <a:gdLst/>
                  <a:ahLst/>
                  <a:cxnLst/>
                  <a:rect l="l" t="t" r="r" b="b"/>
                  <a:pathLst>
                    <a:path w="4803" h="4126" extrusionOk="0">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58"/>
                <p:cNvSpPr/>
                <p:nvPr/>
              </p:nvSpPr>
              <p:spPr>
                <a:xfrm>
                  <a:off x="4270432" y="3441317"/>
                  <a:ext cx="13040" cy="13040"/>
                </a:xfrm>
                <a:custGeom>
                  <a:avLst/>
                  <a:gdLst/>
                  <a:ahLst/>
                  <a:cxnLst/>
                  <a:rect l="l" t="t" r="r" b="b"/>
                  <a:pathLst>
                    <a:path w="1658" h="1658" extrusionOk="0">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1" name="Google Shape;5891;p58"/>
              <p:cNvGrpSpPr/>
              <p:nvPr/>
            </p:nvGrpSpPr>
            <p:grpSpPr>
              <a:xfrm>
                <a:off x="3853052" y="3577398"/>
                <a:ext cx="37776" cy="32420"/>
                <a:chOff x="3853052" y="3577398"/>
                <a:chExt cx="37776" cy="32420"/>
              </a:xfrm>
            </p:grpSpPr>
            <p:sp>
              <p:nvSpPr>
                <p:cNvPr id="5892" name="Google Shape;5892;p58"/>
                <p:cNvSpPr/>
                <p:nvPr/>
              </p:nvSpPr>
              <p:spPr>
                <a:xfrm>
                  <a:off x="3853052" y="3577398"/>
                  <a:ext cx="37776" cy="32420"/>
                </a:xfrm>
                <a:custGeom>
                  <a:avLst/>
                  <a:gdLst/>
                  <a:ahLst/>
                  <a:cxnLst/>
                  <a:rect l="l" t="t" r="r" b="b"/>
                  <a:pathLst>
                    <a:path w="4803" h="4122" extrusionOk="0">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58"/>
                <p:cNvSpPr/>
                <p:nvPr/>
              </p:nvSpPr>
              <p:spPr>
                <a:xfrm>
                  <a:off x="3868176" y="3587072"/>
                  <a:ext cx="13040" cy="13040"/>
                </a:xfrm>
                <a:custGeom>
                  <a:avLst/>
                  <a:gdLst/>
                  <a:ahLst/>
                  <a:cxnLst/>
                  <a:rect l="l" t="t" r="r" b="b"/>
                  <a:pathLst>
                    <a:path w="1658" h="1658" extrusionOk="0">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4" name="Google Shape;5894;p58"/>
              <p:cNvGrpSpPr/>
              <p:nvPr/>
            </p:nvGrpSpPr>
            <p:grpSpPr>
              <a:xfrm>
                <a:off x="4039908" y="3412107"/>
                <a:ext cx="37776" cy="32357"/>
                <a:chOff x="4039908" y="3412107"/>
                <a:chExt cx="37776" cy="32357"/>
              </a:xfrm>
            </p:grpSpPr>
            <p:sp>
              <p:nvSpPr>
                <p:cNvPr id="5895" name="Google Shape;5895;p58"/>
                <p:cNvSpPr/>
                <p:nvPr/>
              </p:nvSpPr>
              <p:spPr>
                <a:xfrm>
                  <a:off x="4039908"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58"/>
                <p:cNvSpPr/>
                <p:nvPr/>
              </p:nvSpPr>
              <p:spPr>
                <a:xfrm>
                  <a:off x="4055033" y="3421812"/>
                  <a:ext cx="13040" cy="13040"/>
                </a:xfrm>
                <a:custGeom>
                  <a:avLst/>
                  <a:gdLst/>
                  <a:ahLst/>
                  <a:cxnLst/>
                  <a:rect l="l" t="t" r="r" b="b"/>
                  <a:pathLst>
                    <a:path w="1658" h="1658" extrusionOk="0">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7" name="Google Shape;5897;p58"/>
              <p:cNvGrpSpPr/>
              <p:nvPr/>
            </p:nvGrpSpPr>
            <p:grpSpPr>
              <a:xfrm>
                <a:off x="4017360" y="3342061"/>
                <a:ext cx="37870" cy="32380"/>
                <a:chOff x="4017360" y="3342061"/>
                <a:chExt cx="37870" cy="32380"/>
              </a:xfrm>
            </p:grpSpPr>
            <p:sp>
              <p:nvSpPr>
                <p:cNvPr id="5898" name="Google Shape;5898;p58"/>
                <p:cNvSpPr/>
                <p:nvPr/>
              </p:nvSpPr>
              <p:spPr>
                <a:xfrm>
                  <a:off x="4017360" y="3342061"/>
                  <a:ext cx="37870" cy="32380"/>
                </a:xfrm>
                <a:custGeom>
                  <a:avLst/>
                  <a:gdLst/>
                  <a:ahLst/>
                  <a:cxnLst/>
                  <a:rect l="l" t="t" r="r" b="b"/>
                  <a:pathLst>
                    <a:path w="4815" h="4117" extrusionOk="0">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58"/>
                <p:cNvSpPr/>
                <p:nvPr/>
              </p:nvSpPr>
              <p:spPr>
                <a:xfrm>
                  <a:off x="4032484" y="3351790"/>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00" name="Google Shape;5900;p58"/>
              <p:cNvSpPr/>
              <p:nvPr/>
            </p:nvSpPr>
            <p:spPr>
              <a:xfrm>
                <a:off x="3998712" y="3520180"/>
                <a:ext cx="47764" cy="40929"/>
              </a:xfrm>
              <a:custGeom>
                <a:avLst/>
                <a:gdLst/>
                <a:ahLst/>
                <a:cxnLst/>
                <a:rect l="l" t="t" r="r" b="b"/>
                <a:pathLst>
                  <a:path w="6073" h="5204" extrusionOk="0">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58"/>
              <p:cNvSpPr/>
              <p:nvPr/>
            </p:nvSpPr>
            <p:spPr>
              <a:xfrm>
                <a:off x="4011744" y="3529893"/>
                <a:ext cx="25026" cy="21448"/>
              </a:xfrm>
              <a:custGeom>
                <a:avLst/>
                <a:gdLst/>
                <a:ahLst/>
                <a:cxnLst/>
                <a:rect l="l" t="t" r="r" b="b"/>
                <a:pathLst>
                  <a:path w="3182" h="2727" extrusionOk="0">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02" name="Google Shape;5902;p58"/>
              <p:cNvGrpSpPr/>
              <p:nvPr/>
            </p:nvGrpSpPr>
            <p:grpSpPr>
              <a:xfrm>
                <a:off x="3750870" y="3418650"/>
                <a:ext cx="37776" cy="32380"/>
                <a:chOff x="3750870" y="3418650"/>
                <a:chExt cx="37776" cy="32380"/>
              </a:xfrm>
            </p:grpSpPr>
            <p:sp>
              <p:nvSpPr>
                <p:cNvPr id="5903" name="Google Shape;5903;p58"/>
                <p:cNvSpPr/>
                <p:nvPr/>
              </p:nvSpPr>
              <p:spPr>
                <a:xfrm>
                  <a:off x="3750870" y="3418650"/>
                  <a:ext cx="37776" cy="32380"/>
                </a:xfrm>
                <a:custGeom>
                  <a:avLst/>
                  <a:gdLst/>
                  <a:ahLst/>
                  <a:cxnLst/>
                  <a:rect l="l" t="t" r="r" b="b"/>
                  <a:pathLst>
                    <a:path w="4803" h="4117" extrusionOk="0">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58"/>
                <p:cNvSpPr/>
                <p:nvPr/>
              </p:nvSpPr>
              <p:spPr>
                <a:xfrm>
                  <a:off x="3765994" y="3428285"/>
                  <a:ext cx="13040" cy="13040"/>
                </a:xfrm>
                <a:custGeom>
                  <a:avLst/>
                  <a:gdLst/>
                  <a:ahLst/>
                  <a:cxnLst/>
                  <a:rect l="l" t="t" r="r" b="b"/>
                  <a:pathLst>
                    <a:path w="1658" h="1658" extrusionOk="0">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5" name="Google Shape;5905;p58"/>
              <p:cNvGrpSpPr/>
              <p:nvPr/>
            </p:nvGrpSpPr>
            <p:grpSpPr>
              <a:xfrm>
                <a:off x="3632509" y="3274438"/>
                <a:ext cx="37783" cy="32357"/>
                <a:chOff x="3632509" y="3274438"/>
                <a:chExt cx="37783" cy="32357"/>
              </a:xfrm>
            </p:grpSpPr>
            <p:sp>
              <p:nvSpPr>
                <p:cNvPr id="5906" name="Google Shape;5906;p58"/>
                <p:cNvSpPr/>
                <p:nvPr/>
              </p:nvSpPr>
              <p:spPr>
                <a:xfrm>
                  <a:off x="3632509" y="3274438"/>
                  <a:ext cx="37783" cy="32357"/>
                </a:xfrm>
                <a:custGeom>
                  <a:avLst/>
                  <a:gdLst/>
                  <a:ahLst/>
                  <a:cxnLst/>
                  <a:rect l="l" t="t" r="r" b="b"/>
                  <a:pathLst>
                    <a:path w="4804" h="4114" extrusionOk="0">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58"/>
                <p:cNvSpPr/>
                <p:nvPr/>
              </p:nvSpPr>
              <p:spPr>
                <a:xfrm>
                  <a:off x="3647547" y="3284049"/>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8" name="Google Shape;5908;p58"/>
              <p:cNvGrpSpPr/>
              <p:nvPr/>
            </p:nvGrpSpPr>
            <p:grpSpPr>
              <a:xfrm>
                <a:off x="3906424" y="3297561"/>
                <a:ext cx="37776" cy="32451"/>
                <a:chOff x="3906424" y="3297561"/>
                <a:chExt cx="37776" cy="32451"/>
              </a:xfrm>
            </p:grpSpPr>
            <p:sp>
              <p:nvSpPr>
                <p:cNvPr id="5909" name="Google Shape;5909;p58"/>
                <p:cNvSpPr/>
                <p:nvPr/>
              </p:nvSpPr>
              <p:spPr>
                <a:xfrm>
                  <a:off x="3906424" y="3297561"/>
                  <a:ext cx="37776" cy="32451"/>
                </a:xfrm>
                <a:custGeom>
                  <a:avLst/>
                  <a:gdLst/>
                  <a:ahLst/>
                  <a:cxnLst/>
                  <a:rect l="l" t="t" r="r" b="b"/>
                  <a:pathLst>
                    <a:path w="4803" h="4126" extrusionOk="0">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58"/>
                <p:cNvSpPr/>
                <p:nvPr/>
              </p:nvSpPr>
              <p:spPr>
                <a:xfrm>
                  <a:off x="3921548" y="3307361"/>
                  <a:ext cx="13048" cy="13040"/>
                </a:xfrm>
                <a:custGeom>
                  <a:avLst/>
                  <a:gdLst/>
                  <a:ahLst/>
                  <a:cxnLst/>
                  <a:rect l="l" t="t" r="r" b="b"/>
                  <a:pathLst>
                    <a:path w="1659" h="1658" extrusionOk="0">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1" name="Google Shape;5911;p58"/>
              <p:cNvGrpSpPr/>
              <p:nvPr/>
            </p:nvGrpSpPr>
            <p:grpSpPr>
              <a:xfrm>
                <a:off x="3866084" y="3412107"/>
                <a:ext cx="37776" cy="32357"/>
                <a:chOff x="3866084" y="3412107"/>
                <a:chExt cx="37776" cy="32357"/>
              </a:xfrm>
            </p:grpSpPr>
            <p:sp>
              <p:nvSpPr>
                <p:cNvPr id="5912" name="Google Shape;5912;p58"/>
                <p:cNvSpPr/>
                <p:nvPr/>
              </p:nvSpPr>
              <p:spPr>
                <a:xfrm>
                  <a:off x="3866084"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58"/>
                <p:cNvSpPr/>
                <p:nvPr/>
              </p:nvSpPr>
              <p:spPr>
                <a:xfrm>
                  <a:off x="3881208" y="3421812"/>
                  <a:ext cx="13048" cy="13040"/>
                </a:xfrm>
                <a:custGeom>
                  <a:avLst/>
                  <a:gdLst/>
                  <a:ahLst/>
                  <a:cxnLst/>
                  <a:rect l="l" t="t" r="r" b="b"/>
                  <a:pathLst>
                    <a:path w="1659" h="1658" extrusionOk="0">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4" name="Google Shape;5914;p58"/>
              <p:cNvGrpSpPr/>
              <p:nvPr/>
            </p:nvGrpSpPr>
            <p:grpSpPr>
              <a:xfrm>
                <a:off x="4023919" y="3766409"/>
                <a:ext cx="37783" cy="32357"/>
                <a:chOff x="4023919" y="3766409"/>
                <a:chExt cx="37783" cy="32357"/>
              </a:xfrm>
            </p:grpSpPr>
            <p:sp>
              <p:nvSpPr>
                <p:cNvPr id="5915" name="Google Shape;5915;p58"/>
                <p:cNvSpPr/>
                <p:nvPr/>
              </p:nvSpPr>
              <p:spPr>
                <a:xfrm>
                  <a:off x="4023919" y="3766409"/>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58"/>
                <p:cNvSpPr/>
                <p:nvPr/>
              </p:nvSpPr>
              <p:spPr>
                <a:xfrm>
                  <a:off x="4039051" y="3776115"/>
                  <a:ext cx="13040" cy="13048"/>
                </a:xfrm>
                <a:custGeom>
                  <a:avLst/>
                  <a:gdLst/>
                  <a:ahLst/>
                  <a:cxnLst/>
                  <a:rect l="l" t="t" r="r" b="b"/>
                  <a:pathLst>
                    <a:path w="1658" h="1659" extrusionOk="0">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7" name="Google Shape;5917;p58"/>
              <p:cNvGrpSpPr/>
              <p:nvPr/>
            </p:nvGrpSpPr>
            <p:grpSpPr>
              <a:xfrm>
                <a:off x="3973882" y="3779449"/>
                <a:ext cx="37776" cy="32357"/>
                <a:chOff x="3973882" y="3779449"/>
                <a:chExt cx="37776" cy="32357"/>
              </a:xfrm>
            </p:grpSpPr>
            <p:sp>
              <p:nvSpPr>
                <p:cNvPr id="5918" name="Google Shape;5918;p58"/>
                <p:cNvSpPr/>
                <p:nvPr/>
              </p:nvSpPr>
              <p:spPr>
                <a:xfrm>
                  <a:off x="3973882" y="3779449"/>
                  <a:ext cx="37776" cy="32357"/>
                </a:xfrm>
                <a:custGeom>
                  <a:avLst/>
                  <a:gdLst/>
                  <a:ahLst/>
                  <a:cxnLst/>
                  <a:rect l="l" t="t" r="r" b="b"/>
                  <a:pathLst>
                    <a:path w="4803" h="4114" extrusionOk="0">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58"/>
                <p:cNvSpPr/>
                <p:nvPr/>
              </p:nvSpPr>
              <p:spPr>
                <a:xfrm>
                  <a:off x="3989006" y="3789155"/>
                  <a:ext cx="13040" cy="13040"/>
                </a:xfrm>
                <a:custGeom>
                  <a:avLst/>
                  <a:gdLst/>
                  <a:ahLst/>
                  <a:cxnLst/>
                  <a:rect l="l" t="t" r="r" b="b"/>
                  <a:pathLst>
                    <a:path w="1658" h="1658" extrusionOk="0">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0" name="Google Shape;5920;p58"/>
              <p:cNvGrpSpPr/>
              <p:nvPr/>
            </p:nvGrpSpPr>
            <p:grpSpPr>
              <a:xfrm>
                <a:off x="4073398" y="3838028"/>
                <a:ext cx="37776" cy="32380"/>
                <a:chOff x="4073398" y="3838028"/>
                <a:chExt cx="37776" cy="32380"/>
              </a:xfrm>
            </p:grpSpPr>
            <p:sp>
              <p:nvSpPr>
                <p:cNvPr id="5921" name="Google Shape;5921;p58"/>
                <p:cNvSpPr/>
                <p:nvPr/>
              </p:nvSpPr>
              <p:spPr>
                <a:xfrm>
                  <a:off x="4073398" y="3838028"/>
                  <a:ext cx="37776" cy="32380"/>
                </a:xfrm>
                <a:custGeom>
                  <a:avLst/>
                  <a:gdLst/>
                  <a:ahLst/>
                  <a:cxnLst/>
                  <a:rect l="l" t="t" r="r" b="b"/>
                  <a:pathLst>
                    <a:path w="4803" h="4117" extrusionOk="0">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58"/>
                <p:cNvSpPr/>
                <p:nvPr/>
              </p:nvSpPr>
              <p:spPr>
                <a:xfrm>
                  <a:off x="4088428" y="3847663"/>
                  <a:ext cx="13040" cy="13040"/>
                </a:xfrm>
                <a:custGeom>
                  <a:avLst/>
                  <a:gdLst/>
                  <a:ahLst/>
                  <a:cxnLst/>
                  <a:rect l="l" t="t" r="r" b="b"/>
                  <a:pathLst>
                    <a:path w="1658" h="1658" extrusionOk="0">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3" name="Google Shape;5923;p58"/>
              <p:cNvGrpSpPr/>
              <p:nvPr/>
            </p:nvGrpSpPr>
            <p:grpSpPr>
              <a:xfrm>
                <a:off x="4342672" y="4144496"/>
                <a:ext cx="37752" cy="32364"/>
                <a:chOff x="4342672" y="4144496"/>
                <a:chExt cx="37752" cy="32364"/>
              </a:xfrm>
            </p:grpSpPr>
            <p:sp>
              <p:nvSpPr>
                <p:cNvPr id="5924" name="Google Shape;5924;p58"/>
                <p:cNvSpPr/>
                <p:nvPr/>
              </p:nvSpPr>
              <p:spPr>
                <a:xfrm>
                  <a:off x="4342672" y="4144496"/>
                  <a:ext cx="37752" cy="32364"/>
                </a:xfrm>
                <a:custGeom>
                  <a:avLst/>
                  <a:gdLst/>
                  <a:ahLst/>
                  <a:cxnLst/>
                  <a:rect l="l" t="t" r="r" b="b"/>
                  <a:pathLst>
                    <a:path w="4800" h="4115" extrusionOk="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58"/>
                <p:cNvSpPr/>
                <p:nvPr/>
              </p:nvSpPr>
              <p:spPr>
                <a:xfrm>
                  <a:off x="4355586" y="4154209"/>
                  <a:ext cx="15227" cy="13040"/>
                </a:xfrm>
                <a:custGeom>
                  <a:avLst/>
                  <a:gdLst/>
                  <a:ahLst/>
                  <a:cxnLst/>
                  <a:rect l="l" t="t" r="r" b="b"/>
                  <a:pathLst>
                    <a:path w="1936" h="1658" extrusionOk="0">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6" name="Google Shape;5926;p58"/>
              <p:cNvGrpSpPr/>
              <p:nvPr/>
            </p:nvGrpSpPr>
            <p:grpSpPr>
              <a:xfrm>
                <a:off x="4406386" y="4056872"/>
                <a:ext cx="37783" cy="32364"/>
                <a:chOff x="4406386" y="4056872"/>
                <a:chExt cx="37783" cy="32364"/>
              </a:xfrm>
            </p:grpSpPr>
            <p:sp>
              <p:nvSpPr>
                <p:cNvPr id="5927" name="Google Shape;5927;p58"/>
                <p:cNvSpPr/>
                <p:nvPr/>
              </p:nvSpPr>
              <p:spPr>
                <a:xfrm>
                  <a:off x="4406386" y="4056872"/>
                  <a:ext cx="37783" cy="32364"/>
                </a:xfrm>
                <a:custGeom>
                  <a:avLst/>
                  <a:gdLst/>
                  <a:ahLst/>
                  <a:cxnLst/>
                  <a:rect l="l" t="t" r="r" b="b"/>
                  <a:pathLst>
                    <a:path w="4804" h="4115" extrusionOk="0">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58"/>
                <p:cNvSpPr/>
                <p:nvPr/>
              </p:nvSpPr>
              <p:spPr>
                <a:xfrm>
                  <a:off x="4419332" y="4066577"/>
                  <a:ext cx="15227" cy="13017"/>
                </a:xfrm>
                <a:custGeom>
                  <a:avLst/>
                  <a:gdLst/>
                  <a:ahLst/>
                  <a:cxnLst/>
                  <a:rect l="l" t="t" r="r" b="b"/>
                  <a:pathLst>
                    <a:path w="1936" h="1655" extrusionOk="0">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9" name="Google Shape;5929;p58"/>
              <p:cNvGrpSpPr/>
              <p:nvPr/>
            </p:nvGrpSpPr>
            <p:grpSpPr>
              <a:xfrm>
                <a:off x="4284416" y="4245254"/>
                <a:ext cx="37783" cy="32357"/>
                <a:chOff x="4284416" y="4245254"/>
                <a:chExt cx="37783" cy="32357"/>
              </a:xfrm>
            </p:grpSpPr>
            <p:sp>
              <p:nvSpPr>
                <p:cNvPr id="5930" name="Google Shape;5930;p58"/>
                <p:cNvSpPr/>
                <p:nvPr/>
              </p:nvSpPr>
              <p:spPr>
                <a:xfrm>
                  <a:off x="4284416" y="4245254"/>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58"/>
                <p:cNvSpPr/>
                <p:nvPr/>
              </p:nvSpPr>
              <p:spPr>
                <a:xfrm>
                  <a:off x="4299548" y="4254959"/>
                  <a:ext cx="13040" cy="13040"/>
                </a:xfrm>
                <a:custGeom>
                  <a:avLst/>
                  <a:gdLst/>
                  <a:ahLst/>
                  <a:cxnLst/>
                  <a:rect l="l" t="t" r="r" b="b"/>
                  <a:pathLst>
                    <a:path w="1658" h="1658" extrusionOk="0">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2" name="Google Shape;5932;p58"/>
              <p:cNvGrpSpPr/>
              <p:nvPr/>
            </p:nvGrpSpPr>
            <p:grpSpPr>
              <a:xfrm>
                <a:off x="4219057" y="4331258"/>
                <a:ext cx="37776" cy="32364"/>
                <a:chOff x="4219057" y="4331258"/>
                <a:chExt cx="37776" cy="32364"/>
              </a:xfrm>
            </p:grpSpPr>
            <p:sp>
              <p:nvSpPr>
                <p:cNvPr id="5933" name="Google Shape;5933;p58"/>
                <p:cNvSpPr/>
                <p:nvPr/>
              </p:nvSpPr>
              <p:spPr>
                <a:xfrm>
                  <a:off x="4219057" y="4331258"/>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58"/>
                <p:cNvSpPr/>
                <p:nvPr/>
              </p:nvSpPr>
              <p:spPr>
                <a:xfrm>
                  <a:off x="4231995" y="4340971"/>
                  <a:ext cx="15235" cy="13040"/>
                </a:xfrm>
                <a:custGeom>
                  <a:avLst/>
                  <a:gdLst/>
                  <a:ahLst/>
                  <a:cxnLst/>
                  <a:rect l="l" t="t" r="r" b="b"/>
                  <a:pathLst>
                    <a:path w="1937" h="1658" extrusionOk="0">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5" name="Google Shape;5935;p58"/>
              <p:cNvGrpSpPr/>
              <p:nvPr/>
            </p:nvGrpSpPr>
            <p:grpSpPr>
              <a:xfrm>
                <a:off x="4204122" y="4141688"/>
                <a:ext cx="33497" cy="28699"/>
                <a:chOff x="4204122" y="4141688"/>
                <a:chExt cx="33497" cy="28699"/>
              </a:xfrm>
            </p:grpSpPr>
            <p:sp>
              <p:nvSpPr>
                <p:cNvPr id="5936" name="Google Shape;5936;p58"/>
                <p:cNvSpPr/>
                <p:nvPr/>
              </p:nvSpPr>
              <p:spPr>
                <a:xfrm>
                  <a:off x="4204122" y="4141688"/>
                  <a:ext cx="33497" cy="28699"/>
                </a:xfrm>
                <a:custGeom>
                  <a:avLst/>
                  <a:gdLst/>
                  <a:ahLst/>
                  <a:cxnLst/>
                  <a:rect l="l" t="t" r="r" b="b"/>
                  <a:pathLst>
                    <a:path w="4259" h="3649" extrusionOk="0">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58"/>
                <p:cNvSpPr/>
                <p:nvPr/>
              </p:nvSpPr>
              <p:spPr>
                <a:xfrm>
                  <a:off x="4216965" y="4151259"/>
                  <a:ext cx="11042" cy="9399"/>
                </a:xfrm>
                <a:custGeom>
                  <a:avLst/>
                  <a:gdLst/>
                  <a:ahLst/>
                  <a:cxnLst/>
                  <a:rect l="l" t="t" r="r" b="b"/>
                  <a:pathLst>
                    <a:path w="1404" h="1195" extrusionOk="0">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8" name="Google Shape;5938;p58"/>
              <p:cNvGrpSpPr/>
              <p:nvPr/>
            </p:nvGrpSpPr>
            <p:grpSpPr>
              <a:xfrm>
                <a:off x="4301546" y="4003869"/>
                <a:ext cx="38916" cy="33324"/>
                <a:chOff x="4301546" y="4003869"/>
                <a:chExt cx="38916" cy="33324"/>
              </a:xfrm>
            </p:grpSpPr>
            <p:sp>
              <p:nvSpPr>
                <p:cNvPr id="5939" name="Google Shape;5939;p58"/>
                <p:cNvSpPr/>
                <p:nvPr/>
              </p:nvSpPr>
              <p:spPr>
                <a:xfrm>
                  <a:off x="4301546" y="4003869"/>
                  <a:ext cx="38916" cy="33324"/>
                </a:xfrm>
                <a:custGeom>
                  <a:avLst/>
                  <a:gdLst/>
                  <a:ahLst/>
                  <a:cxnLst/>
                  <a:rect l="l" t="t" r="r" b="b"/>
                  <a:pathLst>
                    <a:path w="4948" h="4237" extrusionOk="0">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58"/>
                <p:cNvSpPr/>
                <p:nvPr/>
              </p:nvSpPr>
              <p:spPr>
                <a:xfrm>
                  <a:off x="4314389" y="4013590"/>
                  <a:ext cx="16469" cy="14000"/>
                </a:xfrm>
                <a:custGeom>
                  <a:avLst/>
                  <a:gdLst/>
                  <a:ahLst/>
                  <a:cxnLst/>
                  <a:rect l="l" t="t" r="r" b="b"/>
                  <a:pathLst>
                    <a:path w="2094" h="1780" extrusionOk="0">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41" name="Google Shape;5941;p58"/>
              <p:cNvGrpSpPr/>
              <p:nvPr/>
            </p:nvGrpSpPr>
            <p:grpSpPr>
              <a:xfrm>
                <a:off x="4210681" y="3924669"/>
                <a:ext cx="36549" cy="31366"/>
                <a:chOff x="4210681" y="3924669"/>
                <a:chExt cx="36549" cy="31366"/>
              </a:xfrm>
            </p:grpSpPr>
            <p:sp>
              <p:nvSpPr>
                <p:cNvPr id="5942" name="Google Shape;5942;p58"/>
                <p:cNvSpPr/>
                <p:nvPr/>
              </p:nvSpPr>
              <p:spPr>
                <a:xfrm>
                  <a:off x="4210681" y="3924669"/>
                  <a:ext cx="36549" cy="31366"/>
                </a:xfrm>
                <a:custGeom>
                  <a:avLst/>
                  <a:gdLst/>
                  <a:ahLst/>
                  <a:cxnLst/>
                  <a:rect l="l" t="t" r="r" b="b"/>
                  <a:pathLst>
                    <a:path w="4647" h="3988" extrusionOk="0">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58"/>
                <p:cNvSpPr/>
                <p:nvPr/>
              </p:nvSpPr>
              <p:spPr>
                <a:xfrm>
                  <a:off x="4225625" y="3934335"/>
                  <a:ext cx="11994" cy="11994"/>
                </a:xfrm>
                <a:custGeom>
                  <a:avLst/>
                  <a:gdLst/>
                  <a:ahLst/>
                  <a:cxnLst/>
                  <a:rect l="l" t="t" r="r" b="b"/>
                  <a:pathLst>
                    <a:path w="1525" h="1525" extrusionOk="0">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44" name="Google Shape;5944;p58"/>
              <p:cNvGrpSpPr/>
              <p:nvPr/>
            </p:nvGrpSpPr>
            <p:grpSpPr>
              <a:xfrm>
                <a:off x="3987771" y="3628874"/>
                <a:ext cx="31499" cy="26993"/>
                <a:chOff x="3987771" y="3628874"/>
                <a:chExt cx="31499" cy="26993"/>
              </a:xfrm>
            </p:grpSpPr>
            <p:sp>
              <p:nvSpPr>
                <p:cNvPr id="5945" name="Google Shape;5945;p58"/>
                <p:cNvSpPr/>
                <p:nvPr/>
              </p:nvSpPr>
              <p:spPr>
                <a:xfrm>
                  <a:off x="3987771" y="3628874"/>
                  <a:ext cx="31499" cy="26993"/>
                </a:xfrm>
                <a:custGeom>
                  <a:avLst/>
                  <a:gdLst/>
                  <a:ahLst/>
                  <a:cxnLst/>
                  <a:rect l="l" t="t" r="r" b="b"/>
                  <a:pathLst>
                    <a:path w="4005" h="3432" extrusionOk="0">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58"/>
                <p:cNvSpPr/>
                <p:nvPr/>
              </p:nvSpPr>
              <p:spPr>
                <a:xfrm>
                  <a:off x="4000709" y="3638540"/>
                  <a:ext cx="8856" cy="7605"/>
                </a:xfrm>
                <a:custGeom>
                  <a:avLst/>
                  <a:gdLst/>
                  <a:ahLst/>
                  <a:cxnLst/>
                  <a:rect l="l" t="t" r="r" b="b"/>
                  <a:pathLst>
                    <a:path w="1126" h="967" extrusionOk="0">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47" name="Google Shape;5947;p58"/>
              <p:cNvGrpSpPr/>
              <p:nvPr/>
            </p:nvGrpSpPr>
            <p:grpSpPr>
              <a:xfrm>
                <a:off x="4087382" y="3775674"/>
                <a:ext cx="31405" cy="26898"/>
                <a:chOff x="4087382" y="3775674"/>
                <a:chExt cx="31405" cy="26898"/>
              </a:xfrm>
            </p:grpSpPr>
            <p:sp>
              <p:nvSpPr>
                <p:cNvPr id="5948" name="Google Shape;5948;p58"/>
                <p:cNvSpPr/>
                <p:nvPr/>
              </p:nvSpPr>
              <p:spPr>
                <a:xfrm>
                  <a:off x="4087382" y="3775674"/>
                  <a:ext cx="31405" cy="26898"/>
                </a:xfrm>
                <a:custGeom>
                  <a:avLst/>
                  <a:gdLst/>
                  <a:ahLst/>
                  <a:cxnLst/>
                  <a:rect l="l" t="t" r="r" b="b"/>
                  <a:pathLst>
                    <a:path w="3993" h="3420" extrusionOk="0">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58"/>
                <p:cNvSpPr/>
                <p:nvPr/>
              </p:nvSpPr>
              <p:spPr>
                <a:xfrm>
                  <a:off x="4101460" y="3785348"/>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0" name="Google Shape;5950;p58"/>
              <p:cNvGrpSpPr/>
              <p:nvPr/>
            </p:nvGrpSpPr>
            <p:grpSpPr>
              <a:xfrm>
                <a:off x="4118873" y="3856637"/>
                <a:ext cx="31405" cy="26906"/>
                <a:chOff x="4118873" y="3856637"/>
                <a:chExt cx="31405" cy="26906"/>
              </a:xfrm>
            </p:grpSpPr>
            <p:sp>
              <p:nvSpPr>
                <p:cNvPr id="5951" name="Google Shape;5951;p58"/>
                <p:cNvSpPr/>
                <p:nvPr/>
              </p:nvSpPr>
              <p:spPr>
                <a:xfrm>
                  <a:off x="4118873" y="3856637"/>
                  <a:ext cx="31405" cy="26906"/>
                </a:xfrm>
                <a:custGeom>
                  <a:avLst/>
                  <a:gdLst/>
                  <a:ahLst/>
                  <a:cxnLst/>
                  <a:rect l="l" t="t" r="r" b="b"/>
                  <a:pathLst>
                    <a:path w="3993" h="3421" extrusionOk="0">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58"/>
                <p:cNvSpPr/>
                <p:nvPr/>
              </p:nvSpPr>
              <p:spPr>
                <a:xfrm>
                  <a:off x="4133046" y="3866310"/>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3" name="Google Shape;5953;p58"/>
              <p:cNvGrpSpPr/>
              <p:nvPr/>
            </p:nvGrpSpPr>
            <p:grpSpPr>
              <a:xfrm>
                <a:off x="4168541" y="3639523"/>
                <a:ext cx="31499" cy="26906"/>
                <a:chOff x="4168541" y="3639523"/>
                <a:chExt cx="31499" cy="26906"/>
              </a:xfrm>
            </p:grpSpPr>
            <p:sp>
              <p:nvSpPr>
                <p:cNvPr id="5954" name="Google Shape;5954;p58"/>
                <p:cNvSpPr/>
                <p:nvPr/>
              </p:nvSpPr>
              <p:spPr>
                <a:xfrm>
                  <a:off x="4168541" y="3639523"/>
                  <a:ext cx="31499" cy="26906"/>
                </a:xfrm>
                <a:custGeom>
                  <a:avLst/>
                  <a:gdLst/>
                  <a:ahLst/>
                  <a:cxnLst/>
                  <a:rect l="l" t="t" r="r" b="b"/>
                  <a:pathLst>
                    <a:path w="4005" h="3421" extrusionOk="0">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58"/>
                <p:cNvSpPr/>
                <p:nvPr/>
              </p:nvSpPr>
              <p:spPr>
                <a:xfrm>
                  <a:off x="4182713" y="3649197"/>
                  <a:ext cx="7716" cy="7621"/>
                </a:xfrm>
                <a:custGeom>
                  <a:avLst/>
                  <a:gdLst/>
                  <a:ahLst/>
                  <a:cxnLst/>
                  <a:rect l="l" t="t" r="r" b="b"/>
                  <a:pathLst>
                    <a:path w="981" h="969" extrusionOk="0">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6" name="Google Shape;5956;p58"/>
              <p:cNvGrpSpPr/>
              <p:nvPr/>
            </p:nvGrpSpPr>
            <p:grpSpPr>
              <a:xfrm>
                <a:off x="3965789" y="3393545"/>
                <a:ext cx="31405" cy="26945"/>
                <a:chOff x="3965789" y="3393545"/>
                <a:chExt cx="31405" cy="26945"/>
              </a:xfrm>
            </p:grpSpPr>
            <p:sp>
              <p:nvSpPr>
                <p:cNvPr id="5957" name="Google Shape;5957;p58"/>
                <p:cNvSpPr/>
                <p:nvPr/>
              </p:nvSpPr>
              <p:spPr>
                <a:xfrm>
                  <a:off x="3965789" y="3393545"/>
                  <a:ext cx="31405" cy="26945"/>
                </a:xfrm>
                <a:custGeom>
                  <a:avLst/>
                  <a:gdLst/>
                  <a:ahLst/>
                  <a:cxnLst/>
                  <a:rect l="l" t="t" r="r" b="b"/>
                  <a:pathLst>
                    <a:path w="3993" h="3426" extrusionOk="0">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58"/>
                <p:cNvSpPr/>
                <p:nvPr/>
              </p:nvSpPr>
              <p:spPr>
                <a:xfrm>
                  <a:off x="3978632" y="3403259"/>
                  <a:ext cx="8950" cy="7590"/>
                </a:xfrm>
                <a:custGeom>
                  <a:avLst/>
                  <a:gdLst/>
                  <a:ahLst/>
                  <a:cxnLst/>
                  <a:rect l="l" t="t" r="r" b="b"/>
                  <a:pathLst>
                    <a:path w="1138" h="965" extrusionOk="0">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9" name="Google Shape;5959;p58"/>
              <p:cNvGrpSpPr/>
              <p:nvPr/>
            </p:nvGrpSpPr>
            <p:grpSpPr>
              <a:xfrm>
                <a:off x="3925166" y="3491008"/>
                <a:ext cx="31405" cy="27001"/>
                <a:chOff x="3925166" y="3491008"/>
                <a:chExt cx="31405" cy="27001"/>
              </a:xfrm>
            </p:grpSpPr>
            <p:sp>
              <p:nvSpPr>
                <p:cNvPr id="5960" name="Google Shape;5960;p58"/>
                <p:cNvSpPr/>
                <p:nvPr/>
              </p:nvSpPr>
              <p:spPr>
                <a:xfrm>
                  <a:off x="3925166" y="3491008"/>
                  <a:ext cx="31405" cy="27001"/>
                </a:xfrm>
                <a:custGeom>
                  <a:avLst/>
                  <a:gdLst/>
                  <a:ahLst/>
                  <a:cxnLst/>
                  <a:rect l="l" t="t" r="r" b="b"/>
                  <a:pathLst>
                    <a:path w="3993" h="3433" extrusionOk="0">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58"/>
                <p:cNvSpPr/>
                <p:nvPr/>
              </p:nvSpPr>
              <p:spPr>
                <a:xfrm>
                  <a:off x="3939339" y="3500682"/>
                  <a:ext cx="7621" cy="7621"/>
                </a:xfrm>
                <a:custGeom>
                  <a:avLst/>
                  <a:gdLst/>
                  <a:ahLst/>
                  <a:cxnLst/>
                  <a:rect l="l" t="t" r="r" b="b"/>
                  <a:pathLst>
                    <a:path w="969" h="969" extrusionOk="0">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2" name="Google Shape;5962;p58"/>
              <p:cNvGrpSpPr/>
              <p:nvPr/>
            </p:nvGrpSpPr>
            <p:grpSpPr>
              <a:xfrm>
                <a:off x="3682845" y="3340976"/>
                <a:ext cx="31397" cy="26898"/>
                <a:chOff x="3682845" y="3340976"/>
                <a:chExt cx="31397" cy="26898"/>
              </a:xfrm>
            </p:grpSpPr>
            <p:sp>
              <p:nvSpPr>
                <p:cNvPr id="5963" name="Google Shape;5963;p58"/>
                <p:cNvSpPr/>
                <p:nvPr/>
              </p:nvSpPr>
              <p:spPr>
                <a:xfrm>
                  <a:off x="3682845" y="3340976"/>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58"/>
                <p:cNvSpPr/>
                <p:nvPr/>
              </p:nvSpPr>
              <p:spPr>
                <a:xfrm>
                  <a:off x="3695783" y="3350650"/>
                  <a:ext cx="8856" cy="7645"/>
                </a:xfrm>
                <a:custGeom>
                  <a:avLst/>
                  <a:gdLst/>
                  <a:ahLst/>
                  <a:cxnLst/>
                  <a:rect l="l" t="t" r="r" b="b"/>
                  <a:pathLst>
                    <a:path w="1126" h="972" extrusionOk="0">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5" name="Google Shape;5965;p58"/>
              <p:cNvGrpSpPr/>
              <p:nvPr/>
            </p:nvGrpSpPr>
            <p:grpSpPr>
              <a:xfrm>
                <a:off x="3795393" y="3353725"/>
                <a:ext cx="31499" cy="26993"/>
                <a:chOff x="3795393" y="3353725"/>
                <a:chExt cx="31499" cy="26993"/>
              </a:xfrm>
            </p:grpSpPr>
            <p:sp>
              <p:nvSpPr>
                <p:cNvPr id="5966" name="Google Shape;5966;p58"/>
                <p:cNvSpPr/>
                <p:nvPr/>
              </p:nvSpPr>
              <p:spPr>
                <a:xfrm>
                  <a:off x="3795393" y="3353725"/>
                  <a:ext cx="31499" cy="26993"/>
                </a:xfrm>
                <a:custGeom>
                  <a:avLst/>
                  <a:gdLst/>
                  <a:ahLst/>
                  <a:cxnLst/>
                  <a:rect l="l" t="t" r="r" b="b"/>
                  <a:pathLst>
                    <a:path w="4005" h="3432" extrusionOk="0">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58"/>
                <p:cNvSpPr/>
                <p:nvPr/>
              </p:nvSpPr>
              <p:spPr>
                <a:xfrm>
                  <a:off x="3809668" y="3363399"/>
                  <a:ext cx="7613" cy="7613"/>
                </a:xfrm>
                <a:custGeom>
                  <a:avLst/>
                  <a:gdLst/>
                  <a:ahLst/>
                  <a:cxnLst/>
                  <a:rect l="l" t="t" r="r" b="b"/>
                  <a:pathLst>
                    <a:path w="968" h="968" extrusionOk="0">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8" name="Google Shape;5968;p58"/>
              <p:cNvGrpSpPr/>
              <p:nvPr/>
            </p:nvGrpSpPr>
            <p:grpSpPr>
              <a:xfrm>
                <a:off x="4176909" y="4363221"/>
                <a:ext cx="38924" cy="33316"/>
                <a:chOff x="4176909" y="4363221"/>
                <a:chExt cx="38924" cy="33316"/>
              </a:xfrm>
            </p:grpSpPr>
            <p:sp>
              <p:nvSpPr>
                <p:cNvPr id="5969" name="Google Shape;5969;p58"/>
                <p:cNvSpPr/>
                <p:nvPr/>
              </p:nvSpPr>
              <p:spPr>
                <a:xfrm>
                  <a:off x="4176909" y="4363221"/>
                  <a:ext cx="38924" cy="33316"/>
                </a:xfrm>
                <a:custGeom>
                  <a:avLst/>
                  <a:gdLst/>
                  <a:ahLst/>
                  <a:cxnLst/>
                  <a:rect l="l" t="t" r="r" b="b"/>
                  <a:pathLst>
                    <a:path w="4949" h="4236" extrusionOk="0">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58"/>
                <p:cNvSpPr/>
                <p:nvPr/>
              </p:nvSpPr>
              <p:spPr>
                <a:xfrm>
                  <a:off x="4192230" y="4372934"/>
                  <a:ext cx="13897" cy="13992"/>
                </a:xfrm>
                <a:custGeom>
                  <a:avLst/>
                  <a:gdLst/>
                  <a:ahLst/>
                  <a:cxnLst/>
                  <a:rect l="l" t="t" r="r" b="b"/>
                  <a:pathLst>
                    <a:path w="1767" h="1779" extrusionOk="0">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1" name="Google Shape;5971;p58"/>
              <p:cNvGrpSpPr/>
              <p:nvPr/>
            </p:nvGrpSpPr>
            <p:grpSpPr>
              <a:xfrm>
                <a:off x="4226191" y="4007660"/>
                <a:ext cx="33560" cy="28770"/>
                <a:chOff x="4226191" y="4007660"/>
                <a:chExt cx="33560" cy="28770"/>
              </a:xfrm>
            </p:grpSpPr>
            <p:sp>
              <p:nvSpPr>
                <p:cNvPr id="5972" name="Google Shape;5972;p58"/>
                <p:cNvSpPr/>
                <p:nvPr/>
              </p:nvSpPr>
              <p:spPr>
                <a:xfrm>
                  <a:off x="4226191" y="4007660"/>
                  <a:ext cx="33560" cy="28770"/>
                </a:xfrm>
                <a:custGeom>
                  <a:avLst/>
                  <a:gdLst/>
                  <a:ahLst/>
                  <a:cxnLst/>
                  <a:rect l="l" t="t" r="r" b="b"/>
                  <a:pathLst>
                    <a:path w="4267" h="3658" extrusionOk="0">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58"/>
                <p:cNvSpPr/>
                <p:nvPr/>
              </p:nvSpPr>
              <p:spPr>
                <a:xfrm>
                  <a:off x="4239129" y="4017397"/>
                  <a:ext cx="10948" cy="9383"/>
                </a:xfrm>
                <a:custGeom>
                  <a:avLst/>
                  <a:gdLst/>
                  <a:ahLst/>
                  <a:cxnLst/>
                  <a:rect l="l" t="t" r="r" b="b"/>
                  <a:pathLst>
                    <a:path w="1392" h="1193" extrusionOk="0">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4" name="Google Shape;5974;p58"/>
              <p:cNvGrpSpPr/>
              <p:nvPr/>
            </p:nvGrpSpPr>
            <p:grpSpPr>
              <a:xfrm>
                <a:off x="3597785" y="3377045"/>
                <a:ext cx="33591" cy="28699"/>
                <a:chOff x="3597785" y="3377045"/>
                <a:chExt cx="33591" cy="28699"/>
              </a:xfrm>
            </p:grpSpPr>
            <p:sp>
              <p:nvSpPr>
                <p:cNvPr id="5975" name="Google Shape;5975;p58"/>
                <p:cNvSpPr/>
                <p:nvPr/>
              </p:nvSpPr>
              <p:spPr>
                <a:xfrm>
                  <a:off x="3597785" y="3377045"/>
                  <a:ext cx="33591" cy="28699"/>
                </a:xfrm>
                <a:custGeom>
                  <a:avLst/>
                  <a:gdLst/>
                  <a:ahLst/>
                  <a:cxnLst/>
                  <a:rect l="l" t="t" r="r" b="b"/>
                  <a:pathLst>
                    <a:path w="4271" h="3649" extrusionOk="0">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58"/>
                <p:cNvSpPr/>
                <p:nvPr/>
              </p:nvSpPr>
              <p:spPr>
                <a:xfrm>
                  <a:off x="3612343" y="3386703"/>
                  <a:ext cx="9328" cy="9336"/>
                </a:xfrm>
                <a:custGeom>
                  <a:avLst/>
                  <a:gdLst/>
                  <a:ahLst/>
                  <a:cxnLst/>
                  <a:rect l="l" t="t" r="r" b="b"/>
                  <a:pathLst>
                    <a:path w="1186" h="1187" extrusionOk="0">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7" name="Google Shape;5977;p58"/>
              <p:cNvGrpSpPr/>
              <p:nvPr/>
            </p:nvGrpSpPr>
            <p:grpSpPr>
              <a:xfrm>
                <a:off x="3887870" y="3669796"/>
                <a:ext cx="33591" cy="28692"/>
                <a:chOff x="3887870" y="3669796"/>
                <a:chExt cx="33591" cy="28692"/>
              </a:xfrm>
            </p:grpSpPr>
            <p:sp>
              <p:nvSpPr>
                <p:cNvPr id="5978" name="Google Shape;5978;p58"/>
                <p:cNvSpPr/>
                <p:nvPr/>
              </p:nvSpPr>
              <p:spPr>
                <a:xfrm>
                  <a:off x="3887870" y="3669796"/>
                  <a:ext cx="33591" cy="28692"/>
                </a:xfrm>
                <a:custGeom>
                  <a:avLst/>
                  <a:gdLst/>
                  <a:ahLst/>
                  <a:cxnLst/>
                  <a:rect l="l" t="t" r="r" b="b"/>
                  <a:pathLst>
                    <a:path w="4271" h="3648" extrusionOk="0">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58"/>
                <p:cNvSpPr/>
                <p:nvPr/>
              </p:nvSpPr>
              <p:spPr>
                <a:xfrm>
                  <a:off x="3902428" y="3679454"/>
                  <a:ext cx="9422" cy="9328"/>
                </a:xfrm>
                <a:custGeom>
                  <a:avLst/>
                  <a:gdLst/>
                  <a:ahLst/>
                  <a:cxnLst/>
                  <a:rect l="l" t="t" r="r" b="b"/>
                  <a:pathLst>
                    <a:path w="1198" h="1186" extrusionOk="0">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0" name="Google Shape;5980;p58"/>
              <p:cNvGrpSpPr/>
              <p:nvPr/>
            </p:nvGrpSpPr>
            <p:grpSpPr>
              <a:xfrm>
                <a:off x="3818320" y="3481625"/>
                <a:ext cx="33497" cy="28770"/>
                <a:chOff x="3818320" y="3481625"/>
                <a:chExt cx="33497" cy="28770"/>
              </a:xfrm>
            </p:grpSpPr>
            <p:sp>
              <p:nvSpPr>
                <p:cNvPr id="5981" name="Google Shape;5981;p58"/>
                <p:cNvSpPr/>
                <p:nvPr/>
              </p:nvSpPr>
              <p:spPr>
                <a:xfrm>
                  <a:off x="3818320" y="3481625"/>
                  <a:ext cx="33497" cy="28770"/>
                </a:xfrm>
                <a:custGeom>
                  <a:avLst/>
                  <a:gdLst/>
                  <a:ahLst/>
                  <a:cxnLst/>
                  <a:rect l="l" t="t" r="r" b="b"/>
                  <a:pathLst>
                    <a:path w="4259" h="3658" extrusionOk="0">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58"/>
                <p:cNvSpPr/>
                <p:nvPr/>
              </p:nvSpPr>
              <p:spPr>
                <a:xfrm>
                  <a:off x="3831258" y="3491362"/>
                  <a:ext cx="10956" cy="9375"/>
                </a:xfrm>
                <a:custGeom>
                  <a:avLst/>
                  <a:gdLst/>
                  <a:ahLst/>
                  <a:cxnLst/>
                  <a:rect l="l" t="t" r="r" b="b"/>
                  <a:pathLst>
                    <a:path w="1393" h="1192" extrusionOk="0">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3" name="Google Shape;5983;p58"/>
              <p:cNvGrpSpPr/>
              <p:nvPr/>
            </p:nvGrpSpPr>
            <p:grpSpPr>
              <a:xfrm>
                <a:off x="4278139" y="4120948"/>
                <a:ext cx="37492" cy="32129"/>
                <a:chOff x="4278139" y="4120948"/>
                <a:chExt cx="37492" cy="32129"/>
              </a:xfrm>
            </p:grpSpPr>
            <p:sp>
              <p:nvSpPr>
                <p:cNvPr id="5984" name="Google Shape;5984;p58"/>
                <p:cNvSpPr/>
                <p:nvPr/>
              </p:nvSpPr>
              <p:spPr>
                <a:xfrm>
                  <a:off x="4278139" y="4120948"/>
                  <a:ext cx="37492" cy="32129"/>
                </a:xfrm>
                <a:custGeom>
                  <a:avLst/>
                  <a:gdLst/>
                  <a:ahLst/>
                  <a:cxnLst/>
                  <a:rect l="l" t="t" r="r" b="b"/>
                  <a:pathLst>
                    <a:path w="4767" h="4085" extrusionOk="0">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58"/>
                <p:cNvSpPr/>
                <p:nvPr/>
              </p:nvSpPr>
              <p:spPr>
                <a:xfrm>
                  <a:off x="4290983" y="4130614"/>
                  <a:ext cx="14943" cy="12812"/>
                </a:xfrm>
                <a:custGeom>
                  <a:avLst/>
                  <a:gdLst/>
                  <a:ahLst/>
                  <a:cxnLst/>
                  <a:rect l="l" t="t" r="r" b="b"/>
                  <a:pathLst>
                    <a:path w="1900" h="1629" extrusionOk="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6" name="Google Shape;5986;p58"/>
              <p:cNvGrpSpPr/>
              <p:nvPr/>
            </p:nvGrpSpPr>
            <p:grpSpPr>
              <a:xfrm>
                <a:off x="4419898" y="3977388"/>
                <a:ext cx="33497" cy="28692"/>
                <a:chOff x="4419898" y="3977388"/>
                <a:chExt cx="33497" cy="28692"/>
              </a:xfrm>
            </p:grpSpPr>
            <p:sp>
              <p:nvSpPr>
                <p:cNvPr id="5987" name="Google Shape;5987;p58"/>
                <p:cNvSpPr/>
                <p:nvPr/>
              </p:nvSpPr>
              <p:spPr>
                <a:xfrm>
                  <a:off x="4419898" y="3977388"/>
                  <a:ext cx="33497" cy="28692"/>
                </a:xfrm>
                <a:custGeom>
                  <a:avLst/>
                  <a:gdLst/>
                  <a:ahLst/>
                  <a:cxnLst/>
                  <a:rect l="l" t="t" r="r" b="b"/>
                  <a:pathLst>
                    <a:path w="4259" h="3648" extrusionOk="0">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58"/>
                <p:cNvSpPr/>
                <p:nvPr/>
              </p:nvSpPr>
              <p:spPr>
                <a:xfrm>
                  <a:off x="4432742" y="3987046"/>
                  <a:ext cx="11042" cy="9399"/>
                </a:xfrm>
                <a:custGeom>
                  <a:avLst/>
                  <a:gdLst/>
                  <a:ahLst/>
                  <a:cxnLst/>
                  <a:rect l="l" t="t" r="r" b="b"/>
                  <a:pathLst>
                    <a:path w="1404" h="1195" extrusionOk="0">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9" name="Google Shape;5989;p58"/>
              <p:cNvGrpSpPr/>
              <p:nvPr/>
            </p:nvGrpSpPr>
            <p:grpSpPr>
              <a:xfrm>
                <a:off x="4158930" y="4034684"/>
                <a:ext cx="33497" cy="28762"/>
                <a:chOff x="4158930" y="4034684"/>
                <a:chExt cx="33497" cy="28762"/>
              </a:xfrm>
            </p:grpSpPr>
            <p:sp>
              <p:nvSpPr>
                <p:cNvPr id="5990" name="Google Shape;5990;p58"/>
                <p:cNvSpPr/>
                <p:nvPr/>
              </p:nvSpPr>
              <p:spPr>
                <a:xfrm>
                  <a:off x="4158930" y="4034684"/>
                  <a:ext cx="33497" cy="28762"/>
                </a:xfrm>
                <a:custGeom>
                  <a:avLst/>
                  <a:gdLst/>
                  <a:ahLst/>
                  <a:cxnLst/>
                  <a:rect l="l" t="t" r="r" b="b"/>
                  <a:pathLst>
                    <a:path w="4259" h="3657" extrusionOk="0">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58"/>
                <p:cNvSpPr/>
                <p:nvPr/>
              </p:nvSpPr>
              <p:spPr>
                <a:xfrm>
                  <a:off x="4173385" y="4044319"/>
                  <a:ext cx="9336" cy="9430"/>
                </a:xfrm>
                <a:custGeom>
                  <a:avLst/>
                  <a:gdLst/>
                  <a:ahLst/>
                  <a:cxnLst/>
                  <a:rect l="l" t="t" r="r" b="b"/>
                  <a:pathLst>
                    <a:path w="1187" h="1199" extrusionOk="0">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2" name="Google Shape;5992;p58"/>
              <p:cNvGrpSpPr/>
              <p:nvPr/>
            </p:nvGrpSpPr>
            <p:grpSpPr>
              <a:xfrm>
                <a:off x="4134949" y="3957049"/>
                <a:ext cx="33497" cy="28770"/>
                <a:chOff x="4134949" y="3957049"/>
                <a:chExt cx="33497" cy="28770"/>
              </a:xfrm>
            </p:grpSpPr>
            <p:sp>
              <p:nvSpPr>
                <p:cNvPr id="5993" name="Google Shape;5993;p58"/>
                <p:cNvSpPr/>
                <p:nvPr/>
              </p:nvSpPr>
              <p:spPr>
                <a:xfrm>
                  <a:off x="4134949" y="3957049"/>
                  <a:ext cx="33497" cy="28770"/>
                </a:xfrm>
                <a:custGeom>
                  <a:avLst/>
                  <a:gdLst/>
                  <a:ahLst/>
                  <a:cxnLst/>
                  <a:rect l="l" t="t" r="r" b="b"/>
                  <a:pathLst>
                    <a:path w="4259" h="3658" extrusionOk="0">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58"/>
                <p:cNvSpPr/>
                <p:nvPr/>
              </p:nvSpPr>
              <p:spPr>
                <a:xfrm>
                  <a:off x="4147793" y="3966778"/>
                  <a:ext cx="10956" cy="9383"/>
                </a:xfrm>
                <a:custGeom>
                  <a:avLst/>
                  <a:gdLst/>
                  <a:ahLst/>
                  <a:cxnLst/>
                  <a:rect l="l" t="t" r="r" b="b"/>
                  <a:pathLst>
                    <a:path w="1393" h="1193" extrusionOk="0">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5" name="Google Shape;5995;p58"/>
              <p:cNvGrpSpPr/>
              <p:nvPr/>
            </p:nvGrpSpPr>
            <p:grpSpPr>
              <a:xfrm>
                <a:off x="4193653" y="4184403"/>
                <a:ext cx="43580" cy="37264"/>
                <a:chOff x="4193653" y="4184403"/>
                <a:chExt cx="43580" cy="37264"/>
              </a:xfrm>
            </p:grpSpPr>
            <p:sp>
              <p:nvSpPr>
                <p:cNvPr id="5996" name="Google Shape;5996;p58"/>
                <p:cNvSpPr/>
                <p:nvPr/>
              </p:nvSpPr>
              <p:spPr>
                <a:xfrm>
                  <a:off x="4193653" y="4184403"/>
                  <a:ext cx="43580" cy="37264"/>
                </a:xfrm>
                <a:custGeom>
                  <a:avLst/>
                  <a:gdLst/>
                  <a:ahLst/>
                  <a:cxnLst/>
                  <a:rect l="l" t="t" r="r" b="b"/>
                  <a:pathLst>
                    <a:path w="5541" h="4738" extrusionOk="0">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58"/>
                <p:cNvSpPr/>
                <p:nvPr/>
              </p:nvSpPr>
              <p:spPr>
                <a:xfrm>
                  <a:off x="4206591" y="4194069"/>
                  <a:ext cx="20944" cy="17948"/>
                </a:xfrm>
                <a:custGeom>
                  <a:avLst/>
                  <a:gdLst/>
                  <a:ahLst/>
                  <a:cxnLst/>
                  <a:rect l="l" t="t" r="r" b="b"/>
                  <a:pathLst>
                    <a:path w="2663" h="2282" extrusionOk="0">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8" name="Google Shape;5998;p58"/>
              <p:cNvGrpSpPr/>
              <p:nvPr/>
            </p:nvGrpSpPr>
            <p:grpSpPr>
              <a:xfrm>
                <a:off x="4343600" y="3943844"/>
                <a:ext cx="43580" cy="37312"/>
                <a:chOff x="4343600" y="3943844"/>
                <a:chExt cx="43580" cy="37312"/>
              </a:xfrm>
            </p:grpSpPr>
            <p:sp>
              <p:nvSpPr>
                <p:cNvPr id="5999" name="Google Shape;5999;p58"/>
                <p:cNvSpPr/>
                <p:nvPr/>
              </p:nvSpPr>
              <p:spPr>
                <a:xfrm>
                  <a:off x="4343600" y="3943844"/>
                  <a:ext cx="43580" cy="37312"/>
                </a:xfrm>
                <a:custGeom>
                  <a:avLst/>
                  <a:gdLst/>
                  <a:ahLst/>
                  <a:cxnLst/>
                  <a:rect l="l" t="t" r="r" b="b"/>
                  <a:pathLst>
                    <a:path w="5541" h="4744" extrusionOk="0">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58"/>
                <p:cNvSpPr/>
                <p:nvPr/>
              </p:nvSpPr>
              <p:spPr>
                <a:xfrm>
                  <a:off x="4359581" y="3953557"/>
                  <a:ext cx="17893" cy="17893"/>
                </a:xfrm>
                <a:custGeom>
                  <a:avLst/>
                  <a:gdLst/>
                  <a:ahLst/>
                  <a:cxnLst/>
                  <a:rect l="l" t="t" r="r" b="b"/>
                  <a:pathLst>
                    <a:path w="2275" h="2275" extrusionOk="0">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1" name="Google Shape;6001;p58"/>
              <p:cNvGrpSpPr/>
              <p:nvPr/>
            </p:nvGrpSpPr>
            <p:grpSpPr>
              <a:xfrm>
                <a:off x="4172339" y="3381693"/>
                <a:ext cx="31499" cy="27001"/>
                <a:chOff x="4172339" y="3381693"/>
                <a:chExt cx="31499" cy="27001"/>
              </a:xfrm>
            </p:grpSpPr>
            <p:sp>
              <p:nvSpPr>
                <p:cNvPr id="6002" name="Google Shape;6002;p58"/>
                <p:cNvSpPr/>
                <p:nvPr/>
              </p:nvSpPr>
              <p:spPr>
                <a:xfrm>
                  <a:off x="4172339" y="3381693"/>
                  <a:ext cx="31499" cy="27001"/>
                </a:xfrm>
                <a:custGeom>
                  <a:avLst/>
                  <a:gdLst/>
                  <a:ahLst/>
                  <a:cxnLst/>
                  <a:rect l="l" t="t" r="r" b="b"/>
                  <a:pathLst>
                    <a:path w="4005" h="3433" extrusionOk="0">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58"/>
                <p:cNvSpPr/>
                <p:nvPr/>
              </p:nvSpPr>
              <p:spPr>
                <a:xfrm>
                  <a:off x="4185285" y="3391367"/>
                  <a:ext cx="8856" cy="7605"/>
                </a:xfrm>
                <a:custGeom>
                  <a:avLst/>
                  <a:gdLst/>
                  <a:ahLst/>
                  <a:cxnLst/>
                  <a:rect l="l" t="t" r="r" b="b"/>
                  <a:pathLst>
                    <a:path w="1126" h="967" extrusionOk="0">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004" name="Google Shape;6004;p58"/>
          <p:cNvGrpSpPr/>
          <p:nvPr/>
        </p:nvGrpSpPr>
        <p:grpSpPr>
          <a:xfrm>
            <a:off x="3530626" y="1013128"/>
            <a:ext cx="2078182" cy="1366558"/>
            <a:chOff x="235800" y="830650"/>
            <a:chExt cx="6978450" cy="4588844"/>
          </a:xfrm>
        </p:grpSpPr>
        <p:sp>
          <p:nvSpPr>
            <p:cNvPr id="6005" name="Google Shape;6005;p58"/>
            <p:cNvSpPr/>
            <p:nvPr/>
          </p:nvSpPr>
          <p:spPr>
            <a:xfrm>
              <a:off x="235800" y="1224769"/>
              <a:ext cx="2592225" cy="4194725"/>
            </a:xfrm>
            <a:custGeom>
              <a:avLst/>
              <a:gdLst/>
              <a:ahLst/>
              <a:cxnLst/>
              <a:rect l="l" t="t" r="r" b="b"/>
              <a:pathLst>
                <a:path w="103689" h="167789" extrusionOk="0">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58"/>
            <p:cNvSpPr/>
            <p:nvPr/>
          </p:nvSpPr>
          <p:spPr>
            <a:xfrm>
              <a:off x="2370225" y="830650"/>
              <a:ext cx="1016975" cy="1158500"/>
            </a:xfrm>
            <a:custGeom>
              <a:avLst/>
              <a:gdLst/>
              <a:ahLst/>
              <a:cxnLst/>
              <a:rect l="l" t="t" r="r" b="b"/>
              <a:pathLst>
                <a:path w="40679" h="46340" extrusionOk="0">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58"/>
            <p:cNvSpPr/>
            <p:nvPr/>
          </p:nvSpPr>
          <p:spPr>
            <a:xfrm>
              <a:off x="3143325" y="1089650"/>
              <a:ext cx="4064350" cy="3503975"/>
            </a:xfrm>
            <a:custGeom>
              <a:avLst/>
              <a:gdLst/>
              <a:ahLst/>
              <a:cxnLst/>
              <a:rect l="l" t="t" r="r" b="b"/>
              <a:pathLst>
                <a:path w="162574" h="140159" extrusionOk="0">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58"/>
            <p:cNvSpPr/>
            <p:nvPr/>
          </p:nvSpPr>
          <p:spPr>
            <a:xfrm>
              <a:off x="6146600" y="3671525"/>
              <a:ext cx="342925" cy="189500"/>
            </a:xfrm>
            <a:custGeom>
              <a:avLst/>
              <a:gdLst/>
              <a:ahLst/>
              <a:cxnLst/>
              <a:rect l="l" t="t" r="r" b="b"/>
              <a:pathLst>
                <a:path w="13717" h="7580" extrusionOk="0">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58"/>
            <p:cNvSpPr/>
            <p:nvPr/>
          </p:nvSpPr>
          <p:spPr>
            <a:xfrm>
              <a:off x="5901600" y="3652500"/>
              <a:ext cx="558700" cy="402875"/>
            </a:xfrm>
            <a:custGeom>
              <a:avLst/>
              <a:gdLst/>
              <a:ahLst/>
              <a:cxnLst/>
              <a:rect l="l" t="t" r="r" b="b"/>
              <a:pathLst>
                <a:path w="22348" h="16115" extrusionOk="0">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58"/>
            <p:cNvSpPr/>
            <p:nvPr/>
          </p:nvSpPr>
          <p:spPr>
            <a:xfrm>
              <a:off x="6249675" y="4061675"/>
              <a:ext cx="964575" cy="811125"/>
            </a:xfrm>
            <a:custGeom>
              <a:avLst/>
              <a:gdLst/>
              <a:ahLst/>
              <a:cxnLst/>
              <a:rect l="l" t="t" r="r" b="b"/>
              <a:pathLst>
                <a:path w="38583" h="32445" extrusionOk="0">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1" name="Google Shape;6011;p58"/>
          <p:cNvGrpSpPr/>
          <p:nvPr/>
        </p:nvGrpSpPr>
        <p:grpSpPr>
          <a:xfrm>
            <a:off x="5904877" y="1016248"/>
            <a:ext cx="2435960" cy="1297725"/>
            <a:chOff x="233350" y="949250"/>
            <a:chExt cx="7137300" cy="3802300"/>
          </a:xfrm>
        </p:grpSpPr>
        <p:sp>
          <p:nvSpPr>
            <p:cNvPr id="6012" name="Google Shape;6012;p58"/>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58"/>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58"/>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58"/>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58"/>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58"/>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58"/>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58"/>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58"/>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58"/>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58"/>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58"/>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58"/>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58"/>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58"/>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58"/>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58"/>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58"/>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58"/>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58"/>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58"/>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58"/>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58"/>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58"/>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58"/>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58"/>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58"/>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58"/>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58"/>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58"/>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58"/>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58"/>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58"/>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58"/>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58"/>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58"/>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58"/>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58"/>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58"/>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58"/>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58"/>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58"/>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58"/>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58"/>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58"/>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58"/>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58"/>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58"/>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58"/>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58"/>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58"/>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3" name="Google Shape;6063;p58"/>
          <p:cNvGrpSpPr/>
          <p:nvPr/>
        </p:nvGrpSpPr>
        <p:grpSpPr>
          <a:xfrm>
            <a:off x="698034" y="977939"/>
            <a:ext cx="2665073" cy="1317140"/>
            <a:chOff x="793334" y="1192826"/>
            <a:chExt cx="2665073" cy="1317140"/>
          </a:xfrm>
        </p:grpSpPr>
        <p:sp>
          <p:nvSpPr>
            <p:cNvPr id="6064" name="Google Shape;6064;p58"/>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58"/>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58"/>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58"/>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58"/>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58"/>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58"/>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58"/>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58"/>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58"/>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58"/>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58"/>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58"/>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58"/>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58"/>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58"/>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58"/>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58"/>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58"/>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58"/>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58"/>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58"/>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58"/>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58"/>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58"/>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58"/>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58"/>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58"/>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58"/>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58"/>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58"/>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58"/>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58"/>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58"/>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58"/>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58"/>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58"/>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58"/>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58"/>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58"/>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58"/>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58"/>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58"/>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58"/>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58"/>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58"/>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58"/>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58"/>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58"/>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58"/>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58"/>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58"/>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58"/>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58"/>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58"/>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58"/>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58"/>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58"/>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58"/>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58"/>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58"/>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58"/>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58"/>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58"/>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58"/>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58"/>
            <p:cNvSpPr/>
            <p:nvPr/>
          </p:nvSpPr>
          <p:spPr>
            <a:xfrm>
              <a:off x="2185707" y="226682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58"/>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58"/>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58"/>
            <p:cNvSpPr/>
            <p:nvPr/>
          </p:nvSpPr>
          <p:spPr>
            <a:xfrm>
              <a:off x="2184336" y="22668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58"/>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58"/>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58"/>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58"/>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58"/>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58"/>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58"/>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58"/>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58"/>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58"/>
            <p:cNvSpPr/>
            <p:nvPr/>
          </p:nvSpPr>
          <p:spPr>
            <a:xfrm>
              <a:off x="2201728" y="22503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58"/>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58"/>
            <p:cNvSpPr/>
            <p:nvPr/>
          </p:nvSpPr>
          <p:spPr>
            <a:xfrm>
              <a:off x="2203113"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58"/>
            <p:cNvSpPr/>
            <p:nvPr/>
          </p:nvSpPr>
          <p:spPr>
            <a:xfrm>
              <a:off x="2195021" y="223568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58"/>
            <p:cNvSpPr/>
            <p:nvPr/>
          </p:nvSpPr>
          <p:spPr>
            <a:xfrm>
              <a:off x="2195211" y="22359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58"/>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58"/>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58"/>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58"/>
            <p:cNvSpPr/>
            <p:nvPr/>
          </p:nvSpPr>
          <p:spPr>
            <a:xfrm>
              <a:off x="2203588"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58"/>
            <p:cNvSpPr/>
            <p:nvPr/>
          </p:nvSpPr>
          <p:spPr>
            <a:xfrm>
              <a:off x="2195116" y="22358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58"/>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58"/>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58"/>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58"/>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58"/>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58"/>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58"/>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58"/>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58"/>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58"/>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58"/>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58"/>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58"/>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58"/>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58"/>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58"/>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58"/>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58"/>
            <p:cNvSpPr/>
            <p:nvPr/>
          </p:nvSpPr>
          <p:spPr>
            <a:xfrm>
              <a:off x="2276445" y="225360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58"/>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58"/>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58"/>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58"/>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58"/>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58"/>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58"/>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58"/>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58"/>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58"/>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58"/>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58"/>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58"/>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58"/>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58"/>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58"/>
            <p:cNvSpPr/>
            <p:nvPr/>
          </p:nvSpPr>
          <p:spPr>
            <a:xfrm>
              <a:off x="2275644" y="225355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58"/>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58"/>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58"/>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58"/>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58"/>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58"/>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58"/>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58"/>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58"/>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58"/>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58"/>
            <p:cNvSpPr/>
            <p:nvPr/>
          </p:nvSpPr>
          <p:spPr>
            <a:xfrm>
              <a:off x="2197261" y="21772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58"/>
            <p:cNvSpPr/>
            <p:nvPr/>
          </p:nvSpPr>
          <p:spPr>
            <a:xfrm>
              <a:off x="2195401" y="217727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58"/>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58"/>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58"/>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58"/>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58"/>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58"/>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58"/>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58"/>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58"/>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58"/>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58"/>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58"/>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58"/>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58"/>
            <p:cNvSpPr/>
            <p:nvPr/>
          </p:nvSpPr>
          <p:spPr>
            <a:xfrm>
              <a:off x="2194695" y="21772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58"/>
            <p:cNvSpPr/>
            <p:nvPr/>
          </p:nvSpPr>
          <p:spPr>
            <a:xfrm>
              <a:off x="2195971" y="21772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58"/>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58"/>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58"/>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58"/>
            <p:cNvSpPr/>
            <p:nvPr/>
          </p:nvSpPr>
          <p:spPr>
            <a:xfrm>
              <a:off x="2229915" y="217699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58"/>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58"/>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58"/>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58"/>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58"/>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58"/>
            <p:cNvSpPr/>
            <p:nvPr/>
          </p:nvSpPr>
          <p:spPr>
            <a:xfrm>
              <a:off x="2229915" y="21768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58"/>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58"/>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58"/>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58"/>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58"/>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58"/>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58"/>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58"/>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58"/>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58"/>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58"/>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58"/>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58"/>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58"/>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58"/>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58"/>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58"/>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58"/>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58"/>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58"/>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58"/>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58"/>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58"/>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58"/>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58"/>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58"/>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58"/>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58"/>
            <p:cNvSpPr/>
            <p:nvPr/>
          </p:nvSpPr>
          <p:spPr>
            <a:xfrm>
              <a:off x="2119218" y="180970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58"/>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58"/>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58"/>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58"/>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58"/>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58"/>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58"/>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58"/>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58"/>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58"/>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58"/>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58"/>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58"/>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58"/>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58"/>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58"/>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58"/>
            <p:cNvSpPr/>
            <p:nvPr/>
          </p:nvSpPr>
          <p:spPr>
            <a:xfrm>
              <a:off x="2135416" y="1789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58"/>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58"/>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58"/>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58"/>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58"/>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58"/>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58"/>
            <p:cNvSpPr/>
            <p:nvPr/>
          </p:nvSpPr>
          <p:spPr>
            <a:xfrm>
              <a:off x="2135470" y="17883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58"/>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58"/>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58"/>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58"/>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58"/>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58"/>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58"/>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58"/>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58"/>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58"/>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58"/>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58"/>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58"/>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58"/>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58"/>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58"/>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58"/>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58"/>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58"/>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58"/>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58"/>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58"/>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58"/>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58"/>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58"/>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58"/>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58"/>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58"/>
            <p:cNvSpPr/>
            <p:nvPr/>
          </p:nvSpPr>
          <p:spPr>
            <a:xfrm>
              <a:off x="1925752" y="19402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58"/>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58"/>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58"/>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58"/>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58"/>
            <p:cNvSpPr/>
            <p:nvPr/>
          </p:nvSpPr>
          <p:spPr>
            <a:xfrm>
              <a:off x="1926947" y="19403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58"/>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58"/>
            <p:cNvSpPr/>
            <p:nvPr/>
          </p:nvSpPr>
          <p:spPr>
            <a:xfrm>
              <a:off x="1928033" y="19403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58"/>
            <p:cNvSpPr/>
            <p:nvPr/>
          </p:nvSpPr>
          <p:spPr>
            <a:xfrm>
              <a:off x="1926037" y="19460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58"/>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58"/>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58"/>
            <p:cNvSpPr/>
            <p:nvPr/>
          </p:nvSpPr>
          <p:spPr>
            <a:xfrm>
              <a:off x="1926132" y="194597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58"/>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58"/>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58"/>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58"/>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58"/>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58"/>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58"/>
            <p:cNvSpPr/>
            <p:nvPr/>
          </p:nvSpPr>
          <p:spPr>
            <a:xfrm>
              <a:off x="1927612" y="1950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58"/>
            <p:cNvSpPr/>
            <p:nvPr/>
          </p:nvSpPr>
          <p:spPr>
            <a:xfrm>
              <a:off x="1927843" y="19507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58"/>
            <p:cNvSpPr/>
            <p:nvPr/>
          </p:nvSpPr>
          <p:spPr>
            <a:xfrm>
              <a:off x="1944666" y="194935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58"/>
            <p:cNvSpPr/>
            <p:nvPr/>
          </p:nvSpPr>
          <p:spPr>
            <a:xfrm>
              <a:off x="1927802" y="195073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58"/>
            <p:cNvSpPr/>
            <p:nvPr/>
          </p:nvSpPr>
          <p:spPr>
            <a:xfrm>
              <a:off x="1927748" y="195068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58"/>
            <p:cNvSpPr/>
            <p:nvPr/>
          </p:nvSpPr>
          <p:spPr>
            <a:xfrm>
              <a:off x="1927137" y="19505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58"/>
            <p:cNvSpPr/>
            <p:nvPr/>
          </p:nvSpPr>
          <p:spPr>
            <a:xfrm>
              <a:off x="1944475" y="19493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58"/>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58"/>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58"/>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58"/>
            <p:cNvSpPr/>
            <p:nvPr/>
          </p:nvSpPr>
          <p:spPr>
            <a:xfrm>
              <a:off x="2074819" y="19584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58"/>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58"/>
            <p:cNvSpPr/>
            <p:nvPr/>
          </p:nvSpPr>
          <p:spPr>
            <a:xfrm>
              <a:off x="2074860" y="195885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58"/>
            <p:cNvSpPr/>
            <p:nvPr/>
          </p:nvSpPr>
          <p:spPr>
            <a:xfrm>
              <a:off x="2074670" y="195752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58"/>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58"/>
            <p:cNvSpPr/>
            <p:nvPr/>
          </p:nvSpPr>
          <p:spPr>
            <a:xfrm>
              <a:off x="2074480" y="1956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58"/>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58"/>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58"/>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58"/>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58"/>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58"/>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58"/>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58"/>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58"/>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58"/>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58"/>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58"/>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58"/>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58"/>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58"/>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58"/>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58"/>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58"/>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58"/>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58"/>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58"/>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58"/>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58"/>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58"/>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58"/>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58"/>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58"/>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58"/>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58"/>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58"/>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58"/>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58"/>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58"/>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58"/>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58"/>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58"/>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58"/>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58"/>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58"/>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58"/>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58"/>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58"/>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58"/>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58"/>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58"/>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58"/>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58"/>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58"/>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58"/>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58"/>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58"/>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58"/>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58"/>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58"/>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58"/>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58"/>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58"/>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58"/>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58"/>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58"/>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58"/>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58"/>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58"/>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58"/>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58"/>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58"/>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58"/>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58"/>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58"/>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58"/>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58"/>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58"/>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58"/>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58"/>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58"/>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58"/>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58"/>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58"/>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58"/>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58"/>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58"/>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58"/>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58"/>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58"/>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58"/>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58"/>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58"/>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58"/>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58"/>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58"/>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58"/>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58"/>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58"/>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58"/>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58"/>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58"/>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58"/>
            <p:cNvSpPr/>
            <p:nvPr/>
          </p:nvSpPr>
          <p:spPr>
            <a:xfrm>
              <a:off x="2048153" y="196531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58"/>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58"/>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58"/>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58"/>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58"/>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58"/>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58"/>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58"/>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58"/>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58"/>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58"/>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58"/>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58"/>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58"/>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58"/>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58"/>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58"/>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58"/>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58"/>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58"/>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58"/>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58"/>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58"/>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58"/>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58"/>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58"/>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58"/>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58"/>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58"/>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58"/>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58"/>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58"/>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58"/>
            <p:cNvSpPr/>
            <p:nvPr/>
          </p:nvSpPr>
          <p:spPr>
            <a:xfrm>
              <a:off x="1957510" y="195258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58"/>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58"/>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58"/>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58"/>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58"/>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58"/>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58"/>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58"/>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58"/>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58"/>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58"/>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58"/>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58"/>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58"/>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58"/>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58"/>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58"/>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58"/>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58"/>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58"/>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58"/>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58"/>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58"/>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58"/>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58"/>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58"/>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58"/>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58"/>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58"/>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58"/>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58"/>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58"/>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58"/>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58"/>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58"/>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58"/>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58"/>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58"/>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58"/>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58"/>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58"/>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58"/>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58"/>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58"/>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58"/>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58"/>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58"/>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58"/>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58"/>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58"/>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58"/>
            <p:cNvSpPr/>
            <p:nvPr/>
          </p:nvSpPr>
          <p:spPr>
            <a:xfrm>
              <a:off x="1971481" y="198191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58"/>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58"/>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58"/>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58"/>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58"/>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58"/>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58"/>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58"/>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58"/>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58"/>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58"/>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58"/>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58"/>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58"/>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58"/>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58"/>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58"/>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58"/>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58"/>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58"/>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58"/>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58"/>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58"/>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58"/>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58"/>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58"/>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58"/>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58"/>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58"/>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58"/>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58"/>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58"/>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58"/>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58"/>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58"/>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58"/>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58"/>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58"/>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58"/>
            <p:cNvSpPr/>
            <p:nvPr/>
          </p:nvSpPr>
          <p:spPr>
            <a:xfrm>
              <a:off x="1969580" y="198139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58"/>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58"/>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58"/>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58"/>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58"/>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58"/>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58"/>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58"/>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58"/>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58"/>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58"/>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58"/>
            <p:cNvSpPr/>
            <p:nvPr/>
          </p:nvSpPr>
          <p:spPr>
            <a:xfrm>
              <a:off x="1983796"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58"/>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58"/>
            <p:cNvSpPr/>
            <p:nvPr/>
          </p:nvSpPr>
          <p:spPr>
            <a:xfrm>
              <a:off x="1984081" y="184515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58"/>
            <p:cNvSpPr/>
            <p:nvPr/>
          </p:nvSpPr>
          <p:spPr>
            <a:xfrm>
              <a:off x="1983891"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58"/>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58"/>
            <p:cNvSpPr/>
            <p:nvPr/>
          </p:nvSpPr>
          <p:spPr>
            <a:xfrm>
              <a:off x="1984366" y="1843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58"/>
            <p:cNvSpPr/>
            <p:nvPr/>
          </p:nvSpPr>
          <p:spPr>
            <a:xfrm>
              <a:off x="1983932" y="18454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58"/>
            <p:cNvSpPr/>
            <p:nvPr/>
          </p:nvSpPr>
          <p:spPr>
            <a:xfrm>
              <a:off x="1984027" y="184525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58"/>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58"/>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58"/>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58"/>
            <p:cNvSpPr/>
            <p:nvPr/>
          </p:nvSpPr>
          <p:spPr>
            <a:xfrm>
              <a:off x="1984271" y="1844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58"/>
            <p:cNvSpPr/>
            <p:nvPr/>
          </p:nvSpPr>
          <p:spPr>
            <a:xfrm>
              <a:off x="1984366" y="184373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58"/>
            <p:cNvSpPr/>
            <p:nvPr/>
          </p:nvSpPr>
          <p:spPr>
            <a:xfrm>
              <a:off x="1984366" y="184397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58"/>
            <p:cNvSpPr/>
            <p:nvPr/>
          </p:nvSpPr>
          <p:spPr>
            <a:xfrm>
              <a:off x="1984407" y="184278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58"/>
            <p:cNvSpPr/>
            <p:nvPr/>
          </p:nvSpPr>
          <p:spPr>
            <a:xfrm>
              <a:off x="1984312" y="184439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58"/>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58"/>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58"/>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58"/>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58"/>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58"/>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58"/>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58"/>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58"/>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58"/>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58"/>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58"/>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58"/>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58"/>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58"/>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58"/>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58"/>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58"/>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58"/>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58"/>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58"/>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58"/>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58"/>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58"/>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58"/>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58"/>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58"/>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58"/>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58"/>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58"/>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58"/>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58"/>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58"/>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58"/>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58"/>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58"/>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58"/>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58"/>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58"/>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58"/>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58"/>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58"/>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58"/>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58"/>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58"/>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58"/>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58"/>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58"/>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58"/>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58"/>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58"/>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58"/>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58"/>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58"/>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58"/>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58"/>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58"/>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58"/>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58"/>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58"/>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58"/>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58"/>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58"/>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58"/>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58"/>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58"/>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58"/>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58"/>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58"/>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58"/>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58"/>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58"/>
            <p:cNvSpPr/>
            <p:nvPr/>
          </p:nvSpPr>
          <p:spPr>
            <a:xfrm>
              <a:off x="2055037" y="196014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58"/>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58"/>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58"/>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58"/>
            <p:cNvSpPr/>
            <p:nvPr/>
          </p:nvSpPr>
          <p:spPr>
            <a:xfrm>
              <a:off x="204834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58"/>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58"/>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58"/>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58"/>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58"/>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58"/>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58"/>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58"/>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58"/>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58"/>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58"/>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58"/>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58"/>
            <p:cNvSpPr/>
            <p:nvPr/>
          </p:nvSpPr>
          <p:spPr>
            <a:xfrm>
              <a:off x="2044257" y="19607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58"/>
            <p:cNvSpPr/>
            <p:nvPr/>
          </p:nvSpPr>
          <p:spPr>
            <a:xfrm>
              <a:off x="204815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58"/>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58"/>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58"/>
            <p:cNvSpPr/>
            <p:nvPr/>
          </p:nvSpPr>
          <p:spPr>
            <a:xfrm>
              <a:off x="2009036" y="19618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58"/>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58"/>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58"/>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58"/>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58"/>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58"/>
            <p:cNvSpPr/>
            <p:nvPr/>
          </p:nvSpPr>
          <p:spPr>
            <a:xfrm>
              <a:off x="2029796" y="1937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58"/>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58"/>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58"/>
            <p:cNvSpPr/>
            <p:nvPr/>
          </p:nvSpPr>
          <p:spPr>
            <a:xfrm>
              <a:off x="2008086" y="196474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58"/>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58"/>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58"/>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58"/>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58"/>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58"/>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58"/>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58"/>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58"/>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58"/>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58"/>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58"/>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58"/>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58"/>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58"/>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58"/>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58"/>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58"/>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58"/>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58"/>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58"/>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58"/>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58"/>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58"/>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58"/>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58"/>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58"/>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58"/>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58"/>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58"/>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58"/>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58"/>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58"/>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58"/>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58"/>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58"/>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58"/>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58"/>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58"/>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58"/>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58"/>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58"/>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58"/>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58"/>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58"/>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58"/>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58"/>
            <p:cNvSpPr/>
            <p:nvPr/>
          </p:nvSpPr>
          <p:spPr>
            <a:xfrm>
              <a:off x="2080943" y="191147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58"/>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58"/>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58"/>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58"/>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58"/>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58"/>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58"/>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58"/>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58"/>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58"/>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58"/>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58"/>
            <p:cNvSpPr/>
            <p:nvPr/>
          </p:nvSpPr>
          <p:spPr>
            <a:xfrm>
              <a:off x="2080943" y="190808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58"/>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58"/>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58"/>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58"/>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58"/>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58"/>
            <p:cNvSpPr/>
            <p:nvPr/>
          </p:nvSpPr>
          <p:spPr>
            <a:xfrm>
              <a:off x="2080142" y="191964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58"/>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58"/>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58"/>
            <p:cNvSpPr/>
            <p:nvPr/>
          </p:nvSpPr>
          <p:spPr>
            <a:xfrm>
              <a:off x="2050855" y="193214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58"/>
            <p:cNvSpPr/>
            <p:nvPr/>
          </p:nvSpPr>
          <p:spPr>
            <a:xfrm>
              <a:off x="2050719" y="193390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58"/>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58"/>
            <p:cNvSpPr/>
            <p:nvPr/>
          </p:nvSpPr>
          <p:spPr>
            <a:xfrm>
              <a:off x="2050760" y="193275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58"/>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58"/>
            <p:cNvSpPr/>
            <p:nvPr/>
          </p:nvSpPr>
          <p:spPr>
            <a:xfrm>
              <a:off x="2050719" y="193418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58"/>
            <p:cNvSpPr/>
            <p:nvPr/>
          </p:nvSpPr>
          <p:spPr>
            <a:xfrm>
              <a:off x="2050719" y="19343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58"/>
            <p:cNvSpPr/>
            <p:nvPr/>
          </p:nvSpPr>
          <p:spPr>
            <a:xfrm>
              <a:off x="2050719" y="193452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58"/>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58"/>
            <p:cNvSpPr/>
            <p:nvPr/>
          </p:nvSpPr>
          <p:spPr>
            <a:xfrm>
              <a:off x="2050719" y="1933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58"/>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58"/>
            <p:cNvSpPr/>
            <p:nvPr/>
          </p:nvSpPr>
          <p:spPr>
            <a:xfrm>
              <a:off x="2050719" y="193323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58"/>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58"/>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58"/>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58"/>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58"/>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58"/>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58"/>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58"/>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58"/>
            <p:cNvSpPr/>
            <p:nvPr/>
          </p:nvSpPr>
          <p:spPr>
            <a:xfrm>
              <a:off x="2154153" y="194416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58"/>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58"/>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58"/>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58"/>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58"/>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58"/>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58"/>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58"/>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58"/>
            <p:cNvSpPr/>
            <p:nvPr/>
          </p:nvSpPr>
          <p:spPr>
            <a:xfrm>
              <a:off x="2160751" y="18774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58"/>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58"/>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58"/>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58"/>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58"/>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58"/>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58"/>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58"/>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58"/>
            <p:cNvSpPr/>
            <p:nvPr/>
          </p:nvSpPr>
          <p:spPr>
            <a:xfrm>
              <a:off x="2149536" y="193975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58"/>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58"/>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58"/>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58"/>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58"/>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58"/>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58"/>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58"/>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58"/>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58"/>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58"/>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58"/>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58"/>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58"/>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58"/>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58"/>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58"/>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58"/>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58"/>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58"/>
            <p:cNvSpPr/>
            <p:nvPr/>
          </p:nvSpPr>
          <p:spPr>
            <a:xfrm>
              <a:off x="2123400"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58"/>
            <p:cNvSpPr/>
            <p:nvPr/>
          </p:nvSpPr>
          <p:spPr>
            <a:xfrm>
              <a:off x="2123495"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58"/>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58"/>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58"/>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58"/>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58"/>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58"/>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58"/>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58"/>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58"/>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58"/>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58"/>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58"/>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58"/>
            <p:cNvSpPr/>
            <p:nvPr/>
          </p:nvSpPr>
          <p:spPr>
            <a:xfrm>
              <a:off x="2149306" y="202773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58"/>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58"/>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58"/>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58"/>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58"/>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58"/>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58"/>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58"/>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58"/>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58"/>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58"/>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58"/>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58"/>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58"/>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58"/>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58"/>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58"/>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58"/>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58"/>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58"/>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58"/>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58"/>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58"/>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58"/>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58"/>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58"/>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58"/>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58"/>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58"/>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58"/>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58"/>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58"/>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58"/>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58"/>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58"/>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58"/>
            <p:cNvSpPr/>
            <p:nvPr/>
          </p:nvSpPr>
          <p:spPr>
            <a:xfrm>
              <a:off x="2305067" y="1869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58"/>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58"/>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58"/>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58"/>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58"/>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58"/>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58"/>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58"/>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58"/>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58"/>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58"/>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58"/>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58"/>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58"/>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58"/>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58"/>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58"/>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58"/>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58"/>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58"/>
            <p:cNvSpPr/>
            <p:nvPr/>
          </p:nvSpPr>
          <p:spPr>
            <a:xfrm>
              <a:off x="2361060" y="194836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58"/>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58"/>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58"/>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58"/>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58"/>
            <p:cNvSpPr/>
            <p:nvPr/>
          </p:nvSpPr>
          <p:spPr>
            <a:xfrm>
              <a:off x="2359580" y="196470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58"/>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58"/>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58"/>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58"/>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58"/>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58"/>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58"/>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58"/>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58"/>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58"/>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58"/>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58"/>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58"/>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58"/>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58"/>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58"/>
            <p:cNvSpPr/>
            <p:nvPr/>
          </p:nvSpPr>
          <p:spPr>
            <a:xfrm>
              <a:off x="2309344" y="20077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58"/>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58"/>
            <p:cNvSpPr/>
            <p:nvPr/>
          </p:nvSpPr>
          <p:spPr>
            <a:xfrm>
              <a:off x="2359064" y="196132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58"/>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58"/>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58"/>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58"/>
            <p:cNvSpPr/>
            <p:nvPr/>
          </p:nvSpPr>
          <p:spPr>
            <a:xfrm>
              <a:off x="2358915" y="196132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58"/>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58"/>
            <p:cNvSpPr/>
            <p:nvPr/>
          </p:nvSpPr>
          <p:spPr>
            <a:xfrm>
              <a:off x="2358779"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58"/>
            <p:cNvSpPr/>
            <p:nvPr/>
          </p:nvSpPr>
          <p:spPr>
            <a:xfrm>
              <a:off x="2359445"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58"/>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58"/>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58"/>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58"/>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58"/>
            <p:cNvSpPr/>
            <p:nvPr/>
          </p:nvSpPr>
          <p:spPr>
            <a:xfrm>
              <a:off x="2356539" y="194992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58"/>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58"/>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58"/>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58"/>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58"/>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58"/>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58"/>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58"/>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58"/>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58"/>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58"/>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58"/>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58"/>
            <p:cNvSpPr/>
            <p:nvPr/>
          </p:nvSpPr>
          <p:spPr>
            <a:xfrm>
              <a:off x="2318753" y="193595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58"/>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58"/>
            <p:cNvSpPr/>
            <p:nvPr/>
          </p:nvSpPr>
          <p:spPr>
            <a:xfrm>
              <a:off x="231833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58"/>
            <p:cNvSpPr/>
            <p:nvPr/>
          </p:nvSpPr>
          <p:spPr>
            <a:xfrm>
              <a:off x="231776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58"/>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58"/>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58"/>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58"/>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58"/>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58"/>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58"/>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58"/>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58"/>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58"/>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58"/>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58"/>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58"/>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58"/>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58"/>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58"/>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58"/>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58"/>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58"/>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58"/>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58"/>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58"/>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58"/>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58"/>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58"/>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58"/>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58"/>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58"/>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58"/>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58"/>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58"/>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58"/>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58"/>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58"/>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58"/>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58"/>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58"/>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58"/>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58"/>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58"/>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58"/>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58"/>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58"/>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58"/>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58"/>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58"/>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58"/>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58"/>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58"/>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58"/>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58"/>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58"/>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58"/>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58"/>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58"/>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58"/>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58"/>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58"/>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58"/>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58"/>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58"/>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58"/>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58"/>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58"/>
            <p:cNvSpPr/>
            <p:nvPr/>
          </p:nvSpPr>
          <p:spPr>
            <a:xfrm>
              <a:off x="2307063" y="178973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58"/>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58"/>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58"/>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58"/>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58"/>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58"/>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58"/>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58"/>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58"/>
            <p:cNvSpPr/>
            <p:nvPr/>
          </p:nvSpPr>
          <p:spPr>
            <a:xfrm>
              <a:off x="2306017" y="17897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58"/>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58"/>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58"/>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58"/>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58"/>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58"/>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58"/>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58"/>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58"/>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58"/>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58"/>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58"/>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58"/>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58"/>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58"/>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58"/>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58"/>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58"/>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58"/>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58"/>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58"/>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58"/>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58"/>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58"/>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58"/>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58"/>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58"/>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58"/>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58"/>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58"/>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58"/>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58"/>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58"/>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58"/>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58"/>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58"/>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58"/>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58"/>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58"/>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58"/>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58"/>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58"/>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58"/>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58"/>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58"/>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58"/>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58"/>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58"/>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58"/>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58"/>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58"/>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58"/>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58"/>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58"/>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58"/>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58"/>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58"/>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58"/>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58"/>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58"/>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58"/>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58"/>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58"/>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58"/>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58"/>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58"/>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58"/>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58"/>
            <p:cNvSpPr/>
            <p:nvPr/>
          </p:nvSpPr>
          <p:spPr>
            <a:xfrm>
              <a:off x="2355358"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58"/>
            <p:cNvSpPr/>
            <p:nvPr/>
          </p:nvSpPr>
          <p:spPr>
            <a:xfrm>
              <a:off x="2357680"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58"/>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58"/>
            <p:cNvSpPr/>
            <p:nvPr/>
          </p:nvSpPr>
          <p:spPr>
            <a:xfrm>
              <a:off x="2358209"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58"/>
            <p:cNvSpPr/>
            <p:nvPr/>
          </p:nvSpPr>
          <p:spPr>
            <a:xfrm>
              <a:off x="235653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58"/>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58"/>
            <p:cNvSpPr/>
            <p:nvPr/>
          </p:nvSpPr>
          <p:spPr>
            <a:xfrm>
              <a:off x="2357299"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58"/>
            <p:cNvSpPr/>
            <p:nvPr/>
          </p:nvSpPr>
          <p:spPr>
            <a:xfrm>
              <a:off x="235596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58"/>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58"/>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58"/>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58"/>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58"/>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58"/>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58"/>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58"/>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58"/>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58"/>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58"/>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58"/>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58"/>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58"/>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58"/>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58"/>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58"/>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58"/>
            <p:cNvSpPr/>
            <p:nvPr/>
          </p:nvSpPr>
          <p:spPr>
            <a:xfrm>
              <a:off x="2993052" y="17419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58"/>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58"/>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58"/>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58"/>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58"/>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58"/>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58"/>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58"/>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58"/>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58"/>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58"/>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58"/>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58"/>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58"/>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58"/>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58"/>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58"/>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58"/>
            <p:cNvSpPr/>
            <p:nvPr/>
          </p:nvSpPr>
          <p:spPr>
            <a:xfrm>
              <a:off x="2733668" y="18746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58"/>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58"/>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58"/>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58"/>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58"/>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58"/>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58"/>
            <p:cNvSpPr/>
            <p:nvPr/>
          </p:nvSpPr>
          <p:spPr>
            <a:xfrm>
              <a:off x="2755297" y="18362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58"/>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58"/>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58"/>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58"/>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58"/>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58"/>
            <p:cNvSpPr/>
            <p:nvPr/>
          </p:nvSpPr>
          <p:spPr>
            <a:xfrm>
              <a:off x="2762045" y="1827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58"/>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58"/>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58"/>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58"/>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58"/>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58"/>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58"/>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58"/>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58"/>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58"/>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58"/>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58"/>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58"/>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58"/>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58"/>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58"/>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58"/>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58"/>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58"/>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58"/>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58"/>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58"/>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58"/>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58"/>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58"/>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58"/>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58"/>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58"/>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58"/>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58"/>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58"/>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58"/>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58"/>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58"/>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58"/>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58"/>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58"/>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58"/>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58"/>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58"/>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58"/>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58"/>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58"/>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58"/>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58"/>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58"/>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58"/>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58"/>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58"/>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58"/>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58"/>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58"/>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58"/>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58"/>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58"/>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58"/>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58"/>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58"/>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58"/>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58"/>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58"/>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58"/>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58"/>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58"/>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58"/>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58"/>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58"/>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58"/>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58"/>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58"/>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58"/>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58"/>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58"/>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58"/>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58"/>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58"/>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58"/>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58"/>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58"/>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58"/>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58"/>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58"/>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58"/>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58"/>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58"/>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58"/>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58"/>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58"/>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58"/>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58"/>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58"/>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58"/>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58"/>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58"/>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58"/>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58"/>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58"/>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58"/>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58"/>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58"/>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58"/>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58"/>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58"/>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58"/>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58"/>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58"/>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58"/>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58"/>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58"/>
            <p:cNvSpPr/>
            <p:nvPr/>
          </p:nvSpPr>
          <p:spPr>
            <a:xfrm>
              <a:off x="2800591" y="195301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58"/>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58"/>
            <p:cNvSpPr/>
            <p:nvPr/>
          </p:nvSpPr>
          <p:spPr>
            <a:xfrm>
              <a:off x="2800550" y="19522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58"/>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58"/>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58"/>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58"/>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58"/>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58"/>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58"/>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58"/>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58"/>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58"/>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58"/>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58"/>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58"/>
            <p:cNvSpPr/>
            <p:nvPr/>
          </p:nvSpPr>
          <p:spPr>
            <a:xfrm>
              <a:off x="2821324" y="1935950"/>
              <a:ext cx="0" cy="14"/>
            </a:xfrm>
            <a:custGeom>
              <a:avLst/>
              <a:gdLst/>
              <a:ahLst/>
              <a:cxnLst/>
              <a:rect l="l" t="t" r="r" b="b"/>
              <a:pathLst>
                <a:path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58"/>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58"/>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58"/>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58"/>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58"/>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58"/>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58"/>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58"/>
            <p:cNvSpPr/>
            <p:nvPr/>
          </p:nvSpPr>
          <p:spPr>
            <a:xfrm>
              <a:off x="2186141" y="168088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58"/>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58"/>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58"/>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58"/>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58"/>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58"/>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58"/>
            <p:cNvSpPr/>
            <p:nvPr/>
          </p:nvSpPr>
          <p:spPr>
            <a:xfrm>
              <a:off x="2183616" y="167989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58"/>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58"/>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58"/>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58"/>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58"/>
            <p:cNvSpPr/>
            <p:nvPr/>
          </p:nvSpPr>
          <p:spPr>
            <a:xfrm>
              <a:off x="2183711" y="16799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58"/>
            <p:cNvSpPr/>
            <p:nvPr/>
          </p:nvSpPr>
          <p:spPr>
            <a:xfrm>
              <a:off x="2184145" y="168008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58"/>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58"/>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58"/>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58"/>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58"/>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58"/>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58"/>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58"/>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58"/>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58"/>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58"/>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58"/>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58"/>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58"/>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58"/>
            <p:cNvSpPr/>
            <p:nvPr/>
          </p:nvSpPr>
          <p:spPr>
            <a:xfrm>
              <a:off x="2171546" y="166767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58"/>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58"/>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58"/>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58"/>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58"/>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58"/>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58"/>
            <p:cNvSpPr/>
            <p:nvPr/>
          </p:nvSpPr>
          <p:spPr>
            <a:xfrm>
              <a:off x="2168735" y="166334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58"/>
            <p:cNvSpPr/>
            <p:nvPr/>
          </p:nvSpPr>
          <p:spPr>
            <a:xfrm>
              <a:off x="2168694" y="166334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58"/>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58"/>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58"/>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58"/>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58"/>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58"/>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58"/>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58"/>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58"/>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58"/>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58"/>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58"/>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58"/>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58"/>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58"/>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58"/>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58"/>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58"/>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58"/>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58"/>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58"/>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58"/>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58"/>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58"/>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58"/>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58"/>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58"/>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58"/>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58"/>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58"/>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58"/>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58"/>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58"/>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58"/>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58"/>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58"/>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58"/>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58"/>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58"/>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58"/>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58"/>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58"/>
            <p:cNvSpPr/>
            <p:nvPr/>
          </p:nvSpPr>
          <p:spPr>
            <a:xfrm>
              <a:off x="2209196" y="164201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58"/>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58"/>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58"/>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58"/>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58"/>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58"/>
            <p:cNvSpPr/>
            <p:nvPr/>
          </p:nvSpPr>
          <p:spPr>
            <a:xfrm>
              <a:off x="2208286" y="16483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58"/>
            <p:cNvSpPr/>
            <p:nvPr/>
          </p:nvSpPr>
          <p:spPr>
            <a:xfrm>
              <a:off x="2208191" y="164832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58"/>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58"/>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58"/>
            <p:cNvSpPr/>
            <p:nvPr/>
          </p:nvSpPr>
          <p:spPr>
            <a:xfrm>
              <a:off x="2208381" y="164847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58"/>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58"/>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58"/>
            <p:cNvSpPr/>
            <p:nvPr/>
          </p:nvSpPr>
          <p:spPr>
            <a:xfrm>
              <a:off x="2208816" y="16486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58"/>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58"/>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58"/>
            <p:cNvSpPr/>
            <p:nvPr/>
          </p:nvSpPr>
          <p:spPr>
            <a:xfrm>
              <a:off x="2174492" y="164632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58"/>
            <p:cNvSpPr/>
            <p:nvPr/>
          </p:nvSpPr>
          <p:spPr>
            <a:xfrm>
              <a:off x="2174356" y="16464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58"/>
            <p:cNvSpPr/>
            <p:nvPr/>
          </p:nvSpPr>
          <p:spPr>
            <a:xfrm>
              <a:off x="2174166" y="164666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58"/>
            <p:cNvSpPr/>
            <p:nvPr/>
          </p:nvSpPr>
          <p:spPr>
            <a:xfrm>
              <a:off x="2174587"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58"/>
            <p:cNvSpPr/>
            <p:nvPr/>
          </p:nvSpPr>
          <p:spPr>
            <a:xfrm>
              <a:off x="2173732" y="164727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58"/>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58"/>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58"/>
            <p:cNvSpPr/>
            <p:nvPr/>
          </p:nvSpPr>
          <p:spPr>
            <a:xfrm>
              <a:off x="2174682"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58"/>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58"/>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58"/>
            <p:cNvSpPr/>
            <p:nvPr/>
          </p:nvSpPr>
          <p:spPr>
            <a:xfrm>
              <a:off x="2173501" y="164771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58"/>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58"/>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58"/>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58"/>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58"/>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58"/>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58"/>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58"/>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58"/>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58"/>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58"/>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58"/>
            <p:cNvSpPr/>
            <p:nvPr/>
          </p:nvSpPr>
          <p:spPr>
            <a:xfrm>
              <a:off x="2074480" y="162336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58"/>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58"/>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58"/>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58"/>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58"/>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58"/>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58"/>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58"/>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58"/>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58"/>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58"/>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58"/>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58"/>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58"/>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58"/>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58"/>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58"/>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58"/>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58"/>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58"/>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58"/>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58"/>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58"/>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58"/>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58"/>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58"/>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58"/>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58"/>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58"/>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58"/>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58"/>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58"/>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58"/>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58"/>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58"/>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58"/>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58"/>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58"/>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58"/>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58"/>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58"/>
            <p:cNvSpPr/>
            <p:nvPr/>
          </p:nvSpPr>
          <p:spPr>
            <a:xfrm>
              <a:off x="2255482" y="16754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58"/>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58"/>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58"/>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58"/>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58"/>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58"/>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58"/>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58"/>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58"/>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58"/>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58"/>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58"/>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58"/>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58"/>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58"/>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58"/>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58"/>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58"/>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58"/>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58"/>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58"/>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58"/>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58"/>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58"/>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58"/>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58"/>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58"/>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58"/>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58"/>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58"/>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58"/>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58"/>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58"/>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58"/>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58"/>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58"/>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58"/>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58"/>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58"/>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58"/>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58"/>
            <p:cNvSpPr/>
            <p:nvPr/>
          </p:nvSpPr>
          <p:spPr>
            <a:xfrm>
              <a:off x="2252209" y="16916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58"/>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58"/>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58"/>
            <p:cNvSpPr/>
            <p:nvPr/>
          </p:nvSpPr>
          <p:spPr>
            <a:xfrm>
              <a:off x="2198823" y="171097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58"/>
            <p:cNvSpPr/>
            <p:nvPr/>
          </p:nvSpPr>
          <p:spPr>
            <a:xfrm>
              <a:off x="2198728" y="171178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58"/>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58"/>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58"/>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58"/>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58"/>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58"/>
            <p:cNvSpPr/>
            <p:nvPr/>
          </p:nvSpPr>
          <p:spPr>
            <a:xfrm>
              <a:off x="2198687" y="17133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58"/>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58"/>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58"/>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58"/>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58"/>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58"/>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58"/>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58"/>
            <p:cNvSpPr/>
            <p:nvPr/>
          </p:nvSpPr>
          <p:spPr>
            <a:xfrm>
              <a:off x="2199352" y="17082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58"/>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58"/>
            <p:cNvSpPr/>
            <p:nvPr/>
          </p:nvSpPr>
          <p:spPr>
            <a:xfrm>
              <a:off x="2216745" y="171311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58"/>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58"/>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58"/>
            <p:cNvSpPr/>
            <p:nvPr/>
          </p:nvSpPr>
          <p:spPr>
            <a:xfrm>
              <a:off x="2221782" y="16200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58"/>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58"/>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58"/>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58"/>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58"/>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58"/>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58"/>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58"/>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58"/>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58"/>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58"/>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58"/>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58"/>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58"/>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58"/>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58"/>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58"/>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58"/>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58"/>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58"/>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58"/>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58"/>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58"/>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58"/>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58"/>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58"/>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58"/>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58"/>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58"/>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58"/>
            <p:cNvSpPr/>
            <p:nvPr/>
          </p:nvSpPr>
          <p:spPr>
            <a:xfrm>
              <a:off x="2262474" y="167618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58"/>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58"/>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58"/>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58"/>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58"/>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58"/>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58"/>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58"/>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58"/>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58"/>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58"/>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58"/>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58"/>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58"/>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58"/>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58"/>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58"/>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58"/>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58"/>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58"/>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58"/>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58"/>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58"/>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58"/>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58"/>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58"/>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58"/>
            <p:cNvSpPr/>
            <p:nvPr/>
          </p:nvSpPr>
          <p:spPr>
            <a:xfrm>
              <a:off x="2221972"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58"/>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58"/>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58"/>
            <p:cNvSpPr/>
            <p:nvPr/>
          </p:nvSpPr>
          <p:spPr>
            <a:xfrm>
              <a:off x="2276024"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58"/>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58"/>
            <p:cNvSpPr/>
            <p:nvPr/>
          </p:nvSpPr>
          <p:spPr>
            <a:xfrm>
              <a:off x="2266520" y="161819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58"/>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58"/>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58"/>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58"/>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58"/>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58"/>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58"/>
            <p:cNvSpPr/>
            <p:nvPr/>
          </p:nvSpPr>
          <p:spPr>
            <a:xfrm>
              <a:off x="227644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58"/>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58"/>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58"/>
            <p:cNvSpPr/>
            <p:nvPr/>
          </p:nvSpPr>
          <p:spPr>
            <a:xfrm>
              <a:off x="2266086" y="16181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58"/>
            <p:cNvSpPr/>
            <p:nvPr/>
          </p:nvSpPr>
          <p:spPr>
            <a:xfrm>
              <a:off x="227625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58"/>
            <p:cNvSpPr/>
            <p:nvPr/>
          </p:nvSpPr>
          <p:spPr>
            <a:xfrm>
              <a:off x="2276119"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58"/>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58"/>
            <p:cNvSpPr/>
            <p:nvPr/>
          </p:nvSpPr>
          <p:spPr>
            <a:xfrm>
              <a:off x="222130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58"/>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58"/>
            <p:cNvSpPr/>
            <p:nvPr/>
          </p:nvSpPr>
          <p:spPr>
            <a:xfrm>
              <a:off x="222168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58"/>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58"/>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58"/>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58"/>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58"/>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58"/>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58"/>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58"/>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58"/>
            <p:cNvSpPr/>
            <p:nvPr/>
          </p:nvSpPr>
          <p:spPr>
            <a:xfrm>
              <a:off x="2219786" y="159109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58"/>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58"/>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58"/>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58"/>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58"/>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58"/>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58"/>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58"/>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58"/>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58"/>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58"/>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58"/>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58"/>
            <p:cNvSpPr/>
            <p:nvPr/>
          </p:nvSpPr>
          <p:spPr>
            <a:xfrm>
              <a:off x="2226494" y="159318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58"/>
            <p:cNvSpPr/>
            <p:nvPr/>
          </p:nvSpPr>
          <p:spPr>
            <a:xfrm>
              <a:off x="2226439" y="159318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58"/>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58"/>
            <p:cNvSpPr/>
            <p:nvPr/>
          </p:nvSpPr>
          <p:spPr>
            <a:xfrm>
              <a:off x="2226304" y="159314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58"/>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58"/>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58"/>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58"/>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58"/>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58"/>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58"/>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58"/>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58"/>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58"/>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58"/>
            <p:cNvSpPr/>
            <p:nvPr/>
          </p:nvSpPr>
          <p:spPr>
            <a:xfrm>
              <a:off x="2204539" y="15709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58"/>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58"/>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58"/>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58"/>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58"/>
            <p:cNvSpPr/>
            <p:nvPr/>
          </p:nvSpPr>
          <p:spPr>
            <a:xfrm>
              <a:off x="2126292" y="16646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58"/>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58"/>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58"/>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58"/>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58"/>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58"/>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58"/>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58"/>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58"/>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58"/>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58"/>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58"/>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58"/>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58"/>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58"/>
            <p:cNvSpPr/>
            <p:nvPr/>
          </p:nvSpPr>
          <p:spPr>
            <a:xfrm>
              <a:off x="2121159" y="16570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58"/>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58"/>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58"/>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58"/>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58"/>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58"/>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58"/>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58"/>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58"/>
            <p:cNvSpPr/>
            <p:nvPr/>
          </p:nvSpPr>
          <p:spPr>
            <a:xfrm>
              <a:off x="2150867" y="16467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58"/>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58"/>
            <p:cNvSpPr/>
            <p:nvPr/>
          </p:nvSpPr>
          <p:spPr>
            <a:xfrm>
              <a:off x="2150731" y="164657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58"/>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58"/>
            <p:cNvSpPr/>
            <p:nvPr/>
          </p:nvSpPr>
          <p:spPr>
            <a:xfrm>
              <a:off x="2158090" y="162403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58"/>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58"/>
            <p:cNvSpPr/>
            <p:nvPr/>
          </p:nvSpPr>
          <p:spPr>
            <a:xfrm>
              <a:off x="2147785" y="16443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58"/>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58"/>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58"/>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58"/>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58"/>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58"/>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58"/>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58"/>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58"/>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58"/>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58"/>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58"/>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58"/>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58"/>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58"/>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58"/>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58"/>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58"/>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58"/>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58"/>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58"/>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58"/>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58"/>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58"/>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58"/>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58"/>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58"/>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58"/>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58"/>
            <p:cNvSpPr/>
            <p:nvPr/>
          </p:nvSpPr>
          <p:spPr>
            <a:xfrm>
              <a:off x="2095254" y="16329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58"/>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58"/>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58"/>
            <p:cNvSpPr/>
            <p:nvPr/>
          </p:nvSpPr>
          <p:spPr>
            <a:xfrm>
              <a:off x="2095064" y="163330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58"/>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58"/>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58"/>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58"/>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58"/>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58"/>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58"/>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58"/>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58"/>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58"/>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58"/>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58"/>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58"/>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58"/>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58"/>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58"/>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58"/>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58"/>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58"/>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58"/>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58"/>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58"/>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58"/>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58"/>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58"/>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58"/>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58"/>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58"/>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58"/>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58"/>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58"/>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58"/>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58"/>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58"/>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58"/>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58"/>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58"/>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58"/>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58"/>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58"/>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58"/>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58"/>
            <p:cNvSpPr/>
            <p:nvPr/>
          </p:nvSpPr>
          <p:spPr>
            <a:xfrm>
              <a:off x="2425988" y="18556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58"/>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58"/>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58"/>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58"/>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58"/>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58"/>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58"/>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58"/>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58"/>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58"/>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58"/>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58"/>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58"/>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58"/>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58"/>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58"/>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58"/>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58"/>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58"/>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58"/>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58"/>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58"/>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58"/>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58"/>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58"/>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58"/>
            <p:cNvSpPr/>
            <p:nvPr/>
          </p:nvSpPr>
          <p:spPr>
            <a:xfrm>
              <a:off x="2791942"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58"/>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58"/>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58"/>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58"/>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58"/>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58"/>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58"/>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58"/>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58"/>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58"/>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58"/>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58"/>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58"/>
            <p:cNvSpPr/>
            <p:nvPr/>
          </p:nvSpPr>
          <p:spPr>
            <a:xfrm>
              <a:off x="2794943" y="200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58"/>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58"/>
            <p:cNvSpPr/>
            <p:nvPr/>
          </p:nvSpPr>
          <p:spPr>
            <a:xfrm>
              <a:off x="2791847"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58"/>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58"/>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58"/>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58"/>
            <p:cNvSpPr/>
            <p:nvPr/>
          </p:nvSpPr>
          <p:spPr>
            <a:xfrm>
              <a:off x="2796749" y="199916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58"/>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58"/>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58"/>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58"/>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58"/>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58"/>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58"/>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58"/>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58"/>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58"/>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58"/>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58"/>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58"/>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58"/>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58"/>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58"/>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58"/>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58"/>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58"/>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58"/>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58"/>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58"/>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58"/>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58"/>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58"/>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58"/>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58"/>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58"/>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58"/>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58"/>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58"/>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58"/>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58"/>
            <p:cNvSpPr/>
            <p:nvPr/>
          </p:nvSpPr>
          <p:spPr>
            <a:xfrm>
              <a:off x="2333770" y="17850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58"/>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58"/>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58"/>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58"/>
            <p:cNvSpPr/>
            <p:nvPr/>
          </p:nvSpPr>
          <p:spPr>
            <a:xfrm>
              <a:off x="2333674" y="178418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58"/>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58"/>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58"/>
            <p:cNvSpPr/>
            <p:nvPr/>
          </p:nvSpPr>
          <p:spPr>
            <a:xfrm>
              <a:off x="2337666" y="17936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58"/>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58"/>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58"/>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58"/>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58"/>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58"/>
            <p:cNvSpPr/>
            <p:nvPr/>
          </p:nvSpPr>
          <p:spPr>
            <a:xfrm>
              <a:off x="238230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58"/>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58"/>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58"/>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58"/>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58"/>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58"/>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58"/>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58"/>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58"/>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58"/>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58"/>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58"/>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58"/>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58"/>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58"/>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58"/>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58"/>
            <p:cNvSpPr/>
            <p:nvPr/>
          </p:nvSpPr>
          <p:spPr>
            <a:xfrm>
              <a:off x="2394420" y="18142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58"/>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58"/>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58"/>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58"/>
            <p:cNvSpPr/>
            <p:nvPr/>
          </p:nvSpPr>
          <p:spPr>
            <a:xfrm>
              <a:off x="2394380" y="181430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58"/>
            <p:cNvSpPr/>
            <p:nvPr/>
          </p:nvSpPr>
          <p:spPr>
            <a:xfrm>
              <a:off x="2394325" y="181440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58"/>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58"/>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58"/>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58"/>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58"/>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58"/>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58"/>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58"/>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58"/>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58"/>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58"/>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58"/>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58"/>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58"/>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58"/>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58"/>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58"/>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58"/>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58"/>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58"/>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58"/>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58"/>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58"/>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58"/>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58"/>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58"/>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58"/>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58"/>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58"/>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58"/>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58"/>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58"/>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58"/>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58"/>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58"/>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58"/>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58"/>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58"/>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58"/>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58"/>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58"/>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58"/>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58"/>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58"/>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58"/>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58"/>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58"/>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58"/>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58"/>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58"/>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58"/>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58"/>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58"/>
            <p:cNvSpPr/>
            <p:nvPr/>
          </p:nvSpPr>
          <p:spPr>
            <a:xfrm>
              <a:off x="1391722" y="19399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58"/>
            <p:cNvSpPr/>
            <p:nvPr/>
          </p:nvSpPr>
          <p:spPr>
            <a:xfrm>
              <a:off x="1391722" y="193941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58"/>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58"/>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58"/>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58"/>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58"/>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58"/>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58"/>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58"/>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58"/>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58"/>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58"/>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58"/>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58"/>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58"/>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58"/>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58"/>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58"/>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58"/>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58"/>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58"/>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58"/>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58"/>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58"/>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58"/>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58"/>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58"/>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58"/>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58"/>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58"/>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58"/>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58"/>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58"/>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58"/>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58"/>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58"/>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58"/>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58"/>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58"/>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58"/>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58"/>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58"/>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58"/>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58"/>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58"/>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58"/>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58"/>
            <p:cNvSpPr/>
            <p:nvPr/>
          </p:nvSpPr>
          <p:spPr>
            <a:xfrm>
              <a:off x="1381593" y="19099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58"/>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58"/>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58"/>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58"/>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58"/>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58"/>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58"/>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58"/>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58"/>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58"/>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58"/>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58"/>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58"/>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58"/>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58"/>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58"/>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58"/>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58"/>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58"/>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58"/>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58"/>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58"/>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58"/>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58"/>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58"/>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58"/>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58"/>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58"/>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58"/>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58"/>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58"/>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58"/>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58"/>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58"/>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58"/>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58"/>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58"/>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58"/>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58"/>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58"/>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58"/>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58"/>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58"/>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58"/>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58"/>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58"/>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58"/>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58"/>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58"/>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58"/>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58"/>
            <p:cNvSpPr/>
            <p:nvPr/>
          </p:nvSpPr>
          <p:spPr>
            <a:xfrm>
              <a:off x="1639946" y="22405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58"/>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58"/>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58"/>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58"/>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58"/>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58"/>
            <p:cNvSpPr/>
            <p:nvPr/>
          </p:nvSpPr>
          <p:spPr>
            <a:xfrm>
              <a:off x="1644358" y="224490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58"/>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58"/>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58"/>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58"/>
            <p:cNvSpPr/>
            <p:nvPr/>
          </p:nvSpPr>
          <p:spPr>
            <a:xfrm>
              <a:off x="1611379" y="230973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58"/>
            <p:cNvSpPr/>
            <p:nvPr/>
          </p:nvSpPr>
          <p:spPr>
            <a:xfrm>
              <a:off x="1611379" y="23095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58"/>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58"/>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58"/>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58"/>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58"/>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58"/>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58"/>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58"/>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58"/>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58"/>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58"/>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58"/>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58"/>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58"/>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58"/>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58"/>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58"/>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58"/>
            <p:cNvSpPr/>
            <p:nvPr/>
          </p:nvSpPr>
          <p:spPr>
            <a:xfrm>
              <a:off x="1532996" y="250510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58"/>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58"/>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58"/>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58"/>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58"/>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58"/>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58"/>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58"/>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58"/>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58"/>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58"/>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58"/>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58"/>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58"/>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58"/>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58"/>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58"/>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58"/>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58"/>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58"/>
            <p:cNvSpPr/>
            <p:nvPr/>
          </p:nvSpPr>
          <p:spPr>
            <a:xfrm>
              <a:off x="153246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58"/>
            <p:cNvSpPr/>
            <p:nvPr/>
          </p:nvSpPr>
          <p:spPr>
            <a:xfrm>
              <a:off x="153265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58"/>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58"/>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58"/>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58"/>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58"/>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58"/>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58"/>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58"/>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58"/>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58"/>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58"/>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58"/>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58"/>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58"/>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58"/>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58"/>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58"/>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58"/>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58"/>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58"/>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58"/>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58"/>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58"/>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58"/>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58"/>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58"/>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58"/>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58"/>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58"/>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58"/>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58"/>
            <p:cNvSpPr/>
            <p:nvPr/>
          </p:nvSpPr>
          <p:spPr>
            <a:xfrm>
              <a:off x="1621263" y="22542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58"/>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58"/>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58"/>
            <p:cNvSpPr/>
            <p:nvPr/>
          </p:nvSpPr>
          <p:spPr>
            <a:xfrm>
              <a:off x="1621779" y="225431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58"/>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58"/>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58"/>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58"/>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58"/>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58"/>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58"/>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58"/>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58"/>
            <p:cNvSpPr/>
            <p:nvPr/>
          </p:nvSpPr>
          <p:spPr>
            <a:xfrm>
              <a:off x="1638140" y="223916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58"/>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58"/>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58"/>
            <p:cNvSpPr/>
            <p:nvPr/>
          </p:nvSpPr>
          <p:spPr>
            <a:xfrm>
              <a:off x="140755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58"/>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58"/>
            <p:cNvSpPr/>
            <p:nvPr/>
          </p:nvSpPr>
          <p:spPr>
            <a:xfrm>
              <a:off x="140812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58"/>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58"/>
            <p:cNvSpPr/>
            <p:nvPr/>
          </p:nvSpPr>
          <p:spPr>
            <a:xfrm>
              <a:off x="1419773" y="196404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58"/>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58"/>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58"/>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58"/>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58"/>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58"/>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58"/>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58"/>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58"/>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58"/>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58"/>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58"/>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58"/>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58"/>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58"/>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58"/>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58"/>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58"/>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58"/>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58"/>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58"/>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58"/>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58"/>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58"/>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58"/>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58"/>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58"/>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58"/>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58"/>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58"/>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58"/>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58"/>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58"/>
            <p:cNvSpPr/>
            <p:nvPr/>
          </p:nvSpPr>
          <p:spPr>
            <a:xfrm>
              <a:off x="1523532" y="207460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58"/>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58"/>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58"/>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58"/>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58"/>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58"/>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58"/>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58"/>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58"/>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58"/>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58"/>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58"/>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58"/>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58"/>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58"/>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58"/>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58"/>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58"/>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58"/>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58"/>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58"/>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58"/>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58"/>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58"/>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58"/>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58"/>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58"/>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58"/>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58"/>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58"/>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58"/>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58"/>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58"/>
            <p:cNvSpPr/>
            <p:nvPr/>
          </p:nvSpPr>
          <p:spPr>
            <a:xfrm>
              <a:off x="1575290" y="214080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58"/>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58"/>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58"/>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58"/>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58"/>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58"/>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58"/>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58"/>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58"/>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58"/>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58"/>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58"/>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58"/>
            <p:cNvSpPr/>
            <p:nvPr/>
          </p:nvSpPr>
          <p:spPr>
            <a:xfrm>
              <a:off x="1530090" y="21798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58"/>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58"/>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58"/>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58"/>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58"/>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58"/>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58"/>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58"/>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58"/>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58"/>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58"/>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58"/>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58"/>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58"/>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58"/>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58"/>
            <p:cNvSpPr/>
            <p:nvPr/>
          </p:nvSpPr>
          <p:spPr>
            <a:xfrm>
              <a:off x="1519065" y="207422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58"/>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58"/>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58"/>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58"/>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58"/>
            <p:cNvSpPr/>
            <p:nvPr/>
          </p:nvSpPr>
          <p:spPr>
            <a:xfrm>
              <a:off x="1485176" y="204622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58"/>
            <p:cNvSpPr/>
            <p:nvPr/>
          </p:nvSpPr>
          <p:spPr>
            <a:xfrm>
              <a:off x="1485692"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58"/>
            <p:cNvSpPr/>
            <p:nvPr/>
          </p:nvSpPr>
          <p:spPr>
            <a:xfrm>
              <a:off x="1486411" y="204626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58"/>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58"/>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58"/>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58"/>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58"/>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58"/>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58"/>
            <p:cNvSpPr/>
            <p:nvPr/>
          </p:nvSpPr>
          <p:spPr>
            <a:xfrm>
              <a:off x="1485407"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58"/>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58"/>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58"/>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58"/>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58"/>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58"/>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58"/>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58"/>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58"/>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58"/>
            <p:cNvSpPr/>
            <p:nvPr/>
          </p:nvSpPr>
          <p:spPr>
            <a:xfrm>
              <a:off x="1529425" y="21325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58"/>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58"/>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58"/>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58"/>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58"/>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58"/>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58"/>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58"/>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58"/>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58"/>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58"/>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58"/>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58"/>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58"/>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58"/>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58"/>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58"/>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58"/>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58"/>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58"/>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58"/>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58"/>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58"/>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58"/>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58"/>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58"/>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58"/>
            <p:cNvSpPr/>
            <p:nvPr/>
          </p:nvSpPr>
          <p:spPr>
            <a:xfrm>
              <a:off x="1636321"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58"/>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58"/>
            <p:cNvSpPr/>
            <p:nvPr/>
          </p:nvSpPr>
          <p:spPr>
            <a:xfrm>
              <a:off x="1636796"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58"/>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58"/>
            <p:cNvSpPr/>
            <p:nvPr/>
          </p:nvSpPr>
          <p:spPr>
            <a:xfrm>
              <a:off x="1626871" y="202963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58"/>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58"/>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58"/>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58"/>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58"/>
            <p:cNvSpPr/>
            <p:nvPr/>
          </p:nvSpPr>
          <p:spPr>
            <a:xfrm>
              <a:off x="1637475" y="20241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58"/>
            <p:cNvSpPr/>
            <p:nvPr/>
          </p:nvSpPr>
          <p:spPr>
            <a:xfrm>
              <a:off x="1637230" y="20241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58"/>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58"/>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58"/>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58"/>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58"/>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58"/>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58"/>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58"/>
            <p:cNvSpPr/>
            <p:nvPr/>
          </p:nvSpPr>
          <p:spPr>
            <a:xfrm>
              <a:off x="1621019" y="202849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58"/>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58"/>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58"/>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58"/>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58"/>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58"/>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58"/>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58"/>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58"/>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58"/>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58"/>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58"/>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58"/>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58"/>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58"/>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58"/>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58"/>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58"/>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58"/>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58"/>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58"/>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58"/>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58"/>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58"/>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58"/>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58"/>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58"/>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58"/>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58"/>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58"/>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58"/>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58"/>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58"/>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58"/>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58"/>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58"/>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58"/>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58"/>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58"/>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58"/>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58"/>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58"/>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58"/>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58"/>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58"/>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58"/>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58"/>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58"/>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58"/>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58"/>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58"/>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58"/>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58"/>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58"/>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58"/>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58"/>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58"/>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58"/>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58"/>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58"/>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58"/>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58"/>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58"/>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58"/>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58"/>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58"/>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58"/>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58"/>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58"/>
            <p:cNvSpPr/>
            <p:nvPr/>
          </p:nvSpPr>
          <p:spPr>
            <a:xfrm>
              <a:off x="1643652" y="200520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58"/>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58"/>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58"/>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58"/>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58"/>
            <p:cNvSpPr/>
            <p:nvPr/>
          </p:nvSpPr>
          <p:spPr>
            <a:xfrm>
              <a:off x="1642267" y="20252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58"/>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58"/>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58"/>
            <p:cNvSpPr/>
            <p:nvPr/>
          </p:nvSpPr>
          <p:spPr>
            <a:xfrm>
              <a:off x="1643598" y="200525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58"/>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58"/>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58"/>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58"/>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58"/>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58"/>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58"/>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58"/>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58"/>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58"/>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58"/>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58"/>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58"/>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58"/>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58"/>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58"/>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58"/>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58"/>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58"/>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58"/>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58"/>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58"/>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58"/>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58"/>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58"/>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58"/>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58"/>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58"/>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58"/>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58"/>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58"/>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58"/>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58"/>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58"/>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58"/>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58"/>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58"/>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58"/>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58"/>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58"/>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58"/>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58"/>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58"/>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58"/>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58"/>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58"/>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58"/>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58"/>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58"/>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58"/>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58"/>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58"/>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58"/>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58"/>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58"/>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58"/>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58"/>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58"/>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58"/>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58"/>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58"/>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58"/>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58"/>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58"/>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58"/>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58"/>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58"/>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58"/>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58"/>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58"/>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58"/>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58"/>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58"/>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58"/>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58"/>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58"/>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58"/>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58"/>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58"/>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58"/>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58"/>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58"/>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58"/>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58"/>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58"/>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58"/>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58"/>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58"/>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58"/>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58"/>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58"/>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58"/>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58"/>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58"/>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58"/>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58"/>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58"/>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58"/>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58"/>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58"/>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58"/>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58"/>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58"/>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58"/>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58"/>
            <p:cNvSpPr/>
            <p:nvPr/>
          </p:nvSpPr>
          <p:spPr>
            <a:xfrm>
              <a:off x="1122833" y="16518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58"/>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58"/>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58"/>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58"/>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58"/>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58"/>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58"/>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58"/>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58"/>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58"/>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58"/>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58"/>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58"/>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58"/>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58"/>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58"/>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58"/>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58"/>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58"/>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58"/>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58"/>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58"/>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58"/>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58"/>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58"/>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58"/>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58"/>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58"/>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58"/>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58"/>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58"/>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58"/>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58"/>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58"/>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58"/>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58"/>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58"/>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58"/>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58"/>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58"/>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58"/>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58"/>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58"/>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58"/>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58"/>
            <p:cNvSpPr/>
            <p:nvPr/>
          </p:nvSpPr>
          <p:spPr>
            <a:xfrm>
              <a:off x="1074443" y="158035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58"/>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58"/>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58"/>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58"/>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58"/>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58"/>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58"/>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58"/>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58"/>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58"/>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58"/>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58"/>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58"/>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58"/>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58"/>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58"/>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58"/>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58"/>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58"/>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58"/>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58"/>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58"/>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58"/>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58"/>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58"/>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58"/>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58"/>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58"/>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58"/>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58"/>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58"/>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58"/>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58"/>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58"/>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58"/>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58"/>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58"/>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58"/>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58"/>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58"/>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58"/>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58"/>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58"/>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58"/>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58"/>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58"/>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58"/>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58"/>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58"/>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58"/>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58"/>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58"/>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58"/>
            <p:cNvSpPr/>
            <p:nvPr/>
          </p:nvSpPr>
          <p:spPr>
            <a:xfrm>
              <a:off x="1486167" y="1683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58"/>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58"/>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58"/>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58"/>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58"/>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58"/>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58"/>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58"/>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58"/>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58"/>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58"/>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58"/>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58"/>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58"/>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58"/>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58"/>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58"/>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58"/>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58"/>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58"/>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58"/>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58"/>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58"/>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58"/>
            <p:cNvSpPr/>
            <p:nvPr/>
          </p:nvSpPr>
          <p:spPr>
            <a:xfrm>
              <a:off x="2067257" y="170646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58"/>
            <p:cNvSpPr/>
            <p:nvPr/>
          </p:nvSpPr>
          <p:spPr>
            <a:xfrm>
              <a:off x="2068357" y="170650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58"/>
            <p:cNvSpPr/>
            <p:nvPr/>
          </p:nvSpPr>
          <p:spPr>
            <a:xfrm>
              <a:off x="2071819" y="17064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58"/>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58"/>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58"/>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58"/>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58"/>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58"/>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58"/>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58"/>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58"/>
            <p:cNvSpPr/>
            <p:nvPr/>
          </p:nvSpPr>
          <p:spPr>
            <a:xfrm>
              <a:off x="2150962" y="167685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58"/>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58"/>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58"/>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58"/>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58"/>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58"/>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58"/>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58"/>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58"/>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58"/>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58"/>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58"/>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58"/>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58"/>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58"/>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58"/>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58"/>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58"/>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58"/>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58"/>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58"/>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58"/>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58"/>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58"/>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58"/>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58"/>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58"/>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58"/>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58"/>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58"/>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58"/>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58"/>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58"/>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58"/>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58"/>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58"/>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58"/>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58"/>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58"/>
            <p:cNvSpPr/>
            <p:nvPr/>
          </p:nvSpPr>
          <p:spPr>
            <a:xfrm>
              <a:off x="2222882" y="17138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58"/>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58"/>
            <p:cNvSpPr/>
            <p:nvPr/>
          </p:nvSpPr>
          <p:spPr>
            <a:xfrm>
              <a:off x="2223588"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58"/>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58"/>
            <p:cNvSpPr/>
            <p:nvPr/>
          </p:nvSpPr>
          <p:spPr>
            <a:xfrm>
              <a:off x="2224824"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58"/>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58"/>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58"/>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58"/>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58"/>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58"/>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58"/>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58"/>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58"/>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58"/>
            <p:cNvSpPr/>
            <p:nvPr/>
          </p:nvSpPr>
          <p:spPr>
            <a:xfrm>
              <a:off x="2223873"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58"/>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58"/>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58"/>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58"/>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58"/>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58"/>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58"/>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58"/>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58"/>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58"/>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58"/>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58"/>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58"/>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58"/>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58"/>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58"/>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58"/>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58"/>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58"/>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58"/>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58"/>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58"/>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58"/>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58"/>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58"/>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58"/>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58"/>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58"/>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58"/>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58"/>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58"/>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58"/>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58"/>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58"/>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58"/>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58"/>
            <p:cNvSpPr/>
            <p:nvPr/>
          </p:nvSpPr>
          <p:spPr>
            <a:xfrm>
              <a:off x="2114357" y="15844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58"/>
            <p:cNvSpPr/>
            <p:nvPr/>
          </p:nvSpPr>
          <p:spPr>
            <a:xfrm>
              <a:off x="2115022" y="15844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58"/>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58"/>
            <p:cNvSpPr/>
            <p:nvPr/>
          </p:nvSpPr>
          <p:spPr>
            <a:xfrm>
              <a:off x="2120263"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58"/>
            <p:cNvSpPr/>
            <p:nvPr/>
          </p:nvSpPr>
          <p:spPr>
            <a:xfrm>
              <a:off x="2120874"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58"/>
            <p:cNvSpPr/>
            <p:nvPr/>
          </p:nvSpPr>
          <p:spPr>
            <a:xfrm>
              <a:off x="2120399"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58"/>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58"/>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58"/>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58"/>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58"/>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58"/>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58"/>
            <p:cNvSpPr/>
            <p:nvPr/>
          </p:nvSpPr>
          <p:spPr>
            <a:xfrm>
              <a:off x="2113936" y="1584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58"/>
            <p:cNvSpPr/>
            <p:nvPr/>
          </p:nvSpPr>
          <p:spPr>
            <a:xfrm>
              <a:off x="2120644"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58"/>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58"/>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58"/>
            <p:cNvSpPr/>
            <p:nvPr/>
          </p:nvSpPr>
          <p:spPr>
            <a:xfrm>
              <a:off x="2223833" y="14593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58"/>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58"/>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58"/>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58"/>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58"/>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58"/>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58"/>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58"/>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58"/>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58"/>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58"/>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58"/>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58"/>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58"/>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58"/>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58"/>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58"/>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58"/>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58"/>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58"/>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58"/>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58"/>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58"/>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58"/>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58"/>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58"/>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58"/>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58"/>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58"/>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58"/>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58"/>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58"/>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58"/>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58"/>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58"/>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58"/>
            <p:cNvSpPr/>
            <p:nvPr/>
          </p:nvSpPr>
          <p:spPr>
            <a:xfrm>
              <a:off x="2242420" y="155450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58"/>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58"/>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58"/>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58"/>
            <p:cNvSpPr/>
            <p:nvPr/>
          </p:nvSpPr>
          <p:spPr>
            <a:xfrm>
              <a:off x="2242841"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58"/>
            <p:cNvSpPr/>
            <p:nvPr/>
          </p:nvSpPr>
          <p:spPr>
            <a:xfrm>
              <a:off x="2242610" y="155444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58"/>
            <p:cNvSpPr/>
            <p:nvPr/>
          </p:nvSpPr>
          <p:spPr>
            <a:xfrm>
              <a:off x="223244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58"/>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58"/>
            <p:cNvSpPr/>
            <p:nvPr/>
          </p:nvSpPr>
          <p:spPr>
            <a:xfrm>
              <a:off x="2243126"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58"/>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58"/>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58"/>
            <p:cNvSpPr/>
            <p:nvPr/>
          </p:nvSpPr>
          <p:spPr>
            <a:xfrm>
              <a:off x="223301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58"/>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58"/>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58"/>
            <p:cNvSpPr/>
            <p:nvPr/>
          </p:nvSpPr>
          <p:spPr>
            <a:xfrm>
              <a:off x="2242040" y="1554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58"/>
            <p:cNvSpPr/>
            <p:nvPr/>
          </p:nvSpPr>
          <p:spPr>
            <a:xfrm>
              <a:off x="2233486"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58"/>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58"/>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58"/>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58"/>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58"/>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58"/>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58"/>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58"/>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58"/>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58"/>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58"/>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58"/>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58"/>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58"/>
            <p:cNvSpPr/>
            <p:nvPr/>
          </p:nvSpPr>
          <p:spPr>
            <a:xfrm>
              <a:off x="2335765" y="20182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58"/>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58"/>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58"/>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58"/>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58"/>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58"/>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58"/>
            <p:cNvSpPr/>
            <p:nvPr/>
          </p:nvSpPr>
          <p:spPr>
            <a:xfrm>
              <a:off x="2337571" y="201718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58"/>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58"/>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58"/>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58"/>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58"/>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58"/>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58"/>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58"/>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58"/>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58"/>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58"/>
            <p:cNvSpPr/>
            <p:nvPr/>
          </p:nvSpPr>
          <p:spPr>
            <a:xfrm>
              <a:off x="2263710" y="205268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58"/>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58"/>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58"/>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58"/>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58"/>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58"/>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58"/>
            <p:cNvSpPr/>
            <p:nvPr/>
          </p:nvSpPr>
          <p:spPr>
            <a:xfrm>
              <a:off x="2263329" y="205273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58"/>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58"/>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58"/>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58"/>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58"/>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58"/>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58"/>
            <p:cNvSpPr/>
            <p:nvPr/>
          </p:nvSpPr>
          <p:spPr>
            <a:xfrm>
              <a:off x="2282338" y="201751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58"/>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58"/>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58"/>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58"/>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58"/>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58"/>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58"/>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58"/>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58"/>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58"/>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58"/>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58"/>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58"/>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58"/>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58"/>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58"/>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58"/>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58"/>
            <p:cNvSpPr/>
            <p:nvPr/>
          </p:nvSpPr>
          <p:spPr>
            <a:xfrm>
              <a:off x="2294707" y="204028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58"/>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58"/>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58"/>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58"/>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58"/>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58"/>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58"/>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58"/>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58"/>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58"/>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58"/>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58"/>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58"/>
            <p:cNvSpPr/>
            <p:nvPr/>
          </p:nvSpPr>
          <p:spPr>
            <a:xfrm>
              <a:off x="2576291" y="172524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58"/>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58"/>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58"/>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58"/>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58"/>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58"/>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58"/>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58"/>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58"/>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58"/>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58"/>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58"/>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58"/>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58"/>
            <p:cNvSpPr/>
            <p:nvPr/>
          </p:nvSpPr>
          <p:spPr>
            <a:xfrm>
              <a:off x="2206480" y="14160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58"/>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58"/>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58"/>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58"/>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58"/>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58"/>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58"/>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58"/>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58"/>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58"/>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58"/>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58"/>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58"/>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58"/>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58"/>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58"/>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58"/>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58"/>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58"/>
            <p:cNvSpPr/>
            <p:nvPr/>
          </p:nvSpPr>
          <p:spPr>
            <a:xfrm>
              <a:off x="2199828" y="141883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58"/>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58"/>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58"/>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58"/>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58"/>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58"/>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58"/>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58"/>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58"/>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58"/>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58"/>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58"/>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58"/>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58"/>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58"/>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58"/>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58"/>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58"/>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58"/>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58"/>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58"/>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58"/>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58"/>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58"/>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58"/>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58"/>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58"/>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58"/>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58"/>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58"/>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58"/>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58"/>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58"/>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58"/>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58"/>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58"/>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58"/>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58"/>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58"/>
            <p:cNvSpPr/>
            <p:nvPr/>
          </p:nvSpPr>
          <p:spPr>
            <a:xfrm>
              <a:off x="2754577" y="17042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58"/>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58"/>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58"/>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58"/>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58"/>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58"/>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58"/>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58"/>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58"/>
            <p:cNvSpPr/>
            <p:nvPr/>
          </p:nvSpPr>
          <p:spPr>
            <a:xfrm>
              <a:off x="2820550" y="171477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58"/>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58"/>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58"/>
            <p:cNvSpPr/>
            <p:nvPr/>
          </p:nvSpPr>
          <p:spPr>
            <a:xfrm>
              <a:off x="2817943" y="171558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58"/>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58"/>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58"/>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58"/>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58"/>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58"/>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58"/>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58"/>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58"/>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58"/>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58"/>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58"/>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58"/>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58"/>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58"/>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58"/>
            <p:cNvSpPr/>
            <p:nvPr/>
          </p:nvSpPr>
          <p:spPr>
            <a:xfrm>
              <a:off x="2629094" y="17652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58"/>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58"/>
            <p:cNvSpPr/>
            <p:nvPr/>
          </p:nvSpPr>
          <p:spPr>
            <a:xfrm>
              <a:off x="2634701" y="1762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58"/>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58"/>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58"/>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58"/>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58"/>
            <p:cNvSpPr/>
            <p:nvPr/>
          </p:nvSpPr>
          <p:spPr>
            <a:xfrm>
              <a:off x="2635272" y="17627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58"/>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58"/>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58"/>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58"/>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58"/>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58"/>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58"/>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58"/>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58"/>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58"/>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58"/>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58"/>
            <p:cNvSpPr/>
            <p:nvPr/>
          </p:nvSpPr>
          <p:spPr>
            <a:xfrm>
              <a:off x="3011966" y="17031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58"/>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58"/>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58"/>
            <p:cNvSpPr/>
            <p:nvPr/>
          </p:nvSpPr>
          <p:spPr>
            <a:xfrm>
              <a:off x="2650343" y="181141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58"/>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58"/>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58"/>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58"/>
            <p:cNvSpPr/>
            <p:nvPr/>
          </p:nvSpPr>
          <p:spPr>
            <a:xfrm>
              <a:off x="2651198" y="181113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58"/>
            <p:cNvSpPr/>
            <p:nvPr/>
          </p:nvSpPr>
          <p:spPr>
            <a:xfrm>
              <a:off x="2649012" y="18116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58"/>
            <p:cNvSpPr/>
            <p:nvPr/>
          </p:nvSpPr>
          <p:spPr>
            <a:xfrm>
              <a:off x="2649487" y="181155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58"/>
            <p:cNvSpPr/>
            <p:nvPr/>
          </p:nvSpPr>
          <p:spPr>
            <a:xfrm>
              <a:off x="2649962" y="181145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58"/>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58"/>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58"/>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58"/>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58"/>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58"/>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58"/>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58"/>
            <p:cNvSpPr/>
            <p:nvPr/>
          </p:nvSpPr>
          <p:spPr>
            <a:xfrm>
              <a:off x="2761705" y="182576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58"/>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58"/>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58"/>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58"/>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58"/>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58"/>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58"/>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58"/>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58"/>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58"/>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58"/>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58"/>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58"/>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58"/>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58"/>
            <p:cNvSpPr/>
            <p:nvPr/>
          </p:nvSpPr>
          <p:spPr>
            <a:xfrm>
              <a:off x="2721217" y="182881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58"/>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58"/>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58"/>
            <p:cNvSpPr/>
            <p:nvPr/>
          </p:nvSpPr>
          <p:spPr>
            <a:xfrm>
              <a:off x="2721543" y="18288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58"/>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58"/>
            <p:cNvSpPr/>
            <p:nvPr/>
          </p:nvSpPr>
          <p:spPr>
            <a:xfrm>
              <a:off x="2704530" y="183388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58"/>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58"/>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58"/>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58"/>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58"/>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58"/>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58"/>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58"/>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58"/>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58"/>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58"/>
            <p:cNvSpPr/>
            <p:nvPr/>
          </p:nvSpPr>
          <p:spPr>
            <a:xfrm>
              <a:off x="2796178" y="187368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58"/>
            <p:cNvSpPr/>
            <p:nvPr/>
          </p:nvSpPr>
          <p:spPr>
            <a:xfrm>
              <a:off x="2795798" y="187377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58"/>
            <p:cNvSpPr/>
            <p:nvPr/>
          </p:nvSpPr>
          <p:spPr>
            <a:xfrm>
              <a:off x="2795459" y="18737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58"/>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58"/>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58"/>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58"/>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58"/>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58"/>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58"/>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58"/>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58"/>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58"/>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58"/>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58"/>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58"/>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58"/>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58"/>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58"/>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58"/>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58"/>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58"/>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58"/>
            <p:cNvSpPr/>
            <p:nvPr/>
          </p:nvSpPr>
          <p:spPr>
            <a:xfrm>
              <a:off x="2364713" y="19185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58"/>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58"/>
            <p:cNvSpPr/>
            <p:nvPr/>
          </p:nvSpPr>
          <p:spPr>
            <a:xfrm>
              <a:off x="2364672" y="1918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58"/>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58"/>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58"/>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58"/>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58"/>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58"/>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58"/>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58"/>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58"/>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58"/>
            <p:cNvSpPr/>
            <p:nvPr/>
          </p:nvSpPr>
          <p:spPr>
            <a:xfrm>
              <a:off x="2364618" y="191859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58"/>
            <p:cNvSpPr/>
            <p:nvPr/>
          </p:nvSpPr>
          <p:spPr>
            <a:xfrm>
              <a:off x="2364767" y="19184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58"/>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58"/>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58"/>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58"/>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58"/>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58"/>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58"/>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58"/>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58"/>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58"/>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58"/>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58"/>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58"/>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58"/>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58"/>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58"/>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58"/>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58"/>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58"/>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58"/>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58"/>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58"/>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58"/>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58"/>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58"/>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58"/>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58"/>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58"/>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58"/>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58"/>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58"/>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58"/>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58"/>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58"/>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58"/>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58"/>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58"/>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58"/>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58"/>
            <p:cNvSpPr/>
            <p:nvPr/>
          </p:nvSpPr>
          <p:spPr>
            <a:xfrm>
              <a:off x="2374135" y="17448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58"/>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58"/>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58"/>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58"/>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58"/>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58"/>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58"/>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58"/>
            <p:cNvSpPr/>
            <p:nvPr/>
          </p:nvSpPr>
          <p:spPr>
            <a:xfrm>
              <a:off x="2404508" y="180965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58"/>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58"/>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58"/>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58"/>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58"/>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58"/>
            <p:cNvSpPr/>
            <p:nvPr/>
          </p:nvSpPr>
          <p:spPr>
            <a:xfrm>
              <a:off x="2378032" y="17522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58"/>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58"/>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58"/>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58"/>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58"/>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58"/>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58"/>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58"/>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58"/>
            <p:cNvSpPr/>
            <p:nvPr/>
          </p:nvSpPr>
          <p:spPr>
            <a:xfrm>
              <a:off x="2446857" y="175133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58"/>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58"/>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58"/>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58"/>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58"/>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58"/>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58"/>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58"/>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58"/>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58"/>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58"/>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58"/>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58"/>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58"/>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58"/>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58"/>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58"/>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58"/>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58"/>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58"/>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58"/>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58"/>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58"/>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58"/>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58"/>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58"/>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58"/>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58"/>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58"/>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58"/>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58"/>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58"/>
            <p:cNvSpPr/>
            <p:nvPr/>
          </p:nvSpPr>
          <p:spPr>
            <a:xfrm>
              <a:off x="2641218" y="17061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58"/>
            <p:cNvSpPr/>
            <p:nvPr/>
          </p:nvSpPr>
          <p:spPr>
            <a:xfrm>
              <a:off x="2572584" y="17083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58"/>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58"/>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58"/>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58"/>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58"/>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58"/>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58"/>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58"/>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58"/>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58"/>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58"/>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58"/>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58"/>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58"/>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58"/>
            <p:cNvSpPr/>
            <p:nvPr/>
          </p:nvSpPr>
          <p:spPr>
            <a:xfrm>
              <a:off x="2515260" y="169452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58"/>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58"/>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58"/>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58"/>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58"/>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58"/>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58"/>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58"/>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58"/>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58"/>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58"/>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58"/>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58"/>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58"/>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58"/>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58"/>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58"/>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58"/>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58"/>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58"/>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58"/>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58"/>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58"/>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58"/>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58"/>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58"/>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58"/>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58"/>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58"/>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58"/>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58"/>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58"/>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58"/>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58"/>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58"/>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58"/>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58"/>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58"/>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58"/>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58"/>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58"/>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58"/>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58"/>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58"/>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58"/>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58"/>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58"/>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58"/>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58"/>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58"/>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58"/>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58"/>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58"/>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58"/>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58"/>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58"/>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58"/>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58"/>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58"/>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58"/>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58"/>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58"/>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58"/>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58"/>
            <p:cNvSpPr/>
            <p:nvPr/>
          </p:nvSpPr>
          <p:spPr>
            <a:xfrm>
              <a:off x="2902355" y="16351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58"/>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58"/>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58"/>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58"/>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58"/>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58"/>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58"/>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58"/>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58"/>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58"/>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58"/>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58"/>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58"/>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58"/>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58"/>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58"/>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58"/>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58"/>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58"/>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58"/>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58"/>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58"/>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58"/>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58"/>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58"/>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58"/>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58"/>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58"/>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58"/>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58"/>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58"/>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58"/>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58"/>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58"/>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58"/>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58"/>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58"/>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58"/>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58"/>
            <p:cNvSpPr/>
            <p:nvPr/>
          </p:nvSpPr>
          <p:spPr>
            <a:xfrm>
              <a:off x="2210472"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58"/>
            <p:cNvSpPr/>
            <p:nvPr/>
          </p:nvSpPr>
          <p:spPr>
            <a:xfrm>
              <a:off x="2211138"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58"/>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58"/>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58"/>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58"/>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58"/>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58"/>
            <p:cNvSpPr/>
            <p:nvPr/>
          </p:nvSpPr>
          <p:spPr>
            <a:xfrm>
              <a:off x="2209807" y="1589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58"/>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58"/>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58"/>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58"/>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58"/>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58"/>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58"/>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58"/>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58"/>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58"/>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58"/>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58"/>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58"/>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58"/>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58"/>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58"/>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58"/>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58"/>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58"/>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58"/>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58"/>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58"/>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58"/>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58"/>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58"/>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58"/>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58"/>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58"/>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58"/>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58"/>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58"/>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58"/>
            <p:cNvSpPr/>
            <p:nvPr/>
          </p:nvSpPr>
          <p:spPr>
            <a:xfrm>
              <a:off x="2337476" y="16552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58"/>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58"/>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58"/>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58"/>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58"/>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58"/>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58"/>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58"/>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58"/>
            <p:cNvSpPr/>
            <p:nvPr/>
          </p:nvSpPr>
          <p:spPr>
            <a:xfrm>
              <a:off x="2283438" y="159432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58"/>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58"/>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58"/>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58"/>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58"/>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58"/>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58"/>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2" name="Google Shape;9252;p58"/>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58"/>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58"/>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58"/>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58"/>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58"/>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58"/>
            <p:cNvSpPr/>
            <p:nvPr/>
          </p:nvSpPr>
          <p:spPr>
            <a:xfrm>
              <a:off x="2211382" y="158330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58"/>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58"/>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1" name="Google Shape;9261;p58"/>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58"/>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58"/>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58"/>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5" name="Google Shape;9265;p58"/>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6" name="Google Shape;9266;p58"/>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7" name="Google Shape;9267;p58"/>
            <p:cNvSpPr/>
            <p:nvPr/>
          </p:nvSpPr>
          <p:spPr>
            <a:xfrm>
              <a:off x="2204824" y="158111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58"/>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58"/>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0" name="Google Shape;9270;p58"/>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58"/>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58"/>
            <p:cNvSpPr/>
            <p:nvPr/>
          </p:nvSpPr>
          <p:spPr>
            <a:xfrm>
              <a:off x="2213894" y="158915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58"/>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58"/>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58"/>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58"/>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58"/>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8" name="Google Shape;9278;p58"/>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58"/>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58"/>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1" name="Google Shape;9281;p58"/>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2" name="Google Shape;9282;p58"/>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3" name="Google Shape;9283;p58"/>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58"/>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58"/>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58"/>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58"/>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58"/>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58"/>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0" name="Google Shape;9290;p58"/>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58"/>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58"/>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58"/>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58"/>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58"/>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58"/>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58"/>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58"/>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58"/>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58"/>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58"/>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58"/>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58"/>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58"/>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58"/>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58"/>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7" name="Google Shape;9307;p58"/>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58"/>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9" name="Google Shape;9309;p58"/>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58"/>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58"/>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58"/>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58"/>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58"/>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58"/>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58"/>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58"/>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58"/>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9" name="Google Shape;9319;p58"/>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58"/>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58"/>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2" name="Google Shape;9322;p58"/>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3" name="Google Shape;9323;p58"/>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58"/>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58"/>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58"/>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58"/>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8" name="Google Shape;9328;p58"/>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58"/>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58"/>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58"/>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58"/>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58"/>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4" name="Google Shape;9334;p58"/>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58"/>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58"/>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58"/>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58"/>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58"/>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58"/>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58"/>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58"/>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58"/>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58"/>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58"/>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58"/>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58"/>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58"/>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58"/>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58"/>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58"/>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58"/>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58"/>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58"/>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58"/>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58"/>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58"/>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58"/>
            <p:cNvSpPr/>
            <p:nvPr/>
          </p:nvSpPr>
          <p:spPr>
            <a:xfrm>
              <a:off x="2593969" y="159470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58"/>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58"/>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58"/>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58"/>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58"/>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58"/>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58"/>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58"/>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58"/>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58"/>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58"/>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58"/>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58"/>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58"/>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58"/>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58"/>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58"/>
            <p:cNvSpPr/>
            <p:nvPr/>
          </p:nvSpPr>
          <p:spPr>
            <a:xfrm>
              <a:off x="2590398" y="15932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58"/>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58"/>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58"/>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58"/>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58"/>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58"/>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58"/>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58"/>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58"/>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5" name="Google Shape;9385;p58"/>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6" name="Google Shape;9386;p58"/>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7" name="Google Shape;9387;p58"/>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58"/>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9" name="Google Shape;9389;p58"/>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0" name="Google Shape;9390;p58"/>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58"/>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58"/>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58"/>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58"/>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58"/>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58"/>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58"/>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8" name="Google Shape;9398;p58"/>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58"/>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58"/>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58"/>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58"/>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58"/>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58"/>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58"/>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6" name="Google Shape;9406;p58"/>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58"/>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58"/>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58"/>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0" name="Google Shape;9410;p58"/>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1" name="Google Shape;9411;p58"/>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58"/>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58"/>
            <p:cNvSpPr/>
            <p:nvPr/>
          </p:nvSpPr>
          <p:spPr>
            <a:xfrm>
              <a:off x="2139218" y="20815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4" name="Google Shape;9414;p58"/>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58"/>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58"/>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7" name="Google Shape;9417;p58"/>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8" name="Google Shape;9418;p58"/>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9" name="Google Shape;9419;p58"/>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58"/>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58"/>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2" name="Google Shape;9422;p58"/>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58"/>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58"/>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5" name="Google Shape;9425;p58"/>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6" name="Google Shape;9426;p58"/>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7" name="Google Shape;9427;p58"/>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8" name="Google Shape;9428;p58"/>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9" name="Google Shape;9429;p58"/>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0" name="Google Shape;9430;p58"/>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1" name="Google Shape;9431;p58"/>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58"/>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58"/>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4" name="Google Shape;9434;p58"/>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58"/>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58"/>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58"/>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58"/>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9" name="Google Shape;9439;p58"/>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0" name="Google Shape;9440;p58"/>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1" name="Google Shape;9441;p58"/>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2" name="Google Shape;9442;p58"/>
            <p:cNvSpPr/>
            <p:nvPr/>
          </p:nvSpPr>
          <p:spPr>
            <a:xfrm>
              <a:off x="2263194" y="20098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58"/>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58"/>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58"/>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58"/>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7" name="Google Shape;9447;p58"/>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58"/>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58"/>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58"/>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58"/>
            <p:cNvSpPr/>
            <p:nvPr/>
          </p:nvSpPr>
          <p:spPr>
            <a:xfrm>
              <a:off x="2261429" y="201034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58"/>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3" name="Google Shape;9453;p58"/>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4" name="Google Shape;9454;p58"/>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58"/>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58"/>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58"/>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58"/>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9" name="Google Shape;9459;p58"/>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0" name="Google Shape;9460;p58"/>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58"/>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58"/>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58"/>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58"/>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5" name="Google Shape;9465;p58"/>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6" name="Google Shape;9466;p58"/>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7" name="Google Shape;9467;p58"/>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8" name="Google Shape;9468;p58"/>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58"/>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58"/>
            <p:cNvSpPr/>
            <p:nvPr/>
          </p:nvSpPr>
          <p:spPr>
            <a:xfrm>
              <a:off x="2271082" y="201998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1" name="Google Shape;9471;p58"/>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2" name="Google Shape;9472;p58"/>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3" name="Google Shape;9473;p58"/>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4" name="Google Shape;9474;p58"/>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5" name="Google Shape;9475;p58"/>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6" name="Google Shape;9476;p58"/>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7" name="Google Shape;9477;p58"/>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8" name="Google Shape;9478;p58"/>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9" name="Google Shape;9479;p58"/>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0" name="Google Shape;9480;p58"/>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1" name="Google Shape;9481;p58"/>
            <p:cNvSpPr/>
            <p:nvPr/>
          </p:nvSpPr>
          <p:spPr>
            <a:xfrm>
              <a:off x="2263044" y="206462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2" name="Google Shape;9482;p58"/>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3" name="Google Shape;9483;p58"/>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4" name="Google Shape;9484;p58"/>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5" name="Google Shape;9485;p58"/>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6" name="Google Shape;9486;p58"/>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58"/>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58"/>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58"/>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0" name="Google Shape;9490;p58"/>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1" name="Google Shape;9491;p58"/>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2" name="Google Shape;9492;p58"/>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58"/>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4" name="Google Shape;9494;p58"/>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5" name="Google Shape;9495;p58"/>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58"/>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7" name="Google Shape;9497;p58"/>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8" name="Google Shape;9498;p58"/>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9" name="Google Shape;9499;p58"/>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0" name="Google Shape;9500;p58"/>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1" name="Google Shape;9501;p58"/>
            <p:cNvSpPr/>
            <p:nvPr/>
          </p:nvSpPr>
          <p:spPr>
            <a:xfrm>
              <a:off x="2281917" y="22487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2" name="Google Shape;9502;p58"/>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3" name="Google Shape;9503;p58"/>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4" name="Google Shape;9504;p58"/>
            <p:cNvSpPr/>
            <p:nvPr/>
          </p:nvSpPr>
          <p:spPr>
            <a:xfrm>
              <a:off x="2275780" y="221468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5" name="Google Shape;9505;p58"/>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6" name="Google Shape;9506;p58"/>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7" name="Google Shape;9507;p58"/>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8" name="Google Shape;9508;p58"/>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58"/>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58"/>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1" name="Google Shape;9511;p58"/>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2" name="Google Shape;9512;p58"/>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58"/>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58"/>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5" name="Google Shape;9515;p58"/>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58"/>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58"/>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58"/>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9" name="Google Shape;9519;p58"/>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0" name="Google Shape;9520;p58"/>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58"/>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58"/>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3" name="Google Shape;9523;p58"/>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4" name="Google Shape;9524;p58"/>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58"/>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58"/>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58"/>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58"/>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58"/>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58"/>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58"/>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58"/>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58"/>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4" name="Google Shape;9534;p58"/>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5" name="Google Shape;9535;p58"/>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58"/>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58"/>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58"/>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58"/>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58"/>
            <p:cNvSpPr/>
            <p:nvPr/>
          </p:nvSpPr>
          <p:spPr>
            <a:xfrm>
              <a:off x="2270173" y="20631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58"/>
            <p:cNvSpPr/>
            <p:nvPr/>
          </p:nvSpPr>
          <p:spPr>
            <a:xfrm>
              <a:off x="2334109" y="212622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58"/>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58"/>
            <p:cNvSpPr/>
            <p:nvPr/>
          </p:nvSpPr>
          <p:spPr>
            <a:xfrm>
              <a:off x="2334150" y="21261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58"/>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58"/>
            <p:cNvSpPr/>
            <p:nvPr/>
          </p:nvSpPr>
          <p:spPr>
            <a:xfrm>
              <a:off x="2334055" y="212632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58"/>
            <p:cNvSpPr/>
            <p:nvPr/>
          </p:nvSpPr>
          <p:spPr>
            <a:xfrm>
              <a:off x="2334109" y="212626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58"/>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58"/>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58"/>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58"/>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58"/>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58"/>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58"/>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58"/>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58"/>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58"/>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58"/>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58"/>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58"/>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58"/>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58"/>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58"/>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58"/>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58"/>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58"/>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58"/>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58"/>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58"/>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58"/>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58"/>
            <p:cNvSpPr/>
            <p:nvPr/>
          </p:nvSpPr>
          <p:spPr>
            <a:xfrm>
              <a:off x="2333294" y="212645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58"/>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58"/>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58"/>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58"/>
            <p:cNvSpPr/>
            <p:nvPr/>
          </p:nvSpPr>
          <p:spPr>
            <a:xfrm>
              <a:off x="2305202" y="2129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58"/>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58"/>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58"/>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58"/>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58"/>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58"/>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58"/>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58"/>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58"/>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58"/>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58"/>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58"/>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58"/>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58"/>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58"/>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58"/>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58"/>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58"/>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58"/>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58"/>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5" name="Google Shape;9595;p58"/>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58"/>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58"/>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8" name="Google Shape;9598;p58"/>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9" name="Google Shape;9599;p58"/>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58"/>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58"/>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58"/>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3" name="Google Shape;9603;p58"/>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58"/>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58"/>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6" name="Google Shape;9606;p58"/>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7" name="Google Shape;9607;p58"/>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58"/>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9" name="Google Shape;9609;p58"/>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0" name="Google Shape;9610;p58"/>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58"/>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58"/>
            <p:cNvSpPr/>
            <p:nvPr/>
          </p:nvSpPr>
          <p:spPr>
            <a:xfrm>
              <a:off x="2291951" y="2116436"/>
              <a:ext cx="14" cy="0"/>
            </a:xfrm>
            <a:custGeom>
              <a:avLst/>
              <a:gdLst/>
              <a:ahLst/>
              <a:cxnLst/>
              <a:rect l="l" t="t" r="r" b="b"/>
              <a:pathLst>
                <a:path w="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3" name="Google Shape;9613;p58"/>
            <p:cNvSpPr/>
            <p:nvPr/>
          </p:nvSpPr>
          <p:spPr>
            <a:xfrm>
              <a:off x="229256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4" name="Google Shape;9614;p58"/>
            <p:cNvSpPr/>
            <p:nvPr/>
          </p:nvSpPr>
          <p:spPr>
            <a:xfrm>
              <a:off x="2291095" y="211647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5" name="Google Shape;9615;p58"/>
            <p:cNvSpPr/>
            <p:nvPr/>
          </p:nvSpPr>
          <p:spPr>
            <a:xfrm>
              <a:off x="229313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6" name="Google Shape;9616;p58"/>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58"/>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58"/>
            <p:cNvSpPr/>
            <p:nvPr/>
          </p:nvSpPr>
          <p:spPr>
            <a:xfrm>
              <a:off x="258574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9" name="Google Shape;9619;p58"/>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0" name="Google Shape;9620;p58"/>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58"/>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58"/>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58"/>
            <p:cNvSpPr/>
            <p:nvPr/>
          </p:nvSpPr>
          <p:spPr>
            <a:xfrm>
              <a:off x="2588646" y="173436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58"/>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58"/>
            <p:cNvSpPr/>
            <p:nvPr/>
          </p:nvSpPr>
          <p:spPr>
            <a:xfrm>
              <a:off x="258612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58"/>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58"/>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8" name="Google Shape;9628;p58"/>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9" name="Google Shape;9629;p58"/>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58"/>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1" name="Google Shape;9631;p58"/>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58"/>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58"/>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58"/>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58"/>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58"/>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58"/>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58"/>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58"/>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58"/>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58"/>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2" name="Google Shape;9642;p58"/>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58"/>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58"/>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58"/>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58"/>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58"/>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58"/>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58"/>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58"/>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1" name="Google Shape;9651;p58"/>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58"/>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58"/>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58"/>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5" name="Google Shape;9655;p58"/>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58"/>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58"/>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58"/>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58"/>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58"/>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58"/>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58"/>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58"/>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58"/>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58"/>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58"/>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58"/>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58"/>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58"/>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58"/>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58"/>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2" name="Google Shape;9672;p58"/>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58"/>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58"/>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5" name="Google Shape;9675;p58"/>
            <p:cNvSpPr/>
            <p:nvPr/>
          </p:nvSpPr>
          <p:spPr>
            <a:xfrm>
              <a:off x="2374896" y="171663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6" name="Google Shape;9676;p58"/>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7" name="Google Shape;9677;p58"/>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58"/>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58"/>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0" name="Google Shape;9680;p58"/>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1" name="Google Shape;9681;p58"/>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58"/>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58"/>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58"/>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5" name="Google Shape;9685;p58"/>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58"/>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58"/>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58"/>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58"/>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0" name="Google Shape;9690;p58"/>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58"/>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58"/>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58"/>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58"/>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58"/>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58"/>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7" name="Google Shape;9697;p58"/>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58"/>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58"/>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58"/>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58"/>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58"/>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58"/>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58"/>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58"/>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58"/>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58"/>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8" name="Google Shape;9708;p58"/>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9" name="Google Shape;9709;p58"/>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0" name="Google Shape;9710;p58"/>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58"/>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2" name="Google Shape;9712;p58"/>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3" name="Google Shape;9713;p58"/>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58"/>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58"/>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58"/>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58"/>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58"/>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9" name="Google Shape;9719;p58"/>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58"/>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58"/>
            <p:cNvSpPr/>
            <p:nvPr/>
          </p:nvSpPr>
          <p:spPr>
            <a:xfrm>
              <a:off x="2400612" y="171729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58"/>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58"/>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58"/>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58"/>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58"/>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58"/>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8" name="Google Shape;9728;p58"/>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58"/>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58"/>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58"/>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58"/>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58"/>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4" name="Google Shape;9734;p58"/>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58"/>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58"/>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58"/>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8" name="Google Shape;9738;p58"/>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58"/>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58"/>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58"/>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2" name="Google Shape;9742;p58"/>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58"/>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58"/>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58"/>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6" name="Google Shape;9746;p58"/>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58"/>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58"/>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58"/>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58"/>
            <p:cNvSpPr/>
            <p:nvPr/>
          </p:nvSpPr>
          <p:spPr>
            <a:xfrm>
              <a:off x="2385826" y="173579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58"/>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58"/>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58"/>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58"/>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58"/>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58"/>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58"/>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58"/>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58"/>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58"/>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58"/>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58"/>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58"/>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58"/>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58"/>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58"/>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58"/>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58"/>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58"/>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58"/>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58"/>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58"/>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58"/>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58"/>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58"/>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58"/>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58"/>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58"/>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9" name="Google Shape;9779;p58"/>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0" name="Google Shape;9780;p58"/>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58"/>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58"/>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58"/>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58"/>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58"/>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58"/>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58"/>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8" name="Google Shape;9788;p58"/>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9" name="Google Shape;9789;p58"/>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58"/>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1" name="Google Shape;9791;p58"/>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2" name="Google Shape;9792;p58"/>
            <p:cNvSpPr/>
            <p:nvPr/>
          </p:nvSpPr>
          <p:spPr>
            <a:xfrm>
              <a:off x="2581803" y="175850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3" name="Google Shape;9793;p58"/>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58"/>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5" name="Google Shape;9795;p58"/>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6" name="Google Shape;9796;p58"/>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58"/>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58"/>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58"/>
            <p:cNvSpPr/>
            <p:nvPr/>
          </p:nvSpPr>
          <p:spPr>
            <a:xfrm>
              <a:off x="2600812" y="17537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58"/>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58"/>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58"/>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58"/>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58"/>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58"/>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6" name="Google Shape;9806;p58"/>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7" name="Google Shape;9807;p58"/>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58"/>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9" name="Google Shape;9809;p58"/>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58"/>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1" name="Google Shape;9811;p58"/>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2" name="Google Shape;9812;p58"/>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58"/>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4" name="Google Shape;9814;p58"/>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58"/>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58"/>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7" name="Google Shape;9817;p58"/>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8" name="Google Shape;9818;p58"/>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58"/>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58"/>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58"/>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58"/>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58"/>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58"/>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58"/>
            <p:cNvSpPr/>
            <p:nvPr/>
          </p:nvSpPr>
          <p:spPr>
            <a:xfrm>
              <a:off x="2514350" y="18328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58"/>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58"/>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58"/>
            <p:cNvSpPr/>
            <p:nvPr/>
          </p:nvSpPr>
          <p:spPr>
            <a:xfrm>
              <a:off x="2517772" y="18378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58"/>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58"/>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58"/>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58"/>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58"/>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58"/>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58"/>
            <p:cNvSpPr/>
            <p:nvPr/>
          </p:nvSpPr>
          <p:spPr>
            <a:xfrm>
              <a:off x="2514310" y="18324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58"/>
            <p:cNvSpPr/>
            <p:nvPr/>
          </p:nvSpPr>
          <p:spPr>
            <a:xfrm>
              <a:off x="2505606" y="18504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58"/>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58"/>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58"/>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58"/>
            <p:cNvSpPr/>
            <p:nvPr/>
          </p:nvSpPr>
          <p:spPr>
            <a:xfrm>
              <a:off x="2514255" y="18321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58"/>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58"/>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58"/>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58"/>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58"/>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58"/>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7" name="Google Shape;9847;p58"/>
            <p:cNvSpPr/>
            <p:nvPr/>
          </p:nvSpPr>
          <p:spPr>
            <a:xfrm>
              <a:off x="2513264"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58"/>
            <p:cNvSpPr/>
            <p:nvPr/>
          </p:nvSpPr>
          <p:spPr>
            <a:xfrm>
              <a:off x="2516020" y="181830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58"/>
            <p:cNvSpPr/>
            <p:nvPr/>
          </p:nvSpPr>
          <p:spPr>
            <a:xfrm>
              <a:off x="2514119"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58"/>
            <p:cNvSpPr/>
            <p:nvPr/>
          </p:nvSpPr>
          <p:spPr>
            <a:xfrm>
              <a:off x="2596725" y="17568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1" name="Google Shape;9851;p58"/>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2" name="Google Shape;9852;p58"/>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3" name="Google Shape;9853;p58"/>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4" name="Google Shape;9854;p58"/>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5" name="Google Shape;9855;p58"/>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6" name="Google Shape;9856;p58"/>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58"/>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58"/>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58"/>
            <p:cNvSpPr/>
            <p:nvPr/>
          </p:nvSpPr>
          <p:spPr>
            <a:xfrm>
              <a:off x="2526665" y="18172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58"/>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58"/>
            <p:cNvSpPr/>
            <p:nvPr/>
          </p:nvSpPr>
          <p:spPr>
            <a:xfrm>
              <a:off x="2527330" y="18171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2" name="Google Shape;9862;p58"/>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3" name="Google Shape;9863;p58"/>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58"/>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58"/>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58"/>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58"/>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8" name="Google Shape;9868;p58"/>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9" name="Google Shape;9869;p58"/>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58"/>
            <p:cNvSpPr/>
            <p:nvPr/>
          </p:nvSpPr>
          <p:spPr>
            <a:xfrm>
              <a:off x="2512640" y="181839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58"/>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58"/>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58"/>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4" name="Google Shape;9874;p58"/>
            <p:cNvSpPr/>
            <p:nvPr/>
          </p:nvSpPr>
          <p:spPr>
            <a:xfrm>
              <a:off x="251202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58"/>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58"/>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58"/>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58"/>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58"/>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0" name="Google Shape;9880;p58"/>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58"/>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58"/>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58"/>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58"/>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58"/>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58"/>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58"/>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58"/>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58"/>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58"/>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58"/>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58"/>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3" name="Google Shape;9893;p58"/>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58"/>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5" name="Google Shape;9895;p58"/>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58"/>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58"/>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8" name="Google Shape;9898;p58"/>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58"/>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58"/>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58"/>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2" name="Google Shape;9902;p58"/>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58"/>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58"/>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5" name="Google Shape;9905;p58"/>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6" name="Google Shape;9906;p58"/>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58"/>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58"/>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58"/>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58"/>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58"/>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58"/>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3" name="Google Shape;9913;p58"/>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4" name="Google Shape;9914;p58"/>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5" name="Google Shape;9915;p58"/>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6" name="Google Shape;9916;p58"/>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58"/>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58"/>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58"/>
            <p:cNvSpPr/>
            <p:nvPr/>
          </p:nvSpPr>
          <p:spPr>
            <a:xfrm>
              <a:off x="2860006" y="203919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0" name="Google Shape;9920;p58"/>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58"/>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2" name="Google Shape;9922;p58"/>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3" name="Google Shape;9923;p58"/>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58"/>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5" name="Google Shape;9925;p58"/>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6" name="Google Shape;9926;p58"/>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7" name="Google Shape;9927;p58"/>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58"/>
            <p:cNvSpPr/>
            <p:nvPr/>
          </p:nvSpPr>
          <p:spPr>
            <a:xfrm>
              <a:off x="2962544" y="2114806"/>
              <a:ext cx="0" cy="14"/>
            </a:xfrm>
            <a:custGeom>
              <a:avLst/>
              <a:gdLst/>
              <a:ahLst/>
              <a:cxnLst/>
              <a:rect l="l" t="t" r="r" b="b"/>
              <a:pathLst>
                <a:path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58"/>
            <p:cNvSpPr/>
            <p:nvPr/>
          </p:nvSpPr>
          <p:spPr>
            <a:xfrm>
              <a:off x="2962924" y="211471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58"/>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1" name="Google Shape;9931;p58"/>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58"/>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58"/>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4" name="Google Shape;9934;p58"/>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58"/>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6" name="Google Shape;9936;p58"/>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7" name="Google Shape;9937;p58"/>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58"/>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9" name="Google Shape;9939;p58"/>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0" name="Google Shape;9940;p58"/>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58"/>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2" name="Google Shape;9942;p58"/>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3" name="Google Shape;9943;p58"/>
            <p:cNvSpPr/>
            <p:nvPr/>
          </p:nvSpPr>
          <p:spPr>
            <a:xfrm>
              <a:off x="2106903" y="16744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58"/>
            <p:cNvSpPr/>
            <p:nvPr/>
          </p:nvSpPr>
          <p:spPr>
            <a:xfrm>
              <a:off x="2106659"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58"/>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58"/>
            <p:cNvSpPr/>
            <p:nvPr/>
          </p:nvSpPr>
          <p:spPr>
            <a:xfrm>
              <a:off x="2107134"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58"/>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58"/>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9" name="Google Shape;9949;p58"/>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58"/>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58"/>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2" name="Google Shape;9952;p58"/>
            <p:cNvSpPr/>
            <p:nvPr/>
          </p:nvSpPr>
          <p:spPr>
            <a:xfrm>
              <a:off x="2101676" y="167628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58"/>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58"/>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58"/>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58"/>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7" name="Google Shape;9957;p58"/>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58"/>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9" name="Google Shape;9959;p58"/>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0" name="Google Shape;9960;p58"/>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58"/>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2" name="Google Shape;9962;p58"/>
            <p:cNvSpPr/>
            <p:nvPr/>
          </p:nvSpPr>
          <p:spPr>
            <a:xfrm>
              <a:off x="2184336" y="17022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3" name="Google Shape;9963;p58"/>
            <p:cNvSpPr/>
            <p:nvPr/>
          </p:nvSpPr>
          <p:spPr>
            <a:xfrm>
              <a:off x="2184376" y="170266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58"/>
            <p:cNvSpPr/>
            <p:nvPr/>
          </p:nvSpPr>
          <p:spPr>
            <a:xfrm>
              <a:off x="2184376" y="17024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5" name="Google Shape;9965;p58"/>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6" name="Google Shape;9966;p58"/>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58"/>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58"/>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58"/>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58"/>
            <p:cNvSpPr/>
            <p:nvPr/>
          </p:nvSpPr>
          <p:spPr>
            <a:xfrm>
              <a:off x="2184336" y="17029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1" name="Google Shape;9971;p58"/>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2" name="Google Shape;9972;p58"/>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58"/>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58"/>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5" name="Google Shape;9975;p58"/>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58"/>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7" name="Google Shape;9977;p58"/>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8" name="Google Shape;9978;p58"/>
            <p:cNvSpPr/>
            <p:nvPr/>
          </p:nvSpPr>
          <p:spPr>
            <a:xfrm>
              <a:off x="2190649" y="16926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58"/>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58"/>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1" name="Google Shape;9981;p58"/>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58"/>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58"/>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4" name="Google Shape;9984;p58"/>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5" name="Google Shape;9985;p58"/>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6" name="Google Shape;9986;p58"/>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58"/>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58"/>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58"/>
            <p:cNvSpPr/>
            <p:nvPr/>
          </p:nvSpPr>
          <p:spPr>
            <a:xfrm>
              <a:off x="2190989" y="168511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58"/>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58"/>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58"/>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58"/>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4" name="Google Shape;9994;p58"/>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5" name="Google Shape;9995;p58"/>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6" name="Google Shape;9996;p58"/>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58"/>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8" name="Google Shape;9998;p58"/>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9" name="Google Shape;9999;p58"/>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0" name="Google Shape;10000;p58"/>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1" name="Google Shape;10001;p58"/>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2" name="Google Shape;10002;p58"/>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58"/>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4" name="Google Shape;10004;p58"/>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5" name="Google Shape;10005;p58"/>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58"/>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58"/>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8" name="Google Shape;10008;p58"/>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9" name="Google Shape;10009;p58"/>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0" name="Google Shape;10010;p58"/>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58"/>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58"/>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58"/>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58"/>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58"/>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6" name="Google Shape;10016;p58"/>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7" name="Google Shape;10017;p58"/>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58"/>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58"/>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58"/>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58"/>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58"/>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58"/>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58"/>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58"/>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58"/>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58"/>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58"/>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58"/>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58"/>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Shape 10034"/>
        <p:cNvGrpSpPr/>
        <p:nvPr/>
      </p:nvGrpSpPr>
      <p:grpSpPr>
        <a:xfrm>
          <a:off x="0" y="0"/>
          <a:ext cx="0" cy="0"/>
          <a:chOff x="0" y="0"/>
          <a:chExt cx="0" cy="0"/>
        </a:xfrm>
      </p:grpSpPr>
      <p:grpSp>
        <p:nvGrpSpPr>
          <p:cNvPr id="10035" name="Google Shape;10035;p59"/>
          <p:cNvGrpSpPr/>
          <p:nvPr/>
        </p:nvGrpSpPr>
        <p:grpSpPr>
          <a:xfrm>
            <a:off x="2100561" y="3398658"/>
            <a:ext cx="1102891" cy="760337"/>
            <a:chOff x="4967783" y="2151471"/>
            <a:chExt cx="3920692" cy="2702940"/>
          </a:xfrm>
        </p:grpSpPr>
        <p:grpSp>
          <p:nvGrpSpPr>
            <p:cNvPr id="10036" name="Google Shape;10036;p59"/>
            <p:cNvGrpSpPr/>
            <p:nvPr/>
          </p:nvGrpSpPr>
          <p:grpSpPr>
            <a:xfrm>
              <a:off x="5045709" y="2252109"/>
              <a:ext cx="3761071" cy="2501708"/>
              <a:chOff x="2691784" y="1805334"/>
              <a:chExt cx="3761071" cy="2501708"/>
            </a:xfrm>
          </p:grpSpPr>
          <p:sp>
            <p:nvSpPr>
              <p:cNvPr id="10037" name="Google Shape;10037;p59"/>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59"/>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59"/>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59"/>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1" name="Google Shape;10041;p59"/>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59"/>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59"/>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4" name="Google Shape;10044;p59"/>
            <p:cNvGrpSpPr/>
            <p:nvPr/>
          </p:nvGrpSpPr>
          <p:grpSpPr>
            <a:xfrm>
              <a:off x="4967783" y="2151471"/>
              <a:ext cx="3920692" cy="2702940"/>
              <a:chOff x="2613858" y="1704696"/>
              <a:chExt cx="3920692" cy="2702940"/>
            </a:xfrm>
          </p:grpSpPr>
          <p:sp>
            <p:nvSpPr>
              <p:cNvPr id="10045" name="Google Shape;10045;p59"/>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6" name="Google Shape;10046;p59"/>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59"/>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59"/>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59"/>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050" name="Google Shape;10050;p59"/>
          <p:cNvGrpSpPr/>
          <p:nvPr/>
        </p:nvGrpSpPr>
        <p:grpSpPr>
          <a:xfrm>
            <a:off x="3504470" y="1286935"/>
            <a:ext cx="1561911" cy="708580"/>
            <a:chOff x="3530532" y="1496185"/>
            <a:chExt cx="1561911" cy="708580"/>
          </a:xfrm>
        </p:grpSpPr>
        <p:grpSp>
          <p:nvGrpSpPr>
            <p:cNvPr id="10051" name="Google Shape;10051;p59"/>
            <p:cNvGrpSpPr/>
            <p:nvPr/>
          </p:nvGrpSpPr>
          <p:grpSpPr>
            <a:xfrm>
              <a:off x="3720318" y="1857562"/>
              <a:ext cx="1372125" cy="54"/>
              <a:chOff x="3720318" y="1857562"/>
              <a:chExt cx="1372125" cy="54"/>
            </a:xfrm>
          </p:grpSpPr>
          <p:cxnSp>
            <p:nvCxnSpPr>
              <p:cNvPr id="10052" name="Google Shape;10052;p59"/>
              <p:cNvCxnSpPr>
                <a:endCxn id="10053"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0054" name="Google Shape;10054;p59"/>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0055" name="Google Shape;10055;p59"/>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0056" name="Google Shape;10056;p59"/>
              <p:cNvCxnSpPr>
                <a:stCxn id="10053"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10057" name="Google Shape;10057;p59"/>
            <p:cNvGrpSpPr/>
            <p:nvPr/>
          </p:nvGrpSpPr>
          <p:grpSpPr>
            <a:xfrm>
              <a:off x="3567462" y="1496185"/>
              <a:ext cx="286500" cy="272914"/>
              <a:chOff x="3567462" y="1496185"/>
              <a:chExt cx="286500" cy="272914"/>
            </a:xfrm>
          </p:grpSpPr>
          <p:cxnSp>
            <p:nvCxnSpPr>
              <p:cNvPr id="10058" name="Google Shape;10058;p59"/>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10059" name="Google Shape;10059;p59"/>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60" name="Google Shape;10060;p59"/>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59"/>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62" name="Google Shape;10062;p59"/>
            <p:cNvGrpSpPr/>
            <p:nvPr/>
          </p:nvGrpSpPr>
          <p:grpSpPr>
            <a:xfrm>
              <a:off x="3929014" y="1960574"/>
              <a:ext cx="286500" cy="242342"/>
              <a:chOff x="3929014" y="1960574"/>
              <a:chExt cx="286500" cy="242342"/>
            </a:xfrm>
          </p:grpSpPr>
          <p:cxnSp>
            <p:nvCxnSpPr>
              <p:cNvPr id="10063" name="Google Shape;10063;p59"/>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10064" name="Google Shape;10064;p59"/>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5" name="Google Shape;10065;p59"/>
            <p:cNvGrpSpPr/>
            <p:nvPr/>
          </p:nvGrpSpPr>
          <p:grpSpPr>
            <a:xfrm>
              <a:off x="4290828" y="1496185"/>
              <a:ext cx="286500" cy="272914"/>
              <a:chOff x="4290828" y="1496185"/>
              <a:chExt cx="286500" cy="272914"/>
            </a:xfrm>
          </p:grpSpPr>
          <p:cxnSp>
            <p:nvCxnSpPr>
              <p:cNvPr id="10066" name="Google Shape;10066;p59"/>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10067" name="Google Shape;10067;p59"/>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68" name="Google Shape;10068;p59"/>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59"/>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69" name="Google Shape;10069;p59"/>
            <p:cNvGrpSpPr/>
            <p:nvPr/>
          </p:nvGrpSpPr>
          <p:grpSpPr>
            <a:xfrm>
              <a:off x="4657726" y="1959674"/>
              <a:ext cx="286500" cy="245092"/>
              <a:chOff x="4657726" y="1959674"/>
              <a:chExt cx="286500" cy="245092"/>
            </a:xfrm>
          </p:grpSpPr>
          <p:cxnSp>
            <p:nvCxnSpPr>
              <p:cNvPr id="10070" name="Google Shape;10070;p59"/>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10071" name="Google Shape;10071;p59"/>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072" name="Google Shape;10072;p59"/>
          <p:cNvGrpSpPr/>
          <p:nvPr/>
        </p:nvGrpSpPr>
        <p:grpSpPr>
          <a:xfrm>
            <a:off x="3486489" y="2149032"/>
            <a:ext cx="1597032" cy="378649"/>
            <a:chOff x="3512551" y="2358282"/>
            <a:chExt cx="1597032" cy="378649"/>
          </a:xfrm>
        </p:grpSpPr>
        <p:grpSp>
          <p:nvGrpSpPr>
            <p:cNvPr id="10073" name="Google Shape;10073;p59"/>
            <p:cNvGrpSpPr/>
            <p:nvPr/>
          </p:nvGrpSpPr>
          <p:grpSpPr>
            <a:xfrm>
              <a:off x="3738198" y="2553002"/>
              <a:ext cx="1145834" cy="117"/>
              <a:chOff x="3738198" y="2553002"/>
              <a:chExt cx="1145834" cy="117"/>
            </a:xfrm>
          </p:grpSpPr>
          <p:cxnSp>
            <p:nvCxnSpPr>
              <p:cNvPr id="10074" name="Google Shape;10074;p59"/>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10075" name="Google Shape;10075;p59"/>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10076" name="Google Shape;10076;p59"/>
              <p:cNvCxnSpPr>
                <a:stCxn id="10077" idx="6"/>
                <a:endCxn id="10078"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10079" name="Google Shape;10079;p59"/>
            <p:cNvGrpSpPr/>
            <p:nvPr/>
          </p:nvGrpSpPr>
          <p:grpSpPr>
            <a:xfrm>
              <a:off x="3969644" y="2440153"/>
              <a:ext cx="225900" cy="296779"/>
              <a:chOff x="3969644" y="2440153"/>
              <a:chExt cx="225900" cy="296779"/>
            </a:xfrm>
          </p:grpSpPr>
          <p:cxnSp>
            <p:nvCxnSpPr>
              <p:cNvPr id="10080" name="Google Shape;10080;p59"/>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10078" name="Google Shape;10078;p59"/>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59"/>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2" name="Google Shape;10082;p59"/>
            <p:cNvGrpSpPr/>
            <p:nvPr/>
          </p:nvGrpSpPr>
          <p:grpSpPr>
            <a:xfrm>
              <a:off x="4426818" y="2358282"/>
              <a:ext cx="225600" cy="307471"/>
              <a:chOff x="4426818" y="2358282"/>
              <a:chExt cx="225600" cy="307471"/>
            </a:xfrm>
          </p:grpSpPr>
          <p:cxnSp>
            <p:nvCxnSpPr>
              <p:cNvPr id="10083" name="Google Shape;10083;p59"/>
              <p:cNvCxnSpPr>
                <a:stCxn id="10084"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10085" name="Google Shape;10085;p59"/>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4" name="Google Shape;10084;p59"/>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6" name="Google Shape;10086;p59"/>
            <p:cNvGrpSpPr/>
            <p:nvPr/>
          </p:nvGrpSpPr>
          <p:grpSpPr>
            <a:xfrm>
              <a:off x="4883984" y="2440153"/>
              <a:ext cx="225600" cy="296479"/>
              <a:chOff x="4883984" y="2440153"/>
              <a:chExt cx="225600" cy="296479"/>
            </a:xfrm>
          </p:grpSpPr>
          <p:cxnSp>
            <p:nvCxnSpPr>
              <p:cNvPr id="10087" name="Google Shape;10087;p59"/>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10088" name="Google Shape;10088;p59"/>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59"/>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0" name="Google Shape;10090;p59"/>
            <p:cNvGrpSpPr/>
            <p:nvPr/>
          </p:nvGrpSpPr>
          <p:grpSpPr>
            <a:xfrm>
              <a:off x="3512551" y="2358356"/>
              <a:ext cx="225647" cy="307629"/>
              <a:chOff x="2182679" y="2005014"/>
              <a:chExt cx="792300" cy="1080158"/>
            </a:xfrm>
          </p:grpSpPr>
          <p:cxnSp>
            <p:nvCxnSpPr>
              <p:cNvPr id="10091" name="Google Shape;10091;p59"/>
              <p:cNvCxnSpPr>
                <a:stCxn id="10092"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10077" name="Google Shape;10077;p59"/>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59"/>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093" name="Google Shape;10093;p59"/>
          <p:cNvGrpSpPr/>
          <p:nvPr/>
        </p:nvGrpSpPr>
        <p:grpSpPr>
          <a:xfrm>
            <a:off x="6846571" y="972829"/>
            <a:ext cx="1559809" cy="722610"/>
            <a:chOff x="634175" y="2986275"/>
            <a:chExt cx="3147949" cy="1458344"/>
          </a:xfrm>
        </p:grpSpPr>
        <p:cxnSp>
          <p:nvCxnSpPr>
            <p:cNvPr id="10094" name="Google Shape;10094;p59"/>
            <p:cNvCxnSpPr>
              <a:stCxn id="10095" idx="4"/>
              <a:endCxn id="10096"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10097" name="Google Shape;10097;p59"/>
            <p:cNvCxnSpPr>
              <a:stCxn id="10096" idx="0"/>
              <a:endCxn id="10098"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10099" name="Google Shape;10099;p59"/>
            <p:cNvCxnSpPr>
              <a:stCxn id="10098" idx="4"/>
              <a:endCxn id="10100"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10101" name="Google Shape;10101;p59"/>
            <p:cNvCxnSpPr>
              <a:stCxn id="10100" idx="0"/>
              <a:endCxn id="10102"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10102" name="Google Shape;10102;p59"/>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098" name="Google Shape;10098;p59"/>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095" name="Google Shape;10095;p59"/>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100" name="Google Shape;10100;p59"/>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096" name="Google Shape;10096;p59"/>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10103" name="Google Shape;10103;p59"/>
          <p:cNvGrpSpPr/>
          <p:nvPr/>
        </p:nvGrpSpPr>
        <p:grpSpPr>
          <a:xfrm>
            <a:off x="3500361" y="2682737"/>
            <a:ext cx="1570719" cy="294123"/>
            <a:chOff x="998425" y="1182125"/>
            <a:chExt cx="1065400" cy="199500"/>
          </a:xfrm>
        </p:grpSpPr>
        <p:sp>
          <p:nvSpPr>
            <p:cNvPr id="10104" name="Google Shape;10104;p59"/>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59"/>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6" name="Google Shape;10106;p59"/>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7" name="Google Shape;10107;p59"/>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8" name="Google Shape;10108;p59"/>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09" name="Google Shape;10109;p59"/>
          <p:cNvGrpSpPr/>
          <p:nvPr/>
        </p:nvGrpSpPr>
        <p:grpSpPr>
          <a:xfrm>
            <a:off x="6843617" y="1800224"/>
            <a:ext cx="1565716" cy="366729"/>
            <a:chOff x="1247650" y="2075423"/>
            <a:chExt cx="6648477" cy="1557238"/>
          </a:xfrm>
        </p:grpSpPr>
        <p:sp>
          <p:nvSpPr>
            <p:cNvPr id="10110" name="Google Shape;10110;p59"/>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59"/>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59"/>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59"/>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4" name="Google Shape;10114;p59"/>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5" name="Google Shape;10115;p59"/>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6" name="Google Shape;10116;p59"/>
          <p:cNvGrpSpPr/>
          <p:nvPr/>
        </p:nvGrpSpPr>
        <p:grpSpPr>
          <a:xfrm>
            <a:off x="6827929" y="2949039"/>
            <a:ext cx="1597061" cy="663440"/>
            <a:chOff x="6796238" y="3158297"/>
            <a:chExt cx="1630319" cy="677257"/>
          </a:xfrm>
        </p:grpSpPr>
        <p:cxnSp>
          <p:nvCxnSpPr>
            <p:cNvPr id="10117" name="Google Shape;10117;p59"/>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10118" name="Google Shape;10118;p59"/>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10119" name="Google Shape;10119;p59"/>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10120" name="Google Shape;10120;p59"/>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10121" name="Google Shape;10121;p59"/>
            <p:cNvGrpSpPr/>
            <p:nvPr/>
          </p:nvGrpSpPr>
          <p:grpSpPr>
            <a:xfrm>
              <a:off x="6796238" y="3311904"/>
              <a:ext cx="1630319" cy="377697"/>
              <a:chOff x="6796238" y="3311904"/>
              <a:chExt cx="1630319" cy="377697"/>
            </a:xfrm>
          </p:grpSpPr>
          <p:sp>
            <p:nvSpPr>
              <p:cNvPr id="10122" name="Google Shape;10122;p59"/>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3" name="Google Shape;10123;p59"/>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59"/>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25" name="Google Shape;10125;p59"/>
          <p:cNvGrpSpPr/>
          <p:nvPr/>
        </p:nvGrpSpPr>
        <p:grpSpPr>
          <a:xfrm>
            <a:off x="5349067" y="970431"/>
            <a:ext cx="1368606" cy="1593805"/>
            <a:chOff x="1839112" y="2209163"/>
            <a:chExt cx="1918159" cy="2233784"/>
          </a:xfrm>
        </p:grpSpPr>
        <p:sp>
          <p:nvSpPr>
            <p:cNvPr id="10126" name="Google Shape;10126;p59"/>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59"/>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59"/>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29" name="Google Shape;10129;p59"/>
            <p:cNvCxnSpPr>
              <a:stCxn id="10126" idx="6"/>
              <a:endCxn id="10127" idx="2"/>
            </p:cNvCxnSpPr>
            <p:nvPr/>
          </p:nvCxnSpPr>
          <p:spPr>
            <a:xfrm>
              <a:off x="2414212" y="2496713"/>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10130" name="Google Shape;10130;p59"/>
            <p:cNvCxnSpPr>
              <a:stCxn id="10127" idx="4"/>
              <a:endCxn id="10131"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10132" name="Google Shape;10132;p59"/>
            <p:cNvCxnSpPr>
              <a:stCxn id="10131" idx="6"/>
              <a:endCxn id="10128" idx="2"/>
            </p:cNvCxnSpPr>
            <p:nvPr/>
          </p:nvCxnSpPr>
          <p:spPr>
            <a:xfrm>
              <a:off x="2414212" y="3328316"/>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10133" name="Google Shape;10133;p59"/>
            <p:cNvCxnSpPr>
              <a:stCxn id="10128" idx="4"/>
              <a:endCxn id="10134"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10131" name="Google Shape;10131;p59"/>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59"/>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59"/>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36" name="Google Shape;10136;p59"/>
            <p:cNvCxnSpPr>
              <a:endCxn id="10135"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10137" name="Google Shape;10137;p59"/>
          <p:cNvGrpSpPr/>
          <p:nvPr/>
        </p:nvGrpSpPr>
        <p:grpSpPr>
          <a:xfrm>
            <a:off x="3481440" y="976667"/>
            <a:ext cx="1637968" cy="154942"/>
            <a:chOff x="238125" y="2506075"/>
            <a:chExt cx="7115411" cy="673075"/>
          </a:xfrm>
        </p:grpSpPr>
        <p:sp>
          <p:nvSpPr>
            <p:cNvPr id="10138" name="Google Shape;10138;p59"/>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59"/>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59"/>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59"/>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59"/>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3" name="Google Shape;10143;p59"/>
          <p:cNvGrpSpPr/>
          <p:nvPr/>
        </p:nvGrpSpPr>
        <p:grpSpPr>
          <a:xfrm>
            <a:off x="720125" y="1298264"/>
            <a:ext cx="2476762" cy="91743"/>
            <a:chOff x="1464850" y="436376"/>
            <a:chExt cx="6001362" cy="222300"/>
          </a:xfrm>
        </p:grpSpPr>
        <p:sp>
          <p:nvSpPr>
            <p:cNvPr id="10144" name="Google Shape;10144;p59"/>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5" name="Google Shape;10145;p59"/>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59"/>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7" name="Google Shape;10147;p59"/>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59"/>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149" name="Google Shape;10149;p59"/>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0150" name="Google Shape;10150;p59"/>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0151" name="Google Shape;10151;p59"/>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0152" name="Google Shape;10152;p59"/>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10153" name="Google Shape;10153;p59"/>
          <p:cNvGrpSpPr/>
          <p:nvPr/>
        </p:nvGrpSpPr>
        <p:grpSpPr>
          <a:xfrm>
            <a:off x="706392" y="2533730"/>
            <a:ext cx="1452710" cy="651923"/>
            <a:chOff x="803162" y="2667727"/>
            <a:chExt cx="1411906" cy="633611"/>
          </a:xfrm>
        </p:grpSpPr>
        <p:cxnSp>
          <p:nvCxnSpPr>
            <p:cNvPr id="10154" name="Google Shape;10154;p59"/>
            <p:cNvCxnSpPr>
              <a:stCxn id="10155" idx="2"/>
              <a:endCxn id="10156" idx="0"/>
            </p:cNvCxnSpPr>
            <p:nvPr/>
          </p:nvCxnSpPr>
          <p:spPr>
            <a:xfrm rot="-5400000" flipH="1">
              <a:off x="1629114" y="2672827"/>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157" name="Google Shape;10157;p59"/>
            <p:cNvCxnSpPr>
              <a:stCxn id="10158" idx="0"/>
              <a:endCxn id="10155" idx="2"/>
            </p:cNvCxnSpPr>
            <p:nvPr/>
          </p:nvCxnSpPr>
          <p:spPr>
            <a:xfrm rot="-5400000">
              <a:off x="1259830" y="2672682"/>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159" name="Google Shape;10159;p59"/>
            <p:cNvCxnSpPr>
              <a:stCxn id="10158" idx="2"/>
              <a:endCxn id="10160" idx="0"/>
            </p:cNvCxnSpPr>
            <p:nvPr/>
          </p:nvCxnSpPr>
          <p:spPr>
            <a:xfrm rot="-5400000" flipH="1">
              <a:off x="1163380"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161" name="Google Shape;10161;p59"/>
            <p:cNvCxnSpPr>
              <a:stCxn id="10162" idx="0"/>
              <a:endCxn id="10158" idx="2"/>
            </p:cNvCxnSpPr>
            <p:nvPr/>
          </p:nvCxnSpPr>
          <p:spPr>
            <a:xfrm rot="-5400000">
              <a:off x="987062"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163" name="Google Shape;10163;p59"/>
            <p:cNvCxnSpPr>
              <a:stCxn id="10156" idx="2"/>
              <a:endCxn id="10164" idx="0"/>
            </p:cNvCxnSpPr>
            <p:nvPr/>
          </p:nvCxnSpPr>
          <p:spPr>
            <a:xfrm rot="-5400000" flipH="1">
              <a:off x="1901948"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165" name="Google Shape;10165;p59"/>
            <p:cNvCxnSpPr>
              <a:stCxn id="10166" idx="0"/>
              <a:endCxn id="10156" idx="2"/>
            </p:cNvCxnSpPr>
            <p:nvPr/>
          </p:nvCxnSpPr>
          <p:spPr>
            <a:xfrm rot="-5400000">
              <a:off x="1725631"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sp>
          <p:nvSpPr>
            <p:cNvPr id="10162" name="Google Shape;10162;p59"/>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160" name="Google Shape;10160;p59"/>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166" name="Google Shape;10166;p59"/>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164" name="Google Shape;10164;p59"/>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156" name="Google Shape;10156;p59"/>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158" name="Google Shape;10158;p59"/>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155" name="Google Shape;10155;p59"/>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10167" name="Google Shape;10167;p59"/>
          <p:cNvGrpSpPr/>
          <p:nvPr/>
        </p:nvGrpSpPr>
        <p:grpSpPr>
          <a:xfrm>
            <a:off x="706394" y="969268"/>
            <a:ext cx="2518541" cy="209309"/>
            <a:chOff x="803163" y="1111966"/>
            <a:chExt cx="2447800" cy="203430"/>
          </a:xfrm>
        </p:grpSpPr>
        <p:grpSp>
          <p:nvGrpSpPr>
            <p:cNvPr id="10168" name="Google Shape;10168;p59"/>
            <p:cNvGrpSpPr/>
            <p:nvPr/>
          </p:nvGrpSpPr>
          <p:grpSpPr>
            <a:xfrm>
              <a:off x="1958180" y="1111966"/>
              <a:ext cx="588019" cy="121396"/>
              <a:chOff x="4808316" y="2800065"/>
              <a:chExt cx="1999386" cy="412910"/>
            </a:xfrm>
          </p:grpSpPr>
          <p:sp>
            <p:nvSpPr>
              <p:cNvPr id="10169" name="Google Shape;10169;p59"/>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70" name="Google Shape;10170;p59"/>
              <p:cNvGrpSpPr/>
              <p:nvPr/>
            </p:nvGrpSpPr>
            <p:grpSpPr>
              <a:xfrm>
                <a:off x="4808316" y="2800065"/>
                <a:ext cx="92400" cy="411825"/>
                <a:chOff x="845575" y="2563700"/>
                <a:chExt cx="92400" cy="411825"/>
              </a:xfrm>
            </p:grpSpPr>
            <p:cxnSp>
              <p:nvCxnSpPr>
                <p:cNvPr id="10171" name="Google Shape;10171;p59"/>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0172" name="Google Shape;10172;p59"/>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10173" name="Google Shape;10173;p59"/>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10174" name="Google Shape;10174;p59"/>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75" name="Google Shape;10175;p59"/>
            <p:cNvGrpSpPr/>
            <p:nvPr/>
          </p:nvGrpSpPr>
          <p:grpSpPr>
            <a:xfrm>
              <a:off x="803163" y="1111974"/>
              <a:ext cx="591158" cy="121545"/>
              <a:chOff x="803163" y="1111974"/>
              <a:chExt cx="591158" cy="121545"/>
            </a:xfrm>
          </p:grpSpPr>
          <p:grpSp>
            <p:nvGrpSpPr>
              <p:cNvPr id="10176" name="Google Shape;10176;p59"/>
              <p:cNvGrpSpPr/>
              <p:nvPr/>
            </p:nvGrpSpPr>
            <p:grpSpPr>
              <a:xfrm>
                <a:off x="803163" y="1111974"/>
                <a:ext cx="27175" cy="121077"/>
                <a:chOff x="845575" y="2563700"/>
                <a:chExt cx="92400" cy="411825"/>
              </a:xfrm>
            </p:grpSpPr>
            <p:cxnSp>
              <p:nvCxnSpPr>
                <p:cNvPr id="10177" name="Google Shape;10177;p59"/>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0178" name="Google Shape;10178;p59"/>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79" name="Google Shape;10179;p59"/>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0" name="Google Shape;10180;p59"/>
            <p:cNvGrpSpPr/>
            <p:nvPr/>
          </p:nvGrpSpPr>
          <p:grpSpPr>
            <a:xfrm>
              <a:off x="1381910" y="1194219"/>
              <a:ext cx="588341" cy="121177"/>
              <a:chOff x="1381910" y="1194219"/>
              <a:chExt cx="588341" cy="121177"/>
            </a:xfrm>
          </p:grpSpPr>
          <p:grpSp>
            <p:nvGrpSpPr>
              <p:cNvPr id="10181" name="Google Shape;10181;p59"/>
              <p:cNvGrpSpPr/>
              <p:nvPr/>
            </p:nvGrpSpPr>
            <p:grpSpPr>
              <a:xfrm rot="10800000">
                <a:off x="1381910" y="1194319"/>
                <a:ext cx="27175" cy="121077"/>
                <a:chOff x="2070100" y="2563700"/>
                <a:chExt cx="92400" cy="411825"/>
              </a:xfrm>
            </p:grpSpPr>
            <p:cxnSp>
              <p:nvCxnSpPr>
                <p:cNvPr id="10182" name="Google Shape;10182;p59"/>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0183" name="Google Shape;10183;p59"/>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84" name="Google Shape;10184;p59"/>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5" name="Google Shape;10185;p59"/>
            <p:cNvGrpSpPr/>
            <p:nvPr/>
          </p:nvGrpSpPr>
          <p:grpSpPr>
            <a:xfrm>
              <a:off x="2532079" y="1194219"/>
              <a:ext cx="704927" cy="121177"/>
              <a:chOff x="2532079" y="1194219"/>
              <a:chExt cx="704927" cy="121177"/>
            </a:xfrm>
          </p:grpSpPr>
          <p:grpSp>
            <p:nvGrpSpPr>
              <p:cNvPr id="10186" name="Google Shape;10186;p59"/>
              <p:cNvGrpSpPr/>
              <p:nvPr/>
            </p:nvGrpSpPr>
            <p:grpSpPr>
              <a:xfrm rot="10800000">
                <a:off x="2532079" y="1194319"/>
                <a:ext cx="27175" cy="121077"/>
                <a:chOff x="2070100" y="2563700"/>
                <a:chExt cx="92400" cy="411825"/>
              </a:xfrm>
            </p:grpSpPr>
            <p:cxnSp>
              <p:nvCxnSpPr>
                <p:cNvPr id="10187" name="Google Shape;10187;p59"/>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0188" name="Google Shape;10188;p59"/>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89" name="Google Shape;10189;p59"/>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90" name="Google Shape;10190;p59"/>
          <p:cNvGrpSpPr/>
          <p:nvPr/>
        </p:nvGrpSpPr>
        <p:grpSpPr>
          <a:xfrm>
            <a:off x="3499404" y="3665900"/>
            <a:ext cx="1567778" cy="491677"/>
            <a:chOff x="5194708" y="3484366"/>
            <a:chExt cx="3148148" cy="987304"/>
          </a:xfrm>
        </p:grpSpPr>
        <p:grpSp>
          <p:nvGrpSpPr>
            <p:cNvPr id="10191" name="Google Shape;10191;p59"/>
            <p:cNvGrpSpPr/>
            <p:nvPr/>
          </p:nvGrpSpPr>
          <p:grpSpPr>
            <a:xfrm>
              <a:off x="7531521" y="3484366"/>
              <a:ext cx="811335" cy="987304"/>
              <a:chOff x="3379425" y="1617275"/>
              <a:chExt cx="1090650" cy="1327200"/>
            </a:xfrm>
          </p:grpSpPr>
          <p:sp>
            <p:nvSpPr>
              <p:cNvPr id="10192" name="Google Shape;10192;p59"/>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59"/>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59"/>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5" name="Google Shape;10195;p59"/>
            <p:cNvGrpSpPr/>
            <p:nvPr/>
          </p:nvGrpSpPr>
          <p:grpSpPr>
            <a:xfrm>
              <a:off x="6752546" y="3484366"/>
              <a:ext cx="811428" cy="987304"/>
              <a:chOff x="2332275" y="1617275"/>
              <a:chExt cx="1090775" cy="1327200"/>
            </a:xfrm>
          </p:grpSpPr>
          <p:sp>
            <p:nvSpPr>
              <p:cNvPr id="10196" name="Google Shape;10196;p59"/>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59"/>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59"/>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9" name="Google Shape;10199;p59"/>
            <p:cNvGrpSpPr/>
            <p:nvPr/>
          </p:nvGrpSpPr>
          <p:grpSpPr>
            <a:xfrm>
              <a:off x="5973664" y="3484366"/>
              <a:ext cx="811335" cy="987304"/>
              <a:chOff x="1285250" y="1617275"/>
              <a:chExt cx="1090650" cy="1327200"/>
            </a:xfrm>
          </p:grpSpPr>
          <p:sp>
            <p:nvSpPr>
              <p:cNvPr id="10200" name="Google Shape;10200;p59"/>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1" name="Google Shape;10201;p59"/>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59"/>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3" name="Google Shape;10203;p59"/>
            <p:cNvGrpSpPr/>
            <p:nvPr/>
          </p:nvGrpSpPr>
          <p:grpSpPr>
            <a:xfrm>
              <a:off x="5194708" y="3484366"/>
              <a:ext cx="811409" cy="987304"/>
              <a:chOff x="238125" y="1617275"/>
              <a:chExt cx="1090750" cy="1327200"/>
            </a:xfrm>
          </p:grpSpPr>
          <p:sp>
            <p:nvSpPr>
              <p:cNvPr id="10204" name="Google Shape;10204;p59"/>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59"/>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59"/>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07" name="Google Shape;10207;p59"/>
          <p:cNvGrpSpPr/>
          <p:nvPr/>
        </p:nvGrpSpPr>
        <p:grpSpPr>
          <a:xfrm>
            <a:off x="3460013" y="3146311"/>
            <a:ext cx="1616964" cy="346256"/>
            <a:chOff x="1808063" y="4294338"/>
            <a:chExt cx="3370782" cy="721817"/>
          </a:xfrm>
        </p:grpSpPr>
        <p:sp>
          <p:nvSpPr>
            <p:cNvPr id="10208" name="Google Shape;10208;p59"/>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9" name="Google Shape;10209;p59"/>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59"/>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1" name="Google Shape;10211;p59"/>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2" name="Google Shape;10212;p59"/>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59"/>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4" name="Google Shape;10214;p59"/>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5" name="Google Shape;10215;p59"/>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59"/>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59"/>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8" name="Google Shape;10218;p59"/>
          <p:cNvGrpSpPr/>
          <p:nvPr/>
        </p:nvGrpSpPr>
        <p:grpSpPr>
          <a:xfrm>
            <a:off x="738225" y="3432340"/>
            <a:ext cx="1295882" cy="646587"/>
            <a:chOff x="834100" y="3642869"/>
            <a:chExt cx="1259483" cy="628426"/>
          </a:xfrm>
        </p:grpSpPr>
        <p:sp>
          <p:nvSpPr>
            <p:cNvPr id="10219" name="Google Shape;10219;p59"/>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59"/>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59"/>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59"/>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59"/>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59"/>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59"/>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59"/>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59"/>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59"/>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59"/>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59"/>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59"/>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59"/>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59"/>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59"/>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59"/>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59"/>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59"/>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8" name="Google Shape;10238;p59"/>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59"/>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59"/>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1" name="Google Shape;10241;p59"/>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2" name="Google Shape;10242;p59"/>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3" name="Google Shape;10243;p59"/>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44" name="Google Shape;10244;p59"/>
            <p:cNvGrpSpPr/>
            <p:nvPr/>
          </p:nvGrpSpPr>
          <p:grpSpPr>
            <a:xfrm>
              <a:off x="1360364" y="3847835"/>
              <a:ext cx="208119" cy="224359"/>
              <a:chOff x="1360769" y="3847100"/>
              <a:chExt cx="208119" cy="224359"/>
            </a:xfrm>
          </p:grpSpPr>
          <p:sp>
            <p:nvSpPr>
              <p:cNvPr id="10245" name="Google Shape;10245;p59"/>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59"/>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7" name="Google Shape;10247;p59"/>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8" name="Google Shape;10248;p59"/>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59"/>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59"/>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59"/>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59"/>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59"/>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59"/>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59"/>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59"/>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59"/>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59"/>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59"/>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59"/>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59"/>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59"/>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59"/>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4" name="Google Shape;10264;p59"/>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65" name="Google Shape;10265;p59"/>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59"/>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59"/>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8" name="Google Shape;10268;p59"/>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59"/>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59"/>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59"/>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59"/>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3" name="Google Shape;10273;p59"/>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4" name="Google Shape;10274;p59"/>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59"/>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6" name="Google Shape;10276;p59"/>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59"/>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59"/>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9" name="Google Shape;10279;p59"/>
          <p:cNvGrpSpPr/>
          <p:nvPr/>
        </p:nvGrpSpPr>
        <p:grpSpPr>
          <a:xfrm rot="5400000">
            <a:off x="5951338" y="3228837"/>
            <a:ext cx="164064" cy="1414916"/>
            <a:chOff x="4428249" y="1369375"/>
            <a:chExt cx="36905" cy="429569"/>
          </a:xfrm>
        </p:grpSpPr>
        <p:sp>
          <p:nvSpPr>
            <p:cNvPr id="10280" name="Google Shape;10280;p59"/>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59"/>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59"/>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59"/>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59"/>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59"/>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6" name="Google Shape;10286;p59"/>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59"/>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59"/>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59"/>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59"/>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59"/>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2" name="Google Shape;10292;p59"/>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3" name="Google Shape;10293;p59"/>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4" name="Google Shape;10294;p59"/>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5" name="Google Shape;10295;p59"/>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6" name="Google Shape;10296;p59"/>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59"/>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59"/>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59"/>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59"/>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59"/>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59"/>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59"/>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4" name="Google Shape;10304;p59"/>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5" name="Google Shape;10305;p59"/>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59"/>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59"/>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8" name="Google Shape;10308;p59"/>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9" name="Google Shape;10309;p59"/>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59"/>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1" name="Google Shape;10311;p59"/>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2" name="Google Shape;10312;p59"/>
          <p:cNvGrpSpPr/>
          <p:nvPr/>
        </p:nvGrpSpPr>
        <p:grpSpPr>
          <a:xfrm rot="10800000" flipH="1">
            <a:off x="5323767" y="2817380"/>
            <a:ext cx="1419207" cy="24808"/>
            <a:chOff x="219558" y="4738465"/>
            <a:chExt cx="5852400" cy="102300"/>
          </a:xfrm>
        </p:grpSpPr>
        <p:cxnSp>
          <p:nvCxnSpPr>
            <p:cNvPr id="10313" name="Google Shape;10313;p59"/>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10314" name="Google Shape;10314;p59"/>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59"/>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59"/>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59"/>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59"/>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9" name="Google Shape;10319;p59"/>
          <p:cNvGrpSpPr/>
          <p:nvPr/>
        </p:nvGrpSpPr>
        <p:grpSpPr>
          <a:xfrm>
            <a:off x="5335086" y="3190444"/>
            <a:ext cx="1396570" cy="385016"/>
            <a:chOff x="5286284" y="2966544"/>
            <a:chExt cx="1396570" cy="385016"/>
          </a:xfrm>
        </p:grpSpPr>
        <p:cxnSp>
          <p:nvCxnSpPr>
            <p:cNvPr id="10320" name="Google Shape;10320;p59"/>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10321" name="Google Shape;10321;p59"/>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10322" name="Google Shape;10322;p59"/>
            <p:cNvGrpSpPr/>
            <p:nvPr/>
          </p:nvGrpSpPr>
          <p:grpSpPr>
            <a:xfrm>
              <a:off x="5287688" y="3173364"/>
              <a:ext cx="1395166" cy="74100"/>
              <a:chOff x="5287688" y="3173364"/>
              <a:chExt cx="1395166" cy="74100"/>
            </a:xfrm>
          </p:grpSpPr>
          <p:cxnSp>
            <p:nvCxnSpPr>
              <p:cNvPr id="10323" name="Google Shape;10323;p59"/>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10324" name="Google Shape;10324;p59"/>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10325" name="Google Shape;10325;p59"/>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0326" name="Google Shape;10326;p59"/>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0327" name="Google Shape;10327;p59"/>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0328" name="Google Shape;10328;p59"/>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0329" name="Google Shape;10329;p59"/>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0330" name="Google Shape;10330;p59"/>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10331" name="Google Shape;10331;p59"/>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10332" name="Google Shape;10332;p59"/>
          <p:cNvGrpSpPr/>
          <p:nvPr/>
        </p:nvGrpSpPr>
        <p:grpSpPr>
          <a:xfrm>
            <a:off x="2021151" y="1609220"/>
            <a:ext cx="1182276" cy="662027"/>
            <a:chOff x="2029517" y="1732295"/>
            <a:chExt cx="1149068" cy="643432"/>
          </a:xfrm>
        </p:grpSpPr>
        <p:grpSp>
          <p:nvGrpSpPr>
            <p:cNvPr id="10333" name="Google Shape;10333;p59"/>
            <p:cNvGrpSpPr/>
            <p:nvPr/>
          </p:nvGrpSpPr>
          <p:grpSpPr>
            <a:xfrm>
              <a:off x="2708660" y="1746937"/>
              <a:ext cx="455427" cy="244429"/>
              <a:chOff x="2700693" y="1746937"/>
              <a:chExt cx="455427" cy="244429"/>
            </a:xfrm>
          </p:grpSpPr>
          <p:grpSp>
            <p:nvGrpSpPr>
              <p:cNvPr id="10334" name="Google Shape;10334;p59"/>
              <p:cNvGrpSpPr/>
              <p:nvPr/>
            </p:nvGrpSpPr>
            <p:grpSpPr>
              <a:xfrm>
                <a:off x="2905682" y="1782817"/>
                <a:ext cx="250438" cy="208549"/>
                <a:chOff x="2905682" y="1782817"/>
                <a:chExt cx="250438" cy="208549"/>
              </a:xfrm>
            </p:grpSpPr>
            <p:cxnSp>
              <p:nvCxnSpPr>
                <p:cNvPr id="10335" name="Google Shape;10335;p59"/>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0336" name="Google Shape;10336;p59"/>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7" name="Google Shape;10337;p59"/>
              <p:cNvGrpSpPr/>
              <p:nvPr/>
            </p:nvGrpSpPr>
            <p:grpSpPr>
              <a:xfrm>
                <a:off x="2700693" y="1746937"/>
                <a:ext cx="449967" cy="72374"/>
                <a:chOff x="2700693" y="1746937"/>
                <a:chExt cx="449967" cy="72374"/>
              </a:xfrm>
            </p:grpSpPr>
            <p:cxnSp>
              <p:nvCxnSpPr>
                <p:cNvPr id="10338" name="Google Shape;10338;p59"/>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0339" name="Google Shape;10339;p59"/>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340" name="Google Shape;10340;p59"/>
            <p:cNvGrpSpPr/>
            <p:nvPr/>
          </p:nvGrpSpPr>
          <p:grpSpPr>
            <a:xfrm>
              <a:off x="2029517" y="1732295"/>
              <a:ext cx="1149068" cy="643432"/>
              <a:chOff x="2029517" y="1732295"/>
              <a:chExt cx="1149068" cy="643432"/>
            </a:xfrm>
          </p:grpSpPr>
          <p:grpSp>
            <p:nvGrpSpPr>
              <p:cNvPr id="10341" name="Google Shape;10341;p59"/>
              <p:cNvGrpSpPr/>
              <p:nvPr/>
            </p:nvGrpSpPr>
            <p:grpSpPr>
              <a:xfrm>
                <a:off x="2703618" y="2103152"/>
                <a:ext cx="474966" cy="260017"/>
                <a:chOff x="2703618" y="2103152"/>
                <a:chExt cx="474966" cy="260017"/>
              </a:xfrm>
            </p:grpSpPr>
            <p:grpSp>
              <p:nvGrpSpPr>
                <p:cNvPr id="10342" name="Google Shape;10342;p59"/>
                <p:cNvGrpSpPr/>
                <p:nvPr/>
              </p:nvGrpSpPr>
              <p:grpSpPr>
                <a:xfrm>
                  <a:off x="2703618" y="2290640"/>
                  <a:ext cx="450291" cy="72529"/>
                  <a:chOff x="2703618" y="2290640"/>
                  <a:chExt cx="450291" cy="72529"/>
                </a:xfrm>
              </p:grpSpPr>
              <p:cxnSp>
                <p:nvCxnSpPr>
                  <p:cNvPr id="10343" name="Google Shape;10343;p59"/>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0344" name="Google Shape;10344;p59"/>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5" name="Google Shape;10345;p59"/>
                <p:cNvGrpSpPr/>
                <p:nvPr/>
              </p:nvGrpSpPr>
              <p:grpSpPr>
                <a:xfrm>
                  <a:off x="2908607" y="2103152"/>
                  <a:ext cx="269977" cy="223538"/>
                  <a:chOff x="2908607" y="2103152"/>
                  <a:chExt cx="269977" cy="223538"/>
                </a:xfrm>
              </p:grpSpPr>
              <p:cxnSp>
                <p:nvCxnSpPr>
                  <p:cNvPr id="10346" name="Google Shape;10346;p59"/>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0347" name="Google Shape;10347;p59"/>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348" name="Google Shape;10348;p59"/>
              <p:cNvGrpSpPr/>
              <p:nvPr/>
            </p:nvGrpSpPr>
            <p:grpSpPr>
              <a:xfrm>
                <a:off x="2029517" y="1732295"/>
                <a:ext cx="685827" cy="643432"/>
                <a:chOff x="2029517" y="1732295"/>
                <a:chExt cx="685827" cy="643432"/>
              </a:xfrm>
            </p:grpSpPr>
            <p:sp>
              <p:nvSpPr>
                <p:cNvPr id="10349" name="Google Shape;10349;p59"/>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50" name="Google Shape;10350;p59"/>
                <p:cNvGrpSpPr/>
                <p:nvPr/>
              </p:nvGrpSpPr>
              <p:grpSpPr>
                <a:xfrm>
                  <a:off x="2158948" y="1732295"/>
                  <a:ext cx="556396" cy="333108"/>
                  <a:chOff x="2158948" y="1732295"/>
                  <a:chExt cx="556396" cy="333108"/>
                </a:xfrm>
              </p:grpSpPr>
              <p:cxnSp>
                <p:nvCxnSpPr>
                  <p:cNvPr id="10351" name="Google Shape;10351;p59"/>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10352" name="Google Shape;10352;p59"/>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3" name="Google Shape;10353;p59"/>
                <p:cNvGrpSpPr/>
                <p:nvPr/>
              </p:nvGrpSpPr>
              <p:grpSpPr>
                <a:xfrm>
                  <a:off x="2159908" y="2065057"/>
                  <a:ext cx="550884" cy="310670"/>
                  <a:chOff x="2159908" y="2065057"/>
                  <a:chExt cx="550884" cy="310670"/>
                </a:xfrm>
              </p:grpSpPr>
              <p:cxnSp>
                <p:nvCxnSpPr>
                  <p:cNvPr id="10354" name="Google Shape;10354;p59"/>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10355" name="Google Shape;10355;p59"/>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10356" name="Google Shape;10356;p59"/>
          <p:cNvGrpSpPr/>
          <p:nvPr/>
        </p:nvGrpSpPr>
        <p:grpSpPr>
          <a:xfrm>
            <a:off x="706400" y="1556833"/>
            <a:ext cx="962651" cy="810058"/>
            <a:chOff x="844912" y="1681380"/>
            <a:chExt cx="935611" cy="787305"/>
          </a:xfrm>
        </p:grpSpPr>
        <p:grpSp>
          <p:nvGrpSpPr>
            <p:cNvPr id="10357" name="Google Shape;10357;p59"/>
            <p:cNvGrpSpPr/>
            <p:nvPr/>
          </p:nvGrpSpPr>
          <p:grpSpPr>
            <a:xfrm>
              <a:off x="844912" y="1819635"/>
              <a:ext cx="329836" cy="510016"/>
              <a:chOff x="844912" y="1819635"/>
              <a:chExt cx="329836" cy="510016"/>
            </a:xfrm>
          </p:grpSpPr>
          <p:sp>
            <p:nvSpPr>
              <p:cNvPr id="10358" name="Google Shape;10358;p59"/>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9" name="Google Shape;10359;p59"/>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59"/>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59"/>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59"/>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59"/>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4" name="Google Shape;10364;p59"/>
            <p:cNvGrpSpPr/>
            <p:nvPr/>
          </p:nvGrpSpPr>
          <p:grpSpPr>
            <a:xfrm>
              <a:off x="1284601" y="2158168"/>
              <a:ext cx="495923" cy="310517"/>
              <a:chOff x="1284601" y="2158168"/>
              <a:chExt cx="495923" cy="310517"/>
            </a:xfrm>
          </p:grpSpPr>
          <p:sp>
            <p:nvSpPr>
              <p:cNvPr id="10365" name="Google Shape;10365;p59"/>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66" name="Google Shape;10366;p59"/>
              <p:cNvGrpSpPr/>
              <p:nvPr/>
            </p:nvGrpSpPr>
            <p:grpSpPr>
              <a:xfrm>
                <a:off x="1507666" y="2158168"/>
                <a:ext cx="272858" cy="310517"/>
                <a:chOff x="1507666" y="2158168"/>
                <a:chExt cx="272858" cy="310517"/>
              </a:xfrm>
            </p:grpSpPr>
            <p:grpSp>
              <p:nvGrpSpPr>
                <p:cNvPr id="10367" name="Google Shape;10367;p59"/>
                <p:cNvGrpSpPr/>
                <p:nvPr/>
              </p:nvGrpSpPr>
              <p:grpSpPr>
                <a:xfrm>
                  <a:off x="1507666" y="2176104"/>
                  <a:ext cx="166395" cy="273149"/>
                  <a:chOff x="1507666" y="2176104"/>
                  <a:chExt cx="166395" cy="273149"/>
                </a:xfrm>
              </p:grpSpPr>
              <p:sp>
                <p:nvSpPr>
                  <p:cNvPr id="10368" name="Google Shape;10368;p59"/>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9" name="Google Shape;10369;p59"/>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0" name="Google Shape;10370;p59"/>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59"/>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59"/>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59"/>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59"/>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75" name="Google Shape;10375;p59"/>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59"/>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377" name="Google Shape;10377;p59"/>
            <p:cNvGrpSpPr/>
            <p:nvPr/>
          </p:nvGrpSpPr>
          <p:grpSpPr>
            <a:xfrm>
              <a:off x="1284601" y="1681380"/>
              <a:ext cx="495923" cy="310517"/>
              <a:chOff x="1284601" y="1681380"/>
              <a:chExt cx="495923" cy="310517"/>
            </a:xfrm>
          </p:grpSpPr>
          <p:sp>
            <p:nvSpPr>
              <p:cNvPr id="10378" name="Google Shape;10378;p59"/>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79" name="Google Shape;10379;p59"/>
              <p:cNvGrpSpPr/>
              <p:nvPr/>
            </p:nvGrpSpPr>
            <p:grpSpPr>
              <a:xfrm>
                <a:off x="1507666" y="1681380"/>
                <a:ext cx="272858" cy="310517"/>
                <a:chOff x="1507666" y="1681380"/>
                <a:chExt cx="272858" cy="310517"/>
              </a:xfrm>
            </p:grpSpPr>
            <p:grpSp>
              <p:nvGrpSpPr>
                <p:cNvPr id="10380" name="Google Shape;10380;p59"/>
                <p:cNvGrpSpPr/>
                <p:nvPr/>
              </p:nvGrpSpPr>
              <p:grpSpPr>
                <a:xfrm>
                  <a:off x="1507666" y="1700120"/>
                  <a:ext cx="166395" cy="272984"/>
                  <a:chOff x="1507666" y="1700120"/>
                  <a:chExt cx="166395" cy="272984"/>
                </a:xfrm>
              </p:grpSpPr>
              <p:sp>
                <p:nvSpPr>
                  <p:cNvPr id="10381" name="Google Shape;10381;p59"/>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2" name="Google Shape;10382;p59"/>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59"/>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59"/>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59"/>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6" name="Google Shape;10386;p59"/>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7" name="Google Shape;10387;p59"/>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88" name="Google Shape;10388;p59"/>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59"/>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390" name="Google Shape;10390;p59"/>
          <p:cNvGrpSpPr/>
          <p:nvPr/>
        </p:nvGrpSpPr>
        <p:grpSpPr>
          <a:xfrm>
            <a:off x="6815341" y="2324262"/>
            <a:ext cx="1622269" cy="552443"/>
            <a:chOff x="6894650" y="2574740"/>
            <a:chExt cx="1445100" cy="492111"/>
          </a:xfrm>
        </p:grpSpPr>
        <p:sp>
          <p:nvSpPr>
            <p:cNvPr id="10391" name="Google Shape;10391;p59"/>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59"/>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59"/>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59"/>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59"/>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396" name="Google Shape;10396;p59"/>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10397" name="Google Shape;10397;p59"/>
          <p:cNvGrpSpPr/>
          <p:nvPr/>
        </p:nvGrpSpPr>
        <p:grpSpPr>
          <a:xfrm>
            <a:off x="6834884" y="3698518"/>
            <a:ext cx="1583206" cy="475705"/>
            <a:chOff x="6953919" y="3907920"/>
            <a:chExt cx="1377300" cy="475705"/>
          </a:xfrm>
        </p:grpSpPr>
        <p:cxnSp>
          <p:nvCxnSpPr>
            <p:cNvPr id="10398" name="Google Shape;10398;p59"/>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10399" name="Google Shape;10399;p59"/>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10400" name="Google Shape;10400;p59"/>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10401" name="Google Shape;10401;p59"/>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10402" name="Google Shape;10402;p59"/>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grpSp>
        <p:nvGrpSpPr>
          <p:cNvPr id="10403" name="Google Shape;10403;p59"/>
          <p:cNvGrpSpPr/>
          <p:nvPr/>
        </p:nvGrpSpPr>
        <p:grpSpPr>
          <a:xfrm>
            <a:off x="2338472" y="2459663"/>
            <a:ext cx="836286" cy="824529"/>
            <a:chOff x="2389399" y="2595741"/>
            <a:chExt cx="812796" cy="801369"/>
          </a:xfrm>
        </p:grpSpPr>
        <p:grpSp>
          <p:nvGrpSpPr>
            <p:cNvPr id="10404" name="Google Shape;10404;p59"/>
            <p:cNvGrpSpPr/>
            <p:nvPr/>
          </p:nvGrpSpPr>
          <p:grpSpPr>
            <a:xfrm>
              <a:off x="2492145" y="2881565"/>
              <a:ext cx="607300" cy="229751"/>
              <a:chOff x="2492145" y="2881565"/>
              <a:chExt cx="607300" cy="229751"/>
            </a:xfrm>
          </p:grpSpPr>
          <p:sp>
            <p:nvSpPr>
              <p:cNvPr id="10405" name="Google Shape;10405;p59"/>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59"/>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59"/>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8" name="Google Shape;10408;p59"/>
            <p:cNvGrpSpPr/>
            <p:nvPr/>
          </p:nvGrpSpPr>
          <p:grpSpPr>
            <a:xfrm>
              <a:off x="2389399" y="2595741"/>
              <a:ext cx="812796" cy="296825"/>
              <a:chOff x="2389399" y="2595741"/>
              <a:chExt cx="812796" cy="296825"/>
            </a:xfrm>
          </p:grpSpPr>
          <p:grpSp>
            <p:nvGrpSpPr>
              <p:cNvPr id="10409" name="Google Shape;10409;p59"/>
              <p:cNvGrpSpPr/>
              <p:nvPr/>
            </p:nvGrpSpPr>
            <p:grpSpPr>
              <a:xfrm>
                <a:off x="2389399" y="2595741"/>
                <a:ext cx="363638" cy="296825"/>
                <a:chOff x="2389399" y="2595741"/>
                <a:chExt cx="363638" cy="296825"/>
              </a:xfrm>
            </p:grpSpPr>
            <p:grpSp>
              <p:nvGrpSpPr>
                <p:cNvPr id="10410" name="Google Shape;10410;p59"/>
                <p:cNvGrpSpPr/>
                <p:nvPr/>
              </p:nvGrpSpPr>
              <p:grpSpPr>
                <a:xfrm>
                  <a:off x="2493852" y="2794333"/>
                  <a:ext cx="259185" cy="98232"/>
                  <a:chOff x="2493852" y="2794333"/>
                  <a:chExt cx="259185" cy="98232"/>
                </a:xfrm>
              </p:grpSpPr>
              <p:sp>
                <p:nvSpPr>
                  <p:cNvPr id="10411" name="Google Shape;10411;p59"/>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2" name="Google Shape;10412;p59"/>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3" name="Google Shape;10413;p59"/>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4" name="Google Shape;10414;p59"/>
                <p:cNvGrpSpPr/>
                <p:nvPr/>
              </p:nvGrpSpPr>
              <p:grpSpPr>
                <a:xfrm>
                  <a:off x="2389399" y="2595741"/>
                  <a:ext cx="224343" cy="182054"/>
                  <a:chOff x="2389399" y="2595741"/>
                  <a:chExt cx="224343" cy="182054"/>
                </a:xfrm>
              </p:grpSpPr>
              <p:sp>
                <p:nvSpPr>
                  <p:cNvPr id="10415" name="Google Shape;10415;p59"/>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59"/>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417" name="Google Shape;10417;p59"/>
              <p:cNvGrpSpPr/>
              <p:nvPr/>
            </p:nvGrpSpPr>
            <p:grpSpPr>
              <a:xfrm>
                <a:off x="2683630" y="2595741"/>
                <a:ext cx="224334" cy="296825"/>
                <a:chOff x="2683630" y="2595741"/>
                <a:chExt cx="224334" cy="296825"/>
              </a:xfrm>
            </p:grpSpPr>
            <p:grpSp>
              <p:nvGrpSpPr>
                <p:cNvPr id="10418" name="Google Shape;10418;p59"/>
                <p:cNvGrpSpPr/>
                <p:nvPr/>
              </p:nvGrpSpPr>
              <p:grpSpPr>
                <a:xfrm>
                  <a:off x="2788083" y="2794333"/>
                  <a:ext cx="15356" cy="98232"/>
                  <a:chOff x="2788083" y="2794333"/>
                  <a:chExt cx="15356" cy="98232"/>
                </a:xfrm>
              </p:grpSpPr>
              <p:sp>
                <p:nvSpPr>
                  <p:cNvPr id="10419" name="Google Shape;10419;p59"/>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59"/>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59"/>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2" name="Google Shape;10422;p59"/>
                <p:cNvGrpSpPr/>
                <p:nvPr/>
              </p:nvGrpSpPr>
              <p:grpSpPr>
                <a:xfrm>
                  <a:off x="2683630" y="2595741"/>
                  <a:ext cx="224334" cy="182054"/>
                  <a:chOff x="2683630" y="2595741"/>
                  <a:chExt cx="224334" cy="182054"/>
                </a:xfrm>
              </p:grpSpPr>
              <p:sp>
                <p:nvSpPr>
                  <p:cNvPr id="10423" name="Google Shape;10423;p59"/>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4" name="Google Shape;10424;p59"/>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425" name="Google Shape;10425;p59"/>
              <p:cNvGrpSpPr/>
              <p:nvPr/>
            </p:nvGrpSpPr>
            <p:grpSpPr>
              <a:xfrm>
                <a:off x="2838475" y="2595741"/>
                <a:ext cx="363719" cy="296825"/>
                <a:chOff x="2838475" y="2595741"/>
                <a:chExt cx="363719" cy="296825"/>
              </a:xfrm>
            </p:grpSpPr>
            <p:grpSp>
              <p:nvGrpSpPr>
                <p:cNvPr id="10426" name="Google Shape;10426;p59"/>
                <p:cNvGrpSpPr/>
                <p:nvPr/>
              </p:nvGrpSpPr>
              <p:grpSpPr>
                <a:xfrm>
                  <a:off x="2838475" y="2794333"/>
                  <a:ext cx="259185" cy="98232"/>
                  <a:chOff x="2838475" y="2794333"/>
                  <a:chExt cx="259185" cy="98232"/>
                </a:xfrm>
              </p:grpSpPr>
              <p:sp>
                <p:nvSpPr>
                  <p:cNvPr id="10427" name="Google Shape;10427;p59"/>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8" name="Google Shape;10428;p59"/>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59"/>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0" name="Google Shape;10430;p59"/>
                <p:cNvGrpSpPr/>
                <p:nvPr/>
              </p:nvGrpSpPr>
              <p:grpSpPr>
                <a:xfrm>
                  <a:off x="2977852" y="2595741"/>
                  <a:ext cx="224343" cy="182054"/>
                  <a:chOff x="2977852" y="2595741"/>
                  <a:chExt cx="224343" cy="182054"/>
                </a:xfrm>
              </p:grpSpPr>
              <p:sp>
                <p:nvSpPr>
                  <p:cNvPr id="10431" name="Google Shape;10431;p59"/>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59"/>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433" name="Google Shape;10433;p59"/>
            <p:cNvGrpSpPr/>
            <p:nvPr/>
          </p:nvGrpSpPr>
          <p:grpSpPr>
            <a:xfrm>
              <a:off x="2389399" y="3100241"/>
              <a:ext cx="812796" cy="296869"/>
              <a:chOff x="2389399" y="3100241"/>
              <a:chExt cx="812796" cy="296869"/>
            </a:xfrm>
          </p:grpSpPr>
          <p:grpSp>
            <p:nvGrpSpPr>
              <p:cNvPr id="10434" name="Google Shape;10434;p59"/>
              <p:cNvGrpSpPr/>
              <p:nvPr/>
            </p:nvGrpSpPr>
            <p:grpSpPr>
              <a:xfrm>
                <a:off x="2683630" y="3100241"/>
                <a:ext cx="224334" cy="296869"/>
                <a:chOff x="2683630" y="3100241"/>
                <a:chExt cx="224334" cy="296869"/>
              </a:xfrm>
            </p:grpSpPr>
            <p:grpSp>
              <p:nvGrpSpPr>
                <p:cNvPr id="10435" name="Google Shape;10435;p59"/>
                <p:cNvGrpSpPr/>
                <p:nvPr/>
              </p:nvGrpSpPr>
              <p:grpSpPr>
                <a:xfrm>
                  <a:off x="2788083" y="3100241"/>
                  <a:ext cx="15356" cy="98237"/>
                  <a:chOff x="2788083" y="3100241"/>
                  <a:chExt cx="15356" cy="98237"/>
                </a:xfrm>
              </p:grpSpPr>
              <p:sp>
                <p:nvSpPr>
                  <p:cNvPr id="10436" name="Google Shape;10436;p59"/>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59"/>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59"/>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9" name="Google Shape;10439;p59"/>
                <p:cNvGrpSpPr/>
                <p:nvPr/>
              </p:nvGrpSpPr>
              <p:grpSpPr>
                <a:xfrm>
                  <a:off x="2683630" y="3215065"/>
                  <a:ext cx="224334" cy="182045"/>
                  <a:chOff x="2683630" y="3215065"/>
                  <a:chExt cx="224334" cy="182045"/>
                </a:xfrm>
              </p:grpSpPr>
              <p:sp>
                <p:nvSpPr>
                  <p:cNvPr id="10440" name="Google Shape;10440;p59"/>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59"/>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442" name="Google Shape;10442;p59"/>
              <p:cNvGrpSpPr/>
              <p:nvPr/>
            </p:nvGrpSpPr>
            <p:grpSpPr>
              <a:xfrm>
                <a:off x="2389399" y="3100241"/>
                <a:ext cx="363638" cy="296869"/>
                <a:chOff x="2389399" y="3100241"/>
                <a:chExt cx="363638" cy="296869"/>
              </a:xfrm>
            </p:grpSpPr>
            <p:grpSp>
              <p:nvGrpSpPr>
                <p:cNvPr id="10443" name="Google Shape;10443;p59"/>
                <p:cNvGrpSpPr/>
                <p:nvPr/>
              </p:nvGrpSpPr>
              <p:grpSpPr>
                <a:xfrm>
                  <a:off x="2493852" y="3100241"/>
                  <a:ext cx="259185" cy="98237"/>
                  <a:chOff x="2493852" y="3100241"/>
                  <a:chExt cx="259185" cy="98237"/>
                </a:xfrm>
              </p:grpSpPr>
              <p:sp>
                <p:nvSpPr>
                  <p:cNvPr id="10444" name="Google Shape;10444;p59"/>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59"/>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6" name="Google Shape;10446;p59"/>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7" name="Google Shape;10447;p59"/>
                <p:cNvGrpSpPr/>
                <p:nvPr/>
              </p:nvGrpSpPr>
              <p:grpSpPr>
                <a:xfrm>
                  <a:off x="2389399" y="3215065"/>
                  <a:ext cx="224343" cy="182045"/>
                  <a:chOff x="2389399" y="3215065"/>
                  <a:chExt cx="224343" cy="182045"/>
                </a:xfrm>
              </p:grpSpPr>
              <p:sp>
                <p:nvSpPr>
                  <p:cNvPr id="10448" name="Google Shape;10448;p59"/>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59"/>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450" name="Google Shape;10450;p59"/>
              <p:cNvGrpSpPr/>
              <p:nvPr/>
            </p:nvGrpSpPr>
            <p:grpSpPr>
              <a:xfrm>
                <a:off x="2838475" y="3100241"/>
                <a:ext cx="363719" cy="296869"/>
                <a:chOff x="2838475" y="3100241"/>
                <a:chExt cx="363719" cy="296869"/>
              </a:xfrm>
            </p:grpSpPr>
            <p:grpSp>
              <p:nvGrpSpPr>
                <p:cNvPr id="10451" name="Google Shape;10451;p59"/>
                <p:cNvGrpSpPr/>
                <p:nvPr/>
              </p:nvGrpSpPr>
              <p:grpSpPr>
                <a:xfrm>
                  <a:off x="2838475" y="3100241"/>
                  <a:ext cx="259185" cy="98237"/>
                  <a:chOff x="2838475" y="3100241"/>
                  <a:chExt cx="259185" cy="98237"/>
                </a:xfrm>
              </p:grpSpPr>
              <p:sp>
                <p:nvSpPr>
                  <p:cNvPr id="10452" name="Google Shape;10452;p59"/>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59"/>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59"/>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5" name="Google Shape;10455;p59"/>
                <p:cNvGrpSpPr/>
                <p:nvPr/>
              </p:nvGrpSpPr>
              <p:grpSpPr>
                <a:xfrm>
                  <a:off x="2977852" y="3215065"/>
                  <a:ext cx="224343" cy="182045"/>
                  <a:chOff x="2977852" y="3215065"/>
                  <a:chExt cx="224343" cy="182045"/>
                </a:xfrm>
              </p:grpSpPr>
              <p:sp>
                <p:nvSpPr>
                  <p:cNvPr id="10456" name="Google Shape;10456;p59"/>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7" name="Google Shape;10457;p59"/>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Shape 10461"/>
        <p:cNvGrpSpPr/>
        <p:nvPr/>
      </p:nvGrpSpPr>
      <p:grpSpPr>
        <a:xfrm>
          <a:off x="0" y="0"/>
          <a:ext cx="0" cy="0"/>
          <a:chOff x="0" y="0"/>
          <a:chExt cx="0" cy="0"/>
        </a:xfrm>
      </p:grpSpPr>
      <p:grpSp>
        <p:nvGrpSpPr>
          <p:cNvPr id="10462" name="Google Shape;10462;p60"/>
          <p:cNvGrpSpPr/>
          <p:nvPr/>
        </p:nvGrpSpPr>
        <p:grpSpPr>
          <a:xfrm>
            <a:off x="702075" y="3155925"/>
            <a:ext cx="2390414" cy="1024800"/>
            <a:chOff x="728925" y="3296613"/>
            <a:chExt cx="2390414" cy="1024800"/>
          </a:xfrm>
        </p:grpSpPr>
        <p:grpSp>
          <p:nvGrpSpPr>
            <p:cNvPr id="10463" name="Google Shape;10463;p60"/>
            <p:cNvGrpSpPr/>
            <p:nvPr/>
          </p:nvGrpSpPr>
          <p:grpSpPr>
            <a:xfrm>
              <a:off x="728925" y="3619800"/>
              <a:ext cx="2390414" cy="500893"/>
              <a:chOff x="728925" y="3619800"/>
              <a:chExt cx="2390414" cy="500893"/>
            </a:xfrm>
          </p:grpSpPr>
          <p:sp>
            <p:nvSpPr>
              <p:cNvPr id="10464" name="Google Shape;10464;p60"/>
              <p:cNvSpPr/>
              <p:nvPr/>
            </p:nvSpPr>
            <p:spPr>
              <a:xfrm>
                <a:off x="728925" y="3619800"/>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465" name="Google Shape;10465;p60"/>
              <p:cNvSpPr/>
              <p:nvPr/>
            </p:nvSpPr>
            <p:spPr>
              <a:xfrm>
                <a:off x="728939" y="3953593"/>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10466" name="Google Shape;10466;p60"/>
            <p:cNvGrpSpPr/>
            <p:nvPr/>
          </p:nvGrpSpPr>
          <p:grpSpPr>
            <a:xfrm>
              <a:off x="1348050" y="3296613"/>
              <a:ext cx="1706152" cy="1024800"/>
              <a:chOff x="1348050" y="3296613"/>
              <a:chExt cx="1706152" cy="1024800"/>
            </a:xfrm>
          </p:grpSpPr>
          <p:sp>
            <p:nvSpPr>
              <p:cNvPr id="10467" name="Google Shape;10467;p60"/>
              <p:cNvSpPr/>
              <p:nvPr/>
            </p:nvSpPr>
            <p:spPr>
              <a:xfrm>
                <a:off x="1348050"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468" name="Google Shape;10468;p60"/>
              <p:cNvSpPr/>
              <p:nvPr/>
            </p:nvSpPr>
            <p:spPr>
              <a:xfrm>
                <a:off x="168708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469" name="Google Shape;10469;p60"/>
              <p:cNvSpPr/>
              <p:nvPr/>
            </p:nvSpPr>
            <p:spPr>
              <a:xfrm>
                <a:off x="2040389"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470" name="Google Shape;10470;p60"/>
              <p:cNvSpPr/>
              <p:nvPr/>
            </p:nvSpPr>
            <p:spPr>
              <a:xfrm>
                <a:off x="2393695"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471" name="Google Shape;10471;p60"/>
              <p:cNvSpPr/>
              <p:nvPr/>
            </p:nvSpPr>
            <p:spPr>
              <a:xfrm>
                <a:off x="274700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10472" name="Google Shape;10472;p60"/>
            <p:cNvGrpSpPr/>
            <p:nvPr/>
          </p:nvGrpSpPr>
          <p:grpSpPr>
            <a:xfrm>
              <a:off x="1455707" y="3654858"/>
              <a:ext cx="1491150" cy="417657"/>
              <a:chOff x="1455707" y="3654858"/>
              <a:chExt cx="1491150" cy="417657"/>
            </a:xfrm>
          </p:grpSpPr>
          <p:sp>
            <p:nvSpPr>
              <p:cNvPr id="10473" name="Google Shape;10473;p60"/>
              <p:cNvSpPr/>
              <p:nvPr/>
            </p:nvSpPr>
            <p:spPr>
              <a:xfrm>
                <a:off x="1472938"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60"/>
              <p:cNvSpPr/>
              <p:nvPr/>
            </p:nvSpPr>
            <p:spPr>
              <a:xfrm>
                <a:off x="1490853"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60"/>
              <p:cNvSpPr/>
              <p:nvPr/>
            </p:nvSpPr>
            <p:spPr>
              <a:xfrm>
                <a:off x="181918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60"/>
              <p:cNvSpPr/>
              <p:nvPr/>
            </p:nvSpPr>
            <p:spPr>
              <a:xfrm>
                <a:off x="183709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60"/>
              <p:cNvSpPr/>
              <p:nvPr/>
            </p:nvSpPr>
            <p:spPr>
              <a:xfrm>
                <a:off x="1478676" y="40082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60"/>
              <p:cNvSpPr/>
              <p:nvPr/>
            </p:nvSpPr>
            <p:spPr>
              <a:xfrm>
                <a:off x="1455707" y="40079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9" name="Google Shape;10479;p60"/>
              <p:cNvSpPr/>
              <p:nvPr/>
            </p:nvSpPr>
            <p:spPr>
              <a:xfrm>
                <a:off x="184157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60"/>
              <p:cNvSpPr/>
              <p:nvPr/>
            </p:nvSpPr>
            <p:spPr>
              <a:xfrm>
                <a:off x="181861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60"/>
              <p:cNvSpPr/>
              <p:nvPr/>
            </p:nvSpPr>
            <p:spPr>
              <a:xfrm>
                <a:off x="217249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60"/>
              <p:cNvSpPr/>
              <p:nvPr/>
            </p:nvSpPr>
            <p:spPr>
              <a:xfrm>
                <a:off x="219040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60"/>
              <p:cNvSpPr/>
              <p:nvPr/>
            </p:nvSpPr>
            <p:spPr>
              <a:xfrm>
                <a:off x="219488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60"/>
              <p:cNvSpPr/>
              <p:nvPr/>
            </p:nvSpPr>
            <p:spPr>
              <a:xfrm>
                <a:off x="217192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60"/>
              <p:cNvSpPr/>
              <p:nvPr/>
            </p:nvSpPr>
            <p:spPr>
              <a:xfrm>
                <a:off x="2874730"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60"/>
              <p:cNvSpPr/>
              <p:nvPr/>
            </p:nvSpPr>
            <p:spPr>
              <a:xfrm>
                <a:off x="2892645"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60"/>
              <p:cNvSpPr/>
              <p:nvPr/>
            </p:nvSpPr>
            <p:spPr>
              <a:xfrm>
                <a:off x="2901559" y="40055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60"/>
              <p:cNvSpPr/>
              <p:nvPr/>
            </p:nvSpPr>
            <p:spPr>
              <a:xfrm>
                <a:off x="2878589" y="40052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60"/>
              <p:cNvSpPr/>
              <p:nvPr/>
            </p:nvSpPr>
            <p:spPr>
              <a:xfrm>
                <a:off x="2525796"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60"/>
              <p:cNvSpPr/>
              <p:nvPr/>
            </p:nvSpPr>
            <p:spPr>
              <a:xfrm>
                <a:off x="2543711"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60"/>
              <p:cNvSpPr/>
              <p:nvPr/>
            </p:nvSpPr>
            <p:spPr>
              <a:xfrm>
                <a:off x="2548194"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60"/>
              <p:cNvSpPr/>
              <p:nvPr/>
            </p:nvSpPr>
            <p:spPr>
              <a:xfrm>
                <a:off x="2525225"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10493" name="Google Shape;10493;p60"/>
          <p:cNvGraphicFramePr/>
          <p:nvPr/>
        </p:nvGraphicFramePr>
        <p:xfrm>
          <a:off x="5937775" y="2153837"/>
          <a:ext cx="2504100" cy="864780"/>
        </p:xfrm>
        <a:graphic>
          <a:graphicData uri="http://schemas.openxmlformats.org/drawingml/2006/table">
            <a:tbl>
              <a:tblPr>
                <a:noFill/>
                <a:tableStyleId>{4BEAB1D1-4E42-4361-B4FD-13862715D387}</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10494" name="Google Shape;10494;p60"/>
          <p:cNvGrpSpPr/>
          <p:nvPr/>
        </p:nvGrpSpPr>
        <p:grpSpPr>
          <a:xfrm>
            <a:off x="710451" y="981601"/>
            <a:ext cx="2396505" cy="976502"/>
            <a:chOff x="749309" y="1112739"/>
            <a:chExt cx="2371603" cy="976502"/>
          </a:xfrm>
        </p:grpSpPr>
        <p:grpSp>
          <p:nvGrpSpPr>
            <p:cNvPr id="10495" name="Google Shape;10495;p60"/>
            <p:cNvGrpSpPr/>
            <p:nvPr/>
          </p:nvGrpSpPr>
          <p:grpSpPr>
            <a:xfrm>
              <a:off x="1092126" y="1112739"/>
              <a:ext cx="2028786" cy="975464"/>
              <a:chOff x="1092126" y="1112739"/>
              <a:chExt cx="2028786" cy="975464"/>
            </a:xfrm>
          </p:grpSpPr>
          <p:sp>
            <p:nvSpPr>
              <p:cNvPr id="10496" name="Google Shape;10496;p60"/>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60"/>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60"/>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60"/>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0" name="Google Shape;10500;p60"/>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60"/>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60"/>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60"/>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60"/>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60"/>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60"/>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60"/>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60"/>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60"/>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60"/>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60"/>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60"/>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3" name="Google Shape;10513;p60"/>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60"/>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60"/>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60"/>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60"/>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60"/>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60"/>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0" name="Google Shape;10520;p60"/>
            <p:cNvGrpSpPr/>
            <p:nvPr/>
          </p:nvGrpSpPr>
          <p:grpSpPr>
            <a:xfrm>
              <a:off x="749309" y="1112739"/>
              <a:ext cx="314700" cy="975464"/>
              <a:chOff x="749309" y="1112739"/>
              <a:chExt cx="314700" cy="975464"/>
            </a:xfrm>
          </p:grpSpPr>
          <p:sp>
            <p:nvSpPr>
              <p:cNvPr id="10521" name="Google Shape;10521;p60"/>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60"/>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60"/>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60"/>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25" name="Google Shape;10525;p60"/>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6" name="Google Shape;10526;p60"/>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60"/>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60"/>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10529" name="Google Shape;10529;p60"/>
          <p:cNvGraphicFramePr/>
          <p:nvPr/>
        </p:nvGraphicFramePr>
        <p:xfrm>
          <a:off x="5937800" y="981587"/>
          <a:ext cx="2504100" cy="976500"/>
        </p:xfrm>
        <a:graphic>
          <a:graphicData uri="http://schemas.openxmlformats.org/drawingml/2006/table">
            <a:tbl>
              <a:tblPr>
                <a:noFill/>
                <a:tableStyleId>{4BEAB1D1-4E42-4361-B4FD-13862715D387}</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10530" name="Google Shape;10530;p60"/>
          <p:cNvGraphicFramePr/>
          <p:nvPr/>
        </p:nvGraphicFramePr>
        <p:xfrm>
          <a:off x="3358663" y="2153837"/>
          <a:ext cx="2363400" cy="868575"/>
        </p:xfrm>
        <a:graphic>
          <a:graphicData uri="http://schemas.openxmlformats.org/drawingml/2006/table">
            <a:tbl>
              <a:tblPr>
                <a:noFill/>
                <a:tableStyleId>{4BEAB1D1-4E42-4361-B4FD-13862715D387}</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10531" name="Google Shape;10531;p60"/>
          <p:cNvGrpSpPr/>
          <p:nvPr/>
        </p:nvGrpSpPr>
        <p:grpSpPr>
          <a:xfrm>
            <a:off x="3360649" y="3144798"/>
            <a:ext cx="2363377" cy="1047062"/>
            <a:chOff x="3358399" y="3285485"/>
            <a:chExt cx="2363377" cy="1047062"/>
          </a:xfrm>
        </p:grpSpPr>
        <p:grpSp>
          <p:nvGrpSpPr>
            <p:cNvPr id="10532" name="Google Shape;10532;p60"/>
            <p:cNvGrpSpPr/>
            <p:nvPr/>
          </p:nvGrpSpPr>
          <p:grpSpPr>
            <a:xfrm>
              <a:off x="3358412" y="3285485"/>
              <a:ext cx="2363244" cy="139500"/>
              <a:chOff x="3358412" y="3285485"/>
              <a:chExt cx="2363244" cy="139500"/>
            </a:xfrm>
          </p:grpSpPr>
          <p:sp>
            <p:nvSpPr>
              <p:cNvPr id="10533" name="Google Shape;10533;p60"/>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60"/>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60"/>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60"/>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60"/>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8" name="Google Shape;10538;p60"/>
            <p:cNvGrpSpPr/>
            <p:nvPr/>
          </p:nvGrpSpPr>
          <p:grpSpPr>
            <a:xfrm>
              <a:off x="3358412" y="3466996"/>
              <a:ext cx="2363244" cy="139500"/>
              <a:chOff x="3358412" y="3466996"/>
              <a:chExt cx="2363244" cy="139500"/>
            </a:xfrm>
          </p:grpSpPr>
          <p:sp>
            <p:nvSpPr>
              <p:cNvPr id="10539" name="Google Shape;10539;p60"/>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60"/>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60"/>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60"/>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60"/>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4" name="Google Shape;10544;p60"/>
            <p:cNvGrpSpPr/>
            <p:nvPr/>
          </p:nvGrpSpPr>
          <p:grpSpPr>
            <a:xfrm>
              <a:off x="3358412" y="3648507"/>
              <a:ext cx="2363244" cy="139500"/>
              <a:chOff x="3358412" y="3648507"/>
              <a:chExt cx="2363244" cy="139500"/>
            </a:xfrm>
          </p:grpSpPr>
          <p:sp>
            <p:nvSpPr>
              <p:cNvPr id="10545" name="Google Shape;10545;p60"/>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60"/>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7" name="Google Shape;10547;p60"/>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60"/>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60"/>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0" name="Google Shape;10550;p60"/>
            <p:cNvGrpSpPr/>
            <p:nvPr/>
          </p:nvGrpSpPr>
          <p:grpSpPr>
            <a:xfrm>
              <a:off x="3358412" y="3830018"/>
              <a:ext cx="2363244" cy="139500"/>
              <a:chOff x="3358412" y="3830018"/>
              <a:chExt cx="2363244" cy="139500"/>
            </a:xfrm>
          </p:grpSpPr>
          <p:sp>
            <p:nvSpPr>
              <p:cNvPr id="10551" name="Google Shape;10551;p60"/>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60"/>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60"/>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60"/>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60"/>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6" name="Google Shape;10556;p60"/>
            <p:cNvGrpSpPr/>
            <p:nvPr/>
          </p:nvGrpSpPr>
          <p:grpSpPr>
            <a:xfrm>
              <a:off x="3358399" y="4011514"/>
              <a:ext cx="2363377" cy="139537"/>
              <a:chOff x="3294800" y="4134603"/>
              <a:chExt cx="2638876" cy="152400"/>
            </a:xfrm>
          </p:grpSpPr>
          <p:sp>
            <p:nvSpPr>
              <p:cNvPr id="10557" name="Google Shape;10557;p60"/>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60"/>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9" name="Google Shape;10559;p60"/>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60"/>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60"/>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2" name="Google Shape;10562;p60"/>
            <p:cNvGrpSpPr/>
            <p:nvPr/>
          </p:nvGrpSpPr>
          <p:grpSpPr>
            <a:xfrm>
              <a:off x="3358399" y="4193010"/>
              <a:ext cx="2363377" cy="139537"/>
              <a:chOff x="3294800" y="4134603"/>
              <a:chExt cx="2638876" cy="152400"/>
            </a:xfrm>
          </p:grpSpPr>
          <p:sp>
            <p:nvSpPr>
              <p:cNvPr id="10563" name="Google Shape;10563;p60"/>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60"/>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60"/>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60"/>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60"/>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10568" name="Google Shape;10568;p60"/>
          <p:cNvGraphicFramePr/>
          <p:nvPr/>
        </p:nvGraphicFramePr>
        <p:xfrm>
          <a:off x="711450" y="2153837"/>
          <a:ext cx="2369800" cy="889350"/>
        </p:xfrm>
        <a:graphic>
          <a:graphicData uri="http://schemas.openxmlformats.org/drawingml/2006/table">
            <a:tbl>
              <a:tblPr>
                <a:noFill/>
                <a:tableStyleId>{4BEAB1D1-4E42-4361-B4FD-13862715D387}</a:tableStyleId>
              </a:tblPr>
              <a:tblGrid>
                <a:gridCol w="592450">
                  <a:extLst>
                    <a:ext uri="{9D8B030D-6E8A-4147-A177-3AD203B41FA5}">
                      <a16:colId xmlns:a16="http://schemas.microsoft.com/office/drawing/2014/main" val="20000"/>
                    </a:ext>
                  </a:extLst>
                </a:gridCol>
                <a:gridCol w="592450">
                  <a:extLst>
                    <a:ext uri="{9D8B030D-6E8A-4147-A177-3AD203B41FA5}">
                      <a16:colId xmlns:a16="http://schemas.microsoft.com/office/drawing/2014/main" val="20001"/>
                    </a:ext>
                  </a:extLst>
                </a:gridCol>
                <a:gridCol w="592450">
                  <a:extLst>
                    <a:ext uri="{9D8B030D-6E8A-4147-A177-3AD203B41FA5}">
                      <a16:colId xmlns:a16="http://schemas.microsoft.com/office/drawing/2014/main" val="20002"/>
                    </a:ext>
                  </a:extLst>
                </a:gridCol>
                <a:gridCol w="592450">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10569" name="Google Shape;10569;p60"/>
          <p:cNvGrpSpPr/>
          <p:nvPr/>
        </p:nvGrpSpPr>
        <p:grpSpPr>
          <a:xfrm>
            <a:off x="4161119" y="2557652"/>
            <a:ext cx="1302095" cy="60959"/>
            <a:chOff x="3558802" y="4011427"/>
            <a:chExt cx="1866000" cy="111300"/>
          </a:xfrm>
        </p:grpSpPr>
        <p:sp>
          <p:nvSpPr>
            <p:cNvPr id="10570" name="Google Shape;10570;p60"/>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1" name="Google Shape;10571;p60"/>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2" name="Google Shape;10572;p60"/>
          <p:cNvGrpSpPr/>
          <p:nvPr/>
        </p:nvGrpSpPr>
        <p:grpSpPr>
          <a:xfrm>
            <a:off x="4706607" y="2839811"/>
            <a:ext cx="914340" cy="60959"/>
            <a:chOff x="3558802" y="4011427"/>
            <a:chExt cx="1866000" cy="111300"/>
          </a:xfrm>
        </p:grpSpPr>
        <p:sp>
          <p:nvSpPr>
            <p:cNvPr id="10573" name="Google Shape;10573;p60"/>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60"/>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5" name="Google Shape;10575;p60"/>
          <p:cNvGrpSpPr/>
          <p:nvPr/>
        </p:nvGrpSpPr>
        <p:grpSpPr>
          <a:xfrm>
            <a:off x="5874449" y="3167609"/>
            <a:ext cx="2519825" cy="1001454"/>
            <a:chOff x="1906114" y="789980"/>
            <a:chExt cx="1487676" cy="606868"/>
          </a:xfrm>
        </p:grpSpPr>
        <p:cxnSp>
          <p:nvCxnSpPr>
            <p:cNvPr id="10576" name="Google Shape;10576;p60"/>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0577" name="Google Shape;10577;p60"/>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0578" name="Google Shape;10578;p60"/>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10579" name="Google Shape;10579;p60"/>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JANUARY</a:t>
              </a:r>
              <a:endParaRPr sz="300">
                <a:solidFill>
                  <a:srgbClr val="E3E9ED"/>
                </a:solidFill>
              </a:endParaRPr>
            </a:p>
          </p:txBody>
        </p:sp>
        <p:sp>
          <p:nvSpPr>
            <p:cNvPr id="10580" name="Google Shape;10580;p60"/>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FEBRUARY</a:t>
              </a:r>
              <a:endParaRPr sz="300">
                <a:solidFill>
                  <a:srgbClr val="E3E9ED"/>
                </a:solidFill>
              </a:endParaRPr>
            </a:p>
          </p:txBody>
        </p:sp>
        <p:sp>
          <p:nvSpPr>
            <p:cNvPr id="10581" name="Google Shape;10581;p60"/>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MARCH</a:t>
              </a:r>
              <a:endParaRPr sz="300">
                <a:solidFill>
                  <a:srgbClr val="E3E9ED"/>
                </a:solidFill>
              </a:endParaRPr>
            </a:p>
          </p:txBody>
        </p:sp>
        <p:sp>
          <p:nvSpPr>
            <p:cNvPr id="10582" name="Google Shape;10582;p60"/>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APRIL</a:t>
              </a:r>
              <a:endParaRPr sz="300">
                <a:solidFill>
                  <a:srgbClr val="E3E9ED"/>
                </a:solidFill>
              </a:endParaRPr>
            </a:p>
          </p:txBody>
        </p:sp>
        <p:sp>
          <p:nvSpPr>
            <p:cNvPr id="10583" name="Google Shape;10583;p60"/>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4" name="Google Shape;10584;p60"/>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5" name="Google Shape;10585;p60"/>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60"/>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60"/>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8" name="Google Shape;10588;p60"/>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9" name="Google Shape;10589;p60"/>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 sz="300">
                  <a:solidFill>
                    <a:srgbClr val="E3E9ED"/>
                  </a:solidFill>
                </a:rPr>
                <a:t>PHASE 1</a:t>
              </a:r>
              <a:endParaRPr sz="300">
                <a:solidFill>
                  <a:srgbClr val="E3E9ED"/>
                </a:solidFill>
              </a:endParaRPr>
            </a:p>
          </p:txBody>
        </p:sp>
        <p:sp>
          <p:nvSpPr>
            <p:cNvPr id="10590" name="Google Shape;10590;p60"/>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10591" name="Google Shape;10591;p60"/>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10592" name="Google Shape;10592;p60"/>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3" name="Google Shape;10593;p60"/>
          <p:cNvGrpSpPr/>
          <p:nvPr/>
        </p:nvGrpSpPr>
        <p:grpSpPr>
          <a:xfrm>
            <a:off x="3355812" y="951645"/>
            <a:ext cx="2363393" cy="1005865"/>
            <a:chOff x="3292400" y="1193188"/>
            <a:chExt cx="2615240" cy="1131075"/>
          </a:xfrm>
        </p:grpSpPr>
        <p:sp>
          <p:nvSpPr>
            <p:cNvPr id="10594" name="Google Shape;10594;p60"/>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595" name="Google Shape;10595;p60"/>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596" name="Google Shape;10596;p60"/>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JANUARY</a:t>
              </a:r>
              <a:endParaRPr sz="200">
                <a:solidFill>
                  <a:srgbClr val="FFFFFF"/>
                </a:solidFill>
              </a:endParaRPr>
            </a:p>
          </p:txBody>
        </p:sp>
        <p:sp>
          <p:nvSpPr>
            <p:cNvPr id="10597" name="Google Shape;10597;p60"/>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FEBRUARY</a:t>
              </a:r>
              <a:endParaRPr sz="200">
                <a:solidFill>
                  <a:srgbClr val="FFFFFF"/>
                </a:solidFill>
              </a:endParaRPr>
            </a:p>
          </p:txBody>
        </p:sp>
        <p:sp>
          <p:nvSpPr>
            <p:cNvPr id="10598" name="Google Shape;10598;p60"/>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MARCH</a:t>
              </a:r>
              <a:endParaRPr sz="200">
                <a:solidFill>
                  <a:srgbClr val="FFFFFF"/>
                </a:solidFill>
              </a:endParaRPr>
            </a:p>
          </p:txBody>
        </p:sp>
        <p:sp>
          <p:nvSpPr>
            <p:cNvPr id="10599" name="Google Shape;10599;p60"/>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APRIL</a:t>
              </a:r>
              <a:endParaRPr sz="200">
                <a:solidFill>
                  <a:srgbClr val="FFFFFF"/>
                </a:solidFill>
              </a:endParaRPr>
            </a:p>
          </p:txBody>
        </p:sp>
        <p:sp>
          <p:nvSpPr>
            <p:cNvPr id="10600" name="Google Shape;10600;p60"/>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MAY</a:t>
              </a:r>
              <a:endParaRPr sz="200">
                <a:solidFill>
                  <a:srgbClr val="FFFFFF"/>
                </a:solidFill>
              </a:endParaRPr>
            </a:p>
          </p:txBody>
        </p:sp>
        <p:sp>
          <p:nvSpPr>
            <p:cNvPr id="10601" name="Google Shape;10601;p60"/>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JUNE</a:t>
              </a:r>
              <a:endParaRPr sz="200">
                <a:solidFill>
                  <a:srgbClr val="FFFFFF"/>
                </a:solidFill>
              </a:endParaRPr>
            </a:p>
          </p:txBody>
        </p:sp>
        <p:sp>
          <p:nvSpPr>
            <p:cNvPr id="10602" name="Google Shape;10602;p60"/>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1</a:t>
              </a:r>
              <a:endParaRPr sz="200">
                <a:solidFill>
                  <a:srgbClr val="FFFFFF"/>
                </a:solidFill>
              </a:endParaRPr>
            </a:p>
          </p:txBody>
        </p:sp>
        <p:sp>
          <p:nvSpPr>
            <p:cNvPr id="10603" name="Google Shape;10603;p60"/>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2</a:t>
              </a:r>
              <a:endParaRPr sz="200">
                <a:solidFill>
                  <a:srgbClr val="FFFFFF"/>
                </a:solidFill>
              </a:endParaRPr>
            </a:p>
          </p:txBody>
        </p:sp>
        <p:sp>
          <p:nvSpPr>
            <p:cNvPr id="10604" name="Google Shape;10604;p60"/>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0605" name="Google Shape;10605;p60"/>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10606" name="Google Shape;10606;p60"/>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0607" name="Google Shape;10607;p60"/>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10608" name="Google Shape;10608;p60"/>
            <p:cNvGrpSpPr/>
            <p:nvPr/>
          </p:nvGrpSpPr>
          <p:grpSpPr>
            <a:xfrm>
              <a:off x="3748438" y="1378608"/>
              <a:ext cx="2159202" cy="903971"/>
              <a:chOff x="1683525" y="2179850"/>
              <a:chExt cx="4519050" cy="2134525"/>
            </a:xfrm>
          </p:grpSpPr>
          <p:sp>
            <p:nvSpPr>
              <p:cNvPr id="10609" name="Google Shape;10609;p60"/>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610" name="Google Shape;10610;p60"/>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611" name="Google Shape;10611;p60"/>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612" name="Google Shape;10612;p60"/>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613" name="Google Shape;10613;p60"/>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614" name="Google Shape;10614;p60"/>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615" name="Google Shape;10615;p60"/>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616" name="Google Shape;10616;p60"/>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617" name="Google Shape;10617;p60"/>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618" name="Google Shape;10618;p60"/>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619" name="Google Shape;10619;p60"/>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620" name="Google Shape;10620;p60"/>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Shape 10624"/>
        <p:cNvGrpSpPr/>
        <p:nvPr/>
      </p:nvGrpSpPr>
      <p:grpSpPr>
        <a:xfrm>
          <a:off x="0" y="0"/>
          <a:ext cx="0" cy="0"/>
          <a:chOff x="0" y="0"/>
          <a:chExt cx="0" cy="0"/>
        </a:xfrm>
      </p:grpSpPr>
      <p:grpSp>
        <p:nvGrpSpPr>
          <p:cNvPr id="10625" name="Google Shape;10625;p61"/>
          <p:cNvGrpSpPr/>
          <p:nvPr/>
        </p:nvGrpSpPr>
        <p:grpSpPr>
          <a:xfrm>
            <a:off x="4796684" y="970941"/>
            <a:ext cx="745431" cy="718863"/>
            <a:chOff x="4249973" y="1201875"/>
            <a:chExt cx="1958568" cy="1888762"/>
          </a:xfrm>
        </p:grpSpPr>
        <p:sp>
          <p:nvSpPr>
            <p:cNvPr id="10626" name="Google Shape;10626;p61"/>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27" name="Google Shape;10627;p61"/>
            <p:cNvGrpSpPr/>
            <p:nvPr/>
          </p:nvGrpSpPr>
          <p:grpSpPr>
            <a:xfrm>
              <a:off x="5853086" y="1789142"/>
              <a:ext cx="355454" cy="1048099"/>
              <a:chOff x="5576108" y="2016725"/>
              <a:chExt cx="565200" cy="1666560"/>
            </a:xfrm>
          </p:grpSpPr>
          <p:sp>
            <p:nvSpPr>
              <p:cNvPr id="10628" name="Google Shape;10628;p61"/>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629" name="Google Shape;10629;p61"/>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0" name="Google Shape;10630;p61"/>
            <p:cNvGrpSpPr/>
            <p:nvPr/>
          </p:nvGrpSpPr>
          <p:grpSpPr>
            <a:xfrm>
              <a:off x="4869455" y="2691676"/>
              <a:ext cx="1013897" cy="398961"/>
              <a:chOff x="4012057" y="3451825"/>
              <a:chExt cx="1612175" cy="634379"/>
            </a:xfrm>
          </p:grpSpPr>
          <p:sp>
            <p:nvSpPr>
              <p:cNvPr id="10631" name="Google Shape;10631;p61"/>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632" name="Google Shape;10632;p61"/>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3" name="Google Shape;10633;p61"/>
            <p:cNvGrpSpPr/>
            <p:nvPr/>
          </p:nvGrpSpPr>
          <p:grpSpPr>
            <a:xfrm>
              <a:off x="4276937" y="2155961"/>
              <a:ext cx="651965" cy="891358"/>
              <a:chOff x="3069908" y="2599997"/>
              <a:chExt cx="1036675" cy="1417328"/>
            </a:xfrm>
          </p:grpSpPr>
          <p:sp>
            <p:nvSpPr>
              <p:cNvPr id="10634" name="Google Shape;10634;p61"/>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635" name="Google Shape;10635;p61"/>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6" name="Google Shape;10636;p61"/>
            <p:cNvGrpSpPr/>
            <p:nvPr/>
          </p:nvGrpSpPr>
          <p:grpSpPr>
            <a:xfrm>
              <a:off x="5054918" y="1201875"/>
              <a:ext cx="999548" cy="602711"/>
              <a:chOff x="4306958" y="1082925"/>
              <a:chExt cx="1589359" cy="958358"/>
            </a:xfrm>
          </p:grpSpPr>
          <p:sp>
            <p:nvSpPr>
              <p:cNvPr id="10637" name="Google Shape;10637;p61"/>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638" name="Google Shape;10638;p61"/>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9" name="Google Shape;10639;p61"/>
            <p:cNvGrpSpPr/>
            <p:nvPr/>
          </p:nvGrpSpPr>
          <p:grpSpPr>
            <a:xfrm>
              <a:off x="4249973" y="1303451"/>
              <a:ext cx="799317" cy="841334"/>
              <a:chOff x="3027033" y="1244439"/>
              <a:chExt cx="1270977" cy="1337786"/>
            </a:xfrm>
          </p:grpSpPr>
          <p:sp>
            <p:nvSpPr>
              <p:cNvPr id="10640" name="Google Shape;10640;p61"/>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641" name="Google Shape;10641;p61"/>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42" name="Google Shape;10642;p61"/>
          <p:cNvGrpSpPr/>
          <p:nvPr/>
        </p:nvGrpSpPr>
        <p:grpSpPr>
          <a:xfrm>
            <a:off x="713057" y="1849390"/>
            <a:ext cx="761767" cy="729896"/>
            <a:chOff x="2657744" y="2337745"/>
            <a:chExt cx="832987" cy="798137"/>
          </a:xfrm>
        </p:grpSpPr>
        <p:sp>
          <p:nvSpPr>
            <p:cNvPr id="10643" name="Google Shape;10643;p61"/>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61"/>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61"/>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61"/>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61"/>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8" name="Google Shape;10648;p61"/>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9" name="Google Shape;10649;p61"/>
          <p:cNvGrpSpPr/>
          <p:nvPr/>
        </p:nvGrpSpPr>
        <p:grpSpPr>
          <a:xfrm>
            <a:off x="3224022" y="1852597"/>
            <a:ext cx="685569" cy="723586"/>
            <a:chOff x="3398134" y="2057755"/>
            <a:chExt cx="704087" cy="743130"/>
          </a:xfrm>
        </p:grpSpPr>
        <p:grpSp>
          <p:nvGrpSpPr>
            <p:cNvPr id="10650" name="Google Shape;10650;p61"/>
            <p:cNvGrpSpPr/>
            <p:nvPr/>
          </p:nvGrpSpPr>
          <p:grpSpPr>
            <a:xfrm>
              <a:off x="3398134" y="2290183"/>
              <a:ext cx="315300" cy="219900"/>
              <a:chOff x="3398134" y="2290183"/>
              <a:chExt cx="315300" cy="219900"/>
            </a:xfrm>
          </p:grpSpPr>
          <p:sp>
            <p:nvSpPr>
              <p:cNvPr id="10651" name="Google Shape;10651;p61"/>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652" name="Google Shape;10652;p61"/>
              <p:cNvCxnSpPr>
                <a:stCxn id="10651"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10653" name="Google Shape;10653;p61"/>
            <p:cNvGrpSpPr/>
            <p:nvPr/>
          </p:nvGrpSpPr>
          <p:grpSpPr>
            <a:xfrm>
              <a:off x="3547823" y="2467358"/>
              <a:ext cx="219900" cy="333527"/>
              <a:chOff x="3547823" y="2467358"/>
              <a:chExt cx="219900" cy="333527"/>
            </a:xfrm>
          </p:grpSpPr>
          <p:sp>
            <p:nvSpPr>
              <p:cNvPr id="10654" name="Google Shape;10654;p61"/>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655" name="Google Shape;10655;p61"/>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10656" name="Google Shape;10656;p61"/>
            <p:cNvGrpSpPr/>
            <p:nvPr/>
          </p:nvGrpSpPr>
          <p:grpSpPr>
            <a:xfrm>
              <a:off x="3734138" y="2467358"/>
              <a:ext cx="219900" cy="333527"/>
              <a:chOff x="3734138" y="2467358"/>
              <a:chExt cx="219900" cy="333527"/>
            </a:xfrm>
          </p:grpSpPr>
          <p:sp>
            <p:nvSpPr>
              <p:cNvPr id="10657" name="Google Shape;10657;p61"/>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658" name="Google Shape;10658;p61"/>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10659" name="Google Shape;10659;p61"/>
            <p:cNvGrpSpPr/>
            <p:nvPr/>
          </p:nvGrpSpPr>
          <p:grpSpPr>
            <a:xfrm>
              <a:off x="3787560" y="2288011"/>
              <a:ext cx="314661" cy="219900"/>
              <a:chOff x="3787560" y="2288011"/>
              <a:chExt cx="314661" cy="219900"/>
            </a:xfrm>
          </p:grpSpPr>
          <p:sp>
            <p:nvSpPr>
              <p:cNvPr id="10660" name="Google Shape;10660;p61"/>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661" name="Google Shape;10661;p61"/>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10662" name="Google Shape;10662;p61"/>
            <p:cNvGrpSpPr/>
            <p:nvPr/>
          </p:nvGrpSpPr>
          <p:grpSpPr>
            <a:xfrm>
              <a:off x="3637290" y="2057755"/>
              <a:ext cx="219900" cy="335499"/>
              <a:chOff x="3637290" y="2057755"/>
              <a:chExt cx="219900" cy="335499"/>
            </a:xfrm>
          </p:grpSpPr>
          <p:sp>
            <p:nvSpPr>
              <p:cNvPr id="10663" name="Google Shape;10663;p61"/>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10664" name="Google Shape;10664;p61"/>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10665" name="Google Shape;10665;p61"/>
          <p:cNvGrpSpPr/>
          <p:nvPr/>
        </p:nvGrpSpPr>
        <p:grpSpPr>
          <a:xfrm>
            <a:off x="4899244" y="1859292"/>
            <a:ext cx="710153" cy="710153"/>
            <a:chOff x="5007123" y="2079403"/>
            <a:chExt cx="687600" cy="687600"/>
          </a:xfrm>
        </p:grpSpPr>
        <p:sp>
          <p:nvSpPr>
            <p:cNvPr id="10666" name="Google Shape;10666;p61"/>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61"/>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61"/>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61"/>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0" name="Google Shape;10670;p61"/>
          <p:cNvGrpSpPr/>
          <p:nvPr/>
        </p:nvGrpSpPr>
        <p:grpSpPr>
          <a:xfrm>
            <a:off x="5708681" y="1853799"/>
            <a:ext cx="720998" cy="721183"/>
            <a:chOff x="5797446" y="2063053"/>
            <a:chExt cx="698100" cy="698280"/>
          </a:xfrm>
        </p:grpSpPr>
        <p:sp>
          <p:nvSpPr>
            <p:cNvPr id="10671" name="Google Shape;10671;p61"/>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61"/>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3" name="Google Shape;10673;p61"/>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61"/>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5" name="Google Shape;10675;p61"/>
          <p:cNvGrpSpPr/>
          <p:nvPr/>
        </p:nvGrpSpPr>
        <p:grpSpPr>
          <a:xfrm>
            <a:off x="8153828" y="3499404"/>
            <a:ext cx="280585" cy="673164"/>
            <a:chOff x="8075075" y="3754290"/>
            <a:chExt cx="255612" cy="613194"/>
          </a:xfrm>
        </p:grpSpPr>
        <p:grpSp>
          <p:nvGrpSpPr>
            <p:cNvPr id="10676" name="Google Shape;10676;p61"/>
            <p:cNvGrpSpPr/>
            <p:nvPr/>
          </p:nvGrpSpPr>
          <p:grpSpPr>
            <a:xfrm>
              <a:off x="8075075" y="3754290"/>
              <a:ext cx="255612" cy="613194"/>
              <a:chOff x="8075075" y="3754290"/>
              <a:chExt cx="255612" cy="613194"/>
            </a:xfrm>
          </p:grpSpPr>
          <p:sp>
            <p:nvSpPr>
              <p:cNvPr id="10677" name="Google Shape;10677;p61"/>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8" name="Google Shape;10678;p61"/>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79" name="Google Shape;10679;p61"/>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0" name="Google Shape;10680;p61"/>
          <p:cNvGrpSpPr/>
          <p:nvPr/>
        </p:nvGrpSpPr>
        <p:grpSpPr>
          <a:xfrm>
            <a:off x="5270887" y="3488200"/>
            <a:ext cx="470352" cy="683745"/>
            <a:chOff x="1697726" y="3244179"/>
            <a:chExt cx="788124" cy="1146069"/>
          </a:xfrm>
        </p:grpSpPr>
        <p:sp>
          <p:nvSpPr>
            <p:cNvPr id="10681" name="Google Shape;10681;p61"/>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2" name="Google Shape;10682;p61"/>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83" name="Google Shape;10683;p61"/>
          <p:cNvSpPr/>
          <p:nvPr/>
        </p:nvSpPr>
        <p:spPr>
          <a:xfrm>
            <a:off x="8128351" y="3402203"/>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84" name="Google Shape;10684;p61"/>
          <p:cNvGrpSpPr/>
          <p:nvPr/>
        </p:nvGrpSpPr>
        <p:grpSpPr>
          <a:xfrm>
            <a:off x="5892037" y="3499402"/>
            <a:ext cx="293891" cy="293845"/>
            <a:chOff x="6134814" y="3754290"/>
            <a:chExt cx="293891" cy="293845"/>
          </a:xfrm>
        </p:grpSpPr>
        <p:sp>
          <p:nvSpPr>
            <p:cNvPr id="10685" name="Google Shape;10685;p61"/>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61"/>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7" name="Google Shape;10687;p61"/>
          <p:cNvGrpSpPr/>
          <p:nvPr/>
        </p:nvGrpSpPr>
        <p:grpSpPr>
          <a:xfrm>
            <a:off x="5892037" y="3878074"/>
            <a:ext cx="293891" cy="293891"/>
            <a:chOff x="6134814" y="4086186"/>
            <a:chExt cx="293891" cy="293891"/>
          </a:xfrm>
        </p:grpSpPr>
        <p:sp>
          <p:nvSpPr>
            <p:cNvPr id="10688" name="Google Shape;10688;p61"/>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61"/>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90" name="Google Shape;10690;p61"/>
          <p:cNvSpPr/>
          <p:nvPr/>
        </p:nvSpPr>
        <p:spPr>
          <a:xfrm>
            <a:off x="6930464" y="3498600"/>
            <a:ext cx="609693" cy="673150"/>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61"/>
          <p:cNvSpPr/>
          <p:nvPr/>
        </p:nvSpPr>
        <p:spPr>
          <a:xfrm rot="10800000">
            <a:off x="6336727" y="3496337"/>
            <a:ext cx="442939" cy="675638"/>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92" name="Google Shape;10692;p61"/>
          <p:cNvGrpSpPr/>
          <p:nvPr/>
        </p:nvGrpSpPr>
        <p:grpSpPr>
          <a:xfrm>
            <a:off x="7817013" y="2706766"/>
            <a:ext cx="622883" cy="621944"/>
            <a:chOff x="1187048" y="238125"/>
            <a:chExt cx="5256397" cy="5248476"/>
          </a:xfrm>
        </p:grpSpPr>
        <p:sp>
          <p:nvSpPr>
            <p:cNvPr id="10693" name="Google Shape;10693;p61"/>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4" name="Google Shape;10694;p61"/>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5" name="Google Shape;10695;p61"/>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6" name="Google Shape;10696;p61"/>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7" name="Google Shape;10697;p61"/>
          <p:cNvGrpSpPr/>
          <p:nvPr/>
        </p:nvGrpSpPr>
        <p:grpSpPr>
          <a:xfrm>
            <a:off x="2274118" y="2716375"/>
            <a:ext cx="1310987" cy="612407"/>
            <a:chOff x="238125" y="1188750"/>
            <a:chExt cx="7140450" cy="3335550"/>
          </a:xfrm>
        </p:grpSpPr>
        <p:sp>
          <p:nvSpPr>
            <p:cNvPr id="10698" name="Google Shape;10698;p61"/>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61"/>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61"/>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61"/>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61"/>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3" name="Google Shape;10703;p61"/>
          <p:cNvGrpSpPr/>
          <p:nvPr/>
        </p:nvGrpSpPr>
        <p:grpSpPr>
          <a:xfrm>
            <a:off x="6599990" y="2706930"/>
            <a:ext cx="1110299" cy="621702"/>
            <a:chOff x="238125" y="1335475"/>
            <a:chExt cx="5418735" cy="3034175"/>
          </a:xfrm>
        </p:grpSpPr>
        <p:sp>
          <p:nvSpPr>
            <p:cNvPr id="10704" name="Google Shape;10704;p61"/>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61"/>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6" name="Google Shape;10706;p61"/>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7" name="Google Shape;10707;p61"/>
          <p:cNvGrpSpPr/>
          <p:nvPr/>
        </p:nvGrpSpPr>
        <p:grpSpPr>
          <a:xfrm>
            <a:off x="5417649" y="2703827"/>
            <a:ext cx="1074451" cy="627181"/>
            <a:chOff x="5359127" y="2910889"/>
            <a:chExt cx="1097723" cy="640831"/>
          </a:xfrm>
        </p:grpSpPr>
        <p:grpSp>
          <p:nvGrpSpPr>
            <p:cNvPr id="10708" name="Google Shape;10708;p61"/>
            <p:cNvGrpSpPr/>
            <p:nvPr/>
          </p:nvGrpSpPr>
          <p:grpSpPr>
            <a:xfrm>
              <a:off x="5929791" y="3263088"/>
              <a:ext cx="527060" cy="287097"/>
              <a:chOff x="5929791" y="3263088"/>
              <a:chExt cx="527060" cy="287097"/>
            </a:xfrm>
          </p:grpSpPr>
          <p:sp>
            <p:nvSpPr>
              <p:cNvPr id="10709" name="Google Shape;10709;p61"/>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710" name="Google Shape;10710;p61"/>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711" name="Google Shape;10711;p61"/>
            <p:cNvGrpSpPr/>
            <p:nvPr/>
          </p:nvGrpSpPr>
          <p:grpSpPr>
            <a:xfrm>
              <a:off x="5359127" y="3263089"/>
              <a:ext cx="526428" cy="288631"/>
              <a:chOff x="5359127" y="3263089"/>
              <a:chExt cx="526428" cy="288631"/>
            </a:xfrm>
          </p:grpSpPr>
          <p:sp>
            <p:nvSpPr>
              <p:cNvPr id="10712" name="Google Shape;10712;p61"/>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713" name="Google Shape;10713;p61"/>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714" name="Google Shape;10714;p61"/>
            <p:cNvGrpSpPr/>
            <p:nvPr/>
          </p:nvGrpSpPr>
          <p:grpSpPr>
            <a:xfrm>
              <a:off x="5551525" y="2910889"/>
              <a:ext cx="520901" cy="610283"/>
              <a:chOff x="5551525" y="2910889"/>
              <a:chExt cx="520901" cy="610283"/>
            </a:xfrm>
          </p:grpSpPr>
          <p:sp>
            <p:nvSpPr>
              <p:cNvPr id="10715" name="Google Shape;10715;p61"/>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716" name="Google Shape;10716;p61"/>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717" name="Google Shape;10717;p61"/>
            <p:cNvGrpSpPr/>
            <p:nvPr/>
          </p:nvGrpSpPr>
          <p:grpSpPr>
            <a:xfrm>
              <a:off x="5743962" y="2919100"/>
              <a:ext cx="623674" cy="284502"/>
              <a:chOff x="5743962" y="2919100"/>
              <a:chExt cx="623674" cy="284502"/>
            </a:xfrm>
          </p:grpSpPr>
          <p:sp>
            <p:nvSpPr>
              <p:cNvPr id="10718" name="Google Shape;10718;p61"/>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719" name="Google Shape;10719;p61"/>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10720" name="Google Shape;10720;p61"/>
          <p:cNvGrpSpPr/>
          <p:nvPr/>
        </p:nvGrpSpPr>
        <p:grpSpPr>
          <a:xfrm>
            <a:off x="7568863" y="1854538"/>
            <a:ext cx="874976" cy="719600"/>
            <a:chOff x="7608988" y="2093194"/>
            <a:chExt cx="817276" cy="672147"/>
          </a:xfrm>
        </p:grpSpPr>
        <p:cxnSp>
          <p:nvCxnSpPr>
            <p:cNvPr id="10721" name="Google Shape;10721;p61"/>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722" name="Google Shape;10722;p61"/>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723" name="Google Shape;10723;p61"/>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724" name="Google Shape;10724;p61"/>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725" name="Google Shape;10725;p61"/>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10726" name="Google Shape;10726;p61"/>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10727" name="Google Shape;10727;p61"/>
            <p:cNvGrpSpPr/>
            <p:nvPr/>
          </p:nvGrpSpPr>
          <p:grpSpPr>
            <a:xfrm>
              <a:off x="7721175" y="2093194"/>
              <a:ext cx="599587" cy="623846"/>
              <a:chOff x="7721175" y="2093194"/>
              <a:chExt cx="599587" cy="623846"/>
            </a:xfrm>
          </p:grpSpPr>
          <p:grpSp>
            <p:nvGrpSpPr>
              <p:cNvPr id="10728" name="Google Shape;10728;p61"/>
              <p:cNvGrpSpPr/>
              <p:nvPr/>
            </p:nvGrpSpPr>
            <p:grpSpPr>
              <a:xfrm>
                <a:off x="7721175" y="2093194"/>
                <a:ext cx="291605" cy="623846"/>
                <a:chOff x="9405575" y="2061418"/>
                <a:chExt cx="291605" cy="623846"/>
              </a:xfrm>
            </p:grpSpPr>
            <p:sp>
              <p:nvSpPr>
                <p:cNvPr id="10729" name="Google Shape;10729;p61"/>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0" name="Google Shape;10730;p61"/>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61"/>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2" name="Google Shape;10732;p61"/>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61"/>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4" name="Google Shape;10734;p61"/>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5" name="Google Shape;10735;p61"/>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6" name="Google Shape;10736;p61"/>
              <p:cNvGrpSpPr/>
              <p:nvPr/>
            </p:nvGrpSpPr>
            <p:grpSpPr>
              <a:xfrm flipH="1">
                <a:off x="8029157" y="2093194"/>
                <a:ext cx="291605" cy="623846"/>
                <a:chOff x="9405575" y="2061418"/>
                <a:chExt cx="291605" cy="623846"/>
              </a:xfrm>
            </p:grpSpPr>
            <p:sp>
              <p:nvSpPr>
                <p:cNvPr id="10737" name="Google Shape;10737;p61"/>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61"/>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9" name="Google Shape;10739;p61"/>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0" name="Google Shape;10740;p61"/>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61"/>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61"/>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3" name="Google Shape;10743;p61"/>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744" name="Google Shape;10744;p61"/>
          <p:cNvGrpSpPr/>
          <p:nvPr/>
        </p:nvGrpSpPr>
        <p:grpSpPr>
          <a:xfrm>
            <a:off x="4013299" y="970941"/>
            <a:ext cx="712557" cy="785901"/>
            <a:chOff x="4206459" y="1191441"/>
            <a:chExt cx="712557" cy="785901"/>
          </a:xfrm>
        </p:grpSpPr>
        <p:sp>
          <p:nvSpPr>
            <p:cNvPr id="10745" name="Google Shape;10745;p61"/>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6" name="Google Shape;10746;p61"/>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61"/>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8" name="Google Shape;10748;p61"/>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49" name="Google Shape;10749;p61"/>
            <p:cNvGrpSpPr/>
            <p:nvPr/>
          </p:nvGrpSpPr>
          <p:grpSpPr>
            <a:xfrm>
              <a:off x="4644280" y="1290523"/>
              <a:ext cx="143716" cy="29463"/>
              <a:chOff x="4644280" y="1290523"/>
              <a:chExt cx="143716" cy="29463"/>
            </a:xfrm>
          </p:grpSpPr>
          <p:sp>
            <p:nvSpPr>
              <p:cNvPr id="10750" name="Google Shape;10750;p61"/>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61"/>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2" name="Google Shape;10752;p61"/>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3" name="Google Shape;10753;p61"/>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4" name="Google Shape;10754;p61"/>
            <p:cNvGrpSpPr/>
            <p:nvPr/>
          </p:nvGrpSpPr>
          <p:grpSpPr>
            <a:xfrm>
              <a:off x="4356567" y="1191441"/>
              <a:ext cx="143690" cy="29488"/>
              <a:chOff x="4356567" y="1191441"/>
              <a:chExt cx="143690" cy="29488"/>
            </a:xfrm>
          </p:grpSpPr>
          <p:sp>
            <p:nvSpPr>
              <p:cNvPr id="10755" name="Google Shape;10755;p61"/>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6" name="Google Shape;10756;p61"/>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7" name="Google Shape;10757;p61"/>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8" name="Google Shape;10758;p61"/>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9" name="Google Shape;10759;p61"/>
            <p:cNvGrpSpPr/>
            <p:nvPr/>
          </p:nvGrpSpPr>
          <p:grpSpPr>
            <a:xfrm>
              <a:off x="4339009" y="1863727"/>
              <a:ext cx="143703" cy="29476"/>
              <a:chOff x="4339009" y="1863727"/>
              <a:chExt cx="143703" cy="29476"/>
            </a:xfrm>
          </p:grpSpPr>
          <p:sp>
            <p:nvSpPr>
              <p:cNvPr id="10760" name="Google Shape;10760;p61"/>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1" name="Google Shape;10761;p61"/>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2" name="Google Shape;10762;p61"/>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3" name="Google Shape;10763;p61"/>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4" name="Google Shape;10764;p61"/>
            <p:cNvGrpSpPr/>
            <p:nvPr/>
          </p:nvGrpSpPr>
          <p:grpSpPr>
            <a:xfrm>
              <a:off x="4206459" y="1607315"/>
              <a:ext cx="29539" cy="142899"/>
              <a:chOff x="4206459" y="1607315"/>
              <a:chExt cx="29539" cy="142899"/>
            </a:xfrm>
          </p:grpSpPr>
          <p:sp>
            <p:nvSpPr>
              <p:cNvPr id="10765" name="Google Shape;10765;p61"/>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61"/>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61"/>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8" name="Google Shape;10768;p61"/>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69" name="Google Shape;10769;p61"/>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61"/>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61"/>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61"/>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73" name="Google Shape;10773;p61"/>
            <p:cNvGrpSpPr/>
            <p:nvPr/>
          </p:nvGrpSpPr>
          <p:grpSpPr>
            <a:xfrm>
              <a:off x="4889463" y="1423737"/>
              <a:ext cx="29552" cy="142899"/>
              <a:chOff x="4889463" y="1423737"/>
              <a:chExt cx="29552" cy="142899"/>
            </a:xfrm>
          </p:grpSpPr>
          <p:sp>
            <p:nvSpPr>
              <p:cNvPr id="10774" name="Google Shape;10774;p61"/>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61"/>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61"/>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61"/>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8" name="Google Shape;10778;p61"/>
            <p:cNvGrpSpPr/>
            <p:nvPr/>
          </p:nvGrpSpPr>
          <p:grpSpPr>
            <a:xfrm>
              <a:off x="4771663" y="1876896"/>
              <a:ext cx="108651" cy="100447"/>
              <a:chOff x="4771663" y="1876896"/>
              <a:chExt cx="108651" cy="100447"/>
            </a:xfrm>
          </p:grpSpPr>
          <p:sp>
            <p:nvSpPr>
              <p:cNvPr id="10779" name="Google Shape;10779;p61"/>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61"/>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1" name="Google Shape;10781;p61"/>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61"/>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783" name="Google Shape;10783;p61"/>
          <p:cNvGrpSpPr/>
          <p:nvPr/>
        </p:nvGrpSpPr>
        <p:grpSpPr>
          <a:xfrm>
            <a:off x="4008774" y="1854164"/>
            <a:ext cx="791287" cy="720350"/>
            <a:chOff x="267375" y="1071875"/>
            <a:chExt cx="470500" cy="428550"/>
          </a:xfrm>
        </p:grpSpPr>
        <p:sp>
          <p:nvSpPr>
            <p:cNvPr id="10784" name="Google Shape;10784;p61"/>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61"/>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61"/>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61"/>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61"/>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9" name="Google Shape;10789;p61"/>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0" name="Google Shape;10790;p61"/>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1" name="Google Shape;10791;p61"/>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2" name="Google Shape;10792;p61"/>
          <p:cNvGrpSpPr/>
          <p:nvPr/>
        </p:nvGrpSpPr>
        <p:grpSpPr>
          <a:xfrm>
            <a:off x="709269" y="3498794"/>
            <a:ext cx="1408444" cy="673166"/>
            <a:chOff x="712664" y="3693287"/>
            <a:chExt cx="1460738" cy="698160"/>
          </a:xfrm>
        </p:grpSpPr>
        <p:grpSp>
          <p:nvGrpSpPr>
            <p:cNvPr id="10793" name="Google Shape;10793;p61"/>
            <p:cNvGrpSpPr/>
            <p:nvPr/>
          </p:nvGrpSpPr>
          <p:grpSpPr>
            <a:xfrm>
              <a:off x="1380079" y="4133090"/>
              <a:ext cx="234048" cy="258099"/>
              <a:chOff x="1380079" y="4133090"/>
              <a:chExt cx="234048" cy="258099"/>
            </a:xfrm>
          </p:grpSpPr>
          <p:sp>
            <p:nvSpPr>
              <p:cNvPr id="10794" name="Google Shape;10794;p61"/>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5" name="Google Shape;10795;p61"/>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6" name="Google Shape;10796;p61"/>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7" name="Google Shape;10797;p61"/>
            <p:cNvGrpSpPr/>
            <p:nvPr/>
          </p:nvGrpSpPr>
          <p:grpSpPr>
            <a:xfrm>
              <a:off x="884610" y="3864082"/>
              <a:ext cx="1118566" cy="527275"/>
              <a:chOff x="890961" y="3865463"/>
              <a:chExt cx="1115221" cy="525698"/>
            </a:xfrm>
          </p:grpSpPr>
          <p:sp>
            <p:nvSpPr>
              <p:cNvPr id="10798" name="Google Shape;10798;p61"/>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61"/>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0" name="Google Shape;10800;p61"/>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1" name="Google Shape;10801;p61"/>
            <p:cNvGrpSpPr/>
            <p:nvPr/>
          </p:nvGrpSpPr>
          <p:grpSpPr>
            <a:xfrm>
              <a:off x="712664" y="3693287"/>
              <a:ext cx="1460738" cy="698160"/>
              <a:chOff x="712664" y="3693025"/>
              <a:chExt cx="1460738" cy="698160"/>
            </a:xfrm>
          </p:grpSpPr>
          <p:sp>
            <p:nvSpPr>
              <p:cNvPr id="10802" name="Google Shape;10802;p61"/>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3" name="Google Shape;10803;p61"/>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4" name="Google Shape;10804;p61"/>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5" name="Google Shape;10805;p61"/>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6" name="Google Shape;10806;p61"/>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7" name="Google Shape;10807;p61"/>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808" name="Google Shape;10808;p61"/>
          <p:cNvGrpSpPr/>
          <p:nvPr/>
        </p:nvGrpSpPr>
        <p:grpSpPr>
          <a:xfrm>
            <a:off x="3146985" y="970941"/>
            <a:ext cx="795485" cy="738831"/>
            <a:chOff x="3348603" y="1236445"/>
            <a:chExt cx="749256" cy="695894"/>
          </a:xfrm>
        </p:grpSpPr>
        <p:grpSp>
          <p:nvGrpSpPr>
            <p:cNvPr id="10809" name="Google Shape;10809;p61"/>
            <p:cNvGrpSpPr/>
            <p:nvPr/>
          </p:nvGrpSpPr>
          <p:grpSpPr>
            <a:xfrm>
              <a:off x="3583779" y="1236445"/>
              <a:ext cx="293795" cy="285811"/>
              <a:chOff x="3750225" y="1774000"/>
              <a:chExt cx="149575" cy="145525"/>
            </a:xfrm>
          </p:grpSpPr>
          <p:sp>
            <p:nvSpPr>
              <p:cNvPr id="10810" name="Google Shape;10810;p61"/>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1" name="Google Shape;10811;p61"/>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2" name="Google Shape;10812;p61"/>
            <p:cNvGrpSpPr/>
            <p:nvPr/>
          </p:nvGrpSpPr>
          <p:grpSpPr>
            <a:xfrm>
              <a:off x="3775534" y="1462599"/>
              <a:ext cx="322325" cy="285958"/>
              <a:chOff x="3847850" y="1889150"/>
              <a:chExt cx="164100" cy="145600"/>
            </a:xfrm>
          </p:grpSpPr>
          <p:sp>
            <p:nvSpPr>
              <p:cNvPr id="10813" name="Google Shape;10813;p61"/>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4" name="Google Shape;10814;p61"/>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5" name="Google Shape;10815;p61"/>
            <p:cNvGrpSpPr/>
            <p:nvPr/>
          </p:nvGrpSpPr>
          <p:grpSpPr>
            <a:xfrm>
              <a:off x="3545329" y="1646528"/>
              <a:ext cx="293746" cy="285811"/>
              <a:chOff x="3730650" y="1982800"/>
              <a:chExt cx="149550" cy="145525"/>
            </a:xfrm>
          </p:grpSpPr>
          <p:sp>
            <p:nvSpPr>
              <p:cNvPr id="10816" name="Google Shape;10816;p61"/>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61"/>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8" name="Google Shape;10818;p61"/>
            <p:cNvGrpSpPr/>
            <p:nvPr/>
          </p:nvGrpSpPr>
          <p:grpSpPr>
            <a:xfrm>
              <a:off x="3348603" y="1415046"/>
              <a:ext cx="294384" cy="284387"/>
              <a:chOff x="3630494" y="1864938"/>
              <a:chExt cx="149875" cy="144800"/>
            </a:xfrm>
          </p:grpSpPr>
          <p:sp>
            <p:nvSpPr>
              <p:cNvPr id="10819" name="Google Shape;10819;p61"/>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61"/>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821" name="Google Shape;10821;p61"/>
          <p:cNvGrpSpPr/>
          <p:nvPr/>
        </p:nvGrpSpPr>
        <p:grpSpPr>
          <a:xfrm>
            <a:off x="2268512" y="3493837"/>
            <a:ext cx="1324924" cy="678083"/>
            <a:chOff x="2413923" y="3711366"/>
            <a:chExt cx="1374117" cy="703260"/>
          </a:xfrm>
        </p:grpSpPr>
        <p:grpSp>
          <p:nvGrpSpPr>
            <p:cNvPr id="10822" name="Google Shape;10822;p61"/>
            <p:cNvGrpSpPr/>
            <p:nvPr/>
          </p:nvGrpSpPr>
          <p:grpSpPr>
            <a:xfrm>
              <a:off x="2413923" y="3711366"/>
              <a:ext cx="1374117" cy="703260"/>
              <a:chOff x="2413923" y="3711366"/>
              <a:chExt cx="1374117" cy="703260"/>
            </a:xfrm>
          </p:grpSpPr>
          <p:sp>
            <p:nvSpPr>
              <p:cNvPr id="10823" name="Google Shape;10823;p61"/>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24" name="Google Shape;10824;p61"/>
              <p:cNvGrpSpPr/>
              <p:nvPr/>
            </p:nvGrpSpPr>
            <p:grpSpPr>
              <a:xfrm>
                <a:off x="2600284" y="3808654"/>
                <a:ext cx="234506" cy="138009"/>
                <a:chOff x="2600284" y="3808654"/>
                <a:chExt cx="234506" cy="138009"/>
              </a:xfrm>
            </p:grpSpPr>
            <p:sp>
              <p:nvSpPr>
                <p:cNvPr id="10825" name="Google Shape;10825;p61"/>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826" name="Google Shape;10826;p61"/>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827" name="Google Shape;10827;p61"/>
              <p:cNvGrpSpPr/>
              <p:nvPr/>
            </p:nvGrpSpPr>
            <p:grpSpPr>
              <a:xfrm>
                <a:off x="3359659" y="3805664"/>
                <a:ext cx="232294" cy="141000"/>
                <a:chOff x="3359659" y="3805664"/>
                <a:chExt cx="232294" cy="141000"/>
              </a:xfrm>
            </p:grpSpPr>
            <p:sp>
              <p:nvSpPr>
                <p:cNvPr id="10828" name="Google Shape;10828;p61"/>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829" name="Google Shape;10829;p61"/>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830" name="Google Shape;10830;p61"/>
              <p:cNvGrpSpPr/>
              <p:nvPr/>
            </p:nvGrpSpPr>
            <p:grpSpPr>
              <a:xfrm>
                <a:off x="3067316" y="3711366"/>
                <a:ext cx="66900" cy="166809"/>
                <a:chOff x="3067316" y="3711366"/>
                <a:chExt cx="66900" cy="166809"/>
              </a:xfrm>
            </p:grpSpPr>
            <p:sp>
              <p:nvSpPr>
                <p:cNvPr id="10831" name="Google Shape;10831;p61"/>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832" name="Google Shape;10832;p61"/>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833" name="Google Shape;10833;p61"/>
              <p:cNvGrpSpPr/>
              <p:nvPr/>
            </p:nvGrpSpPr>
            <p:grpSpPr>
              <a:xfrm>
                <a:off x="2413923" y="4058666"/>
                <a:ext cx="224119" cy="66900"/>
                <a:chOff x="2413923" y="4058666"/>
                <a:chExt cx="224119" cy="66900"/>
              </a:xfrm>
            </p:grpSpPr>
            <p:sp>
              <p:nvSpPr>
                <p:cNvPr id="10834" name="Google Shape;10834;p61"/>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835" name="Google Shape;10835;p61"/>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836" name="Google Shape;10836;p61"/>
              <p:cNvGrpSpPr/>
              <p:nvPr/>
            </p:nvGrpSpPr>
            <p:grpSpPr>
              <a:xfrm>
                <a:off x="3564643" y="4058666"/>
                <a:ext cx="223397" cy="66900"/>
                <a:chOff x="3564643" y="4058666"/>
                <a:chExt cx="223397" cy="66900"/>
              </a:xfrm>
            </p:grpSpPr>
            <p:sp>
              <p:nvSpPr>
                <p:cNvPr id="10837" name="Google Shape;10837;p61"/>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838" name="Google Shape;10838;p61"/>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10839" name="Google Shape;10839;p61"/>
            <p:cNvGrpSpPr/>
            <p:nvPr/>
          </p:nvGrpSpPr>
          <p:grpSpPr>
            <a:xfrm>
              <a:off x="2633353" y="3965763"/>
              <a:ext cx="933975" cy="445687"/>
              <a:chOff x="2633353" y="3965763"/>
              <a:chExt cx="933975" cy="445687"/>
            </a:xfrm>
          </p:grpSpPr>
          <p:sp>
            <p:nvSpPr>
              <p:cNvPr id="10840" name="Google Shape;10840;p61"/>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61"/>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842" name="Google Shape;10842;p61"/>
          <p:cNvGrpSpPr/>
          <p:nvPr/>
        </p:nvGrpSpPr>
        <p:grpSpPr>
          <a:xfrm>
            <a:off x="6392784" y="1044384"/>
            <a:ext cx="1131087" cy="587383"/>
            <a:chOff x="238125" y="999450"/>
            <a:chExt cx="7140700" cy="3708225"/>
          </a:xfrm>
        </p:grpSpPr>
        <p:sp>
          <p:nvSpPr>
            <p:cNvPr id="10843" name="Google Shape;10843;p61"/>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4" name="Google Shape;10844;p61"/>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5" name="Google Shape;10845;p61"/>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61"/>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7" name="Google Shape;10847;p61"/>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8" name="Google Shape;10848;p61"/>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61"/>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61"/>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1" name="Google Shape;10851;p61"/>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2" name="Google Shape;10852;p61"/>
          <p:cNvGrpSpPr/>
          <p:nvPr/>
        </p:nvGrpSpPr>
        <p:grpSpPr>
          <a:xfrm>
            <a:off x="3744234" y="3493879"/>
            <a:ext cx="1375854" cy="678131"/>
            <a:chOff x="3913765" y="3641905"/>
            <a:chExt cx="1522805" cy="750560"/>
          </a:xfrm>
        </p:grpSpPr>
        <p:grpSp>
          <p:nvGrpSpPr>
            <p:cNvPr id="10853" name="Google Shape;10853;p61"/>
            <p:cNvGrpSpPr/>
            <p:nvPr/>
          </p:nvGrpSpPr>
          <p:grpSpPr>
            <a:xfrm>
              <a:off x="3913765" y="3997002"/>
              <a:ext cx="1522805" cy="395463"/>
              <a:chOff x="3913765" y="3997002"/>
              <a:chExt cx="1522805" cy="395463"/>
            </a:xfrm>
          </p:grpSpPr>
          <p:grpSp>
            <p:nvGrpSpPr>
              <p:cNvPr id="10854" name="Google Shape;10854;p61"/>
              <p:cNvGrpSpPr/>
              <p:nvPr/>
            </p:nvGrpSpPr>
            <p:grpSpPr>
              <a:xfrm>
                <a:off x="3913765" y="4138659"/>
                <a:ext cx="507602" cy="253806"/>
                <a:chOff x="3913765" y="4138659"/>
                <a:chExt cx="507602" cy="253806"/>
              </a:xfrm>
            </p:grpSpPr>
            <p:sp>
              <p:nvSpPr>
                <p:cNvPr id="10855" name="Google Shape;10855;p61"/>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6" name="Google Shape;10856;p61"/>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10857" name="Google Shape;10857;p61"/>
              <p:cNvGrpSpPr/>
              <p:nvPr/>
            </p:nvGrpSpPr>
            <p:grpSpPr>
              <a:xfrm>
                <a:off x="4421361" y="3997002"/>
                <a:ext cx="507618" cy="395463"/>
                <a:chOff x="4421361" y="3997002"/>
                <a:chExt cx="507618" cy="395463"/>
              </a:xfrm>
            </p:grpSpPr>
            <p:sp>
              <p:nvSpPr>
                <p:cNvPr id="10858" name="Google Shape;10858;p61"/>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9" name="Google Shape;10859;p61"/>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0" name="Google Shape;10860;p61"/>
              <p:cNvGrpSpPr/>
              <p:nvPr/>
            </p:nvGrpSpPr>
            <p:grpSpPr>
              <a:xfrm>
                <a:off x="4928973" y="4189418"/>
                <a:ext cx="507596" cy="203047"/>
                <a:chOff x="4928973" y="4189418"/>
                <a:chExt cx="507596" cy="203047"/>
              </a:xfrm>
            </p:grpSpPr>
            <p:sp>
              <p:nvSpPr>
                <p:cNvPr id="10861" name="Google Shape;10861;p61"/>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2" name="Google Shape;10862;p61"/>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863" name="Google Shape;10863;p61"/>
            <p:cNvGrpSpPr/>
            <p:nvPr/>
          </p:nvGrpSpPr>
          <p:grpSpPr>
            <a:xfrm>
              <a:off x="4482186" y="3641905"/>
              <a:ext cx="397605" cy="349784"/>
              <a:chOff x="2906375" y="1159725"/>
              <a:chExt cx="1860575" cy="1636800"/>
            </a:xfrm>
          </p:grpSpPr>
          <p:sp>
            <p:nvSpPr>
              <p:cNvPr id="10864" name="Google Shape;10864;p61"/>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61"/>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6" name="Google Shape;10866;p61"/>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7" name="Google Shape;10867;p61"/>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868" name="Google Shape;10868;p61"/>
          <p:cNvGrpSpPr/>
          <p:nvPr/>
        </p:nvGrpSpPr>
        <p:grpSpPr>
          <a:xfrm>
            <a:off x="6528943" y="1853805"/>
            <a:ext cx="940737" cy="721067"/>
            <a:chOff x="6599718" y="2068734"/>
            <a:chExt cx="940737" cy="721067"/>
          </a:xfrm>
        </p:grpSpPr>
        <p:sp>
          <p:nvSpPr>
            <p:cNvPr id="10869" name="Google Shape;10869;p61"/>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0" name="Google Shape;10870;p61"/>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61"/>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2" name="Google Shape;10872;p61"/>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3" name="Google Shape;10873;p61"/>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61"/>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75" name="Google Shape;10875;p61"/>
            <p:cNvGrpSpPr/>
            <p:nvPr/>
          </p:nvGrpSpPr>
          <p:grpSpPr>
            <a:xfrm>
              <a:off x="6836957" y="2068734"/>
              <a:ext cx="461892" cy="721067"/>
              <a:chOff x="6836957" y="2068734"/>
              <a:chExt cx="461892" cy="721067"/>
            </a:xfrm>
          </p:grpSpPr>
          <p:sp>
            <p:nvSpPr>
              <p:cNvPr id="10876" name="Google Shape;10876;p61"/>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61"/>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8" name="Google Shape;10878;p61"/>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9" name="Google Shape;10879;p61"/>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0" name="Google Shape;10880;p61"/>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61"/>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82" name="Google Shape;10882;p61"/>
              <p:cNvGrpSpPr/>
              <p:nvPr/>
            </p:nvGrpSpPr>
            <p:grpSpPr>
              <a:xfrm>
                <a:off x="6836957" y="2068734"/>
                <a:ext cx="461892" cy="721067"/>
                <a:chOff x="6836957" y="2068734"/>
                <a:chExt cx="461892" cy="721067"/>
              </a:xfrm>
            </p:grpSpPr>
            <p:sp>
              <p:nvSpPr>
                <p:cNvPr id="10883" name="Google Shape;10883;p61"/>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61"/>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5" name="Google Shape;10885;p61"/>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6" name="Google Shape;10886;p61"/>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61"/>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8" name="Google Shape;10888;p61"/>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9" name="Google Shape;10889;p61"/>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890" name="Google Shape;10890;p61"/>
          <p:cNvGrpSpPr/>
          <p:nvPr/>
        </p:nvGrpSpPr>
        <p:grpSpPr>
          <a:xfrm>
            <a:off x="2412262" y="1858152"/>
            <a:ext cx="712577" cy="712374"/>
            <a:chOff x="2559249" y="2069323"/>
            <a:chExt cx="685566" cy="685634"/>
          </a:xfrm>
        </p:grpSpPr>
        <p:sp>
          <p:nvSpPr>
            <p:cNvPr id="10891" name="Google Shape;10891;p61"/>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2" name="Google Shape;10892;p61"/>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3" name="Google Shape;10893;p61"/>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4" name="Google Shape;10894;p61"/>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5" name="Google Shape;10895;p61"/>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61"/>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61"/>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8" name="Google Shape;10898;p61"/>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61"/>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0" name="Google Shape;10900;p61"/>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1" name="Google Shape;10901;p61"/>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61"/>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61"/>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4" name="Google Shape;10904;p61"/>
          <p:cNvGrpSpPr/>
          <p:nvPr/>
        </p:nvGrpSpPr>
        <p:grpSpPr>
          <a:xfrm>
            <a:off x="7594699" y="970941"/>
            <a:ext cx="845645" cy="711911"/>
            <a:chOff x="951975" y="315800"/>
            <a:chExt cx="5860325" cy="4933550"/>
          </a:xfrm>
        </p:grpSpPr>
        <p:sp>
          <p:nvSpPr>
            <p:cNvPr id="10905" name="Google Shape;10905;p61"/>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61"/>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7" name="Google Shape;10907;p61"/>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8" name="Google Shape;10908;p61"/>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61"/>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0" name="Google Shape;10910;p61"/>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1" name="Google Shape;10911;p61"/>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2" name="Google Shape;10912;p61"/>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3" name="Google Shape;10913;p61"/>
          <p:cNvGrpSpPr/>
          <p:nvPr/>
        </p:nvGrpSpPr>
        <p:grpSpPr>
          <a:xfrm>
            <a:off x="3691828" y="2707050"/>
            <a:ext cx="1617932" cy="621724"/>
            <a:chOff x="3862800" y="3038525"/>
            <a:chExt cx="1329006" cy="510698"/>
          </a:xfrm>
        </p:grpSpPr>
        <p:sp>
          <p:nvSpPr>
            <p:cNvPr id="10914" name="Google Shape;10914;p61"/>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61"/>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16" name="Google Shape;10916;p61"/>
            <p:cNvGrpSpPr/>
            <p:nvPr/>
          </p:nvGrpSpPr>
          <p:grpSpPr>
            <a:xfrm>
              <a:off x="3967075" y="3040337"/>
              <a:ext cx="1019927" cy="402126"/>
              <a:chOff x="3967075" y="3040337"/>
              <a:chExt cx="1019927" cy="402126"/>
            </a:xfrm>
          </p:grpSpPr>
          <p:sp>
            <p:nvSpPr>
              <p:cNvPr id="10917" name="Google Shape;10917;p61"/>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61"/>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9" name="Google Shape;10919;p61"/>
            <p:cNvGrpSpPr/>
            <p:nvPr/>
          </p:nvGrpSpPr>
          <p:grpSpPr>
            <a:xfrm>
              <a:off x="4186700" y="3040337"/>
              <a:ext cx="390475" cy="183289"/>
              <a:chOff x="4186700" y="3040337"/>
              <a:chExt cx="390475" cy="183289"/>
            </a:xfrm>
          </p:grpSpPr>
          <p:sp>
            <p:nvSpPr>
              <p:cNvPr id="10920" name="Google Shape;10920;p61"/>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1" name="Google Shape;10921;p61"/>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2" name="Google Shape;10922;p61"/>
            <p:cNvGrpSpPr/>
            <p:nvPr/>
          </p:nvGrpSpPr>
          <p:grpSpPr>
            <a:xfrm>
              <a:off x="4073727" y="3040337"/>
              <a:ext cx="697794" cy="296263"/>
              <a:chOff x="4073727" y="3040337"/>
              <a:chExt cx="697794" cy="296263"/>
            </a:xfrm>
          </p:grpSpPr>
          <p:sp>
            <p:nvSpPr>
              <p:cNvPr id="10923" name="Google Shape;10923;p61"/>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4" name="Google Shape;10924;p61"/>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5" name="Google Shape;10925;p61"/>
            <p:cNvGrpSpPr/>
            <p:nvPr/>
          </p:nvGrpSpPr>
          <p:grpSpPr>
            <a:xfrm>
              <a:off x="3862800" y="3038525"/>
              <a:ext cx="1329006" cy="510698"/>
              <a:chOff x="3862800" y="3038525"/>
              <a:chExt cx="1329006" cy="510698"/>
            </a:xfrm>
          </p:grpSpPr>
          <p:sp>
            <p:nvSpPr>
              <p:cNvPr id="10926" name="Google Shape;10926;p61"/>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61"/>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928" name="Google Shape;10928;p61"/>
          <p:cNvGrpSpPr/>
          <p:nvPr/>
        </p:nvGrpSpPr>
        <p:grpSpPr>
          <a:xfrm>
            <a:off x="700150" y="970941"/>
            <a:ext cx="883205" cy="775176"/>
            <a:chOff x="649648" y="271400"/>
            <a:chExt cx="6215377" cy="5455143"/>
          </a:xfrm>
        </p:grpSpPr>
        <p:sp>
          <p:nvSpPr>
            <p:cNvPr id="10929" name="Google Shape;10929;p61"/>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61"/>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61"/>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61"/>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61"/>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61"/>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5" name="Google Shape;10935;p61"/>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6" name="Google Shape;10936;p61"/>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61"/>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61"/>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61"/>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0" name="Google Shape;10940;p61"/>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1" name="Google Shape;10941;p61"/>
          <p:cNvGrpSpPr/>
          <p:nvPr/>
        </p:nvGrpSpPr>
        <p:grpSpPr>
          <a:xfrm>
            <a:off x="2308452" y="970941"/>
            <a:ext cx="767704" cy="815489"/>
            <a:chOff x="2499700" y="1135950"/>
            <a:chExt cx="732402" cy="777990"/>
          </a:xfrm>
        </p:grpSpPr>
        <p:grpSp>
          <p:nvGrpSpPr>
            <p:cNvPr id="10942" name="Google Shape;10942;p61"/>
            <p:cNvGrpSpPr/>
            <p:nvPr/>
          </p:nvGrpSpPr>
          <p:grpSpPr>
            <a:xfrm>
              <a:off x="2499700" y="1135950"/>
              <a:ext cx="732402" cy="694705"/>
              <a:chOff x="2499700" y="1135950"/>
              <a:chExt cx="732402" cy="694705"/>
            </a:xfrm>
          </p:grpSpPr>
          <p:sp>
            <p:nvSpPr>
              <p:cNvPr id="10943" name="Google Shape;10943;p61"/>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4" name="Google Shape;10944;p61"/>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61"/>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61"/>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61"/>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61"/>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61"/>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61"/>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1" name="Google Shape;10951;p61"/>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61"/>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61"/>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4" name="Google Shape;10954;p61"/>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61"/>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61"/>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7" name="Google Shape;10957;p61"/>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8" name="Google Shape;10958;p61"/>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61"/>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61"/>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61"/>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61"/>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61"/>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4" name="Google Shape;10964;p61"/>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5" name="Google Shape;10965;p61"/>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61"/>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7" name="Google Shape;10967;p61"/>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8" name="Google Shape;10968;p61"/>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61"/>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0" name="Google Shape;10970;p61"/>
            <p:cNvGrpSpPr/>
            <p:nvPr/>
          </p:nvGrpSpPr>
          <p:grpSpPr>
            <a:xfrm>
              <a:off x="2517909" y="1188726"/>
              <a:ext cx="702702" cy="725214"/>
              <a:chOff x="2517909" y="1188726"/>
              <a:chExt cx="702702" cy="725214"/>
            </a:xfrm>
          </p:grpSpPr>
          <p:sp>
            <p:nvSpPr>
              <p:cNvPr id="10971" name="Google Shape;10971;p61"/>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61"/>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61"/>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61"/>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5" name="Google Shape;10975;p61"/>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976" name="Google Shape;10976;p61"/>
          <p:cNvGrpSpPr/>
          <p:nvPr/>
        </p:nvGrpSpPr>
        <p:grpSpPr>
          <a:xfrm>
            <a:off x="1654184" y="970941"/>
            <a:ext cx="583439" cy="870229"/>
            <a:chOff x="1716825" y="1121550"/>
            <a:chExt cx="622800" cy="928938"/>
          </a:xfrm>
        </p:grpSpPr>
        <p:grpSp>
          <p:nvGrpSpPr>
            <p:cNvPr id="10977" name="Google Shape;10977;p61"/>
            <p:cNvGrpSpPr/>
            <p:nvPr/>
          </p:nvGrpSpPr>
          <p:grpSpPr>
            <a:xfrm>
              <a:off x="1716825" y="1121550"/>
              <a:ext cx="622800" cy="928938"/>
              <a:chOff x="1716825" y="1121550"/>
              <a:chExt cx="622800" cy="928938"/>
            </a:xfrm>
          </p:grpSpPr>
          <p:cxnSp>
            <p:nvCxnSpPr>
              <p:cNvPr id="10978" name="Google Shape;10978;p61"/>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10979" name="Google Shape;10979;p61"/>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80" name="Google Shape;10980;p61"/>
            <p:cNvGrpSpPr/>
            <p:nvPr/>
          </p:nvGrpSpPr>
          <p:grpSpPr>
            <a:xfrm>
              <a:off x="1768050" y="1172775"/>
              <a:ext cx="520200" cy="832000"/>
              <a:chOff x="1768050" y="1172775"/>
              <a:chExt cx="520200" cy="832000"/>
            </a:xfrm>
          </p:grpSpPr>
          <p:cxnSp>
            <p:nvCxnSpPr>
              <p:cNvPr id="10981" name="Google Shape;10981;p61"/>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10982" name="Google Shape;10982;p61"/>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83" name="Google Shape;10983;p61"/>
            <p:cNvGrpSpPr/>
            <p:nvPr/>
          </p:nvGrpSpPr>
          <p:grpSpPr>
            <a:xfrm>
              <a:off x="1820100" y="1225475"/>
              <a:ext cx="416400" cy="729575"/>
              <a:chOff x="1820100" y="1225475"/>
              <a:chExt cx="416400" cy="729575"/>
            </a:xfrm>
          </p:grpSpPr>
          <p:cxnSp>
            <p:nvCxnSpPr>
              <p:cNvPr id="10984" name="Google Shape;10984;p61"/>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10985" name="Google Shape;10985;p61"/>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86" name="Google Shape;10986;p61"/>
            <p:cNvGrpSpPr/>
            <p:nvPr/>
          </p:nvGrpSpPr>
          <p:grpSpPr>
            <a:xfrm>
              <a:off x="1874250" y="1278825"/>
              <a:ext cx="308100" cy="605275"/>
              <a:chOff x="1874250" y="1278825"/>
              <a:chExt cx="308100" cy="605275"/>
            </a:xfrm>
          </p:grpSpPr>
          <p:cxnSp>
            <p:nvCxnSpPr>
              <p:cNvPr id="10987" name="Google Shape;10987;p61"/>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10988" name="Google Shape;10988;p61"/>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89" name="Google Shape;10989;p61"/>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0" name="Google Shape;10990;p61"/>
          <p:cNvGrpSpPr/>
          <p:nvPr/>
        </p:nvGrpSpPr>
        <p:grpSpPr>
          <a:xfrm>
            <a:off x="1574007" y="1857263"/>
            <a:ext cx="739072" cy="714152"/>
            <a:chOff x="4334725" y="1355875"/>
            <a:chExt cx="3106650" cy="3001900"/>
          </a:xfrm>
        </p:grpSpPr>
        <p:grpSp>
          <p:nvGrpSpPr>
            <p:cNvPr id="10991" name="Google Shape;10991;p61"/>
            <p:cNvGrpSpPr/>
            <p:nvPr/>
          </p:nvGrpSpPr>
          <p:grpSpPr>
            <a:xfrm>
              <a:off x="4516050" y="1724875"/>
              <a:ext cx="2693725" cy="2632900"/>
              <a:chOff x="4516050" y="1724875"/>
              <a:chExt cx="2693725" cy="2632900"/>
            </a:xfrm>
          </p:grpSpPr>
          <p:sp>
            <p:nvSpPr>
              <p:cNvPr id="10992" name="Google Shape;10992;p61"/>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3" name="Google Shape;10993;p61"/>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4" name="Google Shape;10994;p61"/>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5" name="Google Shape;10995;p61"/>
            <p:cNvGrpSpPr/>
            <p:nvPr/>
          </p:nvGrpSpPr>
          <p:grpSpPr>
            <a:xfrm>
              <a:off x="4334725" y="1355875"/>
              <a:ext cx="3106650" cy="2709650"/>
              <a:chOff x="4334725" y="1355875"/>
              <a:chExt cx="3106650" cy="2709650"/>
            </a:xfrm>
          </p:grpSpPr>
          <p:sp>
            <p:nvSpPr>
              <p:cNvPr id="10996" name="Google Shape;10996;p61"/>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7" name="Google Shape;10997;p61"/>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8" name="Google Shape;10998;p61"/>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999" name="Google Shape;10999;p61"/>
          <p:cNvGrpSpPr/>
          <p:nvPr/>
        </p:nvGrpSpPr>
        <p:grpSpPr>
          <a:xfrm>
            <a:off x="7690956" y="3488034"/>
            <a:ext cx="312074" cy="684173"/>
            <a:chOff x="7645573" y="3754300"/>
            <a:chExt cx="293855" cy="644170"/>
          </a:xfrm>
        </p:grpSpPr>
        <p:sp>
          <p:nvSpPr>
            <p:cNvPr id="11000" name="Google Shape;11000;p61"/>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61"/>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2" name="Google Shape;11002;p61"/>
          <p:cNvGrpSpPr/>
          <p:nvPr/>
        </p:nvGrpSpPr>
        <p:grpSpPr>
          <a:xfrm>
            <a:off x="5612944" y="970941"/>
            <a:ext cx="709011" cy="739359"/>
            <a:chOff x="5830645" y="1256617"/>
            <a:chExt cx="530340" cy="553040"/>
          </a:xfrm>
        </p:grpSpPr>
        <p:grpSp>
          <p:nvGrpSpPr>
            <p:cNvPr id="11003" name="Google Shape;11003;p61"/>
            <p:cNvGrpSpPr/>
            <p:nvPr/>
          </p:nvGrpSpPr>
          <p:grpSpPr>
            <a:xfrm>
              <a:off x="5830645" y="1256617"/>
              <a:ext cx="259743" cy="269909"/>
              <a:chOff x="5830645" y="1256617"/>
              <a:chExt cx="259743" cy="269909"/>
            </a:xfrm>
          </p:grpSpPr>
          <p:sp>
            <p:nvSpPr>
              <p:cNvPr id="11004" name="Google Shape;11004;p61"/>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5" name="Google Shape;11005;p61"/>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6" name="Google Shape;11006;p61"/>
            <p:cNvGrpSpPr/>
            <p:nvPr/>
          </p:nvGrpSpPr>
          <p:grpSpPr>
            <a:xfrm>
              <a:off x="6101293" y="1256617"/>
              <a:ext cx="259692" cy="269909"/>
              <a:chOff x="6101293" y="1256617"/>
              <a:chExt cx="259692" cy="269909"/>
            </a:xfrm>
          </p:grpSpPr>
          <p:sp>
            <p:nvSpPr>
              <p:cNvPr id="11007" name="Google Shape;11007;p61"/>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61"/>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9" name="Google Shape;11009;p61"/>
            <p:cNvGrpSpPr/>
            <p:nvPr/>
          </p:nvGrpSpPr>
          <p:grpSpPr>
            <a:xfrm>
              <a:off x="5830645" y="1539749"/>
              <a:ext cx="259692" cy="269909"/>
              <a:chOff x="5830645" y="1539749"/>
              <a:chExt cx="259692" cy="269909"/>
            </a:xfrm>
          </p:grpSpPr>
          <p:sp>
            <p:nvSpPr>
              <p:cNvPr id="11010" name="Google Shape;11010;p61"/>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1" name="Google Shape;11011;p61"/>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2" name="Google Shape;11012;p61"/>
            <p:cNvGrpSpPr/>
            <p:nvPr/>
          </p:nvGrpSpPr>
          <p:grpSpPr>
            <a:xfrm>
              <a:off x="6101293" y="1539749"/>
              <a:ext cx="259692" cy="269909"/>
              <a:chOff x="6101293" y="1539749"/>
              <a:chExt cx="259692" cy="269909"/>
            </a:xfrm>
          </p:grpSpPr>
          <p:sp>
            <p:nvSpPr>
              <p:cNvPr id="11013" name="Google Shape;11013;p61"/>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61"/>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15" name="Google Shape;11015;p61"/>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6" name="Google Shape;11016;p61"/>
          <p:cNvGrpSpPr/>
          <p:nvPr/>
        </p:nvGrpSpPr>
        <p:grpSpPr>
          <a:xfrm>
            <a:off x="714438" y="2707057"/>
            <a:ext cx="1452955" cy="621360"/>
            <a:chOff x="732422" y="2990152"/>
            <a:chExt cx="1337773" cy="572102"/>
          </a:xfrm>
        </p:grpSpPr>
        <p:sp>
          <p:nvSpPr>
            <p:cNvPr id="11017" name="Google Shape;11017;p61"/>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61"/>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61"/>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61"/>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61"/>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61"/>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Shape 11026"/>
        <p:cNvGrpSpPr/>
        <p:nvPr/>
      </p:nvGrpSpPr>
      <p:grpSpPr>
        <a:xfrm>
          <a:off x="0" y="0"/>
          <a:ext cx="0" cy="0"/>
          <a:chOff x="0" y="0"/>
          <a:chExt cx="0" cy="0"/>
        </a:xfrm>
      </p:grpSpPr>
      <p:grpSp>
        <p:nvGrpSpPr>
          <p:cNvPr id="11027" name="Google Shape;11027;p62"/>
          <p:cNvGrpSpPr/>
          <p:nvPr/>
        </p:nvGrpSpPr>
        <p:grpSpPr>
          <a:xfrm>
            <a:off x="708575" y="965865"/>
            <a:ext cx="1636117" cy="1526144"/>
            <a:chOff x="729238" y="1179665"/>
            <a:chExt cx="1636117" cy="1526144"/>
          </a:xfrm>
        </p:grpSpPr>
        <p:grpSp>
          <p:nvGrpSpPr>
            <p:cNvPr id="11028" name="Google Shape;11028;p62"/>
            <p:cNvGrpSpPr/>
            <p:nvPr/>
          </p:nvGrpSpPr>
          <p:grpSpPr>
            <a:xfrm>
              <a:off x="729238" y="1179665"/>
              <a:ext cx="80700" cy="1526144"/>
              <a:chOff x="729238" y="1179665"/>
              <a:chExt cx="80700" cy="1526144"/>
            </a:xfrm>
          </p:grpSpPr>
          <p:sp>
            <p:nvSpPr>
              <p:cNvPr id="11029" name="Google Shape;11029;p62"/>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0" name="Google Shape;11030;p62"/>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62"/>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2" name="Google Shape;11032;p62"/>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3" name="Google Shape;11033;p62"/>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4" name="Google Shape;11034;p62"/>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62"/>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62"/>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62"/>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62"/>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9" name="Google Shape;11039;p62"/>
            <p:cNvGrpSpPr/>
            <p:nvPr/>
          </p:nvGrpSpPr>
          <p:grpSpPr>
            <a:xfrm>
              <a:off x="903098" y="1179665"/>
              <a:ext cx="80700" cy="1526144"/>
              <a:chOff x="903098" y="1179665"/>
              <a:chExt cx="80700" cy="1526144"/>
            </a:xfrm>
          </p:grpSpPr>
          <p:sp>
            <p:nvSpPr>
              <p:cNvPr id="11040" name="Google Shape;11040;p62"/>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62"/>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2" name="Google Shape;11042;p62"/>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3" name="Google Shape;11043;p62"/>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62"/>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62"/>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6" name="Google Shape;11046;p62"/>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7" name="Google Shape;11047;p62"/>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62"/>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9" name="Google Shape;11049;p62"/>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0" name="Google Shape;11050;p62"/>
            <p:cNvGrpSpPr/>
            <p:nvPr/>
          </p:nvGrpSpPr>
          <p:grpSpPr>
            <a:xfrm>
              <a:off x="1076958" y="1179665"/>
              <a:ext cx="80700" cy="1526144"/>
              <a:chOff x="1076958" y="1179665"/>
              <a:chExt cx="80700" cy="1526144"/>
            </a:xfrm>
          </p:grpSpPr>
          <p:sp>
            <p:nvSpPr>
              <p:cNvPr id="11051" name="Google Shape;11051;p62"/>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62"/>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62"/>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62"/>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5" name="Google Shape;11055;p62"/>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62"/>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7" name="Google Shape;11057;p62"/>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8" name="Google Shape;11058;p62"/>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62"/>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0" name="Google Shape;11060;p62"/>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1" name="Google Shape;11061;p62"/>
            <p:cNvGrpSpPr/>
            <p:nvPr/>
          </p:nvGrpSpPr>
          <p:grpSpPr>
            <a:xfrm>
              <a:off x="1247707" y="1179665"/>
              <a:ext cx="80700" cy="1526144"/>
              <a:chOff x="1247707" y="1179665"/>
              <a:chExt cx="80700" cy="1526144"/>
            </a:xfrm>
          </p:grpSpPr>
          <p:sp>
            <p:nvSpPr>
              <p:cNvPr id="11062" name="Google Shape;11062;p62"/>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3" name="Google Shape;11063;p62"/>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62"/>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62"/>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6" name="Google Shape;11066;p62"/>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7" name="Google Shape;11067;p62"/>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8" name="Google Shape;11068;p62"/>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62"/>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0" name="Google Shape;11070;p62"/>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1" name="Google Shape;11071;p62"/>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2" name="Google Shape;11072;p62"/>
            <p:cNvGrpSpPr/>
            <p:nvPr/>
          </p:nvGrpSpPr>
          <p:grpSpPr>
            <a:xfrm>
              <a:off x="1421567" y="1179665"/>
              <a:ext cx="80700" cy="1526144"/>
              <a:chOff x="1421567" y="1179665"/>
              <a:chExt cx="80700" cy="1526144"/>
            </a:xfrm>
          </p:grpSpPr>
          <p:sp>
            <p:nvSpPr>
              <p:cNvPr id="11073" name="Google Shape;11073;p62"/>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62"/>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62"/>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6" name="Google Shape;11076;p62"/>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62"/>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62"/>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9" name="Google Shape;11079;p62"/>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0" name="Google Shape;11080;p62"/>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1" name="Google Shape;11081;p62"/>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2" name="Google Shape;11082;p62"/>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3" name="Google Shape;11083;p62"/>
            <p:cNvGrpSpPr/>
            <p:nvPr/>
          </p:nvGrpSpPr>
          <p:grpSpPr>
            <a:xfrm>
              <a:off x="1592327" y="1179665"/>
              <a:ext cx="80700" cy="1526144"/>
              <a:chOff x="1592327" y="1179665"/>
              <a:chExt cx="80700" cy="1526144"/>
            </a:xfrm>
          </p:grpSpPr>
          <p:sp>
            <p:nvSpPr>
              <p:cNvPr id="11084" name="Google Shape;11084;p62"/>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62"/>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6" name="Google Shape;11086;p62"/>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7" name="Google Shape;11087;p62"/>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8" name="Google Shape;11088;p62"/>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9" name="Google Shape;11089;p62"/>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62"/>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62"/>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62"/>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62"/>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94" name="Google Shape;11094;p62"/>
            <p:cNvGrpSpPr/>
            <p:nvPr/>
          </p:nvGrpSpPr>
          <p:grpSpPr>
            <a:xfrm>
              <a:off x="1766187" y="1179665"/>
              <a:ext cx="80700" cy="1526144"/>
              <a:chOff x="1766187" y="1179665"/>
              <a:chExt cx="80700" cy="1526144"/>
            </a:xfrm>
          </p:grpSpPr>
          <p:sp>
            <p:nvSpPr>
              <p:cNvPr id="11095" name="Google Shape;11095;p62"/>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62"/>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62"/>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62"/>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9" name="Google Shape;11099;p62"/>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0" name="Google Shape;11100;p62"/>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1" name="Google Shape;11101;p62"/>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62"/>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62"/>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62"/>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5" name="Google Shape;11105;p62"/>
            <p:cNvGrpSpPr/>
            <p:nvPr/>
          </p:nvGrpSpPr>
          <p:grpSpPr>
            <a:xfrm>
              <a:off x="1936935" y="1179665"/>
              <a:ext cx="80700" cy="1526144"/>
              <a:chOff x="1936935" y="1179665"/>
              <a:chExt cx="80700" cy="1526144"/>
            </a:xfrm>
          </p:grpSpPr>
          <p:sp>
            <p:nvSpPr>
              <p:cNvPr id="11106" name="Google Shape;11106;p62"/>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62"/>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8" name="Google Shape;11108;p62"/>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9" name="Google Shape;11109;p62"/>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62"/>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62"/>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62"/>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62"/>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4" name="Google Shape;11114;p62"/>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5" name="Google Shape;11115;p62"/>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6" name="Google Shape;11116;p62"/>
            <p:cNvGrpSpPr/>
            <p:nvPr/>
          </p:nvGrpSpPr>
          <p:grpSpPr>
            <a:xfrm>
              <a:off x="2110795" y="1179665"/>
              <a:ext cx="80700" cy="1526144"/>
              <a:chOff x="2110795" y="1179665"/>
              <a:chExt cx="80700" cy="1526144"/>
            </a:xfrm>
          </p:grpSpPr>
          <p:sp>
            <p:nvSpPr>
              <p:cNvPr id="11117" name="Google Shape;11117;p62"/>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8" name="Google Shape;11118;p62"/>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9" name="Google Shape;11119;p62"/>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62"/>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62"/>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2" name="Google Shape;11122;p62"/>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62"/>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62"/>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62"/>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62"/>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7" name="Google Shape;11127;p62"/>
            <p:cNvGrpSpPr/>
            <p:nvPr/>
          </p:nvGrpSpPr>
          <p:grpSpPr>
            <a:xfrm>
              <a:off x="2284655" y="1179665"/>
              <a:ext cx="80700" cy="1526144"/>
              <a:chOff x="2284655" y="1179665"/>
              <a:chExt cx="80700" cy="1526144"/>
            </a:xfrm>
          </p:grpSpPr>
          <p:sp>
            <p:nvSpPr>
              <p:cNvPr id="11128" name="Google Shape;11128;p62"/>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62"/>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62"/>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1" name="Google Shape;11131;p62"/>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2" name="Google Shape;11132;p62"/>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3" name="Google Shape;11133;p62"/>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62"/>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62"/>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6" name="Google Shape;11136;p62"/>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7" name="Google Shape;11137;p62"/>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138" name="Google Shape;11138;p62"/>
          <p:cNvGrpSpPr/>
          <p:nvPr/>
        </p:nvGrpSpPr>
        <p:grpSpPr>
          <a:xfrm>
            <a:off x="2603242" y="985003"/>
            <a:ext cx="1364248" cy="1102133"/>
            <a:chOff x="2623904" y="1198803"/>
            <a:chExt cx="1364248" cy="1102133"/>
          </a:xfrm>
        </p:grpSpPr>
        <p:grpSp>
          <p:nvGrpSpPr>
            <p:cNvPr id="11139" name="Google Shape;11139;p62"/>
            <p:cNvGrpSpPr/>
            <p:nvPr/>
          </p:nvGrpSpPr>
          <p:grpSpPr>
            <a:xfrm>
              <a:off x="2623907" y="1198803"/>
              <a:ext cx="1364245" cy="273000"/>
              <a:chOff x="2623907" y="1198803"/>
              <a:chExt cx="1364245" cy="273000"/>
            </a:xfrm>
          </p:grpSpPr>
          <p:sp>
            <p:nvSpPr>
              <p:cNvPr id="11140" name="Google Shape;11140;p62"/>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1" name="Google Shape;11141;p62"/>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62"/>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3" name="Google Shape;11143;p62"/>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62"/>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5" name="Google Shape;11145;p62"/>
            <p:cNvGrpSpPr/>
            <p:nvPr/>
          </p:nvGrpSpPr>
          <p:grpSpPr>
            <a:xfrm>
              <a:off x="2623904" y="1476964"/>
              <a:ext cx="1364245" cy="273000"/>
              <a:chOff x="2623904" y="1476964"/>
              <a:chExt cx="1364245" cy="273000"/>
            </a:xfrm>
          </p:grpSpPr>
          <p:sp>
            <p:nvSpPr>
              <p:cNvPr id="11146" name="Google Shape;11146;p62"/>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7" name="Google Shape;11147;p62"/>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8" name="Google Shape;11148;p62"/>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9" name="Google Shape;11149;p62"/>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0" name="Google Shape;11150;p62"/>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1" name="Google Shape;11151;p62"/>
            <p:cNvGrpSpPr/>
            <p:nvPr/>
          </p:nvGrpSpPr>
          <p:grpSpPr>
            <a:xfrm>
              <a:off x="2623907" y="1749775"/>
              <a:ext cx="1364245" cy="273000"/>
              <a:chOff x="2623907" y="1749775"/>
              <a:chExt cx="1364245" cy="273000"/>
            </a:xfrm>
          </p:grpSpPr>
          <p:sp>
            <p:nvSpPr>
              <p:cNvPr id="11152" name="Google Shape;11152;p62"/>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62"/>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62"/>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62"/>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62"/>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7" name="Google Shape;11157;p62"/>
            <p:cNvGrpSpPr/>
            <p:nvPr/>
          </p:nvGrpSpPr>
          <p:grpSpPr>
            <a:xfrm>
              <a:off x="2623904" y="2027936"/>
              <a:ext cx="1364245" cy="273000"/>
              <a:chOff x="2623904" y="2027936"/>
              <a:chExt cx="1364245" cy="273000"/>
            </a:xfrm>
          </p:grpSpPr>
          <p:sp>
            <p:nvSpPr>
              <p:cNvPr id="11158" name="Google Shape;11158;p62"/>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62"/>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62"/>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62"/>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2" name="Google Shape;11162;p62"/>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163" name="Google Shape;11163;p62"/>
          <p:cNvGrpSpPr/>
          <p:nvPr/>
        </p:nvGrpSpPr>
        <p:grpSpPr>
          <a:xfrm>
            <a:off x="2592703" y="2444186"/>
            <a:ext cx="1387541" cy="159124"/>
            <a:chOff x="3200660" y="2180272"/>
            <a:chExt cx="2563824" cy="378237"/>
          </a:xfrm>
        </p:grpSpPr>
        <p:sp>
          <p:nvSpPr>
            <p:cNvPr id="11164" name="Google Shape;11164;p62"/>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5" name="Google Shape;11165;p62"/>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62"/>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62"/>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62"/>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62"/>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62"/>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1" name="Google Shape;11171;p62"/>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62"/>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3" name="Google Shape;11173;p62"/>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4" name="Google Shape;11174;p62"/>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62"/>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6" name="Google Shape;11176;p62"/>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7" name="Google Shape;11177;p62"/>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62"/>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62"/>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0" name="Google Shape;11180;p62"/>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1" name="Google Shape;11181;p62"/>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2" name="Google Shape;11182;p62"/>
          <p:cNvGrpSpPr/>
          <p:nvPr/>
        </p:nvGrpSpPr>
        <p:grpSpPr>
          <a:xfrm>
            <a:off x="2589227" y="2722011"/>
            <a:ext cx="1390502" cy="159625"/>
            <a:chOff x="3530150" y="2790075"/>
            <a:chExt cx="1962600" cy="225300"/>
          </a:xfrm>
        </p:grpSpPr>
        <p:sp>
          <p:nvSpPr>
            <p:cNvPr id="11183" name="Google Shape;11183;p62"/>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62"/>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5" name="Google Shape;11185;p62"/>
          <p:cNvGrpSpPr/>
          <p:nvPr/>
        </p:nvGrpSpPr>
        <p:grpSpPr>
          <a:xfrm>
            <a:off x="2589880" y="3000337"/>
            <a:ext cx="1411629" cy="153761"/>
            <a:chOff x="3558802" y="4011427"/>
            <a:chExt cx="1866000" cy="111300"/>
          </a:xfrm>
        </p:grpSpPr>
        <p:sp>
          <p:nvSpPr>
            <p:cNvPr id="11186" name="Google Shape;11186;p62"/>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7" name="Google Shape;11187;p62"/>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8" name="Google Shape;11188;p62"/>
          <p:cNvGrpSpPr/>
          <p:nvPr/>
        </p:nvGrpSpPr>
        <p:grpSpPr>
          <a:xfrm>
            <a:off x="2589573" y="2205736"/>
            <a:ext cx="1383503" cy="119749"/>
            <a:chOff x="3465975" y="2270276"/>
            <a:chExt cx="1986364" cy="171929"/>
          </a:xfrm>
        </p:grpSpPr>
        <p:sp>
          <p:nvSpPr>
            <p:cNvPr id="11189" name="Google Shape;11189;p62"/>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62"/>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62"/>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2" name="Google Shape;11192;p62"/>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3" name="Google Shape;11193;p62"/>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4" name="Google Shape;11194;p62"/>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5" name="Google Shape;11195;p62"/>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62"/>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7" name="Google Shape;11197;p62"/>
          <p:cNvGrpSpPr/>
          <p:nvPr/>
        </p:nvGrpSpPr>
        <p:grpSpPr>
          <a:xfrm>
            <a:off x="2600580" y="3569387"/>
            <a:ext cx="1369531" cy="195460"/>
            <a:chOff x="723300" y="4253549"/>
            <a:chExt cx="2276482" cy="324900"/>
          </a:xfrm>
        </p:grpSpPr>
        <p:sp>
          <p:nvSpPr>
            <p:cNvPr id="11198" name="Google Shape;11198;p62"/>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62"/>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62"/>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62"/>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62"/>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3" name="Google Shape;11203;p62"/>
          <p:cNvGrpSpPr/>
          <p:nvPr/>
        </p:nvGrpSpPr>
        <p:grpSpPr>
          <a:xfrm>
            <a:off x="2590141" y="3270567"/>
            <a:ext cx="1389066" cy="180119"/>
            <a:chOff x="705948" y="3788465"/>
            <a:chExt cx="2308953" cy="299400"/>
          </a:xfrm>
        </p:grpSpPr>
        <p:sp>
          <p:nvSpPr>
            <p:cNvPr id="11204" name="Google Shape;11204;p62"/>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62"/>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62"/>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7" name="Google Shape;11207;p62"/>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8" name="Google Shape;11208;p62"/>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9" name="Google Shape;11209;p62"/>
          <p:cNvGrpSpPr/>
          <p:nvPr/>
        </p:nvGrpSpPr>
        <p:grpSpPr>
          <a:xfrm>
            <a:off x="2638078" y="3883547"/>
            <a:ext cx="1304609" cy="294074"/>
            <a:chOff x="2658741" y="4097347"/>
            <a:chExt cx="1304609" cy="294074"/>
          </a:xfrm>
        </p:grpSpPr>
        <p:grpSp>
          <p:nvGrpSpPr>
            <p:cNvPr id="11210" name="Google Shape;11210;p62"/>
            <p:cNvGrpSpPr/>
            <p:nvPr/>
          </p:nvGrpSpPr>
          <p:grpSpPr>
            <a:xfrm>
              <a:off x="2658741" y="4097347"/>
              <a:ext cx="118572" cy="294074"/>
              <a:chOff x="3343310" y="4475555"/>
              <a:chExt cx="127717" cy="316753"/>
            </a:xfrm>
          </p:grpSpPr>
          <p:sp>
            <p:nvSpPr>
              <p:cNvPr id="11211" name="Google Shape;11211;p62"/>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62"/>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3" name="Google Shape;11213;p62"/>
            <p:cNvGrpSpPr/>
            <p:nvPr/>
          </p:nvGrpSpPr>
          <p:grpSpPr>
            <a:xfrm>
              <a:off x="3815519" y="4098388"/>
              <a:ext cx="147831" cy="291991"/>
              <a:chOff x="3527539" y="4476677"/>
              <a:chExt cx="159232" cy="314510"/>
            </a:xfrm>
          </p:grpSpPr>
          <p:sp>
            <p:nvSpPr>
              <p:cNvPr id="11214" name="Google Shape;11214;p62"/>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62"/>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6" name="Google Shape;11216;p62"/>
            <p:cNvGrpSpPr/>
            <p:nvPr/>
          </p:nvGrpSpPr>
          <p:grpSpPr>
            <a:xfrm>
              <a:off x="3511696" y="4098388"/>
              <a:ext cx="147831" cy="291991"/>
              <a:chOff x="3527539" y="4476677"/>
              <a:chExt cx="159232" cy="314510"/>
            </a:xfrm>
          </p:grpSpPr>
          <p:sp>
            <p:nvSpPr>
              <p:cNvPr id="11217" name="Google Shape;11217;p62"/>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8" name="Google Shape;11218;p62"/>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9" name="Google Shape;11219;p62"/>
            <p:cNvGrpSpPr/>
            <p:nvPr/>
          </p:nvGrpSpPr>
          <p:grpSpPr>
            <a:xfrm>
              <a:off x="3207874" y="4098388"/>
              <a:ext cx="147831" cy="291991"/>
              <a:chOff x="3527539" y="4476677"/>
              <a:chExt cx="159232" cy="314510"/>
            </a:xfrm>
          </p:grpSpPr>
          <p:sp>
            <p:nvSpPr>
              <p:cNvPr id="11220" name="Google Shape;11220;p62"/>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62"/>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2" name="Google Shape;11222;p62"/>
            <p:cNvGrpSpPr/>
            <p:nvPr/>
          </p:nvGrpSpPr>
          <p:grpSpPr>
            <a:xfrm>
              <a:off x="2933305" y="4097347"/>
              <a:ext cx="118572" cy="294074"/>
              <a:chOff x="3343310" y="4475555"/>
              <a:chExt cx="127717" cy="316753"/>
            </a:xfrm>
          </p:grpSpPr>
          <p:sp>
            <p:nvSpPr>
              <p:cNvPr id="11223" name="Google Shape;11223;p62"/>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4" name="Google Shape;11224;p62"/>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225" name="Google Shape;11225;p62"/>
          <p:cNvGrpSpPr/>
          <p:nvPr/>
        </p:nvGrpSpPr>
        <p:grpSpPr>
          <a:xfrm>
            <a:off x="4256908" y="1866669"/>
            <a:ext cx="1433821" cy="191501"/>
            <a:chOff x="4273350" y="2080469"/>
            <a:chExt cx="1433821" cy="191501"/>
          </a:xfrm>
        </p:grpSpPr>
        <p:grpSp>
          <p:nvGrpSpPr>
            <p:cNvPr id="11226" name="Google Shape;11226;p62"/>
            <p:cNvGrpSpPr/>
            <p:nvPr/>
          </p:nvGrpSpPr>
          <p:grpSpPr>
            <a:xfrm>
              <a:off x="4273350" y="2080469"/>
              <a:ext cx="1433821" cy="0"/>
              <a:chOff x="5224975" y="2962250"/>
              <a:chExt cx="1544400" cy="0"/>
            </a:xfrm>
          </p:grpSpPr>
          <p:cxnSp>
            <p:nvCxnSpPr>
              <p:cNvPr id="11227" name="Google Shape;11227;p62"/>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1228" name="Google Shape;11228;p62"/>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11229" name="Google Shape;11229;p62"/>
            <p:cNvGrpSpPr/>
            <p:nvPr/>
          </p:nvGrpSpPr>
          <p:grpSpPr>
            <a:xfrm>
              <a:off x="4273350" y="2271969"/>
              <a:ext cx="1433821" cy="0"/>
              <a:chOff x="5224975" y="2962250"/>
              <a:chExt cx="1544400" cy="0"/>
            </a:xfrm>
          </p:grpSpPr>
          <p:cxnSp>
            <p:nvCxnSpPr>
              <p:cNvPr id="11230" name="Google Shape;11230;p62"/>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1231" name="Google Shape;11231;p62"/>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11232" name="Google Shape;11232;p62"/>
          <p:cNvGrpSpPr/>
          <p:nvPr/>
        </p:nvGrpSpPr>
        <p:grpSpPr>
          <a:xfrm>
            <a:off x="4258463" y="969236"/>
            <a:ext cx="1430711" cy="743389"/>
            <a:chOff x="5159450" y="1919950"/>
            <a:chExt cx="1541050" cy="862500"/>
          </a:xfrm>
        </p:grpSpPr>
        <p:sp>
          <p:nvSpPr>
            <p:cNvPr id="11233" name="Google Shape;11233;p62"/>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11234" name="Google Shape;11234;p62"/>
            <p:cNvGrpSpPr/>
            <p:nvPr/>
          </p:nvGrpSpPr>
          <p:grpSpPr>
            <a:xfrm>
              <a:off x="5159450" y="1919950"/>
              <a:ext cx="1541050" cy="862500"/>
              <a:chOff x="5159450" y="1919950"/>
              <a:chExt cx="1541050" cy="862500"/>
            </a:xfrm>
          </p:grpSpPr>
          <p:cxnSp>
            <p:nvCxnSpPr>
              <p:cNvPr id="11235" name="Google Shape;11235;p62"/>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11236" name="Google Shape;11236;p62"/>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11237" name="Google Shape;11237;p62"/>
          <p:cNvGrpSpPr/>
          <p:nvPr/>
        </p:nvGrpSpPr>
        <p:grpSpPr>
          <a:xfrm>
            <a:off x="4248577" y="2192564"/>
            <a:ext cx="1450484" cy="1052087"/>
            <a:chOff x="5230575" y="1554475"/>
            <a:chExt cx="2137150" cy="1550150"/>
          </a:xfrm>
        </p:grpSpPr>
        <p:sp>
          <p:nvSpPr>
            <p:cNvPr id="11238" name="Google Shape;11238;p62"/>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62"/>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0" name="Google Shape;11240;p62"/>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1" name="Google Shape;11241;p62"/>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2" name="Google Shape;11242;p62"/>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3" name="Google Shape;11243;p62"/>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4" name="Google Shape;11244;p62"/>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5" name="Google Shape;11245;p62"/>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62"/>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7" name="Google Shape;11247;p62"/>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8" name="Google Shape;11248;p62"/>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9" name="Google Shape;11249;p62"/>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0" name="Google Shape;11250;p62"/>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1" name="Google Shape;11251;p62"/>
          <p:cNvGrpSpPr/>
          <p:nvPr/>
        </p:nvGrpSpPr>
        <p:grpSpPr>
          <a:xfrm rot="10800000">
            <a:off x="4265127" y="3284753"/>
            <a:ext cx="1417383" cy="887946"/>
            <a:chOff x="5645403" y="2920021"/>
            <a:chExt cx="2650800" cy="2180614"/>
          </a:xfrm>
        </p:grpSpPr>
        <p:sp>
          <p:nvSpPr>
            <p:cNvPr id="11252" name="Google Shape;11252;p62"/>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253" name="Google Shape;11253;p62"/>
            <p:cNvCxnSpPr>
              <a:stCxn id="11252"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11254" name="Google Shape;11254;p62"/>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255" name="Google Shape;11255;p62"/>
            <p:cNvCxnSpPr>
              <a:endCxn id="11254" idx="3"/>
            </p:cNvCxnSpPr>
            <p:nvPr/>
          </p:nvCxnSpPr>
          <p:spPr>
            <a:xfrm rot="10800000">
              <a:off x="8059040" y="3735532"/>
              <a:ext cx="135300" cy="0"/>
            </a:xfrm>
            <a:prstGeom prst="straightConnector1">
              <a:avLst/>
            </a:prstGeom>
            <a:noFill/>
            <a:ln w="9525" cap="flat" cmpd="sng">
              <a:solidFill>
                <a:srgbClr val="5F7D95"/>
              </a:solidFill>
              <a:prstDash val="solid"/>
              <a:round/>
              <a:headEnd type="none" w="med" len="med"/>
              <a:tailEnd type="none" w="med" len="med"/>
            </a:ln>
          </p:spPr>
        </p:cxnSp>
        <p:sp>
          <p:nvSpPr>
            <p:cNvPr id="11256" name="Google Shape;11256;p62"/>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257" name="Google Shape;11257;p62"/>
            <p:cNvCxnSpPr>
              <a:stCxn id="11256" idx="1"/>
            </p:cNvCxnSpPr>
            <p:nvPr/>
          </p:nvCxnSpPr>
          <p:spPr>
            <a:xfrm rot="10800000">
              <a:off x="6175223"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11258" name="Google Shape;11258;p62"/>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259" name="Google Shape;11259;p62"/>
            <p:cNvCxnSpPr>
              <a:endCxn id="11258"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11260" name="Google Shape;11260;p62"/>
          <p:cNvGrpSpPr/>
          <p:nvPr/>
        </p:nvGrpSpPr>
        <p:grpSpPr>
          <a:xfrm>
            <a:off x="7365487" y="2188108"/>
            <a:ext cx="1071743" cy="1021579"/>
            <a:chOff x="7189833" y="2022667"/>
            <a:chExt cx="1251159" cy="1192597"/>
          </a:xfrm>
        </p:grpSpPr>
        <p:sp>
          <p:nvSpPr>
            <p:cNvPr id="11261" name="Google Shape;11261;p62"/>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2" name="Google Shape;11262;p62"/>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3" name="Google Shape;11263;p62"/>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62"/>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5" name="Google Shape;11265;p62"/>
          <p:cNvGrpSpPr/>
          <p:nvPr/>
        </p:nvGrpSpPr>
        <p:grpSpPr>
          <a:xfrm>
            <a:off x="706758" y="2614515"/>
            <a:ext cx="1695374" cy="1560837"/>
            <a:chOff x="727421" y="2828315"/>
            <a:chExt cx="1695374" cy="1560837"/>
          </a:xfrm>
        </p:grpSpPr>
        <p:grpSp>
          <p:nvGrpSpPr>
            <p:cNvPr id="11266" name="Google Shape;11266;p62"/>
            <p:cNvGrpSpPr/>
            <p:nvPr/>
          </p:nvGrpSpPr>
          <p:grpSpPr>
            <a:xfrm>
              <a:off x="819108" y="2882501"/>
              <a:ext cx="103104" cy="1426186"/>
              <a:chOff x="4674013" y="3100904"/>
              <a:chExt cx="122758" cy="1698043"/>
            </a:xfrm>
          </p:grpSpPr>
          <p:sp>
            <p:nvSpPr>
              <p:cNvPr id="11267" name="Google Shape;11267;p62"/>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8" name="Google Shape;11268;p62"/>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62"/>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62"/>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1" name="Google Shape;11271;p62"/>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2" name="Google Shape;11272;p62"/>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3" name="Google Shape;11273;p62"/>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4" name="Google Shape;11274;p62"/>
            <p:cNvGrpSpPr/>
            <p:nvPr/>
          </p:nvGrpSpPr>
          <p:grpSpPr>
            <a:xfrm>
              <a:off x="1062475" y="2882501"/>
              <a:ext cx="103104" cy="1426186"/>
              <a:chOff x="4940438" y="3100904"/>
              <a:chExt cx="122758" cy="1698043"/>
            </a:xfrm>
          </p:grpSpPr>
          <p:sp>
            <p:nvSpPr>
              <p:cNvPr id="11275" name="Google Shape;11275;p62"/>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62"/>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7" name="Google Shape;11277;p62"/>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62"/>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62"/>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0" name="Google Shape;11280;p62"/>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1" name="Google Shape;11281;p62"/>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2" name="Google Shape;11282;p62"/>
            <p:cNvGrpSpPr/>
            <p:nvPr/>
          </p:nvGrpSpPr>
          <p:grpSpPr>
            <a:xfrm>
              <a:off x="1299324" y="2882501"/>
              <a:ext cx="103104" cy="1426186"/>
              <a:chOff x="5206863" y="3100904"/>
              <a:chExt cx="122758" cy="1698043"/>
            </a:xfrm>
          </p:grpSpPr>
          <p:sp>
            <p:nvSpPr>
              <p:cNvPr id="11283" name="Google Shape;11283;p62"/>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62"/>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62"/>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62"/>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7" name="Google Shape;11287;p62"/>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8" name="Google Shape;11288;p62"/>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62"/>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0" name="Google Shape;11290;p62"/>
            <p:cNvGrpSpPr/>
            <p:nvPr/>
          </p:nvGrpSpPr>
          <p:grpSpPr>
            <a:xfrm>
              <a:off x="1786057" y="2882501"/>
              <a:ext cx="103104" cy="1426186"/>
              <a:chOff x="6006138" y="3143629"/>
              <a:chExt cx="122758" cy="1698043"/>
            </a:xfrm>
          </p:grpSpPr>
          <p:sp>
            <p:nvSpPr>
              <p:cNvPr id="11291" name="Google Shape;11291;p62"/>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2" name="Google Shape;11292;p62"/>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3" name="Google Shape;11293;p62"/>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62"/>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62"/>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62"/>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62"/>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8" name="Google Shape;11298;p62"/>
            <p:cNvGrpSpPr/>
            <p:nvPr/>
          </p:nvGrpSpPr>
          <p:grpSpPr>
            <a:xfrm>
              <a:off x="2029422" y="2882501"/>
              <a:ext cx="103104" cy="1426186"/>
              <a:chOff x="6805413" y="3100904"/>
              <a:chExt cx="122758" cy="1698043"/>
            </a:xfrm>
          </p:grpSpPr>
          <p:sp>
            <p:nvSpPr>
              <p:cNvPr id="11299" name="Google Shape;11299;p62"/>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62"/>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1" name="Google Shape;11301;p62"/>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2" name="Google Shape;11302;p62"/>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62"/>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4" name="Google Shape;11304;p62"/>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5" name="Google Shape;11305;p62"/>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6" name="Google Shape;11306;p62"/>
            <p:cNvGrpSpPr/>
            <p:nvPr/>
          </p:nvGrpSpPr>
          <p:grpSpPr>
            <a:xfrm>
              <a:off x="727421" y="2828315"/>
              <a:ext cx="1695374" cy="1560837"/>
              <a:chOff x="734799" y="2782450"/>
              <a:chExt cx="1571100" cy="1577400"/>
            </a:xfrm>
          </p:grpSpPr>
          <p:cxnSp>
            <p:nvCxnSpPr>
              <p:cNvPr id="11307" name="Google Shape;11307;p62"/>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11308" name="Google Shape;11308;p62"/>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11309" name="Google Shape;11309;p62"/>
            <p:cNvGrpSpPr/>
            <p:nvPr/>
          </p:nvGrpSpPr>
          <p:grpSpPr>
            <a:xfrm>
              <a:off x="2272795" y="2882501"/>
              <a:ext cx="103104" cy="1426186"/>
              <a:chOff x="5206863" y="3100904"/>
              <a:chExt cx="122758" cy="1698043"/>
            </a:xfrm>
          </p:grpSpPr>
          <p:sp>
            <p:nvSpPr>
              <p:cNvPr id="11310" name="Google Shape;11310;p62"/>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1" name="Google Shape;11311;p62"/>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2" name="Google Shape;11312;p62"/>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3" name="Google Shape;11313;p62"/>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62"/>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62"/>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6" name="Google Shape;11316;p62"/>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7" name="Google Shape;11317;p62"/>
            <p:cNvGrpSpPr/>
            <p:nvPr/>
          </p:nvGrpSpPr>
          <p:grpSpPr>
            <a:xfrm>
              <a:off x="1542694" y="2882501"/>
              <a:ext cx="103104" cy="1426186"/>
              <a:chOff x="6006138" y="3143629"/>
              <a:chExt cx="122758" cy="1698043"/>
            </a:xfrm>
          </p:grpSpPr>
          <p:sp>
            <p:nvSpPr>
              <p:cNvPr id="11318" name="Google Shape;11318;p62"/>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62"/>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0" name="Google Shape;11320;p62"/>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1" name="Google Shape;11321;p62"/>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62"/>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3" name="Google Shape;11323;p62"/>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4" name="Google Shape;11324;p62"/>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325" name="Google Shape;11325;p62"/>
          <p:cNvGrpSpPr/>
          <p:nvPr/>
        </p:nvGrpSpPr>
        <p:grpSpPr>
          <a:xfrm>
            <a:off x="5915338" y="2192087"/>
            <a:ext cx="1248543" cy="1025319"/>
            <a:chOff x="5183758" y="1210600"/>
            <a:chExt cx="3605380" cy="2960783"/>
          </a:xfrm>
        </p:grpSpPr>
        <p:sp>
          <p:nvSpPr>
            <p:cNvPr id="11326" name="Google Shape;11326;p62"/>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7" name="Google Shape;11327;p62"/>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62"/>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62"/>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330" name="Google Shape;11330;p62"/>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11331" name="Google Shape;11331;p62"/>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11332" name="Google Shape;11332;p62"/>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11333" name="Google Shape;11333;p62"/>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11334" name="Google Shape;11334;p62"/>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5" name="Google Shape;11335;p62"/>
          <p:cNvGrpSpPr/>
          <p:nvPr/>
        </p:nvGrpSpPr>
        <p:grpSpPr>
          <a:xfrm>
            <a:off x="5772399" y="3330404"/>
            <a:ext cx="2664831" cy="843440"/>
            <a:chOff x="5916567" y="1099697"/>
            <a:chExt cx="2556683" cy="809211"/>
          </a:xfrm>
        </p:grpSpPr>
        <p:sp>
          <p:nvSpPr>
            <p:cNvPr id="11336" name="Google Shape;11336;p62"/>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62"/>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8" name="Google Shape;11338;p62"/>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62"/>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62"/>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62"/>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2" name="Google Shape;11342;p62"/>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3" name="Google Shape;11343;p62"/>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4" name="Google Shape;11344;p62"/>
          <p:cNvGrpSpPr/>
          <p:nvPr/>
        </p:nvGrpSpPr>
        <p:grpSpPr>
          <a:xfrm>
            <a:off x="5879940" y="979263"/>
            <a:ext cx="1299851" cy="1023338"/>
            <a:chOff x="5900602" y="1193063"/>
            <a:chExt cx="1299851" cy="1023338"/>
          </a:xfrm>
        </p:grpSpPr>
        <p:grpSp>
          <p:nvGrpSpPr>
            <p:cNvPr id="11345" name="Google Shape;11345;p62"/>
            <p:cNvGrpSpPr/>
            <p:nvPr/>
          </p:nvGrpSpPr>
          <p:grpSpPr>
            <a:xfrm>
              <a:off x="6743564" y="1193063"/>
              <a:ext cx="456889" cy="700379"/>
              <a:chOff x="6743564" y="1193063"/>
              <a:chExt cx="456889" cy="700379"/>
            </a:xfrm>
          </p:grpSpPr>
          <p:grpSp>
            <p:nvGrpSpPr>
              <p:cNvPr id="11346" name="Google Shape;11346;p62"/>
              <p:cNvGrpSpPr/>
              <p:nvPr/>
            </p:nvGrpSpPr>
            <p:grpSpPr>
              <a:xfrm>
                <a:off x="6743564" y="1690731"/>
                <a:ext cx="214402" cy="202710"/>
                <a:chOff x="6743564" y="1690731"/>
                <a:chExt cx="214402" cy="202710"/>
              </a:xfrm>
            </p:grpSpPr>
            <p:sp>
              <p:nvSpPr>
                <p:cNvPr id="11347" name="Google Shape;11347;p62"/>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62"/>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9" name="Google Shape;11349;p62"/>
              <p:cNvGrpSpPr/>
              <p:nvPr/>
            </p:nvGrpSpPr>
            <p:grpSpPr>
              <a:xfrm>
                <a:off x="6915505" y="1193063"/>
                <a:ext cx="284947" cy="589637"/>
                <a:chOff x="6915505" y="1193063"/>
                <a:chExt cx="284947" cy="589637"/>
              </a:xfrm>
            </p:grpSpPr>
            <p:sp>
              <p:nvSpPr>
                <p:cNvPr id="11350" name="Google Shape;11350;p62"/>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351" name="Google Shape;11351;p62"/>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11352" name="Google Shape;11352;p62"/>
            <p:cNvGrpSpPr/>
            <p:nvPr/>
          </p:nvGrpSpPr>
          <p:grpSpPr>
            <a:xfrm>
              <a:off x="6520337" y="1193063"/>
              <a:ext cx="341815" cy="801589"/>
              <a:chOff x="6520337" y="1193063"/>
              <a:chExt cx="341815" cy="801589"/>
            </a:xfrm>
          </p:grpSpPr>
          <p:grpSp>
            <p:nvGrpSpPr>
              <p:cNvPr id="11353" name="Google Shape;11353;p62"/>
              <p:cNvGrpSpPr/>
              <p:nvPr/>
            </p:nvGrpSpPr>
            <p:grpSpPr>
              <a:xfrm>
                <a:off x="6520337" y="1589527"/>
                <a:ext cx="213950" cy="405125"/>
                <a:chOff x="6520337" y="1589527"/>
                <a:chExt cx="213950" cy="405125"/>
              </a:xfrm>
            </p:grpSpPr>
            <p:sp>
              <p:nvSpPr>
                <p:cNvPr id="11354" name="Google Shape;11354;p62"/>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62"/>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6" name="Google Shape;11356;p62"/>
              <p:cNvGrpSpPr/>
              <p:nvPr/>
            </p:nvGrpSpPr>
            <p:grpSpPr>
              <a:xfrm>
                <a:off x="6577204" y="1193063"/>
                <a:ext cx="284947" cy="453562"/>
                <a:chOff x="6577204" y="1193063"/>
                <a:chExt cx="284947" cy="453562"/>
              </a:xfrm>
            </p:grpSpPr>
            <p:sp>
              <p:nvSpPr>
                <p:cNvPr id="11357" name="Google Shape;11357;p62"/>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358" name="Google Shape;11358;p62"/>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11359" name="Google Shape;11359;p62"/>
            <p:cNvGrpSpPr/>
            <p:nvPr/>
          </p:nvGrpSpPr>
          <p:grpSpPr>
            <a:xfrm>
              <a:off x="6238903" y="1193063"/>
              <a:ext cx="300475" cy="901782"/>
              <a:chOff x="6238903" y="1193063"/>
              <a:chExt cx="300475" cy="901782"/>
            </a:xfrm>
          </p:grpSpPr>
          <p:grpSp>
            <p:nvGrpSpPr>
              <p:cNvPr id="11360" name="Google Shape;11360;p62"/>
              <p:cNvGrpSpPr/>
              <p:nvPr/>
            </p:nvGrpSpPr>
            <p:grpSpPr>
              <a:xfrm>
                <a:off x="6290865" y="1489315"/>
                <a:ext cx="248514" cy="605530"/>
                <a:chOff x="6290865" y="1489315"/>
                <a:chExt cx="248514" cy="605530"/>
              </a:xfrm>
            </p:grpSpPr>
            <p:sp>
              <p:nvSpPr>
                <p:cNvPr id="11361" name="Google Shape;11361;p62"/>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62"/>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3" name="Google Shape;11363;p62"/>
              <p:cNvGrpSpPr/>
              <p:nvPr/>
            </p:nvGrpSpPr>
            <p:grpSpPr>
              <a:xfrm>
                <a:off x="6238903" y="1193063"/>
                <a:ext cx="284947" cy="327512"/>
                <a:chOff x="6238903" y="1193063"/>
                <a:chExt cx="284947" cy="327512"/>
              </a:xfrm>
            </p:grpSpPr>
            <p:sp>
              <p:nvSpPr>
                <p:cNvPr id="11364" name="Google Shape;11364;p62"/>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365" name="Google Shape;11365;p62"/>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11366" name="Google Shape;11366;p62"/>
            <p:cNvGrpSpPr/>
            <p:nvPr/>
          </p:nvGrpSpPr>
          <p:grpSpPr>
            <a:xfrm>
              <a:off x="5900602" y="1193063"/>
              <a:ext cx="444345" cy="1023338"/>
              <a:chOff x="5900602" y="1193063"/>
              <a:chExt cx="444345" cy="1023338"/>
            </a:xfrm>
          </p:grpSpPr>
          <p:grpSp>
            <p:nvGrpSpPr>
              <p:cNvPr id="11367" name="Google Shape;11367;p62"/>
              <p:cNvGrpSpPr/>
              <p:nvPr/>
            </p:nvGrpSpPr>
            <p:grpSpPr>
              <a:xfrm>
                <a:off x="6046501" y="1367785"/>
                <a:ext cx="298446" cy="848616"/>
                <a:chOff x="6046501" y="1367785"/>
                <a:chExt cx="298446" cy="848616"/>
              </a:xfrm>
            </p:grpSpPr>
            <p:sp>
              <p:nvSpPr>
                <p:cNvPr id="11368" name="Google Shape;11368;p62"/>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62"/>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0" name="Google Shape;11370;p62"/>
              <p:cNvGrpSpPr/>
              <p:nvPr/>
            </p:nvGrpSpPr>
            <p:grpSpPr>
              <a:xfrm>
                <a:off x="5900602" y="1193063"/>
                <a:ext cx="284947" cy="182312"/>
                <a:chOff x="5900602" y="1193063"/>
                <a:chExt cx="284947" cy="182312"/>
              </a:xfrm>
            </p:grpSpPr>
            <p:sp>
              <p:nvSpPr>
                <p:cNvPr id="11371" name="Google Shape;11371;p62"/>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372" name="Google Shape;11372;p62"/>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11373" name="Google Shape;11373;p62"/>
          <p:cNvGrpSpPr/>
          <p:nvPr/>
        </p:nvGrpSpPr>
        <p:grpSpPr>
          <a:xfrm>
            <a:off x="7217822" y="979408"/>
            <a:ext cx="1219413" cy="1051365"/>
            <a:chOff x="7287122" y="1165658"/>
            <a:chExt cx="1219413" cy="1051365"/>
          </a:xfrm>
        </p:grpSpPr>
        <p:grpSp>
          <p:nvGrpSpPr>
            <p:cNvPr id="11374" name="Google Shape;11374;p62"/>
            <p:cNvGrpSpPr/>
            <p:nvPr/>
          </p:nvGrpSpPr>
          <p:grpSpPr>
            <a:xfrm>
              <a:off x="7287122" y="1969723"/>
              <a:ext cx="1219413" cy="247300"/>
              <a:chOff x="7287122" y="1969723"/>
              <a:chExt cx="1219413" cy="247300"/>
            </a:xfrm>
          </p:grpSpPr>
          <p:sp>
            <p:nvSpPr>
              <p:cNvPr id="11375" name="Google Shape;11375;p62"/>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76" name="Google Shape;11376;p62"/>
              <p:cNvGrpSpPr/>
              <p:nvPr/>
            </p:nvGrpSpPr>
            <p:grpSpPr>
              <a:xfrm>
                <a:off x="7287122" y="2063892"/>
                <a:ext cx="1151753" cy="73428"/>
                <a:chOff x="7287122" y="2063892"/>
                <a:chExt cx="1151753" cy="73428"/>
              </a:xfrm>
            </p:grpSpPr>
            <p:sp>
              <p:nvSpPr>
                <p:cNvPr id="11377" name="Google Shape;11377;p62"/>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378" name="Google Shape;11378;p62"/>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11379" name="Google Shape;11379;p62"/>
            <p:cNvGrpSpPr/>
            <p:nvPr/>
          </p:nvGrpSpPr>
          <p:grpSpPr>
            <a:xfrm>
              <a:off x="7287122" y="1712201"/>
              <a:ext cx="1219403" cy="246767"/>
              <a:chOff x="7287122" y="1712201"/>
              <a:chExt cx="1219403" cy="246767"/>
            </a:xfrm>
          </p:grpSpPr>
          <p:sp>
            <p:nvSpPr>
              <p:cNvPr id="11380" name="Google Shape;11380;p62"/>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81" name="Google Shape;11381;p62"/>
              <p:cNvGrpSpPr/>
              <p:nvPr/>
            </p:nvGrpSpPr>
            <p:grpSpPr>
              <a:xfrm>
                <a:off x="7287122" y="1842861"/>
                <a:ext cx="1005303" cy="73419"/>
                <a:chOff x="7287122" y="1842861"/>
                <a:chExt cx="1005303" cy="73419"/>
              </a:xfrm>
            </p:grpSpPr>
            <p:sp>
              <p:nvSpPr>
                <p:cNvPr id="11382" name="Google Shape;11382;p62"/>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383" name="Google Shape;11383;p62"/>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11384" name="Google Shape;11384;p62"/>
            <p:cNvGrpSpPr/>
            <p:nvPr/>
          </p:nvGrpSpPr>
          <p:grpSpPr>
            <a:xfrm>
              <a:off x="7287122" y="1447520"/>
              <a:ext cx="1219403" cy="286667"/>
              <a:chOff x="7287122" y="1447520"/>
              <a:chExt cx="1219403" cy="286667"/>
            </a:xfrm>
          </p:grpSpPr>
          <p:sp>
            <p:nvSpPr>
              <p:cNvPr id="11385" name="Google Shape;11385;p62"/>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86" name="Google Shape;11386;p62"/>
              <p:cNvGrpSpPr/>
              <p:nvPr/>
            </p:nvGrpSpPr>
            <p:grpSpPr>
              <a:xfrm>
                <a:off x="7287122" y="1581977"/>
                <a:ext cx="852803" cy="73428"/>
                <a:chOff x="7287122" y="1581977"/>
                <a:chExt cx="852803" cy="73428"/>
              </a:xfrm>
            </p:grpSpPr>
            <p:sp>
              <p:nvSpPr>
                <p:cNvPr id="11387" name="Google Shape;11387;p62"/>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388" name="Google Shape;11388;p62"/>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11389" name="Google Shape;11389;p62"/>
            <p:cNvGrpSpPr/>
            <p:nvPr/>
          </p:nvGrpSpPr>
          <p:grpSpPr>
            <a:xfrm>
              <a:off x="7287122" y="1165658"/>
              <a:ext cx="1219403" cy="344253"/>
              <a:chOff x="7287122" y="1165658"/>
              <a:chExt cx="1219403" cy="344253"/>
            </a:xfrm>
          </p:grpSpPr>
          <p:sp>
            <p:nvSpPr>
              <p:cNvPr id="11390" name="Google Shape;11390;p62"/>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91" name="Google Shape;11391;p62"/>
              <p:cNvGrpSpPr/>
              <p:nvPr/>
            </p:nvGrpSpPr>
            <p:grpSpPr>
              <a:xfrm>
                <a:off x="7287122" y="1341025"/>
                <a:ext cx="695703" cy="73419"/>
                <a:chOff x="7287122" y="1341025"/>
                <a:chExt cx="695703" cy="73419"/>
              </a:xfrm>
            </p:grpSpPr>
            <p:sp>
              <p:nvSpPr>
                <p:cNvPr id="11392" name="Google Shape;11392;p62"/>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393" name="Google Shape;11393;p62"/>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397"/>
        <p:cNvGrpSpPr/>
        <p:nvPr/>
      </p:nvGrpSpPr>
      <p:grpSpPr>
        <a:xfrm>
          <a:off x="0" y="0"/>
          <a:ext cx="0" cy="0"/>
          <a:chOff x="0" y="0"/>
          <a:chExt cx="0" cy="0"/>
        </a:xfrm>
      </p:grpSpPr>
      <p:grpSp>
        <p:nvGrpSpPr>
          <p:cNvPr id="11398" name="Google Shape;11398;p63"/>
          <p:cNvGrpSpPr/>
          <p:nvPr/>
        </p:nvGrpSpPr>
        <p:grpSpPr>
          <a:xfrm>
            <a:off x="866243" y="2291587"/>
            <a:ext cx="415546" cy="355053"/>
            <a:chOff x="866243" y="2291587"/>
            <a:chExt cx="415546" cy="355053"/>
          </a:xfrm>
        </p:grpSpPr>
        <p:sp>
          <p:nvSpPr>
            <p:cNvPr id="11399" name="Google Shape;11399;p63"/>
            <p:cNvSpPr/>
            <p:nvPr/>
          </p:nvSpPr>
          <p:spPr>
            <a:xfrm>
              <a:off x="1053756" y="2523748"/>
              <a:ext cx="103998" cy="81706"/>
            </a:xfrm>
            <a:custGeom>
              <a:avLst/>
              <a:gdLst/>
              <a:ahLst/>
              <a:cxnLst/>
              <a:rect l="l" t="t" r="r" b="b"/>
              <a:pathLst>
                <a:path w="3275" h="2573" extrusionOk="0">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0" name="Google Shape;11400;p63"/>
            <p:cNvSpPr/>
            <p:nvPr/>
          </p:nvSpPr>
          <p:spPr>
            <a:xfrm>
              <a:off x="1076461" y="2409176"/>
              <a:ext cx="79419" cy="60525"/>
            </a:xfrm>
            <a:custGeom>
              <a:avLst/>
              <a:gdLst/>
              <a:ahLst/>
              <a:cxnLst/>
              <a:rect l="l" t="t" r="r" b="b"/>
              <a:pathLst>
                <a:path w="2501" h="1906" extrusionOk="0">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1" name="Google Shape;11401;p63"/>
            <p:cNvSpPr/>
            <p:nvPr/>
          </p:nvSpPr>
          <p:spPr>
            <a:xfrm>
              <a:off x="985324" y="2448488"/>
              <a:ext cx="86628" cy="94185"/>
            </a:xfrm>
            <a:custGeom>
              <a:avLst/>
              <a:gdLst/>
              <a:ahLst/>
              <a:cxnLst/>
              <a:rect l="l" t="t" r="r" b="b"/>
              <a:pathLst>
                <a:path w="2728" h="2966" extrusionOk="0">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2" name="Google Shape;11402;p63"/>
            <p:cNvSpPr/>
            <p:nvPr/>
          </p:nvSpPr>
          <p:spPr>
            <a:xfrm>
              <a:off x="1014062" y="2472336"/>
              <a:ext cx="15147" cy="15147"/>
            </a:xfrm>
            <a:custGeom>
              <a:avLst/>
              <a:gdLst/>
              <a:ahLst/>
              <a:cxnLst/>
              <a:rect l="l" t="t" r="r" b="b"/>
              <a:pathLst>
                <a:path w="477" h="477" extrusionOk="0">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3" name="Google Shape;11403;p63"/>
            <p:cNvSpPr/>
            <p:nvPr/>
          </p:nvSpPr>
          <p:spPr>
            <a:xfrm>
              <a:off x="866243" y="2291587"/>
              <a:ext cx="415546" cy="355053"/>
            </a:xfrm>
            <a:custGeom>
              <a:avLst/>
              <a:gdLst/>
              <a:ahLst/>
              <a:cxnLst/>
              <a:rect l="l" t="t" r="r" b="b"/>
              <a:pathLst>
                <a:path w="13086" h="11181" extrusionOk="0">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04" name="Google Shape;11404;p63"/>
          <p:cNvSpPr/>
          <p:nvPr/>
        </p:nvSpPr>
        <p:spPr>
          <a:xfrm>
            <a:off x="1411794" y="2287808"/>
            <a:ext cx="360356" cy="358831"/>
          </a:xfrm>
          <a:custGeom>
            <a:avLst/>
            <a:gdLst/>
            <a:ahLst/>
            <a:cxnLst/>
            <a:rect l="l" t="t" r="r" b="b"/>
            <a:pathLst>
              <a:path w="11348" h="11300" extrusionOk="0">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05" name="Google Shape;11405;p63"/>
          <p:cNvGrpSpPr/>
          <p:nvPr/>
        </p:nvGrpSpPr>
        <p:grpSpPr>
          <a:xfrm>
            <a:off x="1958520" y="2302574"/>
            <a:ext cx="359213" cy="327807"/>
            <a:chOff x="1958520" y="2302574"/>
            <a:chExt cx="359213" cy="327807"/>
          </a:xfrm>
        </p:grpSpPr>
        <p:sp>
          <p:nvSpPr>
            <p:cNvPr id="11406" name="Google Shape;11406;p63"/>
            <p:cNvSpPr/>
            <p:nvPr/>
          </p:nvSpPr>
          <p:spPr>
            <a:xfrm>
              <a:off x="1958520" y="2302574"/>
              <a:ext cx="359213" cy="327807"/>
            </a:xfrm>
            <a:custGeom>
              <a:avLst/>
              <a:gdLst/>
              <a:ahLst/>
              <a:cxnLst/>
              <a:rect l="l" t="t" r="r" b="b"/>
              <a:pathLst>
                <a:path w="11312" h="10323" extrusionOk="0">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7" name="Google Shape;11407;p63"/>
            <p:cNvSpPr/>
            <p:nvPr/>
          </p:nvSpPr>
          <p:spPr>
            <a:xfrm>
              <a:off x="1986877" y="2331313"/>
              <a:ext cx="302117" cy="184909"/>
            </a:xfrm>
            <a:custGeom>
              <a:avLst/>
              <a:gdLst/>
              <a:ahLst/>
              <a:cxnLst/>
              <a:rect l="l" t="t" r="r" b="b"/>
              <a:pathLst>
                <a:path w="9514" h="5823" extrusionOk="0">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63"/>
            <p:cNvSpPr/>
            <p:nvPr/>
          </p:nvSpPr>
          <p:spPr>
            <a:xfrm>
              <a:off x="2131521" y="2526701"/>
              <a:ext cx="11908" cy="10638"/>
            </a:xfrm>
            <a:custGeom>
              <a:avLst/>
              <a:gdLst/>
              <a:ahLst/>
              <a:cxnLst/>
              <a:rect l="l" t="t" r="r" b="b"/>
              <a:pathLst>
                <a:path w="375" h="335" extrusionOk="0">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9" name="Google Shape;11409;p63"/>
          <p:cNvGrpSpPr/>
          <p:nvPr/>
        </p:nvGrpSpPr>
        <p:grpSpPr>
          <a:xfrm>
            <a:off x="2579882" y="2287427"/>
            <a:ext cx="207582" cy="359594"/>
            <a:chOff x="2656082" y="2287427"/>
            <a:chExt cx="207582" cy="359594"/>
          </a:xfrm>
        </p:grpSpPr>
        <p:sp>
          <p:nvSpPr>
            <p:cNvPr id="11410" name="Google Shape;11410;p63"/>
            <p:cNvSpPr/>
            <p:nvPr/>
          </p:nvSpPr>
          <p:spPr>
            <a:xfrm>
              <a:off x="2656082" y="2287427"/>
              <a:ext cx="207582" cy="359594"/>
            </a:xfrm>
            <a:custGeom>
              <a:avLst/>
              <a:gdLst/>
              <a:ahLst/>
              <a:cxnLst/>
              <a:rect l="l" t="t" r="r" b="b"/>
              <a:pathLst>
                <a:path w="6537" h="11324" extrusionOk="0">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1" name="Google Shape;11411;p63"/>
            <p:cNvSpPr/>
            <p:nvPr/>
          </p:nvSpPr>
          <p:spPr>
            <a:xfrm>
              <a:off x="2754395" y="2308608"/>
              <a:ext cx="31787" cy="10257"/>
            </a:xfrm>
            <a:custGeom>
              <a:avLst/>
              <a:gdLst/>
              <a:ahLst/>
              <a:cxnLst/>
              <a:rect l="l" t="t" r="r" b="b"/>
              <a:pathLst>
                <a:path w="1001" h="323" extrusionOk="0">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2" name="Google Shape;11412;p63"/>
            <p:cNvSpPr/>
            <p:nvPr/>
          </p:nvSpPr>
          <p:spPr>
            <a:xfrm>
              <a:off x="2743789" y="2594053"/>
              <a:ext cx="31406" cy="31056"/>
            </a:xfrm>
            <a:custGeom>
              <a:avLst/>
              <a:gdLst/>
              <a:ahLst/>
              <a:cxnLst/>
              <a:rect l="l" t="t" r="r" b="b"/>
              <a:pathLst>
                <a:path w="989" h="978" extrusionOk="0">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63"/>
            <p:cNvSpPr/>
            <p:nvPr/>
          </p:nvSpPr>
          <p:spPr>
            <a:xfrm>
              <a:off x="2733596" y="2308608"/>
              <a:ext cx="10225" cy="10257"/>
            </a:xfrm>
            <a:custGeom>
              <a:avLst/>
              <a:gdLst/>
              <a:ahLst/>
              <a:cxnLst/>
              <a:rect l="l" t="t" r="r" b="b"/>
              <a:pathLst>
                <a:path w="322" h="323" extrusionOk="0">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4" name="Google Shape;11414;p63"/>
          <p:cNvGrpSpPr/>
          <p:nvPr/>
        </p:nvGrpSpPr>
        <p:grpSpPr>
          <a:xfrm>
            <a:off x="3049653" y="2321468"/>
            <a:ext cx="362991" cy="290018"/>
            <a:chOff x="3049653" y="2321468"/>
            <a:chExt cx="362991" cy="290018"/>
          </a:xfrm>
        </p:grpSpPr>
        <p:sp>
          <p:nvSpPr>
            <p:cNvPr id="11415" name="Google Shape;11415;p63"/>
            <p:cNvSpPr/>
            <p:nvPr/>
          </p:nvSpPr>
          <p:spPr>
            <a:xfrm>
              <a:off x="3280290" y="2429690"/>
              <a:ext cx="29913" cy="73957"/>
            </a:xfrm>
            <a:custGeom>
              <a:avLst/>
              <a:gdLst/>
              <a:ahLst/>
              <a:cxnLst/>
              <a:rect l="l" t="t" r="r" b="b"/>
              <a:pathLst>
                <a:path w="942" h="2329" extrusionOk="0">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6" name="Google Shape;11416;p63"/>
            <p:cNvSpPr/>
            <p:nvPr/>
          </p:nvSpPr>
          <p:spPr>
            <a:xfrm>
              <a:off x="3317729" y="2392250"/>
              <a:ext cx="49570" cy="148836"/>
            </a:xfrm>
            <a:custGeom>
              <a:avLst/>
              <a:gdLst/>
              <a:ahLst/>
              <a:cxnLst/>
              <a:rect l="l" t="t" r="r" b="b"/>
              <a:pathLst>
                <a:path w="1561" h="4687" extrusionOk="0">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63"/>
            <p:cNvSpPr/>
            <p:nvPr/>
          </p:nvSpPr>
          <p:spPr>
            <a:xfrm>
              <a:off x="3354406" y="2355954"/>
              <a:ext cx="58239" cy="222317"/>
            </a:xfrm>
            <a:custGeom>
              <a:avLst/>
              <a:gdLst/>
              <a:ahLst/>
              <a:cxnLst/>
              <a:rect l="l" t="t" r="r" b="b"/>
              <a:pathLst>
                <a:path w="1834" h="7001" extrusionOk="0">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63"/>
            <p:cNvSpPr/>
            <p:nvPr/>
          </p:nvSpPr>
          <p:spPr>
            <a:xfrm>
              <a:off x="3049653" y="2321468"/>
              <a:ext cx="210250" cy="290018"/>
            </a:xfrm>
            <a:custGeom>
              <a:avLst/>
              <a:gdLst/>
              <a:ahLst/>
              <a:cxnLst/>
              <a:rect l="l" t="t" r="r" b="b"/>
              <a:pathLst>
                <a:path w="6621" h="9133" extrusionOk="0">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9" name="Google Shape;11419;p63"/>
          <p:cNvGrpSpPr/>
          <p:nvPr/>
        </p:nvGrpSpPr>
        <p:grpSpPr>
          <a:xfrm>
            <a:off x="3564243" y="2289904"/>
            <a:ext cx="422342" cy="355243"/>
            <a:chOff x="3564243" y="2289904"/>
            <a:chExt cx="422342" cy="355243"/>
          </a:xfrm>
        </p:grpSpPr>
        <p:sp>
          <p:nvSpPr>
            <p:cNvPr id="11420" name="Google Shape;11420;p63"/>
            <p:cNvSpPr/>
            <p:nvPr/>
          </p:nvSpPr>
          <p:spPr>
            <a:xfrm>
              <a:off x="3564243" y="2291587"/>
              <a:ext cx="66177" cy="351655"/>
            </a:xfrm>
            <a:custGeom>
              <a:avLst/>
              <a:gdLst/>
              <a:ahLst/>
              <a:cxnLst/>
              <a:rect l="l" t="t" r="r" b="b"/>
              <a:pathLst>
                <a:path w="2084" h="11074" extrusionOk="0">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63"/>
            <p:cNvSpPr/>
            <p:nvPr/>
          </p:nvSpPr>
          <p:spPr>
            <a:xfrm>
              <a:off x="3636835" y="2373674"/>
              <a:ext cx="236702" cy="236289"/>
            </a:xfrm>
            <a:custGeom>
              <a:avLst/>
              <a:gdLst/>
              <a:ahLst/>
              <a:cxnLst/>
              <a:rect l="l" t="t" r="r" b="b"/>
              <a:pathLst>
                <a:path w="7454" h="7441" extrusionOk="0">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2" name="Google Shape;11422;p63"/>
            <p:cNvSpPr/>
            <p:nvPr/>
          </p:nvSpPr>
          <p:spPr>
            <a:xfrm>
              <a:off x="3685230" y="2324104"/>
              <a:ext cx="237083" cy="235971"/>
            </a:xfrm>
            <a:custGeom>
              <a:avLst/>
              <a:gdLst/>
              <a:ahLst/>
              <a:cxnLst/>
              <a:rect l="l" t="t" r="r" b="b"/>
              <a:pathLst>
                <a:path w="7466" h="7431" extrusionOk="0">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3" name="Google Shape;11423;p63"/>
            <p:cNvSpPr/>
            <p:nvPr/>
          </p:nvSpPr>
          <p:spPr>
            <a:xfrm>
              <a:off x="3663668" y="2351699"/>
              <a:ext cx="230668" cy="230668"/>
            </a:xfrm>
            <a:custGeom>
              <a:avLst/>
              <a:gdLst/>
              <a:ahLst/>
              <a:cxnLst/>
              <a:rect l="l" t="t" r="r" b="b"/>
              <a:pathLst>
                <a:path w="7264" h="7264" extrusionOk="0">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4" name="Google Shape;11424;p63"/>
            <p:cNvSpPr/>
            <p:nvPr/>
          </p:nvSpPr>
          <p:spPr>
            <a:xfrm>
              <a:off x="3933998" y="2289904"/>
              <a:ext cx="52586" cy="355243"/>
            </a:xfrm>
            <a:custGeom>
              <a:avLst/>
              <a:gdLst/>
              <a:ahLst/>
              <a:cxnLst/>
              <a:rect l="l" t="t" r="r" b="b"/>
              <a:pathLst>
                <a:path w="1656" h="11187" extrusionOk="0">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25" name="Google Shape;11425;p63"/>
          <p:cNvSpPr/>
          <p:nvPr/>
        </p:nvSpPr>
        <p:spPr>
          <a:xfrm>
            <a:off x="4143835" y="2288189"/>
            <a:ext cx="357688" cy="357339"/>
          </a:xfrm>
          <a:custGeom>
            <a:avLst/>
            <a:gdLst/>
            <a:ahLst/>
            <a:cxnLst/>
            <a:rect l="l" t="t" r="r" b="b"/>
            <a:pathLst>
              <a:path w="11264" h="11253" extrusionOk="0">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26" name="Google Shape;11426;p63"/>
          <p:cNvGrpSpPr/>
          <p:nvPr/>
        </p:nvGrpSpPr>
        <p:grpSpPr>
          <a:xfrm>
            <a:off x="4687894" y="2289713"/>
            <a:ext cx="359594" cy="353909"/>
            <a:chOff x="4687894" y="2289713"/>
            <a:chExt cx="359594" cy="353909"/>
          </a:xfrm>
        </p:grpSpPr>
        <p:sp>
          <p:nvSpPr>
            <p:cNvPr id="11427" name="Google Shape;11427;p63"/>
            <p:cNvSpPr/>
            <p:nvPr/>
          </p:nvSpPr>
          <p:spPr>
            <a:xfrm>
              <a:off x="4955207" y="2477227"/>
              <a:ext cx="34041" cy="22356"/>
            </a:xfrm>
            <a:custGeom>
              <a:avLst/>
              <a:gdLst/>
              <a:ahLst/>
              <a:cxnLst/>
              <a:rect l="l" t="t" r="r" b="b"/>
              <a:pathLst>
                <a:path w="1072" h="704" extrusionOk="0">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63"/>
            <p:cNvSpPr/>
            <p:nvPr/>
          </p:nvSpPr>
          <p:spPr>
            <a:xfrm>
              <a:off x="4687894" y="2289713"/>
              <a:ext cx="359594" cy="353909"/>
            </a:xfrm>
            <a:custGeom>
              <a:avLst/>
              <a:gdLst/>
              <a:ahLst/>
              <a:cxnLst/>
              <a:rect l="l" t="t" r="r" b="b"/>
              <a:pathLst>
                <a:path w="11324" h="11145" extrusionOk="0">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9" name="Google Shape;11429;p63"/>
            <p:cNvSpPr/>
            <p:nvPr/>
          </p:nvSpPr>
          <p:spPr>
            <a:xfrm>
              <a:off x="4829299" y="2324485"/>
              <a:ext cx="42393" cy="75291"/>
            </a:xfrm>
            <a:custGeom>
              <a:avLst/>
              <a:gdLst/>
              <a:ahLst/>
              <a:cxnLst/>
              <a:rect l="l" t="t" r="r" b="b"/>
              <a:pathLst>
                <a:path w="1335" h="2371" extrusionOk="0">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30" name="Google Shape;11430;p63"/>
          <p:cNvSpPr/>
          <p:nvPr/>
        </p:nvSpPr>
        <p:spPr>
          <a:xfrm>
            <a:off x="5234620" y="2287078"/>
            <a:ext cx="358832" cy="359562"/>
          </a:xfrm>
          <a:custGeom>
            <a:avLst/>
            <a:gdLst/>
            <a:ahLst/>
            <a:cxnLst/>
            <a:rect l="l" t="t" r="r" b="b"/>
            <a:pathLst>
              <a:path w="11300" h="11323" extrusionOk="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31" name="Google Shape;11431;p63"/>
          <p:cNvGrpSpPr/>
          <p:nvPr/>
        </p:nvGrpSpPr>
        <p:grpSpPr>
          <a:xfrm>
            <a:off x="6372624" y="2308227"/>
            <a:ext cx="263567" cy="317614"/>
            <a:chOff x="6421399" y="2308227"/>
            <a:chExt cx="263567" cy="317614"/>
          </a:xfrm>
        </p:grpSpPr>
        <p:sp>
          <p:nvSpPr>
            <p:cNvPr id="11432" name="Google Shape;11432;p63"/>
            <p:cNvSpPr/>
            <p:nvPr/>
          </p:nvSpPr>
          <p:spPr>
            <a:xfrm>
              <a:off x="6421399" y="2308227"/>
              <a:ext cx="263567" cy="317614"/>
            </a:xfrm>
            <a:custGeom>
              <a:avLst/>
              <a:gdLst/>
              <a:ahLst/>
              <a:cxnLst/>
              <a:rect l="l" t="t" r="r" b="b"/>
              <a:pathLst>
                <a:path w="8300" h="10002" extrusionOk="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3" name="Google Shape;11433;p63"/>
            <p:cNvSpPr/>
            <p:nvPr/>
          </p:nvSpPr>
          <p:spPr>
            <a:xfrm>
              <a:off x="6539750" y="2414860"/>
              <a:ext cx="26484" cy="162236"/>
            </a:xfrm>
            <a:custGeom>
              <a:avLst/>
              <a:gdLst/>
              <a:ahLst/>
              <a:cxnLst/>
              <a:rect l="l" t="t" r="r" b="b"/>
              <a:pathLst>
                <a:path w="834" h="5109" extrusionOk="0">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4" name="Google Shape;11434;p63"/>
            <p:cNvSpPr/>
            <p:nvPr/>
          </p:nvSpPr>
          <p:spPr>
            <a:xfrm>
              <a:off x="6590018" y="2414479"/>
              <a:ext cx="30294" cy="162967"/>
            </a:xfrm>
            <a:custGeom>
              <a:avLst/>
              <a:gdLst/>
              <a:ahLst/>
              <a:cxnLst/>
              <a:rect l="l" t="t" r="r" b="b"/>
              <a:pathLst>
                <a:path w="954" h="5132" extrusionOk="0">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5" name="Google Shape;11435;p63"/>
            <p:cNvSpPr/>
            <p:nvPr/>
          </p:nvSpPr>
          <p:spPr>
            <a:xfrm>
              <a:off x="6486052" y="2414860"/>
              <a:ext cx="30294" cy="162967"/>
            </a:xfrm>
            <a:custGeom>
              <a:avLst/>
              <a:gdLst/>
              <a:ahLst/>
              <a:cxnLst/>
              <a:rect l="l" t="t" r="r" b="b"/>
              <a:pathLst>
                <a:path w="954" h="5132" extrusionOk="0">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6" name="Google Shape;11436;p63"/>
          <p:cNvGrpSpPr/>
          <p:nvPr/>
        </p:nvGrpSpPr>
        <p:grpSpPr>
          <a:xfrm>
            <a:off x="6870193" y="2295620"/>
            <a:ext cx="360356" cy="343462"/>
            <a:chOff x="6870193" y="2295620"/>
            <a:chExt cx="360356" cy="343462"/>
          </a:xfrm>
        </p:grpSpPr>
        <p:sp>
          <p:nvSpPr>
            <p:cNvPr id="11437" name="Google Shape;11437;p63"/>
            <p:cNvSpPr/>
            <p:nvPr/>
          </p:nvSpPr>
          <p:spPr>
            <a:xfrm>
              <a:off x="6870193" y="2295620"/>
              <a:ext cx="360356" cy="343462"/>
            </a:xfrm>
            <a:custGeom>
              <a:avLst/>
              <a:gdLst/>
              <a:ahLst/>
              <a:cxnLst/>
              <a:rect l="l" t="t" r="r" b="b"/>
              <a:pathLst>
                <a:path w="11348" h="10816" extrusionOk="0">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8" name="Google Shape;11438;p63"/>
            <p:cNvSpPr/>
            <p:nvPr/>
          </p:nvSpPr>
          <p:spPr>
            <a:xfrm>
              <a:off x="6920842" y="2577064"/>
              <a:ext cx="36709" cy="36677"/>
            </a:xfrm>
            <a:custGeom>
              <a:avLst/>
              <a:gdLst/>
              <a:ahLst/>
              <a:cxnLst/>
              <a:rect l="l" t="t" r="r" b="b"/>
              <a:pathLst>
                <a:path w="1156" h="1155" extrusionOk="0">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9" name="Google Shape;11439;p63"/>
          <p:cNvGrpSpPr/>
          <p:nvPr/>
        </p:nvGrpSpPr>
        <p:grpSpPr>
          <a:xfrm>
            <a:off x="7441465" y="2302860"/>
            <a:ext cx="342192" cy="327140"/>
            <a:chOff x="7441465" y="2302860"/>
            <a:chExt cx="342192" cy="327140"/>
          </a:xfrm>
        </p:grpSpPr>
        <p:sp>
          <p:nvSpPr>
            <p:cNvPr id="11440" name="Google Shape;11440;p63"/>
            <p:cNvSpPr/>
            <p:nvPr/>
          </p:nvSpPr>
          <p:spPr>
            <a:xfrm>
              <a:off x="7441465" y="2337727"/>
              <a:ext cx="299862" cy="292273"/>
            </a:xfrm>
            <a:custGeom>
              <a:avLst/>
              <a:gdLst/>
              <a:ahLst/>
              <a:cxnLst/>
              <a:rect l="l" t="t" r="r" b="b"/>
              <a:pathLst>
                <a:path w="9443" h="9204" extrusionOk="0">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1" name="Google Shape;11441;p63"/>
            <p:cNvSpPr/>
            <p:nvPr/>
          </p:nvSpPr>
          <p:spPr>
            <a:xfrm>
              <a:off x="7484588" y="2302860"/>
              <a:ext cx="299069" cy="293130"/>
            </a:xfrm>
            <a:custGeom>
              <a:avLst/>
              <a:gdLst/>
              <a:ahLst/>
              <a:cxnLst/>
              <a:rect l="l" t="t" r="r" b="b"/>
              <a:pathLst>
                <a:path w="9418" h="9231" extrusionOk="0">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2" name="Google Shape;11442;p63"/>
          <p:cNvGrpSpPr/>
          <p:nvPr/>
        </p:nvGrpSpPr>
        <p:grpSpPr>
          <a:xfrm>
            <a:off x="7989683" y="2350207"/>
            <a:ext cx="332761" cy="234066"/>
            <a:chOff x="7989683" y="2350207"/>
            <a:chExt cx="332761" cy="234066"/>
          </a:xfrm>
        </p:grpSpPr>
        <p:sp>
          <p:nvSpPr>
            <p:cNvPr id="11443" name="Google Shape;11443;p63"/>
            <p:cNvSpPr/>
            <p:nvPr/>
          </p:nvSpPr>
          <p:spPr>
            <a:xfrm>
              <a:off x="8258902" y="2396188"/>
              <a:ext cx="29119" cy="22101"/>
            </a:xfrm>
            <a:custGeom>
              <a:avLst/>
              <a:gdLst/>
              <a:ahLst/>
              <a:cxnLst/>
              <a:rect l="l" t="t" r="r" b="b"/>
              <a:pathLst>
                <a:path w="917" h="696" extrusionOk="0">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4" name="Google Shape;11444;p63"/>
            <p:cNvSpPr/>
            <p:nvPr/>
          </p:nvSpPr>
          <p:spPr>
            <a:xfrm>
              <a:off x="8051320" y="2350207"/>
              <a:ext cx="194753" cy="49919"/>
            </a:xfrm>
            <a:custGeom>
              <a:avLst/>
              <a:gdLst/>
              <a:ahLst/>
              <a:cxnLst/>
              <a:rect l="l" t="t" r="r" b="b"/>
              <a:pathLst>
                <a:path w="6133" h="1572" extrusionOk="0">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5" name="Google Shape;11445;p63"/>
            <p:cNvSpPr/>
            <p:nvPr/>
          </p:nvSpPr>
          <p:spPr>
            <a:xfrm>
              <a:off x="7989683" y="2378183"/>
              <a:ext cx="332761" cy="206090"/>
            </a:xfrm>
            <a:custGeom>
              <a:avLst/>
              <a:gdLst/>
              <a:ahLst/>
              <a:cxnLst/>
              <a:rect l="l" t="t" r="r" b="b"/>
              <a:pathLst>
                <a:path w="10479" h="6490" extrusionOk="0">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6" name="Google Shape;11446;p63"/>
            <p:cNvSpPr/>
            <p:nvPr/>
          </p:nvSpPr>
          <p:spPr>
            <a:xfrm>
              <a:off x="8081201" y="2405746"/>
              <a:ext cx="151598" cy="149884"/>
            </a:xfrm>
            <a:custGeom>
              <a:avLst/>
              <a:gdLst/>
              <a:ahLst/>
              <a:cxnLst/>
              <a:rect l="l" t="t" r="r" b="b"/>
              <a:pathLst>
                <a:path w="4774" h="4720" extrusionOk="0">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7" name="Google Shape;11447;p63"/>
            <p:cNvSpPr/>
            <p:nvPr/>
          </p:nvSpPr>
          <p:spPr>
            <a:xfrm>
              <a:off x="8115973" y="2440550"/>
              <a:ext cx="80562" cy="80213"/>
            </a:xfrm>
            <a:custGeom>
              <a:avLst/>
              <a:gdLst/>
              <a:ahLst/>
              <a:cxnLst/>
              <a:rect l="l" t="t" r="r" b="b"/>
              <a:pathLst>
                <a:path w="2537" h="2526" extrusionOk="0">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63"/>
            <p:cNvSpPr/>
            <p:nvPr/>
          </p:nvSpPr>
          <p:spPr>
            <a:xfrm>
              <a:off x="8164749" y="2447377"/>
              <a:ext cx="24610" cy="24610"/>
            </a:xfrm>
            <a:custGeom>
              <a:avLst/>
              <a:gdLst/>
              <a:ahLst/>
              <a:cxnLst/>
              <a:rect l="l" t="t" r="r" b="b"/>
              <a:pathLst>
                <a:path w="775" h="775" extrusionOk="0">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9" name="Google Shape;11449;p63"/>
          <p:cNvGrpSpPr/>
          <p:nvPr/>
        </p:nvGrpSpPr>
        <p:grpSpPr>
          <a:xfrm>
            <a:off x="5823294" y="2309751"/>
            <a:ext cx="315327" cy="314978"/>
            <a:chOff x="5823294" y="2309751"/>
            <a:chExt cx="315327" cy="314978"/>
          </a:xfrm>
        </p:grpSpPr>
        <p:sp>
          <p:nvSpPr>
            <p:cNvPr id="11450" name="Google Shape;11450;p63"/>
            <p:cNvSpPr/>
            <p:nvPr/>
          </p:nvSpPr>
          <p:spPr>
            <a:xfrm>
              <a:off x="5823294" y="2309751"/>
              <a:ext cx="315327" cy="314978"/>
            </a:xfrm>
            <a:custGeom>
              <a:avLst/>
              <a:gdLst/>
              <a:ahLst/>
              <a:cxnLst/>
              <a:rect l="l" t="t" r="r" b="b"/>
              <a:pathLst>
                <a:path w="9930" h="9919" extrusionOk="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1" name="Google Shape;11451;p63"/>
            <p:cNvSpPr/>
            <p:nvPr/>
          </p:nvSpPr>
          <p:spPr>
            <a:xfrm>
              <a:off x="5846348" y="2332805"/>
              <a:ext cx="268457" cy="268489"/>
            </a:xfrm>
            <a:custGeom>
              <a:avLst/>
              <a:gdLst/>
              <a:ahLst/>
              <a:cxnLst/>
              <a:rect l="l" t="t" r="r" b="b"/>
              <a:pathLst>
                <a:path w="8454" h="8455" extrusionOk="0">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63"/>
            <p:cNvSpPr/>
            <p:nvPr/>
          </p:nvSpPr>
          <p:spPr>
            <a:xfrm>
              <a:off x="5869402" y="2462111"/>
              <a:ext cx="15909" cy="9495"/>
            </a:xfrm>
            <a:custGeom>
              <a:avLst/>
              <a:gdLst/>
              <a:ahLst/>
              <a:cxnLst/>
              <a:rect l="l" t="t" r="r" b="b"/>
              <a:pathLst>
                <a:path w="501" h="299" extrusionOk="0">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63"/>
            <p:cNvSpPr/>
            <p:nvPr/>
          </p:nvSpPr>
          <p:spPr>
            <a:xfrm>
              <a:off x="5976416" y="2354748"/>
              <a:ext cx="116858" cy="116858"/>
            </a:xfrm>
            <a:custGeom>
              <a:avLst/>
              <a:gdLst/>
              <a:ahLst/>
              <a:cxnLst/>
              <a:rect l="l" t="t" r="r" b="b"/>
              <a:pathLst>
                <a:path w="3680" h="3680" extrusionOk="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63"/>
            <p:cNvSpPr/>
            <p:nvPr/>
          </p:nvSpPr>
          <p:spPr>
            <a:xfrm>
              <a:off x="5976416" y="2562679"/>
              <a:ext cx="9463" cy="16290"/>
            </a:xfrm>
            <a:custGeom>
              <a:avLst/>
              <a:gdLst/>
              <a:ahLst/>
              <a:cxnLst/>
              <a:rect l="l" t="t" r="r" b="b"/>
              <a:pathLst>
                <a:path w="298" h="513" extrusionOk="0">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5" name="Google Shape;11455;p63"/>
            <p:cNvSpPr/>
            <p:nvPr/>
          </p:nvSpPr>
          <p:spPr>
            <a:xfrm>
              <a:off x="5900395" y="2386217"/>
              <a:ext cx="15179" cy="13909"/>
            </a:xfrm>
            <a:custGeom>
              <a:avLst/>
              <a:gdLst/>
              <a:ahLst/>
              <a:cxnLst/>
              <a:rect l="l" t="t" r="r" b="b"/>
              <a:pathLst>
                <a:path w="478" h="438" extrusionOk="0">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6" name="Google Shape;11456;p63"/>
            <p:cNvSpPr/>
            <p:nvPr/>
          </p:nvSpPr>
          <p:spPr>
            <a:xfrm>
              <a:off x="6047484" y="2533655"/>
              <a:ext cx="15147" cy="13940"/>
            </a:xfrm>
            <a:custGeom>
              <a:avLst/>
              <a:gdLst/>
              <a:ahLst/>
              <a:cxnLst/>
              <a:rect l="l" t="t" r="r" b="b"/>
              <a:pathLst>
                <a:path w="477" h="439" extrusionOk="0">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63"/>
            <p:cNvSpPr/>
            <p:nvPr/>
          </p:nvSpPr>
          <p:spPr>
            <a:xfrm>
              <a:off x="6047484" y="2386217"/>
              <a:ext cx="15147" cy="13909"/>
            </a:xfrm>
            <a:custGeom>
              <a:avLst/>
              <a:gdLst/>
              <a:ahLst/>
              <a:cxnLst/>
              <a:rect l="l" t="t" r="r" b="b"/>
              <a:pathLst>
                <a:path w="477" h="438" extrusionOk="0">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8" name="Google Shape;11458;p63"/>
            <p:cNvSpPr/>
            <p:nvPr/>
          </p:nvSpPr>
          <p:spPr>
            <a:xfrm>
              <a:off x="5900395" y="2533655"/>
              <a:ext cx="15179" cy="13940"/>
            </a:xfrm>
            <a:custGeom>
              <a:avLst/>
              <a:gdLst/>
              <a:ahLst/>
              <a:cxnLst/>
              <a:rect l="l" t="t" r="r" b="b"/>
              <a:pathLst>
                <a:path w="478" h="439" extrusionOk="0">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9" name="Google Shape;11459;p63"/>
            <p:cNvSpPr/>
            <p:nvPr/>
          </p:nvSpPr>
          <p:spPr>
            <a:xfrm>
              <a:off x="5877341" y="2420639"/>
              <a:ext cx="16671" cy="11654"/>
            </a:xfrm>
            <a:custGeom>
              <a:avLst/>
              <a:gdLst/>
              <a:ahLst/>
              <a:cxnLst/>
              <a:rect l="l" t="t" r="r" b="b"/>
              <a:pathLst>
                <a:path w="525" h="367" extrusionOk="0">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63"/>
            <p:cNvSpPr/>
            <p:nvPr/>
          </p:nvSpPr>
          <p:spPr>
            <a:xfrm>
              <a:off x="6068665" y="2501519"/>
              <a:ext cx="16671" cy="11654"/>
            </a:xfrm>
            <a:custGeom>
              <a:avLst/>
              <a:gdLst/>
              <a:ahLst/>
              <a:cxnLst/>
              <a:rect l="l" t="t" r="r" b="b"/>
              <a:pathLst>
                <a:path w="525" h="367" extrusionOk="0">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1" name="Google Shape;11461;p63"/>
            <p:cNvSpPr/>
            <p:nvPr/>
          </p:nvSpPr>
          <p:spPr>
            <a:xfrm>
              <a:off x="6015729" y="2363353"/>
              <a:ext cx="12893" cy="15623"/>
            </a:xfrm>
            <a:custGeom>
              <a:avLst/>
              <a:gdLst/>
              <a:ahLst/>
              <a:cxnLst/>
              <a:rect l="l" t="t" r="r" b="b"/>
              <a:pathLst>
                <a:path w="406" h="492" extrusionOk="0">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2" name="Google Shape;11462;p63"/>
            <p:cNvSpPr/>
            <p:nvPr/>
          </p:nvSpPr>
          <p:spPr>
            <a:xfrm>
              <a:off x="5934055" y="2554836"/>
              <a:ext cx="13274" cy="15433"/>
            </a:xfrm>
            <a:custGeom>
              <a:avLst/>
              <a:gdLst/>
              <a:ahLst/>
              <a:cxnLst/>
              <a:rect l="l" t="t" r="r" b="b"/>
              <a:pathLst>
                <a:path w="418" h="486" extrusionOk="0">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3" name="Google Shape;11463;p63"/>
            <p:cNvSpPr/>
            <p:nvPr/>
          </p:nvSpPr>
          <p:spPr>
            <a:xfrm>
              <a:off x="5935960" y="2362401"/>
              <a:ext cx="12861" cy="15814"/>
            </a:xfrm>
            <a:custGeom>
              <a:avLst/>
              <a:gdLst/>
              <a:ahLst/>
              <a:cxnLst/>
              <a:rect l="l" t="t" r="r" b="b"/>
              <a:pathLst>
                <a:path w="405" h="498" extrusionOk="0">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4" name="Google Shape;11464;p63"/>
            <p:cNvSpPr/>
            <p:nvPr/>
          </p:nvSpPr>
          <p:spPr>
            <a:xfrm>
              <a:off x="6013824" y="2555820"/>
              <a:ext cx="12893" cy="15592"/>
            </a:xfrm>
            <a:custGeom>
              <a:avLst/>
              <a:gdLst/>
              <a:ahLst/>
              <a:cxnLst/>
              <a:rect l="l" t="t" r="r" b="b"/>
              <a:pathLst>
                <a:path w="406" h="491" extrusionOk="0">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5" name="Google Shape;11465;p63"/>
            <p:cNvSpPr/>
            <p:nvPr/>
          </p:nvSpPr>
          <p:spPr>
            <a:xfrm>
              <a:off x="6069776" y="2422132"/>
              <a:ext cx="16290" cy="11654"/>
            </a:xfrm>
            <a:custGeom>
              <a:avLst/>
              <a:gdLst/>
              <a:ahLst/>
              <a:cxnLst/>
              <a:rect l="l" t="t" r="r" b="b"/>
              <a:pathLst>
                <a:path w="513" h="367" extrusionOk="0">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63"/>
            <p:cNvSpPr/>
            <p:nvPr/>
          </p:nvSpPr>
          <p:spPr>
            <a:xfrm>
              <a:off x="5876960" y="2500027"/>
              <a:ext cx="16290" cy="11654"/>
            </a:xfrm>
            <a:custGeom>
              <a:avLst/>
              <a:gdLst/>
              <a:ahLst/>
              <a:cxnLst/>
              <a:rect l="l" t="t" r="r" b="b"/>
              <a:pathLst>
                <a:path w="513" h="367" extrusionOk="0">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7" name="Google Shape;11467;p63"/>
          <p:cNvGrpSpPr/>
          <p:nvPr/>
        </p:nvGrpSpPr>
        <p:grpSpPr>
          <a:xfrm>
            <a:off x="2497275" y="2744159"/>
            <a:ext cx="370930" cy="370549"/>
            <a:chOff x="2497275" y="2744159"/>
            <a:chExt cx="370930" cy="370549"/>
          </a:xfrm>
        </p:grpSpPr>
        <p:sp>
          <p:nvSpPr>
            <p:cNvPr id="11468" name="Google Shape;11468;p63"/>
            <p:cNvSpPr/>
            <p:nvPr/>
          </p:nvSpPr>
          <p:spPr>
            <a:xfrm>
              <a:off x="2497275" y="2744159"/>
              <a:ext cx="284366" cy="284747"/>
            </a:xfrm>
            <a:custGeom>
              <a:avLst/>
              <a:gdLst/>
              <a:ahLst/>
              <a:cxnLst/>
              <a:rect l="l" t="t" r="r" b="b"/>
              <a:pathLst>
                <a:path w="8955" h="8967" extrusionOk="0">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63"/>
            <p:cNvSpPr/>
            <p:nvPr/>
          </p:nvSpPr>
          <p:spPr>
            <a:xfrm>
              <a:off x="2592191" y="2821673"/>
              <a:ext cx="113461" cy="98345"/>
            </a:xfrm>
            <a:custGeom>
              <a:avLst/>
              <a:gdLst/>
              <a:ahLst/>
              <a:cxnLst/>
              <a:rect l="l" t="t" r="r" b="b"/>
              <a:pathLst>
                <a:path w="3573" h="3097" extrusionOk="0">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0" name="Google Shape;11470;p63"/>
            <p:cNvSpPr/>
            <p:nvPr/>
          </p:nvSpPr>
          <p:spPr>
            <a:xfrm>
              <a:off x="2574408" y="2862129"/>
              <a:ext cx="106665" cy="90756"/>
            </a:xfrm>
            <a:custGeom>
              <a:avLst/>
              <a:gdLst/>
              <a:ahLst/>
              <a:cxnLst/>
              <a:rect l="l" t="t" r="r" b="b"/>
              <a:pathLst>
                <a:path w="3359" h="2858" extrusionOk="0">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1" name="Google Shape;11471;p63"/>
            <p:cNvSpPr/>
            <p:nvPr/>
          </p:nvSpPr>
          <p:spPr>
            <a:xfrm>
              <a:off x="2676881" y="2923385"/>
              <a:ext cx="191324" cy="191324"/>
            </a:xfrm>
            <a:custGeom>
              <a:avLst/>
              <a:gdLst/>
              <a:ahLst/>
              <a:cxnLst/>
              <a:rect l="l" t="t" r="r" b="b"/>
              <a:pathLst>
                <a:path w="6025" h="6025" extrusionOk="0">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2" name="Google Shape;11472;p63"/>
            <p:cNvSpPr/>
            <p:nvPr/>
          </p:nvSpPr>
          <p:spPr>
            <a:xfrm>
              <a:off x="2738867" y="2986895"/>
              <a:ext cx="65066" cy="65066"/>
            </a:xfrm>
            <a:custGeom>
              <a:avLst/>
              <a:gdLst/>
              <a:ahLst/>
              <a:cxnLst/>
              <a:rect l="l" t="t" r="r" b="b"/>
              <a:pathLst>
                <a:path w="2049" h="2049" extrusionOk="0">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3" name="Google Shape;11473;p63"/>
            <p:cNvSpPr/>
            <p:nvPr/>
          </p:nvSpPr>
          <p:spPr>
            <a:xfrm>
              <a:off x="2604670" y="2851904"/>
              <a:ext cx="70718" cy="71131"/>
            </a:xfrm>
            <a:custGeom>
              <a:avLst/>
              <a:gdLst/>
              <a:ahLst/>
              <a:cxnLst/>
              <a:rect l="l" t="t" r="r" b="b"/>
              <a:pathLst>
                <a:path w="2227" h="2240" extrusionOk="0">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4" name="Google Shape;11474;p63"/>
          <p:cNvGrpSpPr/>
          <p:nvPr/>
        </p:nvGrpSpPr>
        <p:grpSpPr>
          <a:xfrm>
            <a:off x="860940" y="2746477"/>
            <a:ext cx="371883" cy="365691"/>
            <a:chOff x="860940" y="2746477"/>
            <a:chExt cx="371883" cy="365691"/>
          </a:xfrm>
        </p:grpSpPr>
        <p:sp>
          <p:nvSpPr>
            <p:cNvPr id="11475" name="Google Shape;11475;p63"/>
            <p:cNvSpPr/>
            <p:nvPr/>
          </p:nvSpPr>
          <p:spPr>
            <a:xfrm>
              <a:off x="908191" y="3026302"/>
              <a:ext cx="30294" cy="28961"/>
            </a:xfrm>
            <a:custGeom>
              <a:avLst/>
              <a:gdLst/>
              <a:ahLst/>
              <a:cxnLst/>
              <a:rect l="l" t="t" r="r" b="b"/>
              <a:pathLst>
                <a:path w="954" h="912" extrusionOk="0">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6" name="Google Shape;11476;p63"/>
            <p:cNvSpPr/>
            <p:nvPr/>
          </p:nvSpPr>
          <p:spPr>
            <a:xfrm>
              <a:off x="943757" y="3061836"/>
              <a:ext cx="30263" cy="28961"/>
            </a:xfrm>
            <a:custGeom>
              <a:avLst/>
              <a:gdLst/>
              <a:ahLst/>
              <a:cxnLst/>
              <a:rect l="l" t="t" r="r" b="b"/>
              <a:pathLst>
                <a:path w="953" h="912" extrusionOk="0">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7" name="Google Shape;11477;p63"/>
            <p:cNvSpPr/>
            <p:nvPr/>
          </p:nvSpPr>
          <p:spPr>
            <a:xfrm>
              <a:off x="926355" y="3044085"/>
              <a:ext cx="29881" cy="28579"/>
            </a:xfrm>
            <a:custGeom>
              <a:avLst/>
              <a:gdLst/>
              <a:ahLst/>
              <a:cxnLst/>
              <a:rect l="l" t="t" r="r" b="b"/>
              <a:pathLst>
                <a:path w="941" h="900" extrusionOk="0">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8" name="Google Shape;11478;p63"/>
            <p:cNvSpPr/>
            <p:nvPr/>
          </p:nvSpPr>
          <p:spPr>
            <a:xfrm>
              <a:off x="860940" y="2746477"/>
              <a:ext cx="371883" cy="365691"/>
            </a:xfrm>
            <a:custGeom>
              <a:avLst/>
              <a:gdLst/>
              <a:ahLst/>
              <a:cxnLst/>
              <a:rect l="l" t="t" r="r" b="b"/>
              <a:pathLst>
                <a:path w="11711" h="11516" extrusionOk="0">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9" name="Google Shape;11479;p63"/>
            <p:cNvSpPr/>
            <p:nvPr/>
          </p:nvSpPr>
          <p:spPr>
            <a:xfrm>
              <a:off x="1070396" y="2832057"/>
              <a:ext cx="90406" cy="69035"/>
            </a:xfrm>
            <a:custGeom>
              <a:avLst/>
              <a:gdLst/>
              <a:ahLst/>
              <a:cxnLst/>
              <a:rect l="l" t="t" r="r" b="b"/>
              <a:pathLst>
                <a:path w="2847" h="2174" extrusionOk="0">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0" name="Google Shape;11480;p63"/>
          <p:cNvGrpSpPr/>
          <p:nvPr/>
        </p:nvGrpSpPr>
        <p:grpSpPr>
          <a:xfrm>
            <a:off x="1493849" y="2775533"/>
            <a:ext cx="283985" cy="341080"/>
            <a:chOff x="1493849" y="2775533"/>
            <a:chExt cx="283985" cy="341080"/>
          </a:xfrm>
        </p:grpSpPr>
        <p:sp>
          <p:nvSpPr>
            <p:cNvPr id="11481" name="Google Shape;11481;p63"/>
            <p:cNvSpPr/>
            <p:nvPr/>
          </p:nvSpPr>
          <p:spPr>
            <a:xfrm>
              <a:off x="1493849" y="2775533"/>
              <a:ext cx="283985" cy="341080"/>
            </a:xfrm>
            <a:custGeom>
              <a:avLst/>
              <a:gdLst/>
              <a:ahLst/>
              <a:cxnLst/>
              <a:rect l="l" t="t" r="r" b="b"/>
              <a:pathLst>
                <a:path w="8943" h="10741" extrusionOk="0">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2" name="Google Shape;11482;p63"/>
            <p:cNvSpPr/>
            <p:nvPr/>
          </p:nvSpPr>
          <p:spPr>
            <a:xfrm>
              <a:off x="1590638" y="2834153"/>
              <a:ext cx="88501" cy="84754"/>
            </a:xfrm>
            <a:custGeom>
              <a:avLst/>
              <a:gdLst/>
              <a:ahLst/>
              <a:cxnLst/>
              <a:rect l="l" t="t" r="r" b="b"/>
              <a:pathLst>
                <a:path w="2787" h="2669" extrusionOk="0">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3" name="Google Shape;11483;p63"/>
          <p:cNvGrpSpPr/>
          <p:nvPr/>
        </p:nvGrpSpPr>
        <p:grpSpPr>
          <a:xfrm>
            <a:off x="1952836" y="2774422"/>
            <a:ext cx="372835" cy="342573"/>
            <a:chOff x="1952836" y="2774422"/>
            <a:chExt cx="372835" cy="342573"/>
          </a:xfrm>
        </p:grpSpPr>
        <p:sp>
          <p:nvSpPr>
            <p:cNvPr id="11484" name="Google Shape;11484;p63"/>
            <p:cNvSpPr/>
            <p:nvPr/>
          </p:nvSpPr>
          <p:spPr>
            <a:xfrm>
              <a:off x="2076490"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5" name="Google Shape;11485;p63"/>
            <p:cNvSpPr/>
            <p:nvPr/>
          </p:nvSpPr>
          <p:spPr>
            <a:xfrm>
              <a:off x="2208432"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6" name="Google Shape;11486;p63"/>
            <p:cNvSpPr/>
            <p:nvPr/>
          </p:nvSpPr>
          <p:spPr>
            <a:xfrm>
              <a:off x="1952836" y="2774422"/>
              <a:ext cx="372835" cy="342573"/>
            </a:xfrm>
            <a:custGeom>
              <a:avLst/>
              <a:gdLst/>
              <a:ahLst/>
              <a:cxnLst/>
              <a:rect l="l" t="t" r="r" b="b"/>
              <a:pathLst>
                <a:path w="11741" h="10788" extrusionOk="0">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7" name="Google Shape;11487;p63"/>
          <p:cNvGrpSpPr/>
          <p:nvPr/>
        </p:nvGrpSpPr>
        <p:grpSpPr>
          <a:xfrm>
            <a:off x="3079916" y="2744477"/>
            <a:ext cx="332729" cy="372518"/>
            <a:chOff x="3079916" y="2744477"/>
            <a:chExt cx="332729" cy="372518"/>
          </a:xfrm>
        </p:grpSpPr>
        <p:sp>
          <p:nvSpPr>
            <p:cNvPr id="11488" name="Google Shape;11488;p63"/>
            <p:cNvSpPr/>
            <p:nvPr/>
          </p:nvSpPr>
          <p:spPr>
            <a:xfrm>
              <a:off x="3079916" y="2840504"/>
              <a:ext cx="313454" cy="276491"/>
            </a:xfrm>
            <a:custGeom>
              <a:avLst/>
              <a:gdLst/>
              <a:ahLst/>
              <a:cxnLst/>
              <a:rect l="l" t="t" r="r" b="b"/>
              <a:pathLst>
                <a:path w="9871" h="8707" extrusionOk="0">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9" name="Google Shape;11489;p63"/>
            <p:cNvSpPr/>
            <p:nvPr/>
          </p:nvSpPr>
          <p:spPr>
            <a:xfrm>
              <a:off x="3244375" y="2840250"/>
              <a:ext cx="124416" cy="45727"/>
            </a:xfrm>
            <a:custGeom>
              <a:avLst/>
              <a:gdLst/>
              <a:ahLst/>
              <a:cxnLst/>
              <a:rect l="l" t="t" r="r" b="b"/>
              <a:pathLst>
                <a:path w="3918" h="1440" extrusionOk="0">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0" name="Google Shape;11490;p63"/>
            <p:cNvSpPr/>
            <p:nvPr/>
          </p:nvSpPr>
          <p:spPr>
            <a:xfrm>
              <a:off x="3198267" y="2744477"/>
              <a:ext cx="214378" cy="145279"/>
            </a:xfrm>
            <a:custGeom>
              <a:avLst/>
              <a:gdLst/>
              <a:ahLst/>
              <a:cxnLst/>
              <a:rect l="l" t="t" r="r" b="b"/>
              <a:pathLst>
                <a:path w="6751" h="4575" extrusionOk="0">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1" name="Google Shape;11491;p63"/>
          <p:cNvGrpSpPr/>
          <p:nvPr/>
        </p:nvGrpSpPr>
        <p:grpSpPr>
          <a:xfrm>
            <a:off x="3620576" y="2745525"/>
            <a:ext cx="336889" cy="355592"/>
            <a:chOff x="3620576" y="2745525"/>
            <a:chExt cx="336889" cy="355592"/>
          </a:xfrm>
        </p:grpSpPr>
        <p:sp>
          <p:nvSpPr>
            <p:cNvPr id="11492" name="Google Shape;11492;p63"/>
            <p:cNvSpPr/>
            <p:nvPr/>
          </p:nvSpPr>
          <p:spPr>
            <a:xfrm>
              <a:off x="3620576" y="2745525"/>
              <a:ext cx="336889" cy="355592"/>
            </a:xfrm>
            <a:custGeom>
              <a:avLst/>
              <a:gdLst/>
              <a:ahLst/>
              <a:cxnLst/>
              <a:rect l="l" t="t" r="r" b="b"/>
              <a:pathLst>
                <a:path w="10609" h="11198" extrusionOk="0">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3" name="Google Shape;11493;p63"/>
            <p:cNvSpPr/>
            <p:nvPr/>
          </p:nvSpPr>
          <p:spPr>
            <a:xfrm>
              <a:off x="3738896" y="2800747"/>
              <a:ext cx="218570" cy="258771"/>
            </a:xfrm>
            <a:custGeom>
              <a:avLst/>
              <a:gdLst/>
              <a:ahLst/>
              <a:cxnLst/>
              <a:rect l="l" t="t" r="r" b="b"/>
              <a:pathLst>
                <a:path w="6883" h="8149" extrusionOk="0">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4" name="Google Shape;11494;p63"/>
          <p:cNvGrpSpPr/>
          <p:nvPr/>
        </p:nvGrpSpPr>
        <p:grpSpPr>
          <a:xfrm>
            <a:off x="4126815" y="2760704"/>
            <a:ext cx="380393" cy="363118"/>
            <a:chOff x="4126815" y="2760704"/>
            <a:chExt cx="380393" cy="363118"/>
          </a:xfrm>
        </p:grpSpPr>
        <p:sp>
          <p:nvSpPr>
            <p:cNvPr id="11495" name="Google Shape;11495;p63"/>
            <p:cNvSpPr/>
            <p:nvPr/>
          </p:nvSpPr>
          <p:spPr>
            <a:xfrm>
              <a:off x="4219825" y="2822435"/>
              <a:ext cx="103267" cy="29056"/>
            </a:xfrm>
            <a:custGeom>
              <a:avLst/>
              <a:gdLst/>
              <a:ahLst/>
              <a:cxnLst/>
              <a:rect l="l" t="t" r="r" b="b"/>
              <a:pathLst>
                <a:path w="3252" h="915" extrusionOk="0">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6" name="Google Shape;11496;p63"/>
            <p:cNvSpPr/>
            <p:nvPr/>
          </p:nvSpPr>
          <p:spPr>
            <a:xfrm>
              <a:off x="4126815" y="2760704"/>
              <a:ext cx="380393" cy="363118"/>
            </a:xfrm>
            <a:custGeom>
              <a:avLst/>
              <a:gdLst/>
              <a:ahLst/>
              <a:cxnLst/>
              <a:rect l="l" t="t" r="r" b="b"/>
              <a:pathLst>
                <a:path w="11979" h="11435" extrusionOk="0">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7" name="Google Shape;11497;p63"/>
            <p:cNvSpPr/>
            <p:nvPr/>
          </p:nvSpPr>
          <p:spPr>
            <a:xfrm>
              <a:off x="4278826" y="2791379"/>
              <a:ext cx="103998" cy="201962"/>
            </a:xfrm>
            <a:custGeom>
              <a:avLst/>
              <a:gdLst/>
              <a:ahLst/>
              <a:cxnLst/>
              <a:rect l="l" t="t" r="r" b="b"/>
              <a:pathLst>
                <a:path w="3275" h="6360" extrusionOk="0">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8" name="Google Shape;11498;p63"/>
            <p:cNvSpPr/>
            <p:nvPr/>
          </p:nvSpPr>
          <p:spPr>
            <a:xfrm>
              <a:off x="4159332" y="2791379"/>
              <a:ext cx="105903" cy="201962"/>
            </a:xfrm>
            <a:custGeom>
              <a:avLst/>
              <a:gdLst/>
              <a:ahLst/>
              <a:cxnLst/>
              <a:rect l="l" t="t" r="r" b="b"/>
              <a:pathLst>
                <a:path w="3335" h="6360" extrusionOk="0">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9" name="Google Shape;11499;p63"/>
          <p:cNvGrpSpPr/>
          <p:nvPr/>
        </p:nvGrpSpPr>
        <p:grpSpPr>
          <a:xfrm>
            <a:off x="4675986" y="2745684"/>
            <a:ext cx="381346" cy="368644"/>
            <a:chOff x="4675986" y="2745684"/>
            <a:chExt cx="381346" cy="368644"/>
          </a:xfrm>
        </p:grpSpPr>
        <p:sp>
          <p:nvSpPr>
            <p:cNvPr id="11500" name="Google Shape;11500;p63"/>
            <p:cNvSpPr/>
            <p:nvPr/>
          </p:nvSpPr>
          <p:spPr>
            <a:xfrm>
              <a:off x="4828918" y="2895345"/>
              <a:ext cx="69226" cy="69258"/>
            </a:xfrm>
            <a:custGeom>
              <a:avLst/>
              <a:gdLst/>
              <a:ahLst/>
              <a:cxnLst/>
              <a:rect l="l" t="t" r="r" b="b"/>
              <a:pathLst>
                <a:path w="2180" h="2181" extrusionOk="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63"/>
            <p:cNvSpPr/>
            <p:nvPr/>
          </p:nvSpPr>
          <p:spPr>
            <a:xfrm>
              <a:off x="4675986" y="2745684"/>
              <a:ext cx="381346" cy="368644"/>
            </a:xfrm>
            <a:custGeom>
              <a:avLst/>
              <a:gdLst/>
              <a:ahLst/>
              <a:cxnLst/>
              <a:rect l="l" t="t" r="r" b="b"/>
              <a:pathLst>
                <a:path w="12009" h="11609" extrusionOk="0">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02" name="Google Shape;11502;p63"/>
          <p:cNvGrpSpPr/>
          <p:nvPr/>
        </p:nvGrpSpPr>
        <p:grpSpPr>
          <a:xfrm>
            <a:off x="5220616" y="2791061"/>
            <a:ext cx="373185" cy="302466"/>
            <a:chOff x="5220616" y="2791061"/>
            <a:chExt cx="373185" cy="302466"/>
          </a:xfrm>
        </p:grpSpPr>
        <p:sp>
          <p:nvSpPr>
            <p:cNvPr id="11503" name="Google Shape;11503;p63"/>
            <p:cNvSpPr/>
            <p:nvPr/>
          </p:nvSpPr>
          <p:spPr>
            <a:xfrm>
              <a:off x="5220616" y="2791061"/>
              <a:ext cx="373185" cy="302466"/>
            </a:xfrm>
            <a:custGeom>
              <a:avLst/>
              <a:gdLst/>
              <a:ahLst/>
              <a:cxnLst/>
              <a:rect l="l" t="t" r="r" b="b"/>
              <a:pathLst>
                <a:path w="11752" h="9525" extrusionOk="0">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4" name="Google Shape;11504;p63"/>
            <p:cNvSpPr/>
            <p:nvPr/>
          </p:nvSpPr>
          <p:spPr>
            <a:xfrm>
              <a:off x="5244432" y="2849268"/>
              <a:ext cx="326314" cy="11368"/>
            </a:xfrm>
            <a:custGeom>
              <a:avLst/>
              <a:gdLst/>
              <a:ahLst/>
              <a:cxnLst/>
              <a:rect l="l" t="t" r="r" b="b"/>
              <a:pathLst>
                <a:path w="10276" h="358" extrusionOk="0">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5" name="Google Shape;11505;p63"/>
            <p:cNvSpPr/>
            <p:nvPr/>
          </p:nvSpPr>
          <p:spPr>
            <a:xfrm>
              <a:off x="5261834" y="2896139"/>
              <a:ext cx="46521" cy="11400"/>
            </a:xfrm>
            <a:custGeom>
              <a:avLst/>
              <a:gdLst/>
              <a:ahLst/>
              <a:cxnLst/>
              <a:rect l="l" t="t" r="r" b="b"/>
              <a:pathLst>
                <a:path w="1465" h="359" extrusionOk="0">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63"/>
            <p:cNvSpPr/>
            <p:nvPr/>
          </p:nvSpPr>
          <p:spPr>
            <a:xfrm>
              <a:off x="5343507" y="2896139"/>
              <a:ext cx="46521" cy="11400"/>
            </a:xfrm>
            <a:custGeom>
              <a:avLst/>
              <a:gdLst/>
              <a:ahLst/>
              <a:cxnLst/>
              <a:rect l="l" t="t" r="r" b="b"/>
              <a:pathLst>
                <a:path w="1465" h="359" extrusionOk="0">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63"/>
            <p:cNvSpPr/>
            <p:nvPr/>
          </p:nvSpPr>
          <p:spPr>
            <a:xfrm>
              <a:off x="5506823" y="2896139"/>
              <a:ext cx="46172" cy="11400"/>
            </a:xfrm>
            <a:custGeom>
              <a:avLst/>
              <a:gdLst/>
              <a:ahLst/>
              <a:cxnLst/>
              <a:rect l="l" t="t" r="r" b="b"/>
              <a:pathLst>
                <a:path w="1454" h="359" extrusionOk="0">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8" name="Google Shape;11508;p63"/>
            <p:cNvSpPr/>
            <p:nvPr/>
          </p:nvSpPr>
          <p:spPr>
            <a:xfrm>
              <a:off x="5261834" y="2942660"/>
              <a:ext cx="46521" cy="11368"/>
            </a:xfrm>
            <a:custGeom>
              <a:avLst/>
              <a:gdLst/>
              <a:ahLst/>
              <a:cxnLst/>
              <a:rect l="l" t="t" r="r" b="b"/>
              <a:pathLst>
                <a:path w="1465" h="358" extrusionOk="0">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9" name="Google Shape;11509;p63"/>
            <p:cNvSpPr/>
            <p:nvPr/>
          </p:nvSpPr>
          <p:spPr>
            <a:xfrm>
              <a:off x="5424768" y="2942660"/>
              <a:ext cx="46553" cy="11368"/>
            </a:xfrm>
            <a:custGeom>
              <a:avLst/>
              <a:gdLst/>
              <a:ahLst/>
              <a:cxnLst/>
              <a:rect l="l" t="t" r="r" b="b"/>
              <a:pathLst>
                <a:path w="1466" h="358" extrusionOk="0">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0" name="Google Shape;11510;p63"/>
            <p:cNvSpPr/>
            <p:nvPr/>
          </p:nvSpPr>
          <p:spPr>
            <a:xfrm>
              <a:off x="5261834" y="2989149"/>
              <a:ext cx="46521" cy="11400"/>
            </a:xfrm>
            <a:custGeom>
              <a:avLst/>
              <a:gdLst/>
              <a:ahLst/>
              <a:cxnLst/>
              <a:rect l="l" t="t" r="r" b="b"/>
              <a:pathLst>
                <a:path w="1465" h="359" extrusionOk="0">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1" name="Google Shape;11511;p63"/>
            <p:cNvSpPr/>
            <p:nvPr/>
          </p:nvSpPr>
          <p:spPr>
            <a:xfrm>
              <a:off x="5343507" y="2989149"/>
              <a:ext cx="46521" cy="11400"/>
            </a:xfrm>
            <a:custGeom>
              <a:avLst/>
              <a:gdLst/>
              <a:ahLst/>
              <a:cxnLst/>
              <a:rect l="l" t="t" r="r" b="b"/>
              <a:pathLst>
                <a:path w="1465" h="359" extrusionOk="0">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2" name="Google Shape;11512;p63"/>
            <p:cNvSpPr/>
            <p:nvPr/>
          </p:nvSpPr>
          <p:spPr>
            <a:xfrm>
              <a:off x="5506823" y="2989149"/>
              <a:ext cx="46172" cy="11400"/>
            </a:xfrm>
            <a:custGeom>
              <a:avLst/>
              <a:gdLst/>
              <a:ahLst/>
              <a:cxnLst/>
              <a:rect l="l" t="t" r="r" b="b"/>
              <a:pathLst>
                <a:path w="1454" h="359" extrusionOk="0">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3" name="Google Shape;11513;p63"/>
            <p:cNvSpPr/>
            <p:nvPr/>
          </p:nvSpPr>
          <p:spPr>
            <a:xfrm>
              <a:off x="5343507" y="3036051"/>
              <a:ext cx="46521" cy="10987"/>
            </a:xfrm>
            <a:custGeom>
              <a:avLst/>
              <a:gdLst/>
              <a:ahLst/>
              <a:cxnLst/>
              <a:rect l="l" t="t" r="r" b="b"/>
              <a:pathLst>
                <a:path w="1465" h="346" extrusionOk="0">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4" name="Google Shape;11514;p63"/>
            <p:cNvSpPr/>
            <p:nvPr/>
          </p:nvSpPr>
          <p:spPr>
            <a:xfrm>
              <a:off x="5424768" y="3036051"/>
              <a:ext cx="46553" cy="10987"/>
            </a:xfrm>
            <a:custGeom>
              <a:avLst/>
              <a:gdLst/>
              <a:ahLst/>
              <a:cxnLst/>
              <a:rect l="l" t="t" r="r" b="b"/>
              <a:pathLst>
                <a:path w="1466" h="346" extrusionOk="0">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5" name="Google Shape;11515;p63"/>
            <p:cNvSpPr/>
            <p:nvPr/>
          </p:nvSpPr>
          <p:spPr>
            <a:xfrm>
              <a:off x="5506823" y="3036051"/>
              <a:ext cx="46172" cy="10987"/>
            </a:xfrm>
            <a:custGeom>
              <a:avLst/>
              <a:gdLst/>
              <a:ahLst/>
              <a:cxnLst/>
              <a:rect l="l" t="t" r="r" b="b"/>
              <a:pathLst>
                <a:path w="1454" h="346" extrusionOk="0">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6" name="Google Shape;11516;p63"/>
            <p:cNvSpPr/>
            <p:nvPr/>
          </p:nvSpPr>
          <p:spPr>
            <a:xfrm>
              <a:off x="5343126" y="2930752"/>
              <a:ext cx="46902" cy="33851"/>
            </a:xfrm>
            <a:custGeom>
              <a:avLst/>
              <a:gdLst/>
              <a:ahLst/>
              <a:cxnLst/>
              <a:rect l="l" t="t" r="r" b="b"/>
              <a:pathLst>
                <a:path w="1477" h="1066" extrusionOk="0">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7" name="Google Shape;11517;p63"/>
            <p:cNvSpPr/>
            <p:nvPr/>
          </p:nvSpPr>
          <p:spPr>
            <a:xfrm>
              <a:off x="5506442" y="2930752"/>
              <a:ext cx="47283" cy="33851"/>
            </a:xfrm>
            <a:custGeom>
              <a:avLst/>
              <a:gdLst/>
              <a:ahLst/>
              <a:cxnLst/>
              <a:rect l="l" t="t" r="r" b="b"/>
              <a:pathLst>
                <a:path w="1489" h="1066" extrusionOk="0">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8" name="Google Shape;11518;p63"/>
            <p:cNvSpPr/>
            <p:nvPr/>
          </p:nvSpPr>
          <p:spPr>
            <a:xfrm>
              <a:off x="5424419" y="2977336"/>
              <a:ext cx="47283" cy="34168"/>
            </a:xfrm>
            <a:custGeom>
              <a:avLst/>
              <a:gdLst/>
              <a:ahLst/>
              <a:cxnLst/>
              <a:rect l="l" t="t" r="r" b="b"/>
              <a:pathLst>
                <a:path w="1489" h="1076" extrusionOk="0">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9" name="Google Shape;11519;p63"/>
            <p:cNvSpPr/>
            <p:nvPr/>
          </p:nvSpPr>
          <p:spPr>
            <a:xfrm>
              <a:off x="5261453" y="3024143"/>
              <a:ext cx="47283" cy="33851"/>
            </a:xfrm>
            <a:custGeom>
              <a:avLst/>
              <a:gdLst/>
              <a:ahLst/>
              <a:cxnLst/>
              <a:rect l="l" t="t" r="r" b="b"/>
              <a:pathLst>
                <a:path w="1489" h="1066" extrusionOk="0">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0" name="Google Shape;11520;p63"/>
            <p:cNvSpPr/>
            <p:nvPr/>
          </p:nvSpPr>
          <p:spPr>
            <a:xfrm>
              <a:off x="5424419" y="2884231"/>
              <a:ext cx="47283" cy="33883"/>
            </a:xfrm>
            <a:custGeom>
              <a:avLst/>
              <a:gdLst/>
              <a:ahLst/>
              <a:cxnLst/>
              <a:rect l="l" t="t" r="r" b="b"/>
              <a:pathLst>
                <a:path w="1489" h="1067" extrusionOk="0">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1" name="Google Shape;11521;p63"/>
          <p:cNvGrpSpPr/>
          <p:nvPr/>
        </p:nvGrpSpPr>
        <p:grpSpPr>
          <a:xfrm>
            <a:off x="5788661" y="2772517"/>
            <a:ext cx="284366" cy="344097"/>
            <a:chOff x="5864861" y="2772517"/>
            <a:chExt cx="284366" cy="344097"/>
          </a:xfrm>
        </p:grpSpPr>
        <p:sp>
          <p:nvSpPr>
            <p:cNvPr id="11522" name="Google Shape;11522;p63"/>
            <p:cNvSpPr/>
            <p:nvPr/>
          </p:nvSpPr>
          <p:spPr>
            <a:xfrm>
              <a:off x="6089464" y="3014490"/>
              <a:ext cx="15147" cy="15147"/>
            </a:xfrm>
            <a:custGeom>
              <a:avLst/>
              <a:gdLst/>
              <a:ahLst/>
              <a:cxnLst/>
              <a:rect l="l" t="t" r="r" b="b"/>
              <a:pathLst>
                <a:path w="477" h="477" extrusionOk="0">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3" name="Google Shape;11523;p63"/>
            <p:cNvSpPr/>
            <p:nvPr/>
          </p:nvSpPr>
          <p:spPr>
            <a:xfrm>
              <a:off x="6051644" y="3070823"/>
              <a:ext cx="13274" cy="13274"/>
            </a:xfrm>
            <a:custGeom>
              <a:avLst/>
              <a:gdLst/>
              <a:ahLst/>
              <a:cxnLst/>
              <a:rect l="l" t="t" r="r" b="b"/>
              <a:pathLst>
                <a:path w="418" h="418" extrusionOk="0">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4" name="Google Shape;11524;p63"/>
            <p:cNvSpPr/>
            <p:nvPr/>
          </p:nvSpPr>
          <p:spPr>
            <a:xfrm>
              <a:off x="5943518" y="3005789"/>
              <a:ext cx="13242" cy="12893"/>
            </a:xfrm>
            <a:custGeom>
              <a:avLst/>
              <a:gdLst/>
              <a:ahLst/>
              <a:cxnLst/>
              <a:rect l="l" t="t" r="r" b="b"/>
              <a:pathLst>
                <a:path w="417" h="406" extrusionOk="0">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5" name="Google Shape;11525;p63"/>
            <p:cNvSpPr/>
            <p:nvPr/>
          </p:nvSpPr>
          <p:spPr>
            <a:xfrm>
              <a:off x="5965429" y="3070823"/>
              <a:ext cx="13655" cy="13274"/>
            </a:xfrm>
            <a:custGeom>
              <a:avLst/>
              <a:gdLst/>
              <a:ahLst/>
              <a:cxnLst/>
              <a:rect l="l" t="t" r="r" b="b"/>
              <a:pathLst>
                <a:path w="430" h="418" extrusionOk="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6" name="Google Shape;11526;p63"/>
            <p:cNvSpPr/>
            <p:nvPr/>
          </p:nvSpPr>
          <p:spPr>
            <a:xfrm>
              <a:off x="6004392" y="3019412"/>
              <a:ext cx="16290" cy="15909"/>
            </a:xfrm>
            <a:custGeom>
              <a:avLst/>
              <a:gdLst/>
              <a:ahLst/>
              <a:cxnLst/>
              <a:rect l="l" t="t" r="r" b="b"/>
              <a:pathLst>
                <a:path w="513" h="501" extrusionOk="0">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7" name="Google Shape;11527;p63"/>
            <p:cNvSpPr/>
            <p:nvPr/>
          </p:nvSpPr>
          <p:spPr>
            <a:xfrm>
              <a:off x="5864861" y="2772517"/>
              <a:ext cx="284366" cy="344097"/>
            </a:xfrm>
            <a:custGeom>
              <a:avLst/>
              <a:gdLst/>
              <a:ahLst/>
              <a:cxnLst/>
              <a:rect l="l" t="t" r="r" b="b"/>
              <a:pathLst>
                <a:path w="8955" h="10836" extrusionOk="0">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28" name="Google Shape;11528;p63"/>
          <p:cNvSpPr/>
          <p:nvPr/>
        </p:nvSpPr>
        <p:spPr>
          <a:xfrm>
            <a:off x="6340868" y="2770643"/>
            <a:ext cx="343335" cy="343303"/>
          </a:xfrm>
          <a:custGeom>
            <a:avLst/>
            <a:gdLst/>
            <a:ahLst/>
            <a:cxnLst/>
            <a:rect l="l" t="t" r="r" b="b"/>
            <a:pathLst>
              <a:path w="10812" h="10811" extrusionOk="0">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29" name="Google Shape;11529;p63"/>
          <p:cNvGrpSpPr/>
          <p:nvPr/>
        </p:nvGrpSpPr>
        <p:grpSpPr>
          <a:xfrm>
            <a:off x="6974158" y="2789537"/>
            <a:ext cx="255247" cy="327458"/>
            <a:chOff x="6974158" y="2789537"/>
            <a:chExt cx="255247" cy="327458"/>
          </a:xfrm>
        </p:grpSpPr>
        <p:sp>
          <p:nvSpPr>
            <p:cNvPr id="11530" name="Google Shape;11530;p63"/>
            <p:cNvSpPr/>
            <p:nvPr/>
          </p:nvSpPr>
          <p:spPr>
            <a:xfrm>
              <a:off x="7066407" y="2897282"/>
              <a:ext cx="9876" cy="14798"/>
            </a:xfrm>
            <a:custGeom>
              <a:avLst/>
              <a:gdLst/>
              <a:ahLst/>
              <a:cxnLst/>
              <a:rect l="l" t="t" r="r" b="b"/>
              <a:pathLst>
                <a:path w="311" h="466" extrusionOk="0">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63"/>
            <p:cNvSpPr/>
            <p:nvPr/>
          </p:nvSpPr>
          <p:spPr>
            <a:xfrm>
              <a:off x="7127662" y="2897282"/>
              <a:ext cx="9495" cy="14798"/>
            </a:xfrm>
            <a:custGeom>
              <a:avLst/>
              <a:gdLst/>
              <a:ahLst/>
              <a:cxnLst/>
              <a:rect l="l" t="t" r="r" b="b"/>
              <a:pathLst>
                <a:path w="299" h="466" extrusionOk="0">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63"/>
            <p:cNvSpPr/>
            <p:nvPr/>
          </p:nvSpPr>
          <p:spPr>
            <a:xfrm>
              <a:off x="7081935" y="2933292"/>
              <a:ext cx="40837" cy="14703"/>
            </a:xfrm>
            <a:custGeom>
              <a:avLst/>
              <a:gdLst/>
              <a:ahLst/>
              <a:cxnLst/>
              <a:rect l="l" t="t" r="r" b="b"/>
              <a:pathLst>
                <a:path w="1286" h="463" extrusionOk="0">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3" name="Google Shape;11533;p63"/>
            <p:cNvSpPr/>
            <p:nvPr/>
          </p:nvSpPr>
          <p:spPr>
            <a:xfrm>
              <a:off x="6974158" y="2789537"/>
              <a:ext cx="255247" cy="327458"/>
            </a:xfrm>
            <a:custGeom>
              <a:avLst/>
              <a:gdLst/>
              <a:ahLst/>
              <a:cxnLst/>
              <a:rect l="l" t="t" r="r" b="b"/>
              <a:pathLst>
                <a:path w="8038" h="10312" extrusionOk="0">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4" name="Google Shape;11534;p63"/>
            <p:cNvSpPr/>
            <p:nvPr/>
          </p:nvSpPr>
          <p:spPr>
            <a:xfrm>
              <a:off x="7061135" y="2881785"/>
              <a:ext cx="20069" cy="9495"/>
            </a:xfrm>
            <a:custGeom>
              <a:avLst/>
              <a:gdLst/>
              <a:ahLst/>
              <a:cxnLst/>
              <a:rect l="l" t="t" r="r" b="b"/>
              <a:pathLst>
                <a:path w="632" h="299" extrusionOk="0">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5" name="Google Shape;11535;p63"/>
            <p:cNvSpPr/>
            <p:nvPr/>
          </p:nvSpPr>
          <p:spPr>
            <a:xfrm>
              <a:off x="7122740" y="2881785"/>
              <a:ext cx="19688" cy="9495"/>
            </a:xfrm>
            <a:custGeom>
              <a:avLst/>
              <a:gdLst/>
              <a:ahLst/>
              <a:cxnLst/>
              <a:rect l="l" t="t" r="r" b="b"/>
              <a:pathLst>
                <a:path w="620" h="299" extrusionOk="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6" name="Google Shape;11536;p63"/>
          <p:cNvGrpSpPr/>
          <p:nvPr/>
        </p:nvGrpSpPr>
        <p:grpSpPr>
          <a:xfrm>
            <a:off x="7530697" y="2790299"/>
            <a:ext cx="244291" cy="326314"/>
            <a:chOff x="7530697" y="2790299"/>
            <a:chExt cx="244291" cy="326314"/>
          </a:xfrm>
        </p:grpSpPr>
        <p:sp>
          <p:nvSpPr>
            <p:cNvPr id="11537" name="Google Shape;11537;p63"/>
            <p:cNvSpPr/>
            <p:nvPr/>
          </p:nvSpPr>
          <p:spPr>
            <a:xfrm>
              <a:off x="7616911" y="2907507"/>
              <a:ext cx="9463" cy="14385"/>
            </a:xfrm>
            <a:custGeom>
              <a:avLst/>
              <a:gdLst/>
              <a:ahLst/>
              <a:cxnLst/>
              <a:rect l="l" t="t" r="r" b="b"/>
              <a:pathLst>
                <a:path w="298" h="453" extrusionOk="0">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8" name="Google Shape;11538;p63"/>
            <p:cNvSpPr/>
            <p:nvPr/>
          </p:nvSpPr>
          <p:spPr>
            <a:xfrm>
              <a:off x="7678548" y="2907507"/>
              <a:ext cx="9463" cy="14385"/>
            </a:xfrm>
            <a:custGeom>
              <a:avLst/>
              <a:gdLst/>
              <a:ahLst/>
              <a:cxnLst/>
              <a:rect l="l" t="t" r="r" b="b"/>
              <a:pathLst>
                <a:path w="298" h="453" extrusionOk="0">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9" name="Google Shape;11539;p63"/>
            <p:cNvSpPr/>
            <p:nvPr/>
          </p:nvSpPr>
          <p:spPr>
            <a:xfrm>
              <a:off x="7632408" y="2943136"/>
              <a:ext cx="40869" cy="14671"/>
            </a:xfrm>
            <a:custGeom>
              <a:avLst/>
              <a:gdLst/>
              <a:ahLst/>
              <a:cxnLst/>
              <a:rect l="l" t="t" r="r" b="b"/>
              <a:pathLst>
                <a:path w="1287" h="462" extrusionOk="0">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0" name="Google Shape;11540;p63"/>
            <p:cNvSpPr/>
            <p:nvPr/>
          </p:nvSpPr>
          <p:spPr>
            <a:xfrm>
              <a:off x="7530697" y="2790299"/>
              <a:ext cx="244291" cy="326314"/>
            </a:xfrm>
            <a:custGeom>
              <a:avLst/>
              <a:gdLst/>
              <a:ahLst/>
              <a:cxnLst/>
              <a:rect l="l" t="t" r="r" b="b"/>
              <a:pathLst>
                <a:path w="7693" h="10276" extrusionOk="0">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1" name="Google Shape;11541;p63"/>
            <p:cNvSpPr/>
            <p:nvPr/>
          </p:nvSpPr>
          <p:spPr>
            <a:xfrm>
              <a:off x="7611608" y="2891630"/>
              <a:ext cx="20069" cy="9463"/>
            </a:xfrm>
            <a:custGeom>
              <a:avLst/>
              <a:gdLst/>
              <a:ahLst/>
              <a:cxnLst/>
              <a:rect l="l" t="t" r="r" b="b"/>
              <a:pathLst>
                <a:path w="632" h="298" extrusionOk="0">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2" name="Google Shape;11542;p63"/>
            <p:cNvSpPr/>
            <p:nvPr/>
          </p:nvSpPr>
          <p:spPr>
            <a:xfrm>
              <a:off x="7673245" y="2891630"/>
              <a:ext cx="19688" cy="9463"/>
            </a:xfrm>
            <a:custGeom>
              <a:avLst/>
              <a:gdLst/>
              <a:ahLst/>
              <a:cxnLst/>
              <a:rect l="l" t="t" r="r" b="b"/>
              <a:pathLst>
                <a:path w="620" h="298" extrusionOk="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3" name="Google Shape;11543;p63"/>
          <p:cNvGrpSpPr/>
          <p:nvPr/>
        </p:nvGrpSpPr>
        <p:grpSpPr>
          <a:xfrm>
            <a:off x="7988191" y="2832248"/>
            <a:ext cx="332348" cy="283985"/>
            <a:chOff x="7988191" y="2832248"/>
            <a:chExt cx="332348" cy="283985"/>
          </a:xfrm>
        </p:grpSpPr>
        <p:sp>
          <p:nvSpPr>
            <p:cNvPr id="11544" name="Google Shape;11544;p63"/>
            <p:cNvSpPr/>
            <p:nvPr/>
          </p:nvSpPr>
          <p:spPr>
            <a:xfrm>
              <a:off x="8046398" y="2894646"/>
              <a:ext cx="40869" cy="45759"/>
            </a:xfrm>
            <a:custGeom>
              <a:avLst/>
              <a:gdLst/>
              <a:ahLst/>
              <a:cxnLst/>
              <a:rect l="l" t="t" r="r" b="b"/>
              <a:pathLst>
                <a:path w="1287" h="1441" extrusionOk="0">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5" name="Google Shape;11545;p63"/>
            <p:cNvSpPr/>
            <p:nvPr/>
          </p:nvSpPr>
          <p:spPr>
            <a:xfrm>
              <a:off x="7988191" y="2832248"/>
              <a:ext cx="332348" cy="283985"/>
            </a:xfrm>
            <a:custGeom>
              <a:avLst/>
              <a:gdLst/>
              <a:ahLst/>
              <a:cxnLst/>
              <a:rect l="l" t="t" r="r" b="b"/>
              <a:pathLst>
                <a:path w="10466" h="8943" extrusionOk="0">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6" name="Google Shape;11546;p63"/>
            <p:cNvSpPr/>
            <p:nvPr/>
          </p:nvSpPr>
          <p:spPr>
            <a:xfrm>
              <a:off x="8212381" y="2974320"/>
              <a:ext cx="18577" cy="14861"/>
            </a:xfrm>
            <a:custGeom>
              <a:avLst/>
              <a:gdLst/>
              <a:ahLst/>
              <a:cxnLst/>
              <a:rect l="l" t="t" r="r" b="b"/>
              <a:pathLst>
                <a:path w="585" h="468" extrusionOk="0">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47" name="Google Shape;11547;p63"/>
          <p:cNvSpPr/>
          <p:nvPr/>
        </p:nvSpPr>
        <p:spPr>
          <a:xfrm>
            <a:off x="2498418" y="3245126"/>
            <a:ext cx="365627" cy="292273"/>
          </a:xfrm>
          <a:custGeom>
            <a:avLst/>
            <a:gdLst/>
            <a:ahLst/>
            <a:cxnLst/>
            <a:rect l="l" t="t" r="r" b="b"/>
            <a:pathLst>
              <a:path w="11514" h="9204" extrusionOk="0">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48" name="Google Shape;11548;p63"/>
          <p:cNvGrpSpPr/>
          <p:nvPr/>
        </p:nvGrpSpPr>
        <p:grpSpPr>
          <a:xfrm>
            <a:off x="3588440" y="3258368"/>
            <a:ext cx="364484" cy="262423"/>
            <a:chOff x="3588440" y="3258368"/>
            <a:chExt cx="364484" cy="262423"/>
          </a:xfrm>
        </p:grpSpPr>
        <p:sp>
          <p:nvSpPr>
            <p:cNvPr id="11549" name="Google Shape;11549;p63"/>
            <p:cNvSpPr/>
            <p:nvPr/>
          </p:nvSpPr>
          <p:spPr>
            <a:xfrm>
              <a:off x="3588440" y="3258368"/>
              <a:ext cx="364484" cy="262423"/>
            </a:xfrm>
            <a:custGeom>
              <a:avLst/>
              <a:gdLst/>
              <a:ahLst/>
              <a:cxnLst/>
              <a:rect l="l" t="t" r="r" b="b"/>
              <a:pathLst>
                <a:path w="11478" h="8264" extrusionOk="0">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0" name="Google Shape;11550;p63"/>
            <p:cNvSpPr/>
            <p:nvPr/>
          </p:nvSpPr>
          <p:spPr>
            <a:xfrm>
              <a:off x="3685992" y="3347949"/>
              <a:ext cx="10606" cy="133498"/>
            </a:xfrm>
            <a:custGeom>
              <a:avLst/>
              <a:gdLst/>
              <a:ahLst/>
              <a:cxnLst/>
              <a:rect l="l" t="t" r="r" b="b"/>
              <a:pathLst>
                <a:path w="334" h="4204" extrusionOk="0">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1" name="Google Shape;11551;p63"/>
            <p:cNvSpPr/>
            <p:nvPr/>
          </p:nvSpPr>
          <p:spPr>
            <a:xfrm>
              <a:off x="3862549" y="3329785"/>
              <a:ext cx="40107" cy="30675"/>
            </a:xfrm>
            <a:custGeom>
              <a:avLst/>
              <a:gdLst/>
              <a:ahLst/>
              <a:cxnLst/>
              <a:rect l="l" t="t" r="r" b="b"/>
              <a:pathLst>
                <a:path w="1263" h="966" extrusionOk="0">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2" name="Google Shape;11552;p63"/>
            <p:cNvSpPr/>
            <p:nvPr/>
          </p:nvSpPr>
          <p:spPr>
            <a:xfrm>
              <a:off x="3703743" y="3323942"/>
              <a:ext cx="183417" cy="182083"/>
            </a:xfrm>
            <a:custGeom>
              <a:avLst/>
              <a:gdLst/>
              <a:ahLst/>
              <a:cxnLst/>
              <a:rect l="l" t="t" r="r" b="b"/>
              <a:pathLst>
                <a:path w="5776" h="5734" extrusionOk="0">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3" name="Google Shape;11553;p63"/>
            <p:cNvSpPr/>
            <p:nvPr/>
          </p:nvSpPr>
          <p:spPr>
            <a:xfrm>
              <a:off x="3733624" y="3358174"/>
              <a:ext cx="138039" cy="114667"/>
            </a:xfrm>
            <a:custGeom>
              <a:avLst/>
              <a:gdLst/>
              <a:ahLst/>
              <a:cxnLst/>
              <a:rect l="l" t="t" r="r" b="b"/>
              <a:pathLst>
                <a:path w="4347" h="3611" extrusionOk="0">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4" name="Google Shape;11554;p63"/>
            <p:cNvSpPr/>
            <p:nvPr/>
          </p:nvSpPr>
          <p:spPr>
            <a:xfrm>
              <a:off x="3777478" y="3386087"/>
              <a:ext cx="51062" cy="43282"/>
            </a:xfrm>
            <a:custGeom>
              <a:avLst/>
              <a:gdLst/>
              <a:ahLst/>
              <a:cxnLst/>
              <a:rect l="l" t="t" r="r" b="b"/>
              <a:pathLst>
                <a:path w="1608" h="1363" extrusionOk="0">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55" name="Google Shape;11555;p63"/>
          <p:cNvSpPr/>
          <p:nvPr/>
        </p:nvSpPr>
        <p:spPr>
          <a:xfrm>
            <a:off x="5263326" y="3229852"/>
            <a:ext cx="323298" cy="320789"/>
          </a:xfrm>
          <a:custGeom>
            <a:avLst/>
            <a:gdLst/>
            <a:ahLst/>
            <a:cxnLst/>
            <a:rect l="l" t="t" r="r" b="b"/>
            <a:pathLst>
              <a:path w="10181" h="10102" extrusionOk="0">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56" name="Google Shape;11556;p63"/>
          <p:cNvGrpSpPr/>
          <p:nvPr/>
        </p:nvGrpSpPr>
        <p:grpSpPr>
          <a:xfrm>
            <a:off x="5765817" y="3227724"/>
            <a:ext cx="364865" cy="324822"/>
            <a:chOff x="5765817" y="3227724"/>
            <a:chExt cx="364865" cy="324822"/>
          </a:xfrm>
        </p:grpSpPr>
        <p:sp>
          <p:nvSpPr>
            <p:cNvPr id="11557" name="Google Shape;11557;p63"/>
            <p:cNvSpPr/>
            <p:nvPr/>
          </p:nvSpPr>
          <p:spPr>
            <a:xfrm>
              <a:off x="5765817" y="3227724"/>
              <a:ext cx="364865" cy="324822"/>
            </a:xfrm>
            <a:custGeom>
              <a:avLst/>
              <a:gdLst/>
              <a:ahLst/>
              <a:cxnLst/>
              <a:rect l="l" t="t" r="r" b="b"/>
              <a:pathLst>
                <a:path w="11490" h="10229" extrusionOk="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8" name="Google Shape;11558;p63"/>
            <p:cNvSpPr/>
            <p:nvPr/>
          </p:nvSpPr>
          <p:spPr>
            <a:xfrm>
              <a:off x="6022144" y="3250429"/>
              <a:ext cx="85484" cy="84341"/>
            </a:xfrm>
            <a:custGeom>
              <a:avLst/>
              <a:gdLst/>
              <a:ahLst/>
              <a:cxnLst/>
              <a:rect l="l" t="t" r="r" b="b"/>
              <a:pathLst>
                <a:path w="2692" h="2656" extrusionOk="0">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9" name="Google Shape;11559;p63"/>
            <p:cNvSpPr/>
            <p:nvPr/>
          </p:nvSpPr>
          <p:spPr>
            <a:xfrm>
              <a:off x="5862987" y="3250429"/>
              <a:ext cx="73386" cy="43504"/>
            </a:xfrm>
            <a:custGeom>
              <a:avLst/>
              <a:gdLst/>
              <a:ahLst/>
              <a:cxnLst/>
              <a:rect l="l" t="t" r="r" b="b"/>
              <a:pathLst>
                <a:path w="2311" h="1370" extrusionOk="0">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0" name="Google Shape;11560;p63"/>
          <p:cNvGrpSpPr/>
          <p:nvPr/>
        </p:nvGrpSpPr>
        <p:grpSpPr>
          <a:xfrm>
            <a:off x="6228583" y="3237664"/>
            <a:ext cx="446539" cy="303895"/>
            <a:chOff x="6228583" y="3237664"/>
            <a:chExt cx="446539" cy="303895"/>
          </a:xfrm>
        </p:grpSpPr>
        <p:sp>
          <p:nvSpPr>
            <p:cNvPr id="11561" name="Google Shape;11561;p63"/>
            <p:cNvSpPr/>
            <p:nvPr/>
          </p:nvSpPr>
          <p:spPr>
            <a:xfrm>
              <a:off x="6357508" y="3277453"/>
              <a:ext cx="26865" cy="25912"/>
            </a:xfrm>
            <a:custGeom>
              <a:avLst/>
              <a:gdLst/>
              <a:ahLst/>
              <a:cxnLst/>
              <a:rect l="l" t="t" r="r" b="b"/>
              <a:pathLst>
                <a:path w="846" h="816" extrusionOk="0">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63"/>
            <p:cNvSpPr/>
            <p:nvPr/>
          </p:nvSpPr>
          <p:spPr>
            <a:xfrm>
              <a:off x="6276596" y="3358746"/>
              <a:ext cx="26896" cy="25912"/>
            </a:xfrm>
            <a:custGeom>
              <a:avLst/>
              <a:gdLst/>
              <a:ahLst/>
              <a:cxnLst/>
              <a:rect l="l" t="t" r="r" b="b"/>
              <a:pathLst>
                <a:path w="847" h="816" extrusionOk="0">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3" name="Google Shape;11563;p63"/>
            <p:cNvSpPr/>
            <p:nvPr/>
          </p:nvSpPr>
          <p:spPr>
            <a:xfrm>
              <a:off x="6357508" y="3358365"/>
              <a:ext cx="26865" cy="25912"/>
            </a:xfrm>
            <a:custGeom>
              <a:avLst/>
              <a:gdLst/>
              <a:ahLst/>
              <a:cxnLst/>
              <a:rect l="l" t="t" r="r" b="b"/>
              <a:pathLst>
                <a:path w="846" h="816" extrusionOk="0">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4" name="Google Shape;11564;p63"/>
            <p:cNvSpPr/>
            <p:nvPr/>
          </p:nvSpPr>
          <p:spPr>
            <a:xfrm>
              <a:off x="6276596" y="3277453"/>
              <a:ext cx="26896" cy="25912"/>
            </a:xfrm>
            <a:custGeom>
              <a:avLst/>
              <a:gdLst/>
              <a:ahLst/>
              <a:cxnLst/>
              <a:rect l="l" t="t" r="r" b="b"/>
              <a:pathLst>
                <a:path w="847" h="816" extrusionOk="0">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5" name="Google Shape;11565;p63"/>
            <p:cNvSpPr/>
            <p:nvPr/>
          </p:nvSpPr>
          <p:spPr>
            <a:xfrm>
              <a:off x="6526508" y="3290314"/>
              <a:ext cx="21593" cy="19879"/>
            </a:xfrm>
            <a:custGeom>
              <a:avLst/>
              <a:gdLst/>
              <a:ahLst/>
              <a:cxnLst/>
              <a:rect l="l" t="t" r="r" b="b"/>
              <a:pathLst>
                <a:path w="680" h="626" extrusionOk="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6" name="Google Shape;11566;p63"/>
            <p:cNvSpPr/>
            <p:nvPr/>
          </p:nvSpPr>
          <p:spPr>
            <a:xfrm>
              <a:off x="6465253" y="3352299"/>
              <a:ext cx="20831" cy="19498"/>
            </a:xfrm>
            <a:custGeom>
              <a:avLst/>
              <a:gdLst/>
              <a:ahLst/>
              <a:cxnLst/>
              <a:rect l="l" t="t" r="r" b="b"/>
              <a:pathLst>
                <a:path w="656" h="614" extrusionOk="0">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7" name="Google Shape;11567;p63"/>
            <p:cNvSpPr/>
            <p:nvPr/>
          </p:nvSpPr>
          <p:spPr>
            <a:xfrm>
              <a:off x="6526508" y="3352299"/>
              <a:ext cx="21593" cy="19498"/>
            </a:xfrm>
            <a:custGeom>
              <a:avLst/>
              <a:gdLst/>
              <a:ahLst/>
              <a:cxnLst/>
              <a:rect l="l" t="t" r="r" b="b"/>
              <a:pathLst>
                <a:path w="680" h="614" extrusionOk="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8" name="Google Shape;11568;p63"/>
            <p:cNvSpPr/>
            <p:nvPr/>
          </p:nvSpPr>
          <p:spPr>
            <a:xfrm>
              <a:off x="6465253" y="3290314"/>
              <a:ext cx="20831" cy="19879"/>
            </a:xfrm>
            <a:custGeom>
              <a:avLst/>
              <a:gdLst/>
              <a:ahLst/>
              <a:cxnLst/>
              <a:rect l="l" t="t" r="r" b="b"/>
              <a:pathLst>
                <a:path w="656" h="626" extrusionOk="0">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9" name="Google Shape;11569;p63"/>
            <p:cNvSpPr/>
            <p:nvPr/>
          </p:nvSpPr>
          <p:spPr>
            <a:xfrm>
              <a:off x="6304573" y="3437180"/>
              <a:ext cx="119145" cy="13274"/>
            </a:xfrm>
            <a:custGeom>
              <a:avLst/>
              <a:gdLst/>
              <a:ahLst/>
              <a:cxnLst/>
              <a:rect l="l" t="t" r="r" b="b"/>
              <a:pathLst>
                <a:path w="3752" h="418" extrusionOk="0">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0" name="Google Shape;11570;p63"/>
            <p:cNvSpPr/>
            <p:nvPr/>
          </p:nvSpPr>
          <p:spPr>
            <a:xfrm>
              <a:off x="6304573" y="3500341"/>
              <a:ext cx="25372" cy="13242"/>
            </a:xfrm>
            <a:custGeom>
              <a:avLst/>
              <a:gdLst/>
              <a:ahLst/>
              <a:cxnLst/>
              <a:rect l="l" t="t" r="r" b="b"/>
              <a:pathLst>
                <a:path w="799" h="417" extrusionOk="0">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1" name="Google Shape;11571;p63"/>
            <p:cNvSpPr/>
            <p:nvPr/>
          </p:nvSpPr>
          <p:spPr>
            <a:xfrm>
              <a:off x="6346934" y="3500341"/>
              <a:ext cx="76784" cy="13242"/>
            </a:xfrm>
            <a:custGeom>
              <a:avLst/>
              <a:gdLst/>
              <a:ahLst/>
              <a:cxnLst/>
              <a:rect l="l" t="t" r="r" b="b"/>
              <a:pathLst>
                <a:path w="2418" h="417" extrusionOk="0">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2" name="Google Shape;11572;p63"/>
            <p:cNvSpPr/>
            <p:nvPr/>
          </p:nvSpPr>
          <p:spPr>
            <a:xfrm>
              <a:off x="6304573" y="3468935"/>
              <a:ext cx="119145" cy="12893"/>
            </a:xfrm>
            <a:custGeom>
              <a:avLst/>
              <a:gdLst/>
              <a:ahLst/>
              <a:cxnLst/>
              <a:rect l="l" t="t" r="r" b="b"/>
              <a:pathLst>
                <a:path w="3752" h="406" extrusionOk="0">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3" name="Google Shape;11573;p63"/>
            <p:cNvSpPr/>
            <p:nvPr/>
          </p:nvSpPr>
          <p:spPr>
            <a:xfrm>
              <a:off x="6228583" y="3237664"/>
              <a:ext cx="357688" cy="186338"/>
            </a:xfrm>
            <a:custGeom>
              <a:avLst/>
              <a:gdLst/>
              <a:ahLst/>
              <a:cxnLst/>
              <a:rect l="l" t="t" r="r" b="b"/>
              <a:pathLst>
                <a:path w="11264" h="5868" extrusionOk="0">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4" name="Google Shape;11574;p63"/>
            <p:cNvSpPr/>
            <p:nvPr/>
          </p:nvSpPr>
          <p:spPr>
            <a:xfrm>
              <a:off x="6295141" y="3295775"/>
              <a:ext cx="70718" cy="71131"/>
            </a:xfrm>
            <a:custGeom>
              <a:avLst/>
              <a:gdLst/>
              <a:ahLst/>
              <a:cxnLst/>
              <a:rect l="l" t="t" r="r" b="b"/>
              <a:pathLst>
                <a:path w="2227" h="2240" extrusionOk="0">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5" name="Google Shape;11575;p63"/>
            <p:cNvSpPr/>
            <p:nvPr/>
          </p:nvSpPr>
          <p:spPr>
            <a:xfrm>
              <a:off x="6482273" y="3306763"/>
              <a:ext cx="48045" cy="48045"/>
            </a:xfrm>
            <a:custGeom>
              <a:avLst/>
              <a:gdLst/>
              <a:ahLst/>
              <a:cxnLst/>
              <a:rect l="l" t="t" r="r" b="b"/>
              <a:pathLst>
                <a:path w="1513" h="1513" extrusionOk="0">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6" name="Google Shape;11576;p63"/>
            <p:cNvSpPr/>
            <p:nvPr/>
          </p:nvSpPr>
          <p:spPr>
            <a:xfrm>
              <a:off x="6456584" y="3437180"/>
              <a:ext cx="76784" cy="76403"/>
            </a:xfrm>
            <a:custGeom>
              <a:avLst/>
              <a:gdLst/>
              <a:ahLst/>
              <a:cxnLst/>
              <a:rect l="l" t="t" r="r" b="b"/>
              <a:pathLst>
                <a:path w="2418" h="2406" extrusionOk="0">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7" name="Google Shape;11577;p63"/>
            <p:cNvSpPr/>
            <p:nvPr/>
          </p:nvSpPr>
          <p:spPr>
            <a:xfrm>
              <a:off x="6268658" y="3367351"/>
              <a:ext cx="406464" cy="174208"/>
            </a:xfrm>
            <a:custGeom>
              <a:avLst/>
              <a:gdLst/>
              <a:ahLst/>
              <a:cxnLst/>
              <a:rect l="l" t="t" r="r" b="b"/>
              <a:pathLst>
                <a:path w="12800" h="5486" extrusionOk="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8" name="Google Shape;11578;p63"/>
          <p:cNvGrpSpPr/>
          <p:nvPr/>
        </p:nvGrpSpPr>
        <p:grpSpPr>
          <a:xfrm>
            <a:off x="865862" y="3207306"/>
            <a:ext cx="364484" cy="364897"/>
            <a:chOff x="865862" y="3207306"/>
            <a:chExt cx="364484" cy="364897"/>
          </a:xfrm>
        </p:grpSpPr>
        <p:sp>
          <p:nvSpPr>
            <p:cNvPr id="11579" name="Google Shape;11579;p63"/>
            <p:cNvSpPr/>
            <p:nvPr/>
          </p:nvSpPr>
          <p:spPr>
            <a:xfrm>
              <a:off x="928229" y="3269323"/>
              <a:ext cx="240131" cy="240100"/>
            </a:xfrm>
            <a:custGeom>
              <a:avLst/>
              <a:gdLst/>
              <a:ahLst/>
              <a:cxnLst/>
              <a:rect l="l" t="t" r="r" b="b"/>
              <a:pathLst>
                <a:path w="7562" h="7561" extrusionOk="0">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0" name="Google Shape;11580;p63"/>
            <p:cNvSpPr/>
            <p:nvPr/>
          </p:nvSpPr>
          <p:spPr>
            <a:xfrm>
              <a:off x="956205" y="3297681"/>
              <a:ext cx="184179" cy="184147"/>
            </a:xfrm>
            <a:custGeom>
              <a:avLst/>
              <a:gdLst/>
              <a:ahLst/>
              <a:cxnLst/>
              <a:rect l="l" t="t" r="r" b="b"/>
              <a:pathLst>
                <a:path w="5800" h="5799" extrusionOk="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1" name="Google Shape;11581;p63"/>
            <p:cNvSpPr/>
            <p:nvPr/>
          </p:nvSpPr>
          <p:spPr>
            <a:xfrm>
              <a:off x="1042039" y="3207306"/>
              <a:ext cx="12511" cy="47664"/>
            </a:xfrm>
            <a:custGeom>
              <a:avLst/>
              <a:gdLst/>
              <a:ahLst/>
              <a:cxnLst/>
              <a:rect l="l" t="t" r="r" b="b"/>
              <a:pathLst>
                <a:path w="394" h="1501" extrusionOk="0">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2" name="Google Shape;11582;p63"/>
            <p:cNvSpPr/>
            <p:nvPr/>
          </p:nvSpPr>
          <p:spPr>
            <a:xfrm>
              <a:off x="1042039" y="3524538"/>
              <a:ext cx="12511" cy="47664"/>
            </a:xfrm>
            <a:custGeom>
              <a:avLst/>
              <a:gdLst/>
              <a:ahLst/>
              <a:cxnLst/>
              <a:rect l="l" t="t" r="r" b="b"/>
              <a:pathLst>
                <a:path w="394" h="1501" extrusionOk="0">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3" name="Google Shape;11583;p63"/>
            <p:cNvSpPr/>
            <p:nvPr/>
          </p:nvSpPr>
          <p:spPr>
            <a:xfrm>
              <a:off x="953188" y="3230836"/>
              <a:ext cx="31406" cy="43441"/>
            </a:xfrm>
            <a:custGeom>
              <a:avLst/>
              <a:gdLst/>
              <a:ahLst/>
              <a:cxnLst/>
              <a:rect l="l" t="t" r="r" b="b"/>
              <a:pathLst>
                <a:path w="989" h="1368" extrusionOk="0">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4" name="Google Shape;11584;p63"/>
            <p:cNvSpPr/>
            <p:nvPr/>
          </p:nvSpPr>
          <p:spPr>
            <a:xfrm>
              <a:off x="1111614" y="3505485"/>
              <a:ext cx="30644" cy="42520"/>
            </a:xfrm>
            <a:custGeom>
              <a:avLst/>
              <a:gdLst/>
              <a:ahLst/>
              <a:cxnLst/>
              <a:rect l="l" t="t" r="r" b="b"/>
              <a:pathLst>
                <a:path w="965" h="1339" extrusionOk="0">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5" name="Google Shape;11585;p63"/>
            <p:cNvSpPr/>
            <p:nvPr/>
          </p:nvSpPr>
          <p:spPr>
            <a:xfrm>
              <a:off x="888916" y="3295998"/>
              <a:ext cx="44648" cy="29691"/>
            </a:xfrm>
            <a:custGeom>
              <a:avLst/>
              <a:gdLst/>
              <a:ahLst/>
              <a:cxnLst/>
              <a:rect l="l" t="t" r="r" b="b"/>
              <a:pathLst>
                <a:path w="1406" h="935" extrusionOk="0">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6" name="Google Shape;11586;p63"/>
            <p:cNvSpPr/>
            <p:nvPr/>
          </p:nvSpPr>
          <p:spPr>
            <a:xfrm>
              <a:off x="1162644" y="3454106"/>
              <a:ext cx="45029" cy="30390"/>
            </a:xfrm>
            <a:custGeom>
              <a:avLst/>
              <a:gdLst/>
              <a:ahLst/>
              <a:cxnLst/>
              <a:rect l="l" t="t" r="r" b="b"/>
              <a:pathLst>
                <a:path w="1418" h="957" extrusionOk="0">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7" name="Google Shape;11587;p63"/>
            <p:cNvSpPr/>
            <p:nvPr/>
          </p:nvSpPr>
          <p:spPr>
            <a:xfrm>
              <a:off x="865862" y="3383864"/>
              <a:ext cx="47664" cy="12130"/>
            </a:xfrm>
            <a:custGeom>
              <a:avLst/>
              <a:gdLst/>
              <a:ahLst/>
              <a:cxnLst/>
              <a:rect l="l" t="t" r="r" b="b"/>
              <a:pathLst>
                <a:path w="1501" h="382" extrusionOk="0">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8" name="Google Shape;11588;p63"/>
            <p:cNvSpPr/>
            <p:nvPr/>
          </p:nvSpPr>
          <p:spPr>
            <a:xfrm>
              <a:off x="1182300" y="3383864"/>
              <a:ext cx="48045" cy="12130"/>
            </a:xfrm>
            <a:custGeom>
              <a:avLst/>
              <a:gdLst/>
              <a:ahLst/>
              <a:cxnLst/>
              <a:rect l="l" t="t" r="r" b="b"/>
              <a:pathLst>
                <a:path w="1513" h="382" extrusionOk="0">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9" name="Google Shape;11589;p63"/>
            <p:cNvSpPr/>
            <p:nvPr/>
          </p:nvSpPr>
          <p:spPr>
            <a:xfrm>
              <a:off x="888916" y="3454011"/>
              <a:ext cx="43885" cy="30104"/>
            </a:xfrm>
            <a:custGeom>
              <a:avLst/>
              <a:gdLst/>
              <a:ahLst/>
              <a:cxnLst/>
              <a:rect l="l" t="t" r="r" b="b"/>
              <a:pathLst>
                <a:path w="1382" h="948" extrusionOk="0">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0" name="Google Shape;11590;p63"/>
            <p:cNvSpPr/>
            <p:nvPr/>
          </p:nvSpPr>
          <p:spPr>
            <a:xfrm>
              <a:off x="1163025" y="3295648"/>
              <a:ext cx="44648" cy="30040"/>
            </a:xfrm>
            <a:custGeom>
              <a:avLst/>
              <a:gdLst/>
              <a:ahLst/>
              <a:cxnLst/>
              <a:rect l="l" t="t" r="r" b="b"/>
              <a:pathLst>
                <a:path w="1406" h="946" extrusionOk="0">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1" name="Google Shape;11591;p63"/>
            <p:cNvSpPr/>
            <p:nvPr/>
          </p:nvSpPr>
          <p:spPr>
            <a:xfrm>
              <a:off x="953188" y="3505835"/>
              <a:ext cx="31787" cy="43282"/>
            </a:xfrm>
            <a:custGeom>
              <a:avLst/>
              <a:gdLst/>
              <a:ahLst/>
              <a:cxnLst/>
              <a:rect l="l" t="t" r="r" b="b"/>
              <a:pathLst>
                <a:path w="1001" h="1363" extrusionOk="0">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2" name="Google Shape;11592;p63"/>
            <p:cNvSpPr/>
            <p:nvPr/>
          </p:nvSpPr>
          <p:spPr>
            <a:xfrm>
              <a:off x="1111614" y="3231726"/>
              <a:ext cx="31025" cy="42933"/>
            </a:xfrm>
            <a:custGeom>
              <a:avLst/>
              <a:gdLst/>
              <a:ahLst/>
              <a:cxnLst/>
              <a:rect l="l" t="t" r="r" b="b"/>
              <a:pathLst>
                <a:path w="977" h="1352" extrusionOk="0">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93" name="Google Shape;11593;p63"/>
          <p:cNvGrpSpPr/>
          <p:nvPr/>
        </p:nvGrpSpPr>
        <p:grpSpPr>
          <a:xfrm>
            <a:off x="1404617" y="3226962"/>
            <a:ext cx="370168" cy="325965"/>
            <a:chOff x="1404617" y="3226962"/>
            <a:chExt cx="370168" cy="325965"/>
          </a:xfrm>
        </p:grpSpPr>
        <p:sp>
          <p:nvSpPr>
            <p:cNvPr id="11594" name="Google Shape;11594;p63"/>
            <p:cNvSpPr/>
            <p:nvPr/>
          </p:nvSpPr>
          <p:spPr>
            <a:xfrm>
              <a:off x="1535067" y="3226962"/>
              <a:ext cx="12130" cy="37090"/>
            </a:xfrm>
            <a:custGeom>
              <a:avLst/>
              <a:gdLst/>
              <a:ahLst/>
              <a:cxnLst/>
              <a:rect l="l" t="t" r="r" b="b"/>
              <a:pathLst>
                <a:path w="382" h="1168" extrusionOk="0">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5" name="Google Shape;11595;p63"/>
            <p:cNvSpPr/>
            <p:nvPr/>
          </p:nvSpPr>
          <p:spPr>
            <a:xfrm>
              <a:off x="1472287" y="3243221"/>
              <a:ext cx="25753" cy="34073"/>
            </a:xfrm>
            <a:custGeom>
              <a:avLst/>
              <a:gdLst/>
              <a:ahLst/>
              <a:cxnLst/>
              <a:rect l="l" t="t" r="r" b="b"/>
              <a:pathLst>
                <a:path w="811" h="1073" extrusionOk="0">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6" name="Google Shape;11596;p63"/>
            <p:cNvSpPr/>
            <p:nvPr/>
          </p:nvSpPr>
          <p:spPr>
            <a:xfrm>
              <a:off x="1426179" y="3289266"/>
              <a:ext cx="35947" cy="24705"/>
            </a:xfrm>
            <a:custGeom>
              <a:avLst/>
              <a:gdLst/>
              <a:ahLst/>
              <a:cxnLst/>
              <a:rect l="l" t="t" r="r" b="b"/>
              <a:pathLst>
                <a:path w="1132" h="778" extrusionOk="0">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7" name="Google Shape;11597;p63"/>
            <p:cNvSpPr/>
            <p:nvPr/>
          </p:nvSpPr>
          <p:spPr>
            <a:xfrm>
              <a:off x="1410682" y="3350997"/>
              <a:ext cx="37439" cy="12511"/>
            </a:xfrm>
            <a:custGeom>
              <a:avLst/>
              <a:gdLst/>
              <a:ahLst/>
              <a:cxnLst/>
              <a:rect l="l" t="t" r="r" b="b"/>
              <a:pathLst>
                <a:path w="1179" h="394" extrusionOk="0">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8" name="Google Shape;11598;p63"/>
            <p:cNvSpPr/>
            <p:nvPr/>
          </p:nvSpPr>
          <p:spPr>
            <a:xfrm>
              <a:off x="1426179" y="3400980"/>
              <a:ext cx="35566" cy="24896"/>
            </a:xfrm>
            <a:custGeom>
              <a:avLst/>
              <a:gdLst/>
              <a:ahLst/>
              <a:cxnLst/>
              <a:rect l="l" t="t" r="r" b="b"/>
              <a:pathLst>
                <a:path w="1120" h="784" extrusionOk="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9" name="Google Shape;11599;p63"/>
            <p:cNvSpPr/>
            <p:nvPr/>
          </p:nvSpPr>
          <p:spPr>
            <a:xfrm>
              <a:off x="1620138" y="3289043"/>
              <a:ext cx="35566" cy="24928"/>
            </a:xfrm>
            <a:custGeom>
              <a:avLst/>
              <a:gdLst/>
              <a:ahLst/>
              <a:cxnLst/>
              <a:rect l="l" t="t" r="r" b="b"/>
              <a:pathLst>
                <a:path w="1120" h="785" extrusionOk="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0" name="Google Shape;11600;p63"/>
            <p:cNvSpPr/>
            <p:nvPr/>
          </p:nvSpPr>
          <p:spPr>
            <a:xfrm>
              <a:off x="1584224" y="3243507"/>
              <a:ext cx="26103" cy="33787"/>
            </a:xfrm>
            <a:custGeom>
              <a:avLst/>
              <a:gdLst/>
              <a:ahLst/>
              <a:cxnLst/>
              <a:rect l="l" t="t" r="r" b="b"/>
              <a:pathLst>
                <a:path w="822" h="1064" extrusionOk="0">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63"/>
            <p:cNvSpPr/>
            <p:nvPr/>
          </p:nvSpPr>
          <p:spPr>
            <a:xfrm>
              <a:off x="1404617" y="3271197"/>
              <a:ext cx="285859" cy="281349"/>
            </a:xfrm>
            <a:custGeom>
              <a:avLst/>
              <a:gdLst/>
              <a:ahLst/>
              <a:cxnLst/>
              <a:rect l="l" t="t" r="r" b="b"/>
              <a:pathLst>
                <a:path w="9002" h="8860" extrusionOk="0">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2" name="Google Shape;11602;p63"/>
            <p:cNvSpPr/>
            <p:nvPr/>
          </p:nvSpPr>
          <p:spPr>
            <a:xfrm>
              <a:off x="1670026" y="3377672"/>
              <a:ext cx="104760" cy="175256"/>
            </a:xfrm>
            <a:custGeom>
              <a:avLst/>
              <a:gdLst/>
              <a:ahLst/>
              <a:cxnLst/>
              <a:rect l="l" t="t" r="r" b="b"/>
              <a:pathLst>
                <a:path w="3299" h="5519" extrusionOk="0">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3" name="Google Shape;11603;p63"/>
          <p:cNvGrpSpPr/>
          <p:nvPr/>
        </p:nvGrpSpPr>
        <p:grpSpPr>
          <a:xfrm>
            <a:off x="1953403" y="3216094"/>
            <a:ext cx="366389" cy="354481"/>
            <a:chOff x="1954741" y="3212419"/>
            <a:chExt cx="366389" cy="354481"/>
          </a:xfrm>
        </p:grpSpPr>
        <p:sp>
          <p:nvSpPr>
            <p:cNvPr id="11604" name="Google Shape;11604;p63"/>
            <p:cNvSpPr/>
            <p:nvPr/>
          </p:nvSpPr>
          <p:spPr>
            <a:xfrm>
              <a:off x="1964204" y="3212419"/>
              <a:ext cx="356926" cy="354481"/>
            </a:xfrm>
            <a:custGeom>
              <a:avLst/>
              <a:gdLst/>
              <a:ahLst/>
              <a:cxnLst/>
              <a:rect l="l" t="t" r="r" b="b"/>
              <a:pathLst>
                <a:path w="11240" h="11163" extrusionOk="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5" name="Google Shape;11605;p63"/>
            <p:cNvSpPr/>
            <p:nvPr/>
          </p:nvSpPr>
          <p:spPr>
            <a:xfrm>
              <a:off x="2127520" y="3279898"/>
              <a:ext cx="77546" cy="77546"/>
            </a:xfrm>
            <a:custGeom>
              <a:avLst/>
              <a:gdLst/>
              <a:ahLst/>
              <a:cxnLst/>
              <a:rect l="l" t="t" r="r" b="b"/>
              <a:pathLst>
                <a:path w="2442" h="2442" extrusionOk="0">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6" name="Google Shape;11606;p63"/>
            <p:cNvSpPr/>
            <p:nvPr/>
          </p:nvSpPr>
          <p:spPr>
            <a:xfrm>
              <a:off x="2202747" y="3365732"/>
              <a:ext cx="38995" cy="38963"/>
            </a:xfrm>
            <a:custGeom>
              <a:avLst/>
              <a:gdLst/>
              <a:ahLst/>
              <a:cxnLst/>
              <a:rect l="l" t="t" r="r" b="b"/>
              <a:pathLst>
                <a:path w="1228" h="1227" extrusionOk="0">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7" name="Google Shape;11607;p63"/>
            <p:cNvSpPr/>
            <p:nvPr/>
          </p:nvSpPr>
          <p:spPr>
            <a:xfrm>
              <a:off x="1964553" y="3518473"/>
              <a:ext cx="38995" cy="38614"/>
            </a:xfrm>
            <a:custGeom>
              <a:avLst/>
              <a:gdLst/>
              <a:ahLst/>
              <a:cxnLst/>
              <a:rect l="l" t="t" r="r" b="b"/>
              <a:pathLst>
                <a:path w="1228" h="1216" extrusionOk="0">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8" name="Google Shape;11608;p63"/>
            <p:cNvSpPr/>
            <p:nvPr/>
          </p:nvSpPr>
          <p:spPr>
            <a:xfrm>
              <a:off x="2158894" y="3385007"/>
              <a:ext cx="15909" cy="16290"/>
            </a:xfrm>
            <a:custGeom>
              <a:avLst/>
              <a:gdLst/>
              <a:ahLst/>
              <a:cxnLst/>
              <a:rect l="l" t="t" r="r" b="b"/>
              <a:pathLst>
                <a:path w="501" h="513" extrusionOk="0">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9" name="Google Shape;11609;p63"/>
            <p:cNvSpPr/>
            <p:nvPr/>
          </p:nvSpPr>
          <p:spPr>
            <a:xfrm>
              <a:off x="1954741" y="3478779"/>
              <a:ext cx="15909" cy="15909"/>
            </a:xfrm>
            <a:custGeom>
              <a:avLst/>
              <a:gdLst/>
              <a:ahLst/>
              <a:cxnLst/>
              <a:rect l="l" t="t" r="r" b="b"/>
              <a:pathLst>
                <a:path w="501" h="501" extrusionOk="0">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0" name="Google Shape;11610;p63"/>
            <p:cNvSpPr/>
            <p:nvPr/>
          </p:nvSpPr>
          <p:spPr>
            <a:xfrm>
              <a:off x="2208813" y="3264020"/>
              <a:ext cx="16290" cy="16290"/>
            </a:xfrm>
            <a:custGeom>
              <a:avLst/>
              <a:gdLst/>
              <a:ahLst/>
              <a:cxnLst/>
              <a:rect l="l" t="t" r="r" b="b"/>
              <a:pathLst>
                <a:path w="513" h="513" extrusionOk="0">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11" name="Google Shape;11611;p63"/>
          <p:cNvGrpSpPr/>
          <p:nvPr/>
        </p:nvGrpSpPr>
        <p:grpSpPr>
          <a:xfrm>
            <a:off x="3043239" y="3215626"/>
            <a:ext cx="366008" cy="348670"/>
            <a:chOff x="3043239" y="3215626"/>
            <a:chExt cx="366008" cy="348670"/>
          </a:xfrm>
        </p:grpSpPr>
        <p:sp>
          <p:nvSpPr>
            <p:cNvPr id="11612" name="Google Shape;11612;p63"/>
            <p:cNvSpPr/>
            <p:nvPr/>
          </p:nvSpPr>
          <p:spPr>
            <a:xfrm>
              <a:off x="3106749" y="3273198"/>
              <a:ext cx="302498" cy="291098"/>
            </a:xfrm>
            <a:custGeom>
              <a:avLst/>
              <a:gdLst/>
              <a:ahLst/>
              <a:cxnLst/>
              <a:rect l="l" t="t" r="r" b="b"/>
              <a:pathLst>
                <a:path w="9526" h="9167" extrusionOk="0">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3" name="Google Shape;11613;p63"/>
            <p:cNvSpPr/>
            <p:nvPr/>
          </p:nvSpPr>
          <p:spPr>
            <a:xfrm>
              <a:off x="3043239" y="3215626"/>
              <a:ext cx="209869" cy="255628"/>
            </a:xfrm>
            <a:custGeom>
              <a:avLst/>
              <a:gdLst/>
              <a:ahLst/>
              <a:cxnLst/>
              <a:rect l="l" t="t" r="r" b="b"/>
              <a:pathLst>
                <a:path w="6609" h="8050" extrusionOk="0">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14" name="Google Shape;11614;p63"/>
          <p:cNvGrpSpPr/>
          <p:nvPr/>
        </p:nvGrpSpPr>
        <p:grpSpPr>
          <a:xfrm>
            <a:off x="4218333" y="3184982"/>
            <a:ext cx="209107" cy="383442"/>
            <a:chOff x="4218333" y="3184982"/>
            <a:chExt cx="209107" cy="383442"/>
          </a:xfrm>
        </p:grpSpPr>
        <p:sp>
          <p:nvSpPr>
            <p:cNvPr id="11615" name="Google Shape;11615;p63"/>
            <p:cNvSpPr/>
            <p:nvPr/>
          </p:nvSpPr>
          <p:spPr>
            <a:xfrm>
              <a:off x="4218333" y="3184982"/>
              <a:ext cx="207963" cy="117652"/>
            </a:xfrm>
            <a:custGeom>
              <a:avLst/>
              <a:gdLst/>
              <a:ahLst/>
              <a:cxnLst/>
              <a:rect l="l" t="t" r="r" b="b"/>
              <a:pathLst>
                <a:path w="6549" h="3705" extrusionOk="0">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6" name="Google Shape;11616;p63"/>
            <p:cNvSpPr/>
            <p:nvPr/>
          </p:nvSpPr>
          <p:spPr>
            <a:xfrm>
              <a:off x="4218333" y="3282946"/>
              <a:ext cx="209107" cy="285477"/>
            </a:xfrm>
            <a:custGeom>
              <a:avLst/>
              <a:gdLst/>
              <a:ahLst/>
              <a:cxnLst/>
              <a:rect l="l" t="t" r="r" b="b"/>
              <a:pathLst>
                <a:path w="6585" h="8990" extrusionOk="0">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17" name="Google Shape;11617;p63"/>
          <p:cNvSpPr/>
          <p:nvPr/>
        </p:nvSpPr>
        <p:spPr>
          <a:xfrm>
            <a:off x="4816819" y="3186157"/>
            <a:ext cx="83230" cy="379536"/>
          </a:xfrm>
          <a:custGeom>
            <a:avLst/>
            <a:gdLst/>
            <a:ahLst/>
            <a:cxnLst/>
            <a:rect l="l" t="t" r="r" b="b"/>
            <a:pathLst>
              <a:path w="2621" h="11952" extrusionOk="0">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18" name="Google Shape;11618;p63"/>
          <p:cNvGrpSpPr/>
          <p:nvPr/>
        </p:nvGrpSpPr>
        <p:grpSpPr>
          <a:xfrm>
            <a:off x="6896644" y="3216007"/>
            <a:ext cx="322917" cy="347876"/>
            <a:chOff x="6896644" y="3216007"/>
            <a:chExt cx="322917" cy="347876"/>
          </a:xfrm>
        </p:grpSpPr>
        <p:sp>
          <p:nvSpPr>
            <p:cNvPr id="11619" name="Google Shape;11619;p63"/>
            <p:cNvSpPr/>
            <p:nvPr/>
          </p:nvSpPr>
          <p:spPr>
            <a:xfrm>
              <a:off x="6896644" y="3216007"/>
              <a:ext cx="301387" cy="347876"/>
            </a:xfrm>
            <a:custGeom>
              <a:avLst/>
              <a:gdLst/>
              <a:ahLst/>
              <a:cxnLst/>
              <a:rect l="l" t="t" r="r" b="b"/>
              <a:pathLst>
                <a:path w="9491" h="10955" extrusionOk="0">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0" name="Google Shape;11620;p63"/>
            <p:cNvSpPr/>
            <p:nvPr/>
          </p:nvSpPr>
          <p:spPr>
            <a:xfrm>
              <a:off x="6954883" y="3306382"/>
              <a:ext cx="42012" cy="41980"/>
            </a:xfrm>
            <a:custGeom>
              <a:avLst/>
              <a:gdLst/>
              <a:ahLst/>
              <a:cxnLst/>
              <a:rect l="l" t="t" r="r" b="b"/>
              <a:pathLst>
                <a:path w="1323" h="1322" extrusionOk="0">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1" name="Google Shape;11621;p63"/>
            <p:cNvSpPr/>
            <p:nvPr/>
          </p:nvSpPr>
          <p:spPr>
            <a:xfrm>
              <a:off x="7013122" y="3306382"/>
              <a:ext cx="32168" cy="10225"/>
            </a:xfrm>
            <a:custGeom>
              <a:avLst/>
              <a:gdLst/>
              <a:ahLst/>
              <a:cxnLst/>
              <a:rect l="l" t="t" r="r" b="b"/>
              <a:pathLst>
                <a:path w="1013" h="322" extrusionOk="0">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2" name="Google Shape;11622;p63"/>
            <p:cNvSpPr/>
            <p:nvPr/>
          </p:nvSpPr>
          <p:spPr>
            <a:xfrm>
              <a:off x="7013471" y="3333596"/>
              <a:ext cx="105903" cy="10606"/>
            </a:xfrm>
            <a:custGeom>
              <a:avLst/>
              <a:gdLst/>
              <a:ahLst/>
              <a:cxnLst/>
              <a:rect l="l" t="t" r="r" b="b"/>
              <a:pathLst>
                <a:path w="3335" h="334" extrusionOk="0">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3" name="Google Shape;11623;p63"/>
            <p:cNvSpPr/>
            <p:nvPr/>
          </p:nvSpPr>
          <p:spPr>
            <a:xfrm>
              <a:off x="6966982" y="3375576"/>
              <a:ext cx="63923" cy="10606"/>
            </a:xfrm>
            <a:custGeom>
              <a:avLst/>
              <a:gdLst/>
              <a:ahLst/>
              <a:cxnLst/>
              <a:rect l="l" t="t" r="r" b="b"/>
              <a:pathLst>
                <a:path w="2013" h="334" extrusionOk="0">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4" name="Google Shape;11624;p63"/>
            <p:cNvSpPr/>
            <p:nvPr/>
          </p:nvSpPr>
          <p:spPr>
            <a:xfrm>
              <a:off x="6928781" y="3524157"/>
              <a:ext cx="52237" cy="10225"/>
            </a:xfrm>
            <a:custGeom>
              <a:avLst/>
              <a:gdLst/>
              <a:ahLst/>
              <a:cxnLst/>
              <a:rect l="l" t="t" r="r" b="b"/>
              <a:pathLst>
                <a:path w="1645" h="322" extrusionOk="0">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5" name="Google Shape;11625;p63"/>
            <p:cNvSpPr/>
            <p:nvPr/>
          </p:nvSpPr>
          <p:spPr>
            <a:xfrm>
              <a:off x="6945420" y="3314701"/>
              <a:ext cx="274141" cy="248800"/>
            </a:xfrm>
            <a:custGeom>
              <a:avLst/>
              <a:gdLst/>
              <a:ahLst/>
              <a:cxnLst/>
              <a:rect l="l" t="t" r="r" b="b"/>
              <a:pathLst>
                <a:path w="8633" h="7835" extrusionOk="0">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6" name="Google Shape;11626;p63"/>
          <p:cNvGrpSpPr/>
          <p:nvPr/>
        </p:nvGrpSpPr>
        <p:grpSpPr>
          <a:xfrm>
            <a:off x="7429366" y="3223183"/>
            <a:ext cx="334634" cy="333904"/>
            <a:chOff x="7429366" y="3223183"/>
            <a:chExt cx="334634" cy="333904"/>
          </a:xfrm>
        </p:grpSpPr>
        <p:sp>
          <p:nvSpPr>
            <p:cNvPr id="11627" name="Google Shape;11627;p63"/>
            <p:cNvSpPr/>
            <p:nvPr/>
          </p:nvSpPr>
          <p:spPr>
            <a:xfrm>
              <a:off x="7429366" y="3223183"/>
              <a:ext cx="334634" cy="333904"/>
            </a:xfrm>
            <a:custGeom>
              <a:avLst/>
              <a:gdLst/>
              <a:ahLst/>
              <a:cxnLst/>
              <a:rect l="l" t="t" r="r" b="b"/>
              <a:pathLst>
                <a:path w="10538" h="10515" extrusionOk="0">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8" name="Google Shape;11628;p63"/>
            <p:cNvSpPr/>
            <p:nvPr/>
          </p:nvSpPr>
          <p:spPr>
            <a:xfrm>
              <a:off x="7613514" y="3251541"/>
              <a:ext cx="74878" cy="74529"/>
            </a:xfrm>
            <a:custGeom>
              <a:avLst/>
              <a:gdLst/>
              <a:ahLst/>
              <a:cxnLst/>
              <a:rect l="l" t="t" r="r" b="b"/>
              <a:pathLst>
                <a:path w="2358" h="2347" extrusionOk="0">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29" name="Google Shape;11629;p63"/>
          <p:cNvSpPr/>
          <p:nvPr/>
        </p:nvSpPr>
        <p:spPr>
          <a:xfrm>
            <a:off x="8079296" y="3207306"/>
            <a:ext cx="229906" cy="364135"/>
          </a:xfrm>
          <a:custGeom>
            <a:avLst/>
            <a:gdLst/>
            <a:ahLst/>
            <a:cxnLst/>
            <a:rect l="l" t="t" r="r" b="b"/>
            <a:pathLst>
              <a:path w="7240" h="11467" extrusionOk="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30" name="Google Shape;11630;p63"/>
          <p:cNvGrpSpPr/>
          <p:nvPr/>
        </p:nvGrpSpPr>
        <p:grpSpPr>
          <a:xfrm>
            <a:off x="5216456" y="3725484"/>
            <a:ext cx="356196" cy="265631"/>
            <a:chOff x="5216456" y="3725484"/>
            <a:chExt cx="356196" cy="265631"/>
          </a:xfrm>
        </p:grpSpPr>
        <p:sp>
          <p:nvSpPr>
            <p:cNvPr id="11631" name="Google Shape;11631;p63"/>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2" name="Google Shape;11632;p63"/>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33" name="Google Shape;11633;p63"/>
          <p:cNvGrpSpPr/>
          <p:nvPr/>
        </p:nvGrpSpPr>
        <p:grpSpPr>
          <a:xfrm>
            <a:off x="6849393" y="3733994"/>
            <a:ext cx="355053" cy="248038"/>
            <a:chOff x="6849393" y="3733994"/>
            <a:chExt cx="355053" cy="248038"/>
          </a:xfrm>
        </p:grpSpPr>
        <p:sp>
          <p:nvSpPr>
            <p:cNvPr id="11634" name="Google Shape;11634;p63"/>
            <p:cNvSpPr/>
            <p:nvPr/>
          </p:nvSpPr>
          <p:spPr>
            <a:xfrm>
              <a:off x="6849393" y="3733994"/>
              <a:ext cx="355053" cy="248038"/>
            </a:xfrm>
            <a:custGeom>
              <a:avLst/>
              <a:gdLst/>
              <a:ahLst/>
              <a:cxnLst/>
              <a:rect l="l" t="t" r="r" b="b"/>
              <a:pathLst>
                <a:path w="11181" h="7811" extrusionOk="0">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5" name="Google Shape;11635;p63"/>
            <p:cNvSpPr/>
            <p:nvPr/>
          </p:nvSpPr>
          <p:spPr>
            <a:xfrm>
              <a:off x="7080411" y="3758192"/>
              <a:ext cx="100219" cy="129687"/>
            </a:xfrm>
            <a:custGeom>
              <a:avLst/>
              <a:gdLst/>
              <a:ahLst/>
              <a:cxnLst/>
              <a:rect l="l" t="t" r="r" b="b"/>
              <a:pathLst>
                <a:path w="3156" h="4084" extrusionOk="0">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6" name="Google Shape;11636;p63"/>
            <p:cNvSpPr/>
            <p:nvPr/>
          </p:nvSpPr>
          <p:spPr>
            <a:xfrm>
              <a:off x="6873209" y="3757811"/>
              <a:ext cx="100219" cy="130068"/>
            </a:xfrm>
            <a:custGeom>
              <a:avLst/>
              <a:gdLst/>
              <a:ahLst/>
              <a:cxnLst/>
              <a:rect l="l" t="t" r="r" b="b"/>
              <a:pathLst>
                <a:path w="3156" h="4096" extrusionOk="0">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7" name="Google Shape;11637;p63"/>
            <p:cNvSpPr/>
            <p:nvPr/>
          </p:nvSpPr>
          <p:spPr>
            <a:xfrm>
              <a:off x="6962060" y="3758192"/>
              <a:ext cx="129338" cy="129338"/>
            </a:xfrm>
            <a:custGeom>
              <a:avLst/>
              <a:gdLst/>
              <a:ahLst/>
              <a:cxnLst/>
              <a:rect l="l" t="t" r="r" b="b"/>
              <a:pathLst>
                <a:path w="4073" h="4073" extrusionOk="0">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8" name="Google Shape;11638;p63"/>
            <p:cNvSpPr/>
            <p:nvPr/>
          </p:nvSpPr>
          <p:spPr>
            <a:xfrm>
              <a:off x="6997244" y="3781627"/>
              <a:ext cx="59382" cy="82436"/>
            </a:xfrm>
            <a:custGeom>
              <a:avLst/>
              <a:gdLst/>
              <a:ahLst/>
              <a:cxnLst/>
              <a:rect l="l" t="t" r="r" b="b"/>
              <a:pathLst>
                <a:path w="1870" h="2596" extrusionOk="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39" name="Google Shape;11639;p63"/>
          <p:cNvGrpSpPr/>
          <p:nvPr/>
        </p:nvGrpSpPr>
        <p:grpSpPr>
          <a:xfrm>
            <a:off x="7918997" y="3714687"/>
            <a:ext cx="392111" cy="280206"/>
            <a:chOff x="7918997" y="3714687"/>
            <a:chExt cx="392111" cy="280206"/>
          </a:xfrm>
        </p:grpSpPr>
        <p:sp>
          <p:nvSpPr>
            <p:cNvPr id="11640" name="Google Shape;11640;p63"/>
            <p:cNvSpPr/>
            <p:nvPr/>
          </p:nvSpPr>
          <p:spPr>
            <a:xfrm>
              <a:off x="7918997" y="3781246"/>
              <a:ext cx="309675" cy="213648"/>
            </a:xfrm>
            <a:custGeom>
              <a:avLst/>
              <a:gdLst/>
              <a:ahLst/>
              <a:cxnLst/>
              <a:rect l="l" t="t" r="r" b="b"/>
              <a:pathLst>
                <a:path w="9752" h="6728" extrusionOk="0">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1" name="Google Shape;11641;p63"/>
            <p:cNvSpPr/>
            <p:nvPr/>
          </p:nvSpPr>
          <p:spPr>
            <a:xfrm>
              <a:off x="8080439" y="3862920"/>
              <a:ext cx="68083" cy="68083"/>
            </a:xfrm>
            <a:custGeom>
              <a:avLst/>
              <a:gdLst/>
              <a:ahLst/>
              <a:cxnLst/>
              <a:rect l="l" t="t" r="r" b="b"/>
              <a:pathLst>
                <a:path w="2144" h="2144" extrusionOk="0">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2" name="Google Shape;11642;p63"/>
            <p:cNvSpPr/>
            <p:nvPr/>
          </p:nvSpPr>
          <p:spPr>
            <a:xfrm>
              <a:off x="8000290" y="3885593"/>
              <a:ext cx="45410" cy="45410"/>
            </a:xfrm>
            <a:custGeom>
              <a:avLst/>
              <a:gdLst/>
              <a:ahLst/>
              <a:cxnLst/>
              <a:rect l="l" t="t" r="r" b="b"/>
              <a:pathLst>
                <a:path w="1430" h="1430" extrusionOk="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3" name="Google Shape;11643;p63"/>
            <p:cNvSpPr/>
            <p:nvPr/>
          </p:nvSpPr>
          <p:spPr>
            <a:xfrm>
              <a:off x="8006323" y="3714687"/>
              <a:ext cx="304784" cy="277920"/>
            </a:xfrm>
            <a:custGeom>
              <a:avLst/>
              <a:gdLst/>
              <a:ahLst/>
              <a:cxnLst/>
              <a:rect l="l" t="t" r="r" b="b"/>
              <a:pathLst>
                <a:path w="9598" h="8752" extrusionOk="0">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4" name="Google Shape;11644;p63"/>
            <p:cNvSpPr/>
            <p:nvPr/>
          </p:nvSpPr>
          <p:spPr>
            <a:xfrm>
              <a:off x="8183643" y="3885593"/>
              <a:ext cx="45410" cy="45410"/>
            </a:xfrm>
            <a:custGeom>
              <a:avLst/>
              <a:gdLst/>
              <a:ahLst/>
              <a:cxnLst/>
              <a:rect l="l" t="t" r="r" b="b"/>
              <a:pathLst>
                <a:path w="1430" h="1430" extrusionOk="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45" name="Google Shape;11645;p63"/>
          <p:cNvSpPr/>
          <p:nvPr/>
        </p:nvSpPr>
        <p:spPr>
          <a:xfrm>
            <a:off x="867354" y="3694364"/>
            <a:ext cx="355434" cy="326981"/>
          </a:xfrm>
          <a:custGeom>
            <a:avLst/>
            <a:gdLst/>
            <a:ahLst/>
            <a:cxnLst/>
            <a:rect l="l" t="t" r="r" b="b"/>
            <a:pathLst>
              <a:path w="11193" h="10297" extrusionOk="0">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46" name="Google Shape;11646;p63"/>
          <p:cNvGrpSpPr/>
          <p:nvPr/>
        </p:nvGrpSpPr>
        <p:grpSpPr>
          <a:xfrm>
            <a:off x="1408777" y="3680964"/>
            <a:ext cx="357720" cy="355148"/>
            <a:chOff x="1408777" y="3680964"/>
            <a:chExt cx="357720" cy="355148"/>
          </a:xfrm>
        </p:grpSpPr>
        <p:sp>
          <p:nvSpPr>
            <p:cNvPr id="11647" name="Google Shape;11647;p63"/>
            <p:cNvSpPr/>
            <p:nvPr/>
          </p:nvSpPr>
          <p:spPr>
            <a:xfrm>
              <a:off x="1510488"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8" name="Google Shape;11648;p63"/>
            <p:cNvSpPr/>
            <p:nvPr/>
          </p:nvSpPr>
          <p:spPr>
            <a:xfrm>
              <a:off x="1627315"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9" name="Google Shape;11649;p63"/>
            <p:cNvSpPr/>
            <p:nvPr/>
          </p:nvSpPr>
          <p:spPr>
            <a:xfrm>
              <a:off x="1525604" y="3908806"/>
              <a:ext cx="123305" cy="33152"/>
            </a:xfrm>
            <a:custGeom>
              <a:avLst/>
              <a:gdLst/>
              <a:ahLst/>
              <a:cxnLst/>
              <a:rect l="l" t="t" r="r" b="b"/>
              <a:pathLst>
                <a:path w="3883" h="1044" extrusionOk="0">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0" name="Google Shape;11650;p63"/>
            <p:cNvSpPr/>
            <p:nvPr/>
          </p:nvSpPr>
          <p:spPr>
            <a:xfrm>
              <a:off x="1408777" y="3680964"/>
              <a:ext cx="298338" cy="296528"/>
            </a:xfrm>
            <a:custGeom>
              <a:avLst/>
              <a:gdLst/>
              <a:ahLst/>
              <a:cxnLst/>
              <a:rect l="l" t="t" r="r" b="b"/>
              <a:pathLst>
                <a:path w="9395" h="9338" extrusionOk="0">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1" name="Google Shape;11651;p63"/>
            <p:cNvSpPr/>
            <p:nvPr/>
          </p:nvSpPr>
          <p:spPr>
            <a:xfrm>
              <a:off x="1468508" y="3739075"/>
              <a:ext cx="297989" cy="297036"/>
            </a:xfrm>
            <a:custGeom>
              <a:avLst/>
              <a:gdLst/>
              <a:ahLst/>
              <a:cxnLst/>
              <a:rect l="l" t="t" r="r" b="b"/>
              <a:pathLst>
                <a:path w="9384" h="9354" extrusionOk="0">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52" name="Google Shape;11652;p63"/>
          <p:cNvGrpSpPr/>
          <p:nvPr/>
        </p:nvGrpSpPr>
        <p:grpSpPr>
          <a:xfrm>
            <a:off x="1952836" y="3680964"/>
            <a:ext cx="357720" cy="355148"/>
            <a:chOff x="1952836" y="3680964"/>
            <a:chExt cx="357720" cy="355148"/>
          </a:xfrm>
        </p:grpSpPr>
        <p:sp>
          <p:nvSpPr>
            <p:cNvPr id="11653" name="Google Shape;11653;p63"/>
            <p:cNvSpPr/>
            <p:nvPr/>
          </p:nvSpPr>
          <p:spPr>
            <a:xfrm>
              <a:off x="2054166" y="3814144"/>
              <a:ext cx="38233" cy="49188"/>
            </a:xfrm>
            <a:custGeom>
              <a:avLst/>
              <a:gdLst/>
              <a:ahLst/>
              <a:cxnLst/>
              <a:rect l="l" t="t" r="r" b="b"/>
              <a:pathLst>
                <a:path w="1204"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4" name="Google Shape;11654;p63"/>
            <p:cNvSpPr/>
            <p:nvPr/>
          </p:nvSpPr>
          <p:spPr>
            <a:xfrm>
              <a:off x="2170992" y="3814144"/>
              <a:ext cx="37852" cy="49188"/>
            </a:xfrm>
            <a:custGeom>
              <a:avLst/>
              <a:gdLst/>
              <a:ahLst/>
              <a:cxnLst/>
              <a:rect l="l" t="t" r="r" b="b"/>
              <a:pathLst>
                <a:path w="1192"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5" name="Google Shape;11655;p63"/>
            <p:cNvSpPr/>
            <p:nvPr/>
          </p:nvSpPr>
          <p:spPr>
            <a:xfrm>
              <a:off x="2070043" y="3908647"/>
              <a:ext cx="122924" cy="33311"/>
            </a:xfrm>
            <a:custGeom>
              <a:avLst/>
              <a:gdLst/>
              <a:ahLst/>
              <a:cxnLst/>
              <a:rect l="l" t="t" r="r" b="b"/>
              <a:pathLst>
                <a:path w="3871" h="1049" extrusionOk="0">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6" name="Google Shape;11656;p63"/>
            <p:cNvSpPr/>
            <p:nvPr/>
          </p:nvSpPr>
          <p:spPr>
            <a:xfrm>
              <a:off x="1952836" y="3680964"/>
              <a:ext cx="298338" cy="296528"/>
            </a:xfrm>
            <a:custGeom>
              <a:avLst/>
              <a:gdLst/>
              <a:ahLst/>
              <a:cxnLst/>
              <a:rect l="l" t="t" r="r" b="b"/>
              <a:pathLst>
                <a:path w="9395" h="9338" extrusionOk="0">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7" name="Google Shape;11657;p63"/>
            <p:cNvSpPr/>
            <p:nvPr/>
          </p:nvSpPr>
          <p:spPr>
            <a:xfrm>
              <a:off x="2012217" y="3739075"/>
              <a:ext cx="298338" cy="297036"/>
            </a:xfrm>
            <a:custGeom>
              <a:avLst/>
              <a:gdLst/>
              <a:ahLst/>
              <a:cxnLst/>
              <a:rect l="l" t="t" r="r" b="b"/>
              <a:pathLst>
                <a:path w="9395" h="9354" extrusionOk="0">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58" name="Google Shape;11658;p63"/>
          <p:cNvGrpSpPr/>
          <p:nvPr/>
        </p:nvGrpSpPr>
        <p:grpSpPr>
          <a:xfrm>
            <a:off x="2496894" y="3680964"/>
            <a:ext cx="357720" cy="355148"/>
            <a:chOff x="2496894" y="3680964"/>
            <a:chExt cx="357720" cy="355148"/>
          </a:xfrm>
        </p:grpSpPr>
        <p:sp>
          <p:nvSpPr>
            <p:cNvPr id="11659" name="Google Shape;11659;p63"/>
            <p:cNvSpPr/>
            <p:nvPr/>
          </p:nvSpPr>
          <p:spPr>
            <a:xfrm>
              <a:off x="2598224"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0" name="Google Shape;11660;p63"/>
            <p:cNvSpPr/>
            <p:nvPr/>
          </p:nvSpPr>
          <p:spPr>
            <a:xfrm>
              <a:off x="2715051"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1" name="Google Shape;11661;p63"/>
            <p:cNvSpPr/>
            <p:nvPr/>
          </p:nvSpPr>
          <p:spPr>
            <a:xfrm>
              <a:off x="2496894" y="3680964"/>
              <a:ext cx="297989" cy="296528"/>
            </a:xfrm>
            <a:custGeom>
              <a:avLst/>
              <a:gdLst/>
              <a:ahLst/>
              <a:cxnLst/>
              <a:rect l="l" t="t" r="r" b="b"/>
              <a:pathLst>
                <a:path w="9384" h="9338" extrusionOk="0">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2" name="Google Shape;11662;p63"/>
            <p:cNvSpPr/>
            <p:nvPr/>
          </p:nvSpPr>
          <p:spPr>
            <a:xfrm>
              <a:off x="2555895" y="3739075"/>
              <a:ext cx="298719" cy="297036"/>
            </a:xfrm>
            <a:custGeom>
              <a:avLst/>
              <a:gdLst/>
              <a:ahLst/>
              <a:cxnLst/>
              <a:rect l="l" t="t" r="r" b="b"/>
              <a:pathLst>
                <a:path w="9407" h="9354" extrusionOk="0">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3" name="Google Shape;11663;p63"/>
            <p:cNvSpPr/>
            <p:nvPr/>
          </p:nvSpPr>
          <p:spPr>
            <a:xfrm>
              <a:off x="2569867" y="3875336"/>
              <a:ext cx="211393" cy="99139"/>
            </a:xfrm>
            <a:custGeom>
              <a:avLst/>
              <a:gdLst/>
              <a:ahLst/>
              <a:cxnLst/>
              <a:rect l="l" t="t" r="r" b="b"/>
              <a:pathLst>
                <a:path w="6657" h="3122" extrusionOk="0">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64" name="Google Shape;11664;p63"/>
          <p:cNvGrpSpPr/>
          <p:nvPr/>
        </p:nvGrpSpPr>
        <p:grpSpPr>
          <a:xfrm>
            <a:off x="3040984" y="3681059"/>
            <a:ext cx="356164" cy="355815"/>
            <a:chOff x="3040984" y="3681059"/>
            <a:chExt cx="356164" cy="355815"/>
          </a:xfrm>
        </p:grpSpPr>
        <p:sp>
          <p:nvSpPr>
            <p:cNvPr id="11665" name="Google Shape;11665;p63"/>
            <p:cNvSpPr/>
            <p:nvPr/>
          </p:nvSpPr>
          <p:spPr>
            <a:xfrm>
              <a:off x="3040984" y="3681059"/>
              <a:ext cx="356164" cy="355815"/>
            </a:xfrm>
            <a:custGeom>
              <a:avLst/>
              <a:gdLst/>
              <a:ahLst/>
              <a:cxnLst/>
              <a:rect l="l" t="t" r="r" b="b"/>
              <a:pathLst>
                <a:path w="11216" h="11205" extrusionOk="0">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6" name="Google Shape;11666;p63"/>
            <p:cNvSpPr/>
            <p:nvPr/>
          </p:nvSpPr>
          <p:spPr>
            <a:xfrm>
              <a:off x="3183120" y="3921508"/>
              <a:ext cx="59414" cy="59382"/>
            </a:xfrm>
            <a:custGeom>
              <a:avLst/>
              <a:gdLst/>
              <a:ahLst/>
              <a:cxnLst/>
              <a:rect l="l" t="t" r="r" b="b"/>
              <a:pathLst>
                <a:path w="1871" h="1870" extrusionOk="0">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7" name="Google Shape;11667;p63"/>
            <p:cNvSpPr/>
            <p:nvPr/>
          </p:nvSpPr>
          <p:spPr>
            <a:xfrm>
              <a:off x="3149110" y="3735868"/>
              <a:ext cx="141056" cy="174716"/>
            </a:xfrm>
            <a:custGeom>
              <a:avLst/>
              <a:gdLst/>
              <a:ahLst/>
              <a:cxnLst/>
              <a:rect l="l" t="t" r="r" b="b"/>
              <a:pathLst>
                <a:path w="4442" h="5502" extrusionOk="0">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68" name="Google Shape;11668;p63"/>
          <p:cNvGrpSpPr/>
          <p:nvPr/>
        </p:nvGrpSpPr>
        <p:grpSpPr>
          <a:xfrm>
            <a:off x="3584280" y="3699191"/>
            <a:ext cx="358069" cy="317995"/>
            <a:chOff x="3584280" y="3699191"/>
            <a:chExt cx="358069" cy="317995"/>
          </a:xfrm>
        </p:grpSpPr>
        <p:sp>
          <p:nvSpPr>
            <p:cNvPr id="11669" name="Google Shape;11669;p63"/>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0" name="Google Shape;11670;p63"/>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1" name="Google Shape;11671;p63"/>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63"/>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3" name="Google Shape;11673;p63"/>
          <p:cNvGrpSpPr/>
          <p:nvPr/>
        </p:nvGrpSpPr>
        <p:grpSpPr>
          <a:xfrm>
            <a:off x="4129482" y="3681059"/>
            <a:ext cx="355402" cy="354291"/>
            <a:chOff x="4129482" y="3681059"/>
            <a:chExt cx="355402" cy="354291"/>
          </a:xfrm>
        </p:grpSpPr>
        <p:sp>
          <p:nvSpPr>
            <p:cNvPr id="11674" name="Google Shape;11674;p63"/>
            <p:cNvSpPr/>
            <p:nvPr/>
          </p:nvSpPr>
          <p:spPr>
            <a:xfrm>
              <a:off x="4313979" y="3719578"/>
              <a:ext cx="133117" cy="225016"/>
            </a:xfrm>
            <a:custGeom>
              <a:avLst/>
              <a:gdLst/>
              <a:ahLst/>
              <a:cxnLst/>
              <a:rect l="l" t="t" r="r" b="b"/>
              <a:pathLst>
                <a:path w="4192" h="7086" extrusionOk="0">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5" name="Google Shape;11675;p63"/>
            <p:cNvSpPr/>
            <p:nvPr/>
          </p:nvSpPr>
          <p:spPr>
            <a:xfrm>
              <a:off x="4220968" y="3719197"/>
              <a:ext cx="106284" cy="132387"/>
            </a:xfrm>
            <a:custGeom>
              <a:avLst/>
              <a:gdLst/>
              <a:ahLst/>
              <a:cxnLst/>
              <a:rect l="l" t="t" r="r" b="b"/>
              <a:pathLst>
                <a:path w="3347" h="4169" extrusionOk="0">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6" name="Google Shape;11676;p63"/>
            <p:cNvSpPr/>
            <p:nvPr/>
          </p:nvSpPr>
          <p:spPr>
            <a:xfrm>
              <a:off x="4167270" y="3772545"/>
              <a:ext cx="226127" cy="225746"/>
            </a:xfrm>
            <a:custGeom>
              <a:avLst/>
              <a:gdLst/>
              <a:ahLst/>
              <a:cxnLst/>
              <a:rect l="l" t="t" r="r" b="b"/>
              <a:pathLst>
                <a:path w="7121" h="7109" extrusionOk="0">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63"/>
            <p:cNvSpPr/>
            <p:nvPr/>
          </p:nvSpPr>
          <p:spPr>
            <a:xfrm>
              <a:off x="4129482" y="3681059"/>
              <a:ext cx="355402" cy="354291"/>
            </a:xfrm>
            <a:custGeom>
              <a:avLst/>
              <a:gdLst/>
              <a:ahLst/>
              <a:cxnLst/>
              <a:rect l="l" t="t" r="r" b="b"/>
              <a:pathLst>
                <a:path w="11192" h="11157" extrusionOk="0">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8" name="Google Shape;11678;p63"/>
          <p:cNvGrpSpPr/>
          <p:nvPr/>
        </p:nvGrpSpPr>
        <p:grpSpPr>
          <a:xfrm>
            <a:off x="4673540" y="3680297"/>
            <a:ext cx="355434" cy="355815"/>
            <a:chOff x="4673540" y="3680297"/>
            <a:chExt cx="355434" cy="355815"/>
          </a:xfrm>
        </p:grpSpPr>
        <p:sp>
          <p:nvSpPr>
            <p:cNvPr id="11679" name="Google Shape;11679;p63"/>
            <p:cNvSpPr/>
            <p:nvPr/>
          </p:nvSpPr>
          <p:spPr>
            <a:xfrm>
              <a:off x="4673540" y="3680297"/>
              <a:ext cx="355434" cy="355815"/>
            </a:xfrm>
            <a:custGeom>
              <a:avLst/>
              <a:gdLst/>
              <a:ahLst/>
              <a:cxnLst/>
              <a:rect l="l" t="t" r="r" b="b"/>
              <a:pathLst>
                <a:path w="11193" h="11205" extrusionOk="0">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0" name="Google Shape;11680;p63"/>
            <p:cNvSpPr/>
            <p:nvPr/>
          </p:nvSpPr>
          <p:spPr>
            <a:xfrm>
              <a:off x="4805864" y="3736630"/>
              <a:ext cx="93042" cy="92661"/>
            </a:xfrm>
            <a:custGeom>
              <a:avLst/>
              <a:gdLst/>
              <a:ahLst/>
              <a:cxnLst/>
              <a:rect l="l" t="t" r="r" b="b"/>
              <a:pathLst>
                <a:path w="2930" h="2918" extrusionOk="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1" name="Google Shape;11681;p63"/>
            <p:cNvSpPr/>
            <p:nvPr/>
          </p:nvSpPr>
          <p:spPr>
            <a:xfrm>
              <a:off x="4779380" y="3841358"/>
              <a:ext cx="143723" cy="138801"/>
            </a:xfrm>
            <a:custGeom>
              <a:avLst/>
              <a:gdLst/>
              <a:ahLst/>
              <a:cxnLst/>
              <a:rect l="l" t="t" r="r" b="b"/>
              <a:pathLst>
                <a:path w="4526" h="4371" extrusionOk="0">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82" name="Google Shape;11682;p63"/>
          <p:cNvGrpSpPr/>
          <p:nvPr/>
        </p:nvGrpSpPr>
        <p:grpSpPr>
          <a:xfrm>
            <a:off x="5779408" y="3699191"/>
            <a:ext cx="317645" cy="318757"/>
            <a:chOff x="5779408" y="3699191"/>
            <a:chExt cx="317645" cy="318757"/>
          </a:xfrm>
        </p:grpSpPr>
        <p:sp>
          <p:nvSpPr>
            <p:cNvPr id="11683" name="Google Shape;11683;p63"/>
            <p:cNvSpPr/>
            <p:nvPr/>
          </p:nvSpPr>
          <p:spPr>
            <a:xfrm>
              <a:off x="5892837" y="3700334"/>
              <a:ext cx="204216" cy="317614"/>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4" name="Google Shape;11684;p63"/>
            <p:cNvSpPr/>
            <p:nvPr/>
          </p:nvSpPr>
          <p:spPr>
            <a:xfrm>
              <a:off x="5779408" y="3699191"/>
              <a:ext cx="195134" cy="316883"/>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85" name="Google Shape;11685;p63"/>
          <p:cNvSpPr/>
          <p:nvPr/>
        </p:nvSpPr>
        <p:spPr>
          <a:xfrm>
            <a:off x="6304573" y="3694459"/>
            <a:ext cx="356196" cy="328410"/>
          </a:xfrm>
          <a:custGeom>
            <a:avLst/>
            <a:gdLst/>
            <a:ahLst/>
            <a:cxnLst/>
            <a:rect l="l" t="t" r="r" b="b"/>
            <a:pathLst>
              <a:path w="11217" h="10342" extrusionOk="0">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86" name="Google Shape;11686;p63"/>
          <p:cNvGrpSpPr/>
          <p:nvPr/>
        </p:nvGrpSpPr>
        <p:grpSpPr>
          <a:xfrm>
            <a:off x="7390435" y="3680868"/>
            <a:ext cx="372073" cy="355243"/>
            <a:chOff x="7390435" y="3680868"/>
            <a:chExt cx="372073" cy="355243"/>
          </a:xfrm>
        </p:grpSpPr>
        <p:sp>
          <p:nvSpPr>
            <p:cNvPr id="11687" name="Google Shape;11687;p63"/>
            <p:cNvSpPr/>
            <p:nvPr/>
          </p:nvSpPr>
          <p:spPr>
            <a:xfrm>
              <a:off x="7390435" y="3744950"/>
              <a:ext cx="294178" cy="291162"/>
            </a:xfrm>
            <a:custGeom>
              <a:avLst/>
              <a:gdLst/>
              <a:ahLst/>
              <a:cxnLst/>
              <a:rect l="l" t="t" r="r" b="b"/>
              <a:pathLst>
                <a:path w="9264" h="9169" extrusionOk="0">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63"/>
            <p:cNvSpPr/>
            <p:nvPr/>
          </p:nvSpPr>
          <p:spPr>
            <a:xfrm>
              <a:off x="7408948" y="3772259"/>
              <a:ext cx="259407" cy="236257"/>
            </a:xfrm>
            <a:custGeom>
              <a:avLst/>
              <a:gdLst/>
              <a:ahLst/>
              <a:cxnLst/>
              <a:rect l="l" t="t" r="r" b="b"/>
              <a:pathLst>
                <a:path w="8169" h="7440" extrusionOk="0">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63"/>
            <p:cNvSpPr/>
            <p:nvPr/>
          </p:nvSpPr>
          <p:spPr>
            <a:xfrm>
              <a:off x="7487986" y="3680868"/>
              <a:ext cx="274522" cy="259565"/>
            </a:xfrm>
            <a:custGeom>
              <a:avLst/>
              <a:gdLst/>
              <a:ahLst/>
              <a:cxnLst/>
              <a:rect l="l" t="t" r="r" b="b"/>
              <a:pathLst>
                <a:path w="8645" h="8174" extrusionOk="0">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63"/>
            <p:cNvSpPr/>
            <p:nvPr/>
          </p:nvSpPr>
          <p:spPr>
            <a:xfrm>
              <a:off x="7691758" y="3789502"/>
              <a:ext cx="34073" cy="102918"/>
            </a:xfrm>
            <a:custGeom>
              <a:avLst/>
              <a:gdLst/>
              <a:ahLst/>
              <a:cxnLst/>
              <a:rect l="l" t="t" r="r" b="b"/>
              <a:pathLst>
                <a:path w="1073" h="3241" extrusionOk="0">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1" name="Google Shape;11691;p63"/>
            <p:cNvSpPr/>
            <p:nvPr/>
          </p:nvSpPr>
          <p:spPr>
            <a:xfrm>
              <a:off x="7536000" y="3708082"/>
              <a:ext cx="173192" cy="72052"/>
            </a:xfrm>
            <a:custGeom>
              <a:avLst/>
              <a:gdLst/>
              <a:ahLst/>
              <a:cxnLst/>
              <a:rect l="l" t="t" r="r" b="b"/>
              <a:pathLst>
                <a:path w="5454" h="2269" extrusionOk="0">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2" name="Google Shape;11692;p63"/>
            <p:cNvSpPr/>
            <p:nvPr/>
          </p:nvSpPr>
          <p:spPr>
            <a:xfrm>
              <a:off x="7501228" y="3819415"/>
              <a:ext cx="75640" cy="141437"/>
            </a:xfrm>
            <a:custGeom>
              <a:avLst/>
              <a:gdLst/>
              <a:ahLst/>
              <a:cxnLst/>
              <a:rect l="l" t="t" r="r" b="b"/>
              <a:pathLst>
                <a:path w="2382" h="4454" extrusionOk="0">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3" name="Google Shape;11693;p63"/>
          <p:cNvGrpSpPr/>
          <p:nvPr/>
        </p:nvGrpSpPr>
        <p:grpSpPr>
          <a:xfrm>
            <a:off x="1421638" y="4125629"/>
            <a:ext cx="374709" cy="374010"/>
            <a:chOff x="1421638" y="4125629"/>
            <a:chExt cx="374709" cy="374010"/>
          </a:xfrm>
        </p:grpSpPr>
        <p:sp>
          <p:nvSpPr>
            <p:cNvPr id="11694" name="Google Shape;11694;p63"/>
            <p:cNvSpPr/>
            <p:nvPr/>
          </p:nvSpPr>
          <p:spPr>
            <a:xfrm>
              <a:off x="1421638" y="4265954"/>
              <a:ext cx="374709" cy="233685"/>
            </a:xfrm>
            <a:custGeom>
              <a:avLst/>
              <a:gdLst/>
              <a:ahLst/>
              <a:cxnLst/>
              <a:rect l="l" t="t" r="r" b="b"/>
              <a:pathLst>
                <a:path w="11800" h="7359" extrusionOk="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63"/>
            <p:cNvSpPr/>
            <p:nvPr/>
          </p:nvSpPr>
          <p:spPr>
            <a:xfrm>
              <a:off x="1428052" y="4125629"/>
              <a:ext cx="356958" cy="215585"/>
            </a:xfrm>
            <a:custGeom>
              <a:avLst/>
              <a:gdLst/>
              <a:ahLst/>
              <a:cxnLst/>
              <a:rect l="l" t="t" r="r" b="b"/>
              <a:pathLst>
                <a:path w="11241" h="6789" extrusionOk="0">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6" name="Google Shape;11696;p63"/>
          <p:cNvGrpSpPr/>
          <p:nvPr/>
        </p:nvGrpSpPr>
        <p:grpSpPr>
          <a:xfrm>
            <a:off x="1973254" y="4156304"/>
            <a:ext cx="357720" cy="342192"/>
            <a:chOff x="1973254" y="4156304"/>
            <a:chExt cx="357720" cy="342192"/>
          </a:xfrm>
        </p:grpSpPr>
        <p:sp>
          <p:nvSpPr>
            <p:cNvPr id="11697" name="Google Shape;11697;p63"/>
            <p:cNvSpPr/>
            <p:nvPr/>
          </p:nvSpPr>
          <p:spPr>
            <a:xfrm>
              <a:off x="2129044" y="4156304"/>
              <a:ext cx="18926" cy="97964"/>
            </a:xfrm>
            <a:custGeom>
              <a:avLst/>
              <a:gdLst/>
              <a:ahLst/>
              <a:cxnLst/>
              <a:rect l="l" t="t" r="r" b="b"/>
              <a:pathLst>
                <a:path w="596" h="3085" extrusionOk="0">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8" name="Google Shape;11698;p63"/>
            <p:cNvSpPr/>
            <p:nvPr/>
          </p:nvSpPr>
          <p:spPr>
            <a:xfrm>
              <a:off x="2174771" y="4156304"/>
              <a:ext cx="18958" cy="97964"/>
            </a:xfrm>
            <a:custGeom>
              <a:avLst/>
              <a:gdLst/>
              <a:ahLst/>
              <a:cxnLst/>
              <a:rect l="l" t="t" r="r" b="b"/>
              <a:pathLst>
                <a:path w="597" h="3085" extrusionOk="0">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9" name="Google Shape;11699;p63"/>
            <p:cNvSpPr/>
            <p:nvPr/>
          </p:nvSpPr>
          <p:spPr>
            <a:xfrm>
              <a:off x="1992529" y="4460644"/>
              <a:ext cx="338445" cy="37852"/>
            </a:xfrm>
            <a:custGeom>
              <a:avLst/>
              <a:gdLst/>
              <a:ahLst/>
              <a:cxnLst/>
              <a:rect l="l" t="t" r="r" b="b"/>
              <a:pathLst>
                <a:path w="10658" h="1192" extrusionOk="0">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0" name="Google Shape;11700;p63"/>
            <p:cNvSpPr/>
            <p:nvPr/>
          </p:nvSpPr>
          <p:spPr>
            <a:xfrm>
              <a:off x="1996340" y="4288627"/>
              <a:ext cx="60525" cy="69226"/>
            </a:xfrm>
            <a:custGeom>
              <a:avLst/>
              <a:gdLst/>
              <a:ahLst/>
              <a:cxnLst/>
              <a:rect l="l" t="t" r="r" b="b"/>
              <a:pathLst>
                <a:path w="1906" h="2180" extrusionOk="0">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1" name="Google Shape;11701;p63"/>
            <p:cNvSpPr/>
            <p:nvPr/>
          </p:nvSpPr>
          <p:spPr>
            <a:xfrm>
              <a:off x="1973254" y="4265954"/>
              <a:ext cx="306658" cy="184147"/>
            </a:xfrm>
            <a:custGeom>
              <a:avLst/>
              <a:gdLst/>
              <a:ahLst/>
              <a:cxnLst/>
              <a:rect l="l" t="t" r="r" b="b"/>
              <a:pathLst>
                <a:path w="9657" h="5799" extrusionOk="0">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2" name="Google Shape;11702;p63"/>
            <p:cNvSpPr/>
            <p:nvPr/>
          </p:nvSpPr>
          <p:spPr>
            <a:xfrm>
              <a:off x="2155877" y="4319620"/>
              <a:ext cx="93423" cy="99488"/>
            </a:xfrm>
            <a:custGeom>
              <a:avLst/>
              <a:gdLst/>
              <a:ahLst/>
              <a:cxnLst/>
              <a:rect l="l" t="t" r="r" b="b"/>
              <a:pathLst>
                <a:path w="2942" h="3133" extrusionOk="0">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3" name="Google Shape;11703;p63"/>
          <p:cNvGrpSpPr/>
          <p:nvPr/>
        </p:nvGrpSpPr>
        <p:grpSpPr>
          <a:xfrm>
            <a:off x="2523759" y="4135505"/>
            <a:ext cx="341049" cy="340318"/>
            <a:chOff x="2523759" y="4135505"/>
            <a:chExt cx="341049" cy="340318"/>
          </a:xfrm>
        </p:grpSpPr>
        <p:sp>
          <p:nvSpPr>
            <p:cNvPr id="11704" name="Google Shape;11704;p63"/>
            <p:cNvSpPr/>
            <p:nvPr/>
          </p:nvSpPr>
          <p:spPr>
            <a:xfrm>
              <a:off x="2523759" y="4135505"/>
              <a:ext cx="341049" cy="340318"/>
            </a:xfrm>
            <a:custGeom>
              <a:avLst/>
              <a:gdLst/>
              <a:ahLst/>
              <a:cxnLst/>
              <a:rect l="l" t="t" r="r" b="b"/>
              <a:pathLst>
                <a:path w="10740" h="10717" extrusionOk="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5" name="Google Shape;11705;p63"/>
            <p:cNvSpPr/>
            <p:nvPr/>
          </p:nvSpPr>
          <p:spPr>
            <a:xfrm>
              <a:off x="2561547" y="4278815"/>
              <a:ext cx="36709" cy="37058"/>
            </a:xfrm>
            <a:custGeom>
              <a:avLst/>
              <a:gdLst/>
              <a:ahLst/>
              <a:cxnLst/>
              <a:rect l="l" t="t" r="r" b="b"/>
              <a:pathLst>
                <a:path w="1156" h="1167" extrusionOk="0">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6" name="Google Shape;11706;p63"/>
          <p:cNvGrpSpPr/>
          <p:nvPr/>
        </p:nvGrpSpPr>
        <p:grpSpPr>
          <a:xfrm>
            <a:off x="3040603" y="4130360"/>
            <a:ext cx="392079" cy="350353"/>
            <a:chOff x="3040603" y="4130360"/>
            <a:chExt cx="392079" cy="350353"/>
          </a:xfrm>
        </p:grpSpPr>
        <p:sp>
          <p:nvSpPr>
            <p:cNvPr id="11707" name="Google Shape;11707;p63"/>
            <p:cNvSpPr/>
            <p:nvPr/>
          </p:nvSpPr>
          <p:spPr>
            <a:xfrm>
              <a:off x="3081059" y="4144523"/>
              <a:ext cx="62780" cy="66241"/>
            </a:xfrm>
            <a:custGeom>
              <a:avLst/>
              <a:gdLst/>
              <a:ahLst/>
              <a:cxnLst/>
              <a:rect l="l" t="t" r="r" b="b"/>
              <a:pathLst>
                <a:path w="1977" h="2086" extrusionOk="0">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8" name="Google Shape;11708;p63"/>
            <p:cNvSpPr/>
            <p:nvPr/>
          </p:nvSpPr>
          <p:spPr>
            <a:xfrm>
              <a:off x="3040603" y="4192981"/>
              <a:ext cx="58620" cy="55222"/>
            </a:xfrm>
            <a:custGeom>
              <a:avLst/>
              <a:gdLst/>
              <a:ahLst/>
              <a:cxnLst/>
              <a:rect l="l" t="t" r="r" b="b"/>
              <a:pathLst>
                <a:path w="1846" h="1739" extrusionOk="0">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9" name="Google Shape;11709;p63"/>
            <p:cNvSpPr/>
            <p:nvPr/>
          </p:nvSpPr>
          <p:spPr>
            <a:xfrm>
              <a:off x="3147967" y="4130360"/>
              <a:ext cx="55984" cy="69067"/>
            </a:xfrm>
            <a:custGeom>
              <a:avLst/>
              <a:gdLst/>
              <a:ahLst/>
              <a:cxnLst/>
              <a:rect l="l" t="t" r="r" b="b"/>
              <a:pathLst>
                <a:path w="1763" h="2175" extrusionOk="0">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0" name="Google Shape;11710;p63"/>
            <p:cNvSpPr/>
            <p:nvPr/>
          </p:nvSpPr>
          <p:spPr>
            <a:xfrm>
              <a:off x="3205443" y="4158082"/>
              <a:ext cx="52586" cy="59890"/>
            </a:xfrm>
            <a:custGeom>
              <a:avLst/>
              <a:gdLst/>
              <a:ahLst/>
              <a:cxnLst/>
              <a:rect l="l" t="t" r="r" b="b"/>
              <a:pathLst>
                <a:path w="1656" h="1886" extrusionOk="0">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1" name="Google Shape;11711;p63"/>
            <p:cNvSpPr/>
            <p:nvPr/>
          </p:nvSpPr>
          <p:spPr>
            <a:xfrm>
              <a:off x="3092777" y="4212002"/>
              <a:ext cx="144453" cy="102759"/>
            </a:xfrm>
            <a:custGeom>
              <a:avLst/>
              <a:gdLst/>
              <a:ahLst/>
              <a:cxnLst/>
              <a:rect l="l" t="t" r="r" b="b"/>
              <a:pathLst>
                <a:path w="4549" h="3236" extrusionOk="0">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2" name="Google Shape;11712;p63"/>
            <p:cNvSpPr/>
            <p:nvPr/>
          </p:nvSpPr>
          <p:spPr>
            <a:xfrm>
              <a:off x="3283307" y="4290469"/>
              <a:ext cx="55254" cy="70782"/>
            </a:xfrm>
            <a:custGeom>
              <a:avLst/>
              <a:gdLst/>
              <a:ahLst/>
              <a:cxnLst/>
              <a:rect l="l" t="t" r="r" b="b"/>
              <a:pathLst>
                <a:path w="1740" h="2229" extrusionOk="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3" name="Google Shape;11713;p63"/>
            <p:cNvSpPr/>
            <p:nvPr/>
          </p:nvSpPr>
          <p:spPr>
            <a:xfrm>
              <a:off x="3221702" y="4306728"/>
              <a:ext cx="54460" cy="62462"/>
            </a:xfrm>
            <a:custGeom>
              <a:avLst/>
              <a:gdLst/>
              <a:ahLst/>
              <a:cxnLst/>
              <a:rect l="l" t="t" r="r" b="b"/>
              <a:pathLst>
                <a:path w="1715" h="1967" extrusionOk="0">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4" name="Google Shape;11714;p63"/>
            <p:cNvSpPr/>
            <p:nvPr/>
          </p:nvSpPr>
          <p:spPr>
            <a:xfrm>
              <a:off x="3333606" y="4316667"/>
              <a:ext cx="66940" cy="62748"/>
            </a:xfrm>
            <a:custGeom>
              <a:avLst/>
              <a:gdLst/>
              <a:ahLst/>
              <a:cxnLst/>
              <a:rect l="l" t="t" r="r" b="b"/>
              <a:pathLst>
                <a:path w="2108" h="1976" extrusionOk="0">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5" name="Google Shape;11715;p63"/>
            <p:cNvSpPr/>
            <p:nvPr/>
          </p:nvSpPr>
          <p:spPr>
            <a:xfrm>
              <a:off x="3371046" y="4372587"/>
              <a:ext cx="61636" cy="51792"/>
            </a:xfrm>
            <a:custGeom>
              <a:avLst/>
              <a:gdLst/>
              <a:ahLst/>
              <a:cxnLst/>
              <a:rect l="l" t="t" r="r" b="b"/>
              <a:pathLst>
                <a:path w="1941" h="1631" extrusionOk="0">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6" name="Google Shape;11716;p63"/>
            <p:cNvSpPr/>
            <p:nvPr/>
          </p:nvSpPr>
          <p:spPr>
            <a:xfrm>
              <a:off x="3227735" y="4370904"/>
              <a:ext cx="142961" cy="109809"/>
            </a:xfrm>
            <a:custGeom>
              <a:avLst/>
              <a:gdLst/>
              <a:ahLst/>
              <a:cxnLst/>
              <a:rect l="l" t="t" r="r" b="b"/>
              <a:pathLst>
                <a:path w="4502" h="3458" extrusionOk="0">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7" name="Google Shape;11717;p63"/>
          <p:cNvGrpSpPr/>
          <p:nvPr/>
        </p:nvGrpSpPr>
        <p:grpSpPr>
          <a:xfrm>
            <a:off x="3662144" y="4135505"/>
            <a:ext cx="232955" cy="340318"/>
            <a:chOff x="3662144" y="4135505"/>
            <a:chExt cx="232955" cy="340318"/>
          </a:xfrm>
        </p:grpSpPr>
        <p:sp>
          <p:nvSpPr>
            <p:cNvPr id="11718" name="Google Shape;11718;p63"/>
            <p:cNvSpPr/>
            <p:nvPr/>
          </p:nvSpPr>
          <p:spPr>
            <a:xfrm>
              <a:off x="3662144" y="4135505"/>
              <a:ext cx="163761" cy="340318"/>
            </a:xfrm>
            <a:custGeom>
              <a:avLst/>
              <a:gdLst/>
              <a:ahLst/>
              <a:cxnLst/>
              <a:rect l="l" t="t" r="r" b="b"/>
              <a:pathLst>
                <a:path w="5157" h="10717" extrusionOk="0">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9" name="Google Shape;11719;p63"/>
            <p:cNvSpPr/>
            <p:nvPr/>
          </p:nvSpPr>
          <p:spPr>
            <a:xfrm>
              <a:off x="3689771" y="4162719"/>
              <a:ext cx="109650" cy="285859"/>
            </a:xfrm>
            <a:custGeom>
              <a:avLst/>
              <a:gdLst/>
              <a:ahLst/>
              <a:cxnLst/>
              <a:rect l="l" t="t" r="r" b="b"/>
              <a:pathLst>
                <a:path w="3453" h="9002" extrusionOk="0">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0" name="Google Shape;11720;p63"/>
            <p:cNvSpPr/>
            <p:nvPr/>
          </p:nvSpPr>
          <p:spPr>
            <a:xfrm>
              <a:off x="3838352" y="4182375"/>
              <a:ext cx="56746" cy="94947"/>
            </a:xfrm>
            <a:custGeom>
              <a:avLst/>
              <a:gdLst/>
              <a:ahLst/>
              <a:cxnLst/>
              <a:rect l="l" t="t" r="r" b="b"/>
              <a:pathLst>
                <a:path w="1787" h="2990" extrusionOk="0">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63"/>
            <p:cNvSpPr/>
            <p:nvPr/>
          </p:nvSpPr>
          <p:spPr>
            <a:xfrm>
              <a:off x="3813012" y="4151763"/>
              <a:ext cx="32930" cy="32930"/>
            </a:xfrm>
            <a:custGeom>
              <a:avLst/>
              <a:gdLst/>
              <a:ahLst/>
              <a:cxnLst/>
              <a:rect l="l" t="t" r="r" b="b"/>
              <a:pathLst>
                <a:path w="1037" h="1037" extrusionOk="0">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22" name="Google Shape;11722;p63"/>
          <p:cNvGrpSpPr/>
          <p:nvPr/>
        </p:nvGrpSpPr>
        <p:grpSpPr>
          <a:xfrm>
            <a:off x="4149138" y="4121151"/>
            <a:ext cx="344065" cy="368644"/>
            <a:chOff x="4149138" y="4121151"/>
            <a:chExt cx="344065" cy="368644"/>
          </a:xfrm>
        </p:grpSpPr>
        <p:sp>
          <p:nvSpPr>
            <p:cNvPr id="11723" name="Google Shape;11723;p63"/>
            <p:cNvSpPr/>
            <p:nvPr/>
          </p:nvSpPr>
          <p:spPr>
            <a:xfrm>
              <a:off x="4205853" y="4182724"/>
              <a:ext cx="225746" cy="307071"/>
            </a:xfrm>
            <a:custGeom>
              <a:avLst/>
              <a:gdLst/>
              <a:ahLst/>
              <a:cxnLst/>
              <a:rect l="l" t="t" r="r" b="b"/>
              <a:pathLst>
                <a:path w="7109" h="9670" extrusionOk="0">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4" name="Google Shape;11724;p63"/>
            <p:cNvSpPr/>
            <p:nvPr/>
          </p:nvSpPr>
          <p:spPr>
            <a:xfrm>
              <a:off x="4444777" y="4287484"/>
              <a:ext cx="48426" cy="11400"/>
            </a:xfrm>
            <a:custGeom>
              <a:avLst/>
              <a:gdLst/>
              <a:ahLst/>
              <a:cxnLst/>
              <a:rect l="l" t="t" r="r" b="b"/>
              <a:pathLst>
                <a:path w="1525" h="359" extrusionOk="0">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5" name="Google Shape;11725;p63"/>
            <p:cNvSpPr/>
            <p:nvPr/>
          </p:nvSpPr>
          <p:spPr>
            <a:xfrm>
              <a:off x="4149138" y="4287484"/>
              <a:ext cx="48426" cy="11400"/>
            </a:xfrm>
            <a:custGeom>
              <a:avLst/>
              <a:gdLst/>
              <a:ahLst/>
              <a:cxnLst/>
              <a:rect l="l" t="t" r="r" b="b"/>
              <a:pathLst>
                <a:path w="1525" h="359" extrusionOk="0">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6" name="Google Shape;11726;p63"/>
            <p:cNvSpPr/>
            <p:nvPr/>
          </p:nvSpPr>
          <p:spPr>
            <a:xfrm>
              <a:off x="4315471" y="4121151"/>
              <a:ext cx="11400" cy="48045"/>
            </a:xfrm>
            <a:custGeom>
              <a:avLst/>
              <a:gdLst/>
              <a:ahLst/>
              <a:cxnLst/>
              <a:rect l="l" t="t" r="r" b="b"/>
              <a:pathLst>
                <a:path w="359" h="1513" extrusionOk="0">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7" name="Google Shape;11727;p63"/>
            <p:cNvSpPr/>
            <p:nvPr/>
          </p:nvSpPr>
          <p:spPr>
            <a:xfrm>
              <a:off x="4378632" y="4159575"/>
              <a:ext cx="22705" cy="27754"/>
            </a:xfrm>
            <a:custGeom>
              <a:avLst/>
              <a:gdLst/>
              <a:ahLst/>
              <a:cxnLst/>
              <a:rect l="l" t="t" r="r" b="b"/>
              <a:pathLst>
                <a:path w="715" h="874" extrusionOk="0">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8" name="Google Shape;11728;p63"/>
            <p:cNvSpPr/>
            <p:nvPr/>
          </p:nvSpPr>
          <p:spPr>
            <a:xfrm>
              <a:off x="4240243" y="4399103"/>
              <a:ext cx="22705" cy="27563"/>
            </a:xfrm>
            <a:custGeom>
              <a:avLst/>
              <a:gdLst/>
              <a:ahLst/>
              <a:cxnLst/>
              <a:rect l="l" t="t" r="r" b="b"/>
              <a:pathLst>
                <a:path w="715" h="868" extrusionOk="0">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9" name="Google Shape;11729;p63"/>
            <p:cNvSpPr/>
            <p:nvPr/>
          </p:nvSpPr>
          <p:spPr>
            <a:xfrm>
              <a:off x="4240243" y="4159130"/>
              <a:ext cx="22705" cy="28198"/>
            </a:xfrm>
            <a:custGeom>
              <a:avLst/>
              <a:gdLst/>
              <a:ahLst/>
              <a:cxnLst/>
              <a:rect l="l" t="t" r="r" b="b"/>
              <a:pathLst>
                <a:path w="715" h="888" extrusionOk="0">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0" name="Google Shape;11730;p63"/>
            <p:cNvSpPr/>
            <p:nvPr/>
          </p:nvSpPr>
          <p:spPr>
            <a:xfrm>
              <a:off x="4378632" y="4399230"/>
              <a:ext cx="22705" cy="28198"/>
            </a:xfrm>
            <a:custGeom>
              <a:avLst/>
              <a:gdLst/>
              <a:ahLst/>
              <a:cxnLst/>
              <a:rect l="l" t="t" r="r" b="b"/>
              <a:pathLst>
                <a:path w="715" h="888" extrusionOk="0">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1" name="Google Shape;11731;p63"/>
            <p:cNvSpPr/>
            <p:nvPr/>
          </p:nvSpPr>
          <p:spPr>
            <a:xfrm>
              <a:off x="4426264" y="4351851"/>
              <a:ext cx="29532" cy="21117"/>
            </a:xfrm>
            <a:custGeom>
              <a:avLst/>
              <a:gdLst/>
              <a:ahLst/>
              <a:cxnLst/>
              <a:rect l="l" t="t" r="r" b="b"/>
              <a:pathLst>
                <a:path w="930" h="665" extrusionOk="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63"/>
            <p:cNvSpPr/>
            <p:nvPr/>
          </p:nvSpPr>
          <p:spPr>
            <a:xfrm>
              <a:off x="4186196" y="4213463"/>
              <a:ext cx="29500" cy="21117"/>
            </a:xfrm>
            <a:custGeom>
              <a:avLst/>
              <a:gdLst/>
              <a:ahLst/>
              <a:cxnLst/>
              <a:rect l="l" t="t" r="r" b="b"/>
              <a:pathLst>
                <a:path w="929" h="665" extrusionOk="0">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3" name="Google Shape;11733;p63"/>
            <p:cNvSpPr/>
            <p:nvPr/>
          </p:nvSpPr>
          <p:spPr>
            <a:xfrm>
              <a:off x="4425883" y="4213590"/>
              <a:ext cx="29913" cy="21371"/>
            </a:xfrm>
            <a:custGeom>
              <a:avLst/>
              <a:gdLst/>
              <a:ahLst/>
              <a:cxnLst/>
              <a:rect l="l" t="t" r="r" b="b"/>
              <a:pathLst>
                <a:path w="942" h="673" extrusionOk="0">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4" name="Google Shape;11734;p63"/>
            <p:cNvSpPr/>
            <p:nvPr/>
          </p:nvSpPr>
          <p:spPr>
            <a:xfrm>
              <a:off x="4186196" y="4351978"/>
              <a:ext cx="29500" cy="21371"/>
            </a:xfrm>
            <a:custGeom>
              <a:avLst/>
              <a:gdLst/>
              <a:ahLst/>
              <a:cxnLst/>
              <a:rect l="l" t="t" r="r" b="b"/>
              <a:pathLst>
                <a:path w="929" h="673" extrusionOk="0">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35" name="Google Shape;11735;p63"/>
          <p:cNvSpPr/>
          <p:nvPr/>
        </p:nvSpPr>
        <p:spPr>
          <a:xfrm>
            <a:off x="4692054" y="4135409"/>
            <a:ext cx="344097" cy="340033"/>
          </a:xfrm>
          <a:custGeom>
            <a:avLst/>
            <a:gdLst/>
            <a:ahLst/>
            <a:cxnLst/>
            <a:rect l="l" t="t" r="r" b="b"/>
            <a:pathLst>
              <a:path w="10836" h="10708" extrusionOk="0">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36" name="Google Shape;11736;p63"/>
          <p:cNvGrpSpPr/>
          <p:nvPr/>
        </p:nvGrpSpPr>
        <p:grpSpPr>
          <a:xfrm>
            <a:off x="5206262" y="4174817"/>
            <a:ext cx="397763" cy="262804"/>
            <a:chOff x="5206262" y="4174817"/>
            <a:chExt cx="397763" cy="262804"/>
          </a:xfrm>
        </p:grpSpPr>
        <p:sp>
          <p:nvSpPr>
            <p:cNvPr id="11737" name="Google Shape;11737;p63"/>
            <p:cNvSpPr/>
            <p:nvPr/>
          </p:nvSpPr>
          <p:spPr>
            <a:xfrm>
              <a:off x="5206262" y="4177104"/>
              <a:ext cx="397763" cy="260518"/>
            </a:xfrm>
            <a:custGeom>
              <a:avLst/>
              <a:gdLst/>
              <a:ahLst/>
              <a:cxnLst/>
              <a:rect l="l" t="t" r="r" b="b"/>
              <a:pathLst>
                <a:path w="12526" h="8204" extrusionOk="0">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8" name="Google Shape;11738;p63"/>
            <p:cNvSpPr/>
            <p:nvPr/>
          </p:nvSpPr>
          <p:spPr>
            <a:xfrm>
              <a:off x="5434231" y="4174817"/>
              <a:ext cx="167539" cy="70369"/>
            </a:xfrm>
            <a:custGeom>
              <a:avLst/>
              <a:gdLst/>
              <a:ahLst/>
              <a:cxnLst/>
              <a:rect l="l" t="t" r="r" b="b"/>
              <a:pathLst>
                <a:path w="5276" h="2216" extrusionOk="0">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9" name="Google Shape;11739;p63"/>
            <p:cNvSpPr/>
            <p:nvPr/>
          </p:nvSpPr>
          <p:spPr>
            <a:xfrm>
              <a:off x="5360877" y="4298852"/>
              <a:ext cx="15147" cy="15147"/>
            </a:xfrm>
            <a:custGeom>
              <a:avLst/>
              <a:gdLst/>
              <a:ahLst/>
              <a:cxnLst/>
              <a:rect l="l" t="t" r="r" b="b"/>
              <a:pathLst>
                <a:path w="477" h="477" extrusionOk="0">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0" name="Google Shape;11740;p63"/>
            <p:cNvSpPr/>
            <p:nvPr/>
          </p:nvSpPr>
          <p:spPr>
            <a:xfrm>
              <a:off x="5329503" y="4298852"/>
              <a:ext cx="15147" cy="15147"/>
            </a:xfrm>
            <a:custGeom>
              <a:avLst/>
              <a:gdLst/>
              <a:ahLst/>
              <a:cxnLst/>
              <a:rect l="l" t="t" r="r" b="b"/>
              <a:pathLst>
                <a:path w="477" h="477" extrusionOk="0">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1" name="Google Shape;11741;p63"/>
            <p:cNvSpPr/>
            <p:nvPr/>
          </p:nvSpPr>
          <p:spPr>
            <a:xfrm>
              <a:off x="5298511" y="4299202"/>
              <a:ext cx="14766" cy="15179"/>
            </a:xfrm>
            <a:custGeom>
              <a:avLst/>
              <a:gdLst/>
              <a:ahLst/>
              <a:cxnLst/>
              <a:rect l="l" t="t" r="r" b="b"/>
              <a:pathLst>
                <a:path w="465" h="478" extrusionOk="0">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2" name="Google Shape;11742;p63"/>
            <p:cNvSpPr/>
            <p:nvPr/>
          </p:nvSpPr>
          <p:spPr>
            <a:xfrm>
              <a:off x="5267137"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63"/>
            <p:cNvSpPr/>
            <p:nvPr/>
          </p:nvSpPr>
          <p:spPr>
            <a:xfrm>
              <a:off x="5492470"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4" name="Google Shape;11744;p63"/>
          <p:cNvGrpSpPr/>
          <p:nvPr/>
        </p:nvGrpSpPr>
        <p:grpSpPr>
          <a:xfrm>
            <a:off x="5727616" y="4204699"/>
            <a:ext cx="440505" cy="290018"/>
            <a:chOff x="5727616" y="4204699"/>
            <a:chExt cx="440505" cy="290018"/>
          </a:xfrm>
        </p:grpSpPr>
        <p:sp>
          <p:nvSpPr>
            <p:cNvPr id="11745" name="Google Shape;11745;p63"/>
            <p:cNvSpPr/>
            <p:nvPr/>
          </p:nvSpPr>
          <p:spPr>
            <a:xfrm>
              <a:off x="5727616" y="4204699"/>
              <a:ext cx="440505" cy="290018"/>
            </a:xfrm>
            <a:custGeom>
              <a:avLst/>
              <a:gdLst/>
              <a:ahLst/>
              <a:cxnLst/>
              <a:rect l="l" t="t" r="r" b="b"/>
              <a:pathLst>
                <a:path w="13872" h="9133" extrusionOk="0">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6" name="Google Shape;11746;p63"/>
            <p:cNvSpPr/>
            <p:nvPr/>
          </p:nvSpPr>
          <p:spPr>
            <a:xfrm>
              <a:off x="5779789" y="4416409"/>
              <a:ext cx="52205" cy="51475"/>
            </a:xfrm>
            <a:custGeom>
              <a:avLst/>
              <a:gdLst/>
              <a:ahLst/>
              <a:cxnLst/>
              <a:rect l="l" t="t" r="r" b="b"/>
              <a:pathLst>
                <a:path w="1644" h="1621" extrusionOk="0">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7" name="Google Shape;11747;p63"/>
            <p:cNvSpPr/>
            <p:nvPr/>
          </p:nvSpPr>
          <p:spPr>
            <a:xfrm>
              <a:off x="6048627" y="4416409"/>
              <a:ext cx="52205" cy="51856"/>
            </a:xfrm>
            <a:custGeom>
              <a:avLst/>
              <a:gdLst/>
              <a:ahLst/>
              <a:cxnLst/>
              <a:rect l="l" t="t" r="r" b="b"/>
              <a:pathLst>
                <a:path w="1644" h="1633" extrusionOk="0">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8" name="Google Shape;11748;p63"/>
            <p:cNvSpPr/>
            <p:nvPr/>
          </p:nvSpPr>
          <p:spPr>
            <a:xfrm>
              <a:off x="6000995" y="4365379"/>
              <a:ext cx="122892" cy="58016"/>
            </a:xfrm>
            <a:custGeom>
              <a:avLst/>
              <a:gdLst/>
              <a:ahLst/>
              <a:cxnLst/>
              <a:rect l="l" t="t" r="r" b="b"/>
              <a:pathLst>
                <a:path w="3870" h="1827" extrusionOk="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9" name="Google Shape;11749;p63"/>
            <p:cNvSpPr/>
            <p:nvPr/>
          </p:nvSpPr>
          <p:spPr>
            <a:xfrm>
              <a:off x="5816847" y="4230039"/>
              <a:ext cx="124797" cy="193610"/>
            </a:xfrm>
            <a:custGeom>
              <a:avLst/>
              <a:gdLst/>
              <a:ahLst/>
              <a:cxnLst/>
              <a:rect l="l" t="t" r="r" b="b"/>
              <a:pathLst>
                <a:path w="3930" h="6097" extrusionOk="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0" name="Google Shape;11750;p63"/>
            <p:cNvSpPr/>
            <p:nvPr/>
          </p:nvSpPr>
          <p:spPr>
            <a:xfrm>
              <a:off x="5954474" y="4230039"/>
              <a:ext cx="120256" cy="102854"/>
            </a:xfrm>
            <a:custGeom>
              <a:avLst/>
              <a:gdLst/>
              <a:ahLst/>
              <a:cxnLst/>
              <a:rect l="l" t="t" r="r" b="b"/>
              <a:pathLst>
                <a:path w="3787" h="3239" extrusionOk="0">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1" name="Google Shape;11751;p63"/>
            <p:cNvSpPr/>
            <p:nvPr/>
          </p:nvSpPr>
          <p:spPr>
            <a:xfrm>
              <a:off x="5876198" y="4333243"/>
              <a:ext cx="39376" cy="13274"/>
            </a:xfrm>
            <a:custGeom>
              <a:avLst/>
              <a:gdLst/>
              <a:ahLst/>
              <a:cxnLst/>
              <a:rect l="l" t="t" r="r" b="b"/>
              <a:pathLst>
                <a:path w="1240" h="418" extrusionOk="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2" name="Google Shape;11752;p63"/>
            <p:cNvSpPr/>
            <p:nvPr/>
          </p:nvSpPr>
          <p:spPr>
            <a:xfrm>
              <a:off x="5979433" y="4333243"/>
              <a:ext cx="39344" cy="13274"/>
            </a:xfrm>
            <a:custGeom>
              <a:avLst/>
              <a:gdLst/>
              <a:ahLst/>
              <a:cxnLst/>
              <a:rect l="l" t="t" r="r" b="b"/>
              <a:pathLst>
                <a:path w="1239" h="418" extrusionOk="0">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3" name="Google Shape;11753;p63"/>
          <p:cNvGrpSpPr/>
          <p:nvPr/>
        </p:nvGrpSpPr>
        <p:grpSpPr>
          <a:xfrm>
            <a:off x="6410063" y="4135124"/>
            <a:ext cx="159950" cy="364516"/>
            <a:chOff x="6410063" y="4135124"/>
            <a:chExt cx="159950" cy="364516"/>
          </a:xfrm>
        </p:grpSpPr>
        <p:sp>
          <p:nvSpPr>
            <p:cNvPr id="11754" name="Google Shape;11754;p63"/>
            <p:cNvSpPr/>
            <p:nvPr/>
          </p:nvSpPr>
          <p:spPr>
            <a:xfrm>
              <a:off x="6493991" y="4299202"/>
              <a:ext cx="36328" cy="200438"/>
            </a:xfrm>
            <a:custGeom>
              <a:avLst/>
              <a:gdLst/>
              <a:ahLst/>
              <a:cxnLst/>
              <a:rect l="l" t="t" r="r" b="b"/>
              <a:pathLst>
                <a:path w="1144" h="6312" extrusionOk="0">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5" name="Google Shape;11755;p63"/>
            <p:cNvSpPr/>
            <p:nvPr/>
          </p:nvSpPr>
          <p:spPr>
            <a:xfrm>
              <a:off x="6454297" y="4135124"/>
              <a:ext cx="71099" cy="71131"/>
            </a:xfrm>
            <a:custGeom>
              <a:avLst/>
              <a:gdLst/>
              <a:ahLst/>
              <a:cxnLst/>
              <a:rect l="l" t="t" r="r" b="b"/>
              <a:pathLst>
                <a:path w="2239" h="2240" extrusionOk="0">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6" name="Google Shape;11756;p63"/>
            <p:cNvSpPr/>
            <p:nvPr/>
          </p:nvSpPr>
          <p:spPr>
            <a:xfrm>
              <a:off x="6410063" y="4252712"/>
              <a:ext cx="94566" cy="246927"/>
            </a:xfrm>
            <a:custGeom>
              <a:avLst/>
              <a:gdLst/>
              <a:ahLst/>
              <a:cxnLst/>
              <a:rect l="l" t="t" r="r" b="b"/>
              <a:pathLst>
                <a:path w="2978" h="7776" extrusionOk="0">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63"/>
            <p:cNvSpPr/>
            <p:nvPr/>
          </p:nvSpPr>
          <p:spPr>
            <a:xfrm>
              <a:off x="6410063" y="4212638"/>
              <a:ext cx="159950" cy="150519"/>
            </a:xfrm>
            <a:custGeom>
              <a:avLst/>
              <a:gdLst/>
              <a:ahLst/>
              <a:cxnLst/>
              <a:rect l="l" t="t" r="r" b="b"/>
              <a:pathLst>
                <a:path w="5037" h="4740" extrusionOk="0">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8" name="Google Shape;11758;p63"/>
          <p:cNvGrpSpPr/>
          <p:nvPr/>
        </p:nvGrpSpPr>
        <p:grpSpPr>
          <a:xfrm>
            <a:off x="6924652" y="4135505"/>
            <a:ext cx="214378" cy="364135"/>
            <a:chOff x="6924652" y="4135505"/>
            <a:chExt cx="214378" cy="364135"/>
          </a:xfrm>
        </p:grpSpPr>
        <p:sp>
          <p:nvSpPr>
            <p:cNvPr id="11759" name="Google Shape;11759;p63"/>
            <p:cNvSpPr/>
            <p:nvPr/>
          </p:nvSpPr>
          <p:spPr>
            <a:xfrm>
              <a:off x="6996482" y="4135505"/>
              <a:ext cx="70718" cy="71099"/>
            </a:xfrm>
            <a:custGeom>
              <a:avLst/>
              <a:gdLst/>
              <a:ahLst/>
              <a:cxnLst/>
              <a:rect l="l" t="t" r="r" b="b"/>
              <a:pathLst>
                <a:path w="2227" h="2239" extrusionOk="0">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0" name="Google Shape;11760;p63"/>
            <p:cNvSpPr/>
            <p:nvPr/>
          </p:nvSpPr>
          <p:spPr>
            <a:xfrm>
              <a:off x="7018012" y="4345183"/>
              <a:ext cx="88882" cy="154456"/>
            </a:xfrm>
            <a:custGeom>
              <a:avLst/>
              <a:gdLst/>
              <a:ahLst/>
              <a:cxnLst/>
              <a:rect l="l" t="t" r="r" b="b"/>
              <a:pathLst>
                <a:path w="2799" h="4864" extrusionOk="0">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1" name="Google Shape;11761;p63"/>
            <p:cNvSpPr/>
            <p:nvPr/>
          </p:nvSpPr>
          <p:spPr>
            <a:xfrm>
              <a:off x="6948850" y="4212638"/>
              <a:ext cx="190181" cy="149884"/>
            </a:xfrm>
            <a:custGeom>
              <a:avLst/>
              <a:gdLst/>
              <a:ahLst/>
              <a:cxnLst/>
              <a:rect l="l" t="t" r="r" b="b"/>
              <a:pathLst>
                <a:path w="5989" h="4720" extrusionOk="0">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2" name="Google Shape;11762;p63"/>
            <p:cNvSpPr/>
            <p:nvPr/>
          </p:nvSpPr>
          <p:spPr>
            <a:xfrm>
              <a:off x="6924652" y="4252331"/>
              <a:ext cx="103617" cy="245815"/>
            </a:xfrm>
            <a:custGeom>
              <a:avLst/>
              <a:gdLst/>
              <a:ahLst/>
              <a:cxnLst/>
              <a:rect l="l" t="t" r="r" b="b"/>
              <a:pathLst>
                <a:path w="3263" h="7741" extrusionOk="0">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63" name="Google Shape;11763;p63"/>
          <p:cNvGrpSpPr/>
          <p:nvPr/>
        </p:nvGrpSpPr>
        <p:grpSpPr>
          <a:xfrm>
            <a:off x="7384751" y="4147984"/>
            <a:ext cx="380012" cy="351274"/>
            <a:chOff x="7384751" y="4147984"/>
            <a:chExt cx="380012" cy="351274"/>
          </a:xfrm>
        </p:grpSpPr>
        <p:sp>
          <p:nvSpPr>
            <p:cNvPr id="11764" name="Google Shape;11764;p63"/>
            <p:cNvSpPr/>
            <p:nvPr/>
          </p:nvSpPr>
          <p:spPr>
            <a:xfrm>
              <a:off x="7385513" y="4225879"/>
              <a:ext cx="379250" cy="273379"/>
            </a:xfrm>
            <a:custGeom>
              <a:avLst/>
              <a:gdLst/>
              <a:ahLst/>
              <a:cxnLst/>
              <a:rect l="l" t="t" r="r" b="b"/>
              <a:pathLst>
                <a:path w="11943" h="8609" extrusionOk="0">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63"/>
            <p:cNvSpPr/>
            <p:nvPr/>
          </p:nvSpPr>
          <p:spPr>
            <a:xfrm>
              <a:off x="7384751" y="4147984"/>
              <a:ext cx="380012" cy="228382"/>
            </a:xfrm>
            <a:custGeom>
              <a:avLst/>
              <a:gdLst/>
              <a:ahLst/>
              <a:cxnLst/>
              <a:rect l="l" t="t" r="r" b="b"/>
              <a:pathLst>
                <a:path w="11967" h="7192" extrusionOk="0">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6" name="Google Shape;11766;p63"/>
            <p:cNvSpPr/>
            <p:nvPr/>
          </p:nvSpPr>
          <p:spPr>
            <a:xfrm>
              <a:off x="7507642" y="4228134"/>
              <a:ext cx="37852" cy="37852"/>
            </a:xfrm>
            <a:custGeom>
              <a:avLst/>
              <a:gdLst/>
              <a:ahLst/>
              <a:cxnLst/>
              <a:rect l="l" t="t" r="r" b="b"/>
              <a:pathLst>
                <a:path w="1192" h="1192" extrusionOk="0">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7" name="Google Shape;11767;p63"/>
            <p:cNvSpPr/>
            <p:nvPr/>
          </p:nvSpPr>
          <p:spPr>
            <a:xfrm>
              <a:off x="7573820" y="4228134"/>
              <a:ext cx="37820" cy="37852"/>
            </a:xfrm>
            <a:custGeom>
              <a:avLst/>
              <a:gdLst/>
              <a:ahLst/>
              <a:cxnLst/>
              <a:rect l="l" t="t" r="r" b="b"/>
              <a:pathLst>
                <a:path w="1191" h="1192" extrusionOk="0">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8" name="Google Shape;11768;p63"/>
            <p:cNvSpPr/>
            <p:nvPr/>
          </p:nvSpPr>
          <p:spPr>
            <a:xfrm>
              <a:off x="7640728" y="4228134"/>
              <a:ext cx="37852" cy="37852"/>
            </a:xfrm>
            <a:custGeom>
              <a:avLst/>
              <a:gdLst/>
              <a:ahLst/>
              <a:cxnLst/>
              <a:rect l="l" t="t" r="r" b="b"/>
              <a:pathLst>
                <a:path w="1192" h="1192" extrusionOk="0">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69" name="Google Shape;11769;p63"/>
          <p:cNvSpPr txBox="1"/>
          <p:nvPr/>
        </p:nvSpPr>
        <p:spPr>
          <a:xfrm>
            <a:off x="828875" y="1176707"/>
            <a:ext cx="7525800" cy="761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icons without losing quality.</a:t>
            </a:r>
            <a:endParaRPr sz="1100">
              <a:solidFill>
                <a:srgbClr val="FFFFFF"/>
              </a:solidFill>
            </a:endParaRPr>
          </a:p>
          <a:p>
            <a:pPr marL="0" lvl="0" indent="0" algn="ctr" rtl="0">
              <a:lnSpc>
                <a:spcPct val="115000"/>
              </a:lnSpc>
              <a:spcBef>
                <a:spcPts val="0"/>
              </a:spcBef>
              <a:spcAft>
                <a:spcPts val="0"/>
              </a:spcAft>
              <a:buNone/>
            </a:pPr>
            <a:r>
              <a:rPr lang="en" sz="1100">
                <a:solidFill>
                  <a:srgbClr val="FFFFFF"/>
                </a:solidFill>
              </a:rPr>
              <a:t>You can </a:t>
            </a:r>
            <a:r>
              <a:rPr lang="en" sz="1100">
                <a:solidFill>
                  <a:srgbClr val="869FB2"/>
                </a:solidFill>
              </a:rPr>
              <a:t>change the stroke and fill color</a:t>
            </a:r>
            <a:r>
              <a:rPr lang="en" sz="1100">
                <a:solidFill>
                  <a:srgbClr val="FFFFFF"/>
                </a:solidFill>
              </a:rPr>
              <a:t>; just select the icon and click on the</a:t>
            </a:r>
            <a:r>
              <a:rPr lang="en" sz="1100">
                <a:solidFill>
                  <a:srgbClr val="435D74"/>
                </a:solidFill>
              </a:rPr>
              <a:t> </a:t>
            </a:r>
            <a:r>
              <a:rPr lang="en" sz="1100">
                <a:solidFill>
                  <a:srgbClr val="869FB2"/>
                </a:solidFill>
              </a:rPr>
              <a:t>paint bucket/pen</a:t>
            </a:r>
            <a:r>
              <a:rPr lang="en" sz="1100">
                <a:solidFill>
                  <a:srgbClr val="FFFFFF"/>
                </a:solidFill>
              </a:rPr>
              <a:t>.</a:t>
            </a:r>
            <a:endParaRPr sz="1100">
              <a:solidFill>
                <a:srgbClr val="FFFFFF"/>
              </a:solidFill>
            </a:endParaRPr>
          </a:p>
          <a:p>
            <a:pPr marL="0" lvl="0" indent="0" algn="ctr" rtl="0">
              <a:lnSpc>
                <a:spcPct val="115000"/>
              </a:lnSpc>
              <a:spcBef>
                <a:spcPts val="0"/>
              </a:spcBef>
              <a:spcAft>
                <a:spcPts val="0"/>
              </a:spcAft>
              <a:buNone/>
            </a:pPr>
            <a:r>
              <a:rPr lang="en" sz="1100">
                <a:solidFill>
                  <a:srgbClr val="FFFFFF"/>
                </a:solidFill>
              </a:rPr>
              <a:t>In Google Slides, you can also use </a:t>
            </a:r>
            <a:r>
              <a:rPr lang="en" sz="1100">
                <a:solidFill>
                  <a:srgbClr val="869FB2"/>
                </a:solidFill>
                <a:uFill>
                  <a:noFill/>
                </a:uFill>
                <a:hlinkClick r:id="rId3">
                  <a:extLst>
                    <a:ext uri="{A12FA001-AC4F-418D-AE19-62706E023703}">
                      <ahyp:hlinkClr xmlns:ahyp="http://schemas.microsoft.com/office/drawing/2018/hyperlinkcolor" val="tx"/>
                    </a:ext>
                  </a:extLst>
                </a:hlinkClick>
              </a:rPr>
              <a:t>Flaticon’s extension</a:t>
            </a:r>
            <a:r>
              <a:rPr lang="en" sz="1100">
                <a:solidFill>
                  <a:srgbClr val="FFFFFF"/>
                </a:solidFill>
              </a:rPr>
              <a:t>, allowing you to customize and add even more icons.</a:t>
            </a:r>
            <a:br>
              <a:rPr lang="en" sz="1100">
                <a:solidFill>
                  <a:srgbClr val="435D74"/>
                </a:solidFill>
              </a:rPr>
            </a:br>
            <a:endParaRPr sz="1100">
              <a:solidFill>
                <a:srgbClr val="435D74"/>
              </a:solidFill>
            </a:endParaRPr>
          </a:p>
        </p:txBody>
      </p:sp>
      <p:sp>
        <p:nvSpPr>
          <p:cNvPr id="11770" name="Google Shape;11770;p63"/>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...and our sets of editable icons</a:t>
            </a:r>
            <a:endParaRPr sz="2400">
              <a:solidFill>
                <a:srgbClr val="FFFFFF"/>
              </a:solidFill>
            </a:endParaRPr>
          </a:p>
        </p:txBody>
      </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Shape 11774"/>
        <p:cNvGrpSpPr/>
        <p:nvPr/>
      </p:nvGrpSpPr>
      <p:grpSpPr>
        <a:xfrm>
          <a:off x="0" y="0"/>
          <a:ext cx="0" cy="0"/>
          <a:chOff x="0" y="0"/>
          <a:chExt cx="0" cy="0"/>
        </a:xfrm>
      </p:grpSpPr>
      <p:grpSp>
        <p:nvGrpSpPr>
          <p:cNvPr id="11775" name="Google Shape;11775;p64"/>
          <p:cNvGrpSpPr/>
          <p:nvPr/>
        </p:nvGrpSpPr>
        <p:grpSpPr>
          <a:xfrm>
            <a:off x="1989449" y="4101269"/>
            <a:ext cx="374774" cy="346073"/>
            <a:chOff x="1989449" y="4282269"/>
            <a:chExt cx="374774" cy="346073"/>
          </a:xfrm>
        </p:grpSpPr>
        <p:sp>
          <p:nvSpPr>
            <p:cNvPr id="11776" name="Google Shape;11776;p64"/>
            <p:cNvSpPr/>
            <p:nvPr/>
          </p:nvSpPr>
          <p:spPr>
            <a:xfrm>
              <a:off x="2067590" y="4506432"/>
              <a:ext cx="78172" cy="70941"/>
            </a:xfrm>
            <a:custGeom>
              <a:avLst/>
              <a:gdLst/>
              <a:ahLst/>
              <a:cxnLst/>
              <a:rect l="l" t="t" r="r" b="b"/>
              <a:pathLst>
                <a:path w="2454" h="2227" extrusionOk="0">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7" name="Google Shape;11777;p64"/>
            <p:cNvSpPr/>
            <p:nvPr/>
          </p:nvSpPr>
          <p:spPr>
            <a:xfrm>
              <a:off x="2036117" y="4422972"/>
              <a:ext cx="77790" cy="70973"/>
            </a:xfrm>
            <a:custGeom>
              <a:avLst/>
              <a:gdLst/>
              <a:ahLst/>
              <a:cxnLst/>
              <a:rect l="l" t="t" r="r" b="b"/>
              <a:pathLst>
                <a:path w="2442" h="2228" extrusionOk="0">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8" name="Google Shape;11778;p64"/>
            <p:cNvSpPr/>
            <p:nvPr/>
          </p:nvSpPr>
          <p:spPr>
            <a:xfrm>
              <a:off x="2073292" y="4336327"/>
              <a:ext cx="77758" cy="71419"/>
            </a:xfrm>
            <a:custGeom>
              <a:avLst/>
              <a:gdLst/>
              <a:ahLst/>
              <a:cxnLst/>
              <a:rect l="l" t="t" r="r" b="b"/>
              <a:pathLst>
                <a:path w="2441" h="2242" extrusionOk="0">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9" name="Google Shape;11779;p64"/>
            <p:cNvSpPr/>
            <p:nvPr/>
          </p:nvSpPr>
          <p:spPr>
            <a:xfrm>
              <a:off x="2181376" y="4334606"/>
              <a:ext cx="126719" cy="117449"/>
            </a:xfrm>
            <a:custGeom>
              <a:avLst/>
              <a:gdLst/>
              <a:ahLst/>
              <a:cxnLst/>
              <a:rect l="l" t="t" r="r" b="b"/>
              <a:pathLst>
                <a:path w="3978" h="3687" extrusionOk="0">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0" name="Google Shape;11780;p64"/>
            <p:cNvSpPr/>
            <p:nvPr/>
          </p:nvSpPr>
          <p:spPr>
            <a:xfrm>
              <a:off x="1989449" y="4282269"/>
              <a:ext cx="374774" cy="346073"/>
            </a:xfrm>
            <a:custGeom>
              <a:avLst/>
              <a:gdLst/>
              <a:ahLst/>
              <a:cxnLst/>
              <a:rect l="l" t="t" r="r" b="b"/>
              <a:pathLst>
                <a:path w="11765" h="10864" extrusionOk="0">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1" name="Google Shape;11781;p64"/>
          <p:cNvGrpSpPr/>
          <p:nvPr/>
        </p:nvGrpSpPr>
        <p:grpSpPr>
          <a:xfrm>
            <a:off x="2487439" y="4099740"/>
            <a:ext cx="198775" cy="348972"/>
            <a:chOff x="2487439" y="4280740"/>
            <a:chExt cx="198775" cy="348972"/>
          </a:xfrm>
        </p:grpSpPr>
        <p:sp>
          <p:nvSpPr>
            <p:cNvPr id="11782" name="Google Shape;11782;p64"/>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3" name="Google Shape;11783;p64"/>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4" name="Google Shape;11784;p64"/>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64"/>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6" name="Google Shape;11786;p64"/>
          <p:cNvGrpSpPr/>
          <p:nvPr/>
        </p:nvGrpSpPr>
        <p:grpSpPr>
          <a:xfrm>
            <a:off x="2810958" y="4092923"/>
            <a:ext cx="353145" cy="361873"/>
            <a:chOff x="2810958" y="4273923"/>
            <a:chExt cx="353145" cy="361873"/>
          </a:xfrm>
        </p:grpSpPr>
        <p:sp>
          <p:nvSpPr>
            <p:cNvPr id="11787" name="Google Shape;11787;p64"/>
            <p:cNvSpPr/>
            <p:nvPr/>
          </p:nvSpPr>
          <p:spPr>
            <a:xfrm>
              <a:off x="2886837" y="4273923"/>
              <a:ext cx="53867" cy="169946"/>
            </a:xfrm>
            <a:custGeom>
              <a:avLst/>
              <a:gdLst/>
              <a:ahLst/>
              <a:cxnLst/>
              <a:rect l="l" t="t" r="r" b="b"/>
              <a:pathLst>
                <a:path w="1691" h="5335" extrusionOk="0">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8" name="Google Shape;11788;p64"/>
            <p:cNvSpPr/>
            <p:nvPr/>
          </p:nvSpPr>
          <p:spPr>
            <a:xfrm>
              <a:off x="2815131" y="4273923"/>
              <a:ext cx="57307" cy="279942"/>
            </a:xfrm>
            <a:custGeom>
              <a:avLst/>
              <a:gdLst/>
              <a:ahLst/>
              <a:cxnLst/>
              <a:rect l="l" t="t" r="r" b="b"/>
              <a:pathLst>
                <a:path w="1799" h="8788" extrusionOk="0">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9" name="Google Shape;11789;p64"/>
            <p:cNvSpPr/>
            <p:nvPr/>
          </p:nvSpPr>
          <p:spPr>
            <a:xfrm>
              <a:off x="2883396" y="4463173"/>
              <a:ext cx="60333" cy="90691"/>
            </a:xfrm>
            <a:custGeom>
              <a:avLst/>
              <a:gdLst/>
              <a:ahLst/>
              <a:cxnLst/>
              <a:rect l="l" t="t" r="r" b="b"/>
              <a:pathLst>
                <a:path w="1894" h="2847" extrusionOk="0">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0" name="Google Shape;11790;p64"/>
            <p:cNvSpPr/>
            <p:nvPr/>
          </p:nvSpPr>
          <p:spPr>
            <a:xfrm>
              <a:off x="2955835" y="4273923"/>
              <a:ext cx="202948" cy="281439"/>
            </a:xfrm>
            <a:custGeom>
              <a:avLst/>
              <a:gdLst/>
              <a:ahLst/>
              <a:cxnLst/>
              <a:rect l="l" t="t" r="r" b="b"/>
              <a:pathLst>
                <a:path w="6371" h="8835" extrusionOk="0">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1" name="Google Shape;11791;p64"/>
            <p:cNvSpPr/>
            <p:nvPr/>
          </p:nvSpPr>
          <p:spPr>
            <a:xfrm>
              <a:off x="3098067" y="4511720"/>
              <a:ext cx="29243" cy="10289"/>
            </a:xfrm>
            <a:custGeom>
              <a:avLst/>
              <a:gdLst/>
              <a:ahLst/>
              <a:cxnLst/>
              <a:rect l="l" t="t" r="r" b="b"/>
              <a:pathLst>
                <a:path w="918" h="323" extrusionOk="0">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2" name="Google Shape;11792;p64"/>
            <p:cNvSpPr/>
            <p:nvPr/>
          </p:nvSpPr>
          <p:spPr>
            <a:xfrm>
              <a:off x="3115906" y="4497704"/>
              <a:ext cx="10257" cy="10640"/>
            </a:xfrm>
            <a:custGeom>
              <a:avLst/>
              <a:gdLst/>
              <a:ahLst/>
              <a:cxnLst/>
              <a:rect l="l" t="t" r="r" b="b"/>
              <a:pathLst>
                <a:path w="322" h="334" extrusionOk="0">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3" name="Google Shape;11793;p64"/>
            <p:cNvSpPr/>
            <p:nvPr/>
          </p:nvSpPr>
          <p:spPr>
            <a:xfrm>
              <a:off x="2810958" y="4563676"/>
              <a:ext cx="353145" cy="72120"/>
            </a:xfrm>
            <a:custGeom>
              <a:avLst/>
              <a:gdLst/>
              <a:ahLst/>
              <a:cxnLst/>
              <a:rect l="l" t="t" r="r" b="b"/>
              <a:pathLst>
                <a:path w="11086" h="2264" extrusionOk="0">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4" name="Google Shape;11794;p64"/>
          <p:cNvGrpSpPr/>
          <p:nvPr/>
        </p:nvGrpSpPr>
        <p:grpSpPr>
          <a:xfrm>
            <a:off x="6275635" y="4101651"/>
            <a:ext cx="209383" cy="366778"/>
            <a:chOff x="6275635" y="4282651"/>
            <a:chExt cx="209383" cy="366778"/>
          </a:xfrm>
        </p:grpSpPr>
        <p:sp>
          <p:nvSpPr>
            <p:cNvPr id="11795" name="Google Shape;11795;p64"/>
            <p:cNvSpPr/>
            <p:nvPr/>
          </p:nvSpPr>
          <p:spPr>
            <a:xfrm>
              <a:off x="6275635" y="4282651"/>
              <a:ext cx="89162" cy="366778"/>
            </a:xfrm>
            <a:custGeom>
              <a:avLst/>
              <a:gdLst/>
              <a:ahLst/>
              <a:cxnLst/>
              <a:rect l="l" t="t" r="r" b="b"/>
              <a:pathLst>
                <a:path w="2799" h="11514" extrusionOk="0">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6" name="Google Shape;11796;p64"/>
            <p:cNvSpPr/>
            <p:nvPr/>
          </p:nvSpPr>
          <p:spPr>
            <a:xfrm>
              <a:off x="6395474" y="4282651"/>
              <a:ext cx="89544" cy="366778"/>
            </a:xfrm>
            <a:custGeom>
              <a:avLst/>
              <a:gdLst/>
              <a:ahLst/>
              <a:cxnLst/>
              <a:rect l="l" t="t" r="r" b="b"/>
              <a:pathLst>
                <a:path w="2811" h="11514" extrusionOk="0">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7" name="Google Shape;11797;p64"/>
          <p:cNvGrpSpPr/>
          <p:nvPr/>
        </p:nvGrpSpPr>
        <p:grpSpPr>
          <a:xfrm>
            <a:off x="6701186" y="4102033"/>
            <a:ext cx="280292" cy="366396"/>
            <a:chOff x="6701186" y="4283033"/>
            <a:chExt cx="280292" cy="366396"/>
          </a:xfrm>
        </p:grpSpPr>
        <p:sp>
          <p:nvSpPr>
            <p:cNvPr id="11798" name="Google Shape;11798;p64"/>
            <p:cNvSpPr/>
            <p:nvPr/>
          </p:nvSpPr>
          <p:spPr>
            <a:xfrm>
              <a:off x="6772095" y="4345979"/>
              <a:ext cx="209383" cy="302686"/>
            </a:xfrm>
            <a:custGeom>
              <a:avLst/>
              <a:gdLst/>
              <a:ahLst/>
              <a:cxnLst/>
              <a:rect l="l" t="t" r="r" b="b"/>
              <a:pathLst>
                <a:path w="6573" h="9502" extrusionOk="0">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9" name="Google Shape;11799;p64"/>
            <p:cNvSpPr/>
            <p:nvPr/>
          </p:nvSpPr>
          <p:spPr>
            <a:xfrm>
              <a:off x="6701186" y="4283033"/>
              <a:ext cx="217347" cy="366396"/>
            </a:xfrm>
            <a:custGeom>
              <a:avLst/>
              <a:gdLst/>
              <a:ahLst/>
              <a:cxnLst/>
              <a:rect l="l" t="t" r="r" b="b"/>
              <a:pathLst>
                <a:path w="6823" h="11502" extrusionOk="0">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0" name="Google Shape;11800;p64"/>
          <p:cNvGrpSpPr/>
          <p:nvPr/>
        </p:nvGrpSpPr>
        <p:grpSpPr>
          <a:xfrm>
            <a:off x="2609571" y="3643958"/>
            <a:ext cx="373627" cy="347347"/>
            <a:chOff x="2609571" y="3824958"/>
            <a:chExt cx="373627" cy="347347"/>
          </a:xfrm>
        </p:grpSpPr>
        <p:sp>
          <p:nvSpPr>
            <p:cNvPr id="11801" name="Google Shape;11801;p64"/>
            <p:cNvSpPr/>
            <p:nvPr/>
          </p:nvSpPr>
          <p:spPr>
            <a:xfrm>
              <a:off x="2609571" y="3824958"/>
              <a:ext cx="373627" cy="347347"/>
            </a:xfrm>
            <a:custGeom>
              <a:avLst/>
              <a:gdLst/>
              <a:ahLst/>
              <a:cxnLst/>
              <a:rect l="l" t="t" r="r" b="b"/>
              <a:pathLst>
                <a:path w="11729" h="10904" extrusionOk="0">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2" name="Google Shape;11802;p64"/>
            <p:cNvSpPr/>
            <p:nvPr/>
          </p:nvSpPr>
          <p:spPr>
            <a:xfrm>
              <a:off x="2735494" y="3933329"/>
              <a:ext cx="72088" cy="72088"/>
            </a:xfrm>
            <a:custGeom>
              <a:avLst/>
              <a:gdLst/>
              <a:ahLst/>
              <a:cxnLst/>
              <a:rect l="l" t="t" r="r" b="b"/>
              <a:pathLst>
                <a:path w="2263" h="2263" extrusionOk="0">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03" name="Google Shape;11803;p64"/>
          <p:cNvSpPr/>
          <p:nvPr/>
        </p:nvSpPr>
        <p:spPr>
          <a:xfrm>
            <a:off x="1288576" y="3641410"/>
            <a:ext cx="363370" cy="351456"/>
          </a:xfrm>
          <a:custGeom>
            <a:avLst/>
            <a:gdLst/>
            <a:ahLst/>
            <a:cxnLst/>
            <a:rect l="l" t="t" r="r" b="b"/>
            <a:pathLst>
              <a:path w="11407" h="11033" extrusionOk="0">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04" name="Google Shape;11804;p64"/>
          <p:cNvGrpSpPr/>
          <p:nvPr/>
        </p:nvGrpSpPr>
        <p:grpSpPr>
          <a:xfrm>
            <a:off x="916127" y="3626056"/>
            <a:ext cx="221902" cy="380795"/>
            <a:chOff x="916127" y="3807056"/>
            <a:chExt cx="221902" cy="380795"/>
          </a:xfrm>
        </p:grpSpPr>
        <p:sp>
          <p:nvSpPr>
            <p:cNvPr id="11805" name="Google Shape;11805;p64"/>
            <p:cNvSpPr/>
            <p:nvPr/>
          </p:nvSpPr>
          <p:spPr>
            <a:xfrm>
              <a:off x="916127" y="3807056"/>
              <a:ext cx="221902" cy="380795"/>
            </a:xfrm>
            <a:custGeom>
              <a:avLst/>
              <a:gdLst/>
              <a:ahLst/>
              <a:cxnLst/>
              <a:rect l="l" t="t" r="r" b="b"/>
              <a:pathLst>
                <a:path w="6966" h="11954" extrusionOk="0">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6" name="Google Shape;11806;p64"/>
            <p:cNvSpPr/>
            <p:nvPr/>
          </p:nvSpPr>
          <p:spPr>
            <a:xfrm>
              <a:off x="969580" y="3869746"/>
              <a:ext cx="110792" cy="102955"/>
            </a:xfrm>
            <a:custGeom>
              <a:avLst/>
              <a:gdLst/>
              <a:ahLst/>
              <a:cxnLst/>
              <a:rect l="l" t="t" r="r" b="b"/>
              <a:pathLst>
                <a:path w="3478" h="3232" extrusionOk="0">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7" name="Google Shape;11807;p64"/>
            <p:cNvSpPr/>
            <p:nvPr/>
          </p:nvSpPr>
          <p:spPr>
            <a:xfrm>
              <a:off x="982863" y="4127517"/>
              <a:ext cx="88015" cy="11404"/>
            </a:xfrm>
            <a:custGeom>
              <a:avLst/>
              <a:gdLst/>
              <a:ahLst/>
              <a:cxnLst/>
              <a:rect l="l" t="t" r="r" b="b"/>
              <a:pathLst>
                <a:path w="2763" h="358" extrusionOk="0">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8" name="Google Shape;11808;p64"/>
            <p:cNvSpPr/>
            <p:nvPr/>
          </p:nvSpPr>
          <p:spPr>
            <a:xfrm>
              <a:off x="982863" y="4152173"/>
              <a:ext cx="88015" cy="11404"/>
            </a:xfrm>
            <a:custGeom>
              <a:avLst/>
              <a:gdLst/>
              <a:ahLst/>
              <a:cxnLst/>
              <a:rect l="l" t="t" r="r" b="b"/>
              <a:pathLst>
                <a:path w="2763" h="358" extrusionOk="0">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09" name="Google Shape;11809;p64"/>
          <p:cNvSpPr/>
          <p:nvPr/>
        </p:nvSpPr>
        <p:spPr>
          <a:xfrm>
            <a:off x="3136771" y="3642174"/>
            <a:ext cx="224928" cy="349131"/>
          </a:xfrm>
          <a:custGeom>
            <a:avLst/>
            <a:gdLst/>
            <a:ahLst/>
            <a:cxnLst/>
            <a:rect l="l" t="t" r="r" b="b"/>
            <a:pathLst>
              <a:path w="7061" h="10960" extrusionOk="0">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0" name="Google Shape;11810;p64"/>
          <p:cNvSpPr/>
          <p:nvPr/>
        </p:nvSpPr>
        <p:spPr>
          <a:xfrm>
            <a:off x="2179465" y="3670048"/>
            <a:ext cx="362255" cy="292811"/>
          </a:xfrm>
          <a:custGeom>
            <a:avLst/>
            <a:gdLst/>
            <a:ahLst/>
            <a:cxnLst/>
            <a:rect l="l" t="t" r="r" b="b"/>
            <a:pathLst>
              <a:path w="11372" h="9192" extrusionOk="0">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11" name="Google Shape;11811;p64"/>
          <p:cNvGrpSpPr/>
          <p:nvPr/>
        </p:nvGrpSpPr>
        <p:grpSpPr>
          <a:xfrm>
            <a:off x="3513010" y="3635134"/>
            <a:ext cx="362223" cy="361108"/>
            <a:chOff x="3513010" y="3816134"/>
            <a:chExt cx="362223" cy="361108"/>
          </a:xfrm>
        </p:grpSpPr>
        <p:sp>
          <p:nvSpPr>
            <p:cNvPr id="11812" name="Google Shape;11812;p64"/>
            <p:cNvSpPr/>
            <p:nvPr/>
          </p:nvSpPr>
          <p:spPr>
            <a:xfrm>
              <a:off x="3513010" y="3816134"/>
              <a:ext cx="362223" cy="361108"/>
            </a:xfrm>
            <a:custGeom>
              <a:avLst/>
              <a:gdLst/>
              <a:ahLst/>
              <a:cxnLst/>
              <a:rect l="l" t="t" r="r" b="b"/>
              <a:pathLst>
                <a:path w="11371" h="11336" extrusionOk="0">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3" name="Google Shape;11813;p64"/>
            <p:cNvSpPr/>
            <p:nvPr/>
          </p:nvSpPr>
          <p:spPr>
            <a:xfrm>
              <a:off x="3618450" y="3879112"/>
              <a:ext cx="157045" cy="24688"/>
            </a:xfrm>
            <a:custGeom>
              <a:avLst/>
              <a:gdLst/>
              <a:ahLst/>
              <a:cxnLst/>
              <a:rect l="l" t="t" r="r" b="b"/>
              <a:pathLst>
                <a:path w="4930" h="775" extrusionOk="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4" name="Google Shape;11814;p64"/>
            <p:cNvSpPr/>
            <p:nvPr/>
          </p:nvSpPr>
          <p:spPr>
            <a:xfrm>
              <a:off x="3618450" y="3921192"/>
              <a:ext cx="127834" cy="24688"/>
            </a:xfrm>
            <a:custGeom>
              <a:avLst/>
              <a:gdLst/>
              <a:ahLst/>
              <a:cxnLst/>
              <a:rect l="l" t="t" r="r" b="b"/>
              <a:pathLst>
                <a:path w="4013" h="775" extrusionOk="0">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5" name="Google Shape;11815;p64"/>
            <p:cNvSpPr/>
            <p:nvPr/>
          </p:nvSpPr>
          <p:spPr>
            <a:xfrm>
              <a:off x="3617304" y="3962922"/>
              <a:ext cx="98655" cy="24688"/>
            </a:xfrm>
            <a:custGeom>
              <a:avLst/>
              <a:gdLst/>
              <a:ahLst/>
              <a:cxnLst/>
              <a:rect l="l" t="t" r="r" b="b"/>
              <a:pathLst>
                <a:path w="3097" h="775" extrusionOk="0">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6" name="Google Shape;11816;p64"/>
          <p:cNvGrpSpPr/>
          <p:nvPr/>
        </p:nvGrpSpPr>
        <p:grpSpPr>
          <a:xfrm>
            <a:off x="3950316" y="3639307"/>
            <a:ext cx="369805" cy="353782"/>
            <a:chOff x="3950316" y="3820307"/>
            <a:chExt cx="369805" cy="353782"/>
          </a:xfrm>
        </p:grpSpPr>
        <p:sp>
          <p:nvSpPr>
            <p:cNvPr id="11817" name="Google Shape;11817;p64"/>
            <p:cNvSpPr/>
            <p:nvPr/>
          </p:nvSpPr>
          <p:spPr>
            <a:xfrm>
              <a:off x="4040561" y="3880991"/>
              <a:ext cx="99802" cy="28383"/>
            </a:xfrm>
            <a:custGeom>
              <a:avLst/>
              <a:gdLst/>
              <a:ahLst/>
              <a:cxnLst/>
              <a:rect l="l" t="t" r="r" b="b"/>
              <a:pathLst>
                <a:path w="3133" h="891" extrusionOk="0">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8" name="Google Shape;11818;p64"/>
            <p:cNvSpPr/>
            <p:nvPr/>
          </p:nvSpPr>
          <p:spPr>
            <a:xfrm>
              <a:off x="3950316" y="3820307"/>
              <a:ext cx="369805" cy="353782"/>
            </a:xfrm>
            <a:custGeom>
              <a:avLst/>
              <a:gdLst/>
              <a:ahLst/>
              <a:cxnLst/>
              <a:rect l="l" t="t" r="r" b="b"/>
              <a:pathLst>
                <a:path w="11609" h="11106" extrusionOk="0">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9" name="Google Shape;11819;p64"/>
            <p:cNvSpPr/>
            <p:nvPr/>
          </p:nvSpPr>
          <p:spPr>
            <a:xfrm>
              <a:off x="4098219" y="3850602"/>
              <a:ext cx="101299" cy="195781"/>
            </a:xfrm>
            <a:custGeom>
              <a:avLst/>
              <a:gdLst/>
              <a:ahLst/>
              <a:cxnLst/>
              <a:rect l="l" t="t" r="r" b="b"/>
              <a:pathLst>
                <a:path w="3180" h="6146" extrusionOk="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0" name="Google Shape;11820;p64"/>
            <p:cNvSpPr/>
            <p:nvPr/>
          </p:nvSpPr>
          <p:spPr>
            <a:xfrm>
              <a:off x="3981789" y="3849136"/>
              <a:ext cx="103178" cy="198011"/>
            </a:xfrm>
            <a:custGeom>
              <a:avLst/>
              <a:gdLst/>
              <a:ahLst/>
              <a:cxnLst/>
              <a:rect l="l" t="t" r="r" b="b"/>
              <a:pathLst>
                <a:path w="3239" h="6216" extrusionOk="0">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1" name="Google Shape;11821;p64"/>
          <p:cNvGrpSpPr/>
          <p:nvPr/>
        </p:nvGrpSpPr>
        <p:grpSpPr>
          <a:xfrm>
            <a:off x="1761909" y="3630961"/>
            <a:ext cx="307974" cy="371716"/>
            <a:chOff x="1761909" y="3811961"/>
            <a:chExt cx="307974" cy="371716"/>
          </a:xfrm>
        </p:grpSpPr>
        <p:sp>
          <p:nvSpPr>
            <p:cNvPr id="11822" name="Google Shape;11822;p64"/>
            <p:cNvSpPr/>
            <p:nvPr/>
          </p:nvSpPr>
          <p:spPr>
            <a:xfrm>
              <a:off x="1761909" y="3811961"/>
              <a:ext cx="307974" cy="371716"/>
            </a:xfrm>
            <a:custGeom>
              <a:avLst/>
              <a:gdLst/>
              <a:ahLst/>
              <a:cxnLst/>
              <a:rect l="l" t="t" r="r" b="b"/>
              <a:pathLst>
                <a:path w="9668" h="11669" extrusionOk="0">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3" name="Google Shape;11823;p64"/>
            <p:cNvSpPr/>
            <p:nvPr/>
          </p:nvSpPr>
          <p:spPr>
            <a:xfrm>
              <a:off x="1921566" y="3855953"/>
              <a:ext cx="105854" cy="271213"/>
            </a:xfrm>
            <a:custGeom>
              <a:avLst/>
              <a:gdLst/>
              <a:ahLst/>
              <a:cxnLst/>
              <a:rect l="l" t="t" r="r" b="b"/>
              <a:pathLst>
                <a:path w="3323" h="8514" extrusionOk="0">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64"/>
            <p:cNvSpPr/>
            <p:nvPr/>
          </p:nvSpPr>
          <p:spPr>
            <a:xfrm>
              <a:off x="1803990" y="3855953"/>
              <a:ext cx="106619" cy="165773"/>
            </a:xfrm>
            <a:custGeom>
              <a:avLst/>
              <a:gdLst/>
              <a:ahLst/>
              <a:cxnLst/>
              <a:rect l="l" t="t" r="r" b="b"/>
              <a:pathLst>
                <a:path w="3347" h="5204" extrusionOk="0">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64"/>
            <p:cNvSpPr/>
            <p:nvPr/>
          </p:nvSpPr>
          <p:spPr>
            <a:xfrm>
              <a:off x="1824472" y="3932565"/>
              <a:ext cx="63360" cy="11436"/>
            </a:xfrm>
            <a:custGeom>
              <a:avLst/>
              <a:gdLst/>
              <a:ahLst/>
              <a:cxnLst/>
              <a:rect l="l" t="t" r="r" b="b"/>
              <a:pathLst>
                <a:path w="1989" h="359" extrusionOk="0">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6" name="Google Shape;11826;p64"/>
            <p:cNvSpPr/>
            <p:nvPr/>
          </p:nvSpPr>
          <p:spPr>
            <a:xfrm>
              <a:off x="1824472" y="3907941"/>
              <a:ext cx="63360" cy="11404"/>
            </a:xfrm>
            <a:custGeom>
              <a:avLst/>
              <a:gdLst/>
              <a:ahLst/>
              <a:cxnLst/>
              <a:rect l="l" t="t" r="r" b="b"/>
              <a:pathLst>
                <a:path w="1989" h="358" extrusionOk="0">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7" name="Google Shape;11827;p64"/>
            <p:cNvSpPr/>
            <p:nvPr/>
          </p:nvSpPr>
          <p:spPr>
            <a:xfrm>
              <a:off x="1824472" y="3882903"/>
              <a:ext cx="63360" cy="11404"/>
            </a:xfrm>
            <a:custGeom>
              <a:avLst/>
              <a:gdLst/>
              <a:ahLst/>
              <a:cxnLst/>
              <a:rect l="l" t="t" r="r" b="b"/>
              <a:pathLst>
                <a:path w="1989" h="358" extrusionOk="0">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64"/>
            <p:cNvSpPr/>
            <p:nvPr/>
          </p:nvSpPr>
          <p:spPr>
            <a:xfrm>
              <a:off x="1824472" y="3957603"/>
              <a:ext cx="63360" cy="11786"/>
            </a:xfrm>
            <a:custGeom>
              <a:avLst/>
              <a:gdLst/>
              <a:ahLst/>
              <a:cxnLst/>
              <a:rect l="l" t="t" r="r" b="b"/>
              <a:pathLst>
                <a:path w="1989" h="370" extrusionOk="0">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9" name="Google Shape;11829;p64"/>
            <p:cNvSpPr/>
            <p:nvPr/>
          </p:nvSpPr>
          <p:spPr>
            <a:xfrm>
              <a:off x="1824472" y="3983023"/>
              <a:ext cx="63360" cy="11404"/>
            </a:xfrm>
            <a:custGeom>
              <a:avLst/>
              <a:gdLst/>
              <a:ahLst/>
              <a:cxnLst/>
              <a:rect l="l" t="t" r="r" b="b"/>
              <a:pathLst>
                <a:path w="1989" h="358" extrusionOk="0">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64"/>
            <p:cNvSpPr/>
            <p:nvPr/>
          </p:nvSpPr>
          <p:spPr>
            <a:xfrm>
              <a:off x="1852919" y="4057372"/>
              <a:ext cx="32269" cy="32269"/>
            </a:xfrm>
            <a:custGeom>
              <a:avLst/>
              <a:gdLst/>
              <a:ahLst/>
              <a:cxnLst/>
              <a:rect l="l" t="t" r="r" b="b"/>
              <a:pathLst>
                <a:path w="1013" h="1013" extrusionOk="0">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1" name="Google Shape;11831;p64"/>
            <p:cNvSpPr/>
            <p:nvPr/>
          </p:nvSpPr>
          <p:spPr>
            <a:xfrm>
              <a:off x="1803607" y="4031188"/>
              <a:ext cx="34563" cy="88398"/>
            </a:xfrm>
            <a:custGeom>
              <a:avLst/>
              <a:gdLst/>
              <a:ahLst/>
              <a:cxnLst/>
              <a:rect l="l" t="t" r="r" b="b"/>
              <a:pathLst>
                <a:path w="1085" h="2775" extrusionOk="0">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2" name="Google Shape;11832;p64"/>
          <p:cNvGrpSpPr/>
          <p:nvPr/>
        </p:nvGrpSpPr>
        <p:grpSpPr>
          <a:xfrm>
            <a:off x="5373342" y="3627935"/>
            <a:ext cx="231395" cy="353145"/>
            <a:chOff x="5373342" y="3808935"/>
            <a:chExt cx="231395" cy="353145"/>
          </a:xfrm>
        </p:grpSpPr>
        <p:sp>
          <p:nvSpPr>
            <p:cNvPr id="11833" name="Google Shape;11833;p64"/>
            <p:cNvSpPr/>
            <p:nvPr/>
          </p:nvSpPr>
          <p:spPr>
            <a:xfrm>
              <a:off x="5422654" y="3832827"/>
              <a:ext cx="132772" cy="114200"/>
            </a:xfrm>
            <a:custGeom>
              <a:avLst/>
              <a:gdLst/>
              <a:ahLst/>
              <a:cxnLst/>
              <a:rect l="l" t="t" r="r" b="b"/>
              <a:pathLst>
                <a:path w="4168" h="3585" extrusionOk="0">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4" name="Google Shape;11834;p64"/>
            <p:cNvSpPr/>
            <p:nvPr/>
          </p:nvSpPr>
          <p:spPr>
            <a:xfrm>
              <a:off x="5394590" y="3972415"/>
              <a:ext cx="45139" cy="37557"/>
            </a:xfrm>
            <a:custGeom>
              <a:avLst/>
              <a:gdLst/>
              <a:ahLst/>
              <a:cxnLst/>
              <a:rect l="l" t="t" r="r" b="b"/>
              <a:pathLst>
                <a:path w="1417" h="1179" extrusionOk="0">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5" name="Google Shape;11835;p64"/>
            <p:cNvSpPr/>
            <p:nvPr/>
          </p:nvSpPr>
          <p:spPr>
            <a:xfrm>
              <a:off x="5460179" y="3972415"/>
              <a:ext cx="58072" cy="37557"/>
            </a:xfrm>
            <a:custGeom>
              <a:avLst/>
              <a:gdLst/>
              <a:ahLst/>
              <a:cxnLst/>
              <a:rect l="l" t="t" r="r" b="b"/>
              <a:pathLst>
                <a:path w="1823" h="1179" extrusionOk="0">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6" name="Google Shape;11836;p64"/>
            <p:cNvSpPr/>
            <p:nvPr/>
          </p:nvSpPr>
          <p:spPr>
            <a:xfrm>
              <a:off x="5538319" y="3972415"/>
              <a:ext cx="45170" cy="37557"/>
            </a:xfrm>
            <a:custGeom>
              <a:avLst/>
              <a:gdLst/>
              <a:ahLst/>
              <a:cxnLst/>
              <a:rect l="l" t="t" r="r" b="b"/>
              <a:pathLst>
                <a:path w="1418" h="1179" extrusionOk="0">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7" name="Google Shape;11837;p64"/>
            <p:cNvSpPr/>
            <p:nvPr/>
          </p:nvSpPr>
          <p:spPr>
            <a:xfrm>
              <a:off x="5373342" y="3808935"/>
              <a:ext cx="231395" cy="353145"/>
            </a:xfrm>
            <a:custGeom>
              <a:avLst/>
              <a:gdLst/>
              <a:ahLst/>
              <a:cxnLst/>
              <a:rect l="l" t="t" r="r" b="b"/>
              <a:pathLst>
                <a:path w="7264" h="11086" extrusionOk="0">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64"/>
            <p:cNvSpPr/>
            <p:nvPr/>
          </p:nvSpPr>
          <p:spPr>
            <a:xfrm>
              <a:off x="5481426" y="4125255"/>
              <a:ext cx="15195" cy="15195"/>
            </a:xfrm>
            <a:custGeom>
              <a:avLst/>
              <a:gdLst/>
              <a:ahLst/>
              <a:cxnLst/>
              <a:rect l="l" t="t" r="r" b="b"/>
              <a:pathLst>
                <a:path w="477" h="477" extrusionOk="0">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9" name="Google Shape;11839;p64"/>
            <p:cNvSpPr/>
            <p:nvPr/>
          </p:nvSpPr>
          <p:spPr>
            <a:xfrm>
              <a:off x="5447692" y="3873792"/>
              <a:ext cx="29593" cy="48579"/>
            </a:xfrm>
            <a:custGeom>
              <a:avLst/>
              <a:gdLst/>
              <a:ahLst/>
              <a:cxnLst/>
              <a:rect l="l" t="t" r="r" b="b"/>
              <a:pathLst>
                <a:path w="929" h="1525" extrusionOk="0">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0" name="Google Shape;11840;p64"/>
            <p:cNvSpPr/>
            <p:nvPr/>
          </p:nvSpPr>
          <p:spPr>
            <a:xfrm>
              <a:off x="5500762" y="3873792"/>
              <a:ext cx="29625" cy="48579"/>
            </a:xfrm>
            <a:custGeom>
              <a:avLst/>
              <a:gdLst/>
              <a:ahLst/>
              <a:cxnLst/>
              <a:rect l="l" t="t" r="r" b="b"/>
              <a:pathLst>
                <a:path w="930" h="1525" extrusionOk="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1" name="Google Shape;11841;p64"/>
            <p:cNvSpPr/>
            <p:nvPr/>
          </p:nvSpPr>
          <p:spPr>
            <a:xfrm>
              <a:off x="5482573" y="3909533"/>
              <a:ext cx="15959" cy="17998"/>
            </a:xfrm>
            <a:custGeom>
              <a:avLst/>
              <a:gdLst/>
              <a:ahLst/>
              <a:cxnLst/>
              <a:rect l="l" t="t" r="r" b="b"/>
              <a:pathLst>
                <a:path w="501" h="565" extrusionOk="0">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42" name="Google Shape;11842;p64"/>
          <p:cNvSpPr/>
          <p:nvPr/>
        </p:nvSpPr>
        <p:spPr>
          <a:xfrm>
            <a:off x="6738361" y="3628700"/>
            <a:ext cx="205210" cy="353399"/>
          </a:xfrm>
          <a:custGeom>
            <a:avLst/>
            <a:gdLst/>
            <a:ahLst/>
            <a:cxnLst/>
            <a:rect l="l" t="t" r="r" b="b"/>
            <a:pathLst>
              <a:path w="6442" h="11094" extrusionOk="0">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43" name="Google Shape;11843;p64"/>
          <p:cNvGrpSpPr/>
          <p:nvPr/>
        </p:nvGrpSpPr>
        <p:grpSpPr>
          <a:xfrm>
            <a:off x="5833775" y="3628445"/>
            <a:ext cx="235185" cy="352253"/>
            <a:chOff x="5833775" y="3809445"/>
            <a:chExt cx="235185" cy="352253"/>
          </a:xfrm>
        </p:grpSpPr>
        <p:sp>
          <p:nvSpPr>
            <p:cNvPr id="11844" name="Google Shape;11844;p64"/>
            <p:cNvSpPr/>
            <p:nvPr/>
          </p:nvSpPr>
          <p:spPr>
            <a:xfrm>
              <a:off x="5859195" y="3855953"/>
              <a:ext cx="168417" cy="206866"/>
            </a:xfrm>
            <a:custGeom>
              <a:avLst/>
              <a:gdLst/>
              <a:ahLst/>
              <a:cxnLst/>
              <a:rect l="l" t="t" r="r" b="b"/>
              <a:pathLst>
                <a:path w="5287" h="6494" extrusionOk="0">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64"/>
            <p:cNvSpPr/>
            <p:nvPr/>
          </p:nvSpPr>
          <p:spPr>
            <a:xfrm>
              <a:off x="5833775" y="4034946"/>
              <a:ext cx="128981" cy="126751"/>
            </a:xfrm>
            <a:custGeom>
              <a:avLst/>
              <a:gdLst/>
              <a:ahLst/>
              <a:cxnLst/>
              <a:rect l="l" t="t" r="r" b="b"/>
              <a:pathLst>
                <a:path w="4049" h="3979" extrusionOk="0">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64"/>
            <p:cNvSpPr/>
            <p:nvPr/>
          </p:nvSpPr>
          <p:spPr>
            <a:xfrm>
              <a:off x="5836068" y="3809445"/>
              <a:ext cx="232892" cy="278285"/>
            </a:xfrm>
            <a:custGeom>
              <a:avLst/>
              <a:gdLst/>
              <a:ahLst/>
              <a:cxnLst/>
              <a:rect l="l" t="t" r="r" b="b"/>
              <a:pathLst>
                <a:path w="7311" h="8736" extrusionOk="0">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7" name="Google Shape;11847;p64"/>
          <p:cNvGrpSpPr/>
          <p:nvPr/>
        </p:nvGrpSpPr>
        <p:grpSpPr>
          <a:xfrm>
            <a:off x="4942472" y="3628318"/>
            <a:ext cx="238976" cy="352762"/>
            <a:chOff x="4942472" y="3809318"/>
            <a:chExt cx="238976" cy="352762"/>
          </a:xfrm>
        </p:grpSpPr>
        <p:sp>
          <p:nvSpPr>
            <p:cNvPr id="11848" name="Google Shape;11848;p64"/>
            <p:cNvSpPr/>
            <p:nvPr/>
          </p:nvSpPr>
          <p:spPr>
            <a:xfrm>
              <a:off x="4975473" y="3837159"/>
              <a:ext cx="77790" cy="77790"/>
            </a:xfrm>
            <a:custGeom>
              <a:avLst/>
              <a:gdLst/>
              <a:ahLst/>
              <a:cxnLst/>
              <a:rect l="l" t="t" r="r" b="b"/>
              <a:pathLst>
                <a:path w="2442" h="2442" extrusionOk="0">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9" name="Google Shape;11849;p64"/>
            <p:cNvSpPr/>
            <p:nvPr/>
          </p:nvSpPr>
          <p:spPr>
            <a:xfrm>
              <a:off x="5056640" y="3837000"/>
              <a:ext cx="90691" cy="77949"/>
            </a:xfrm>
            <a:custGeom>
              <a:avLst/>
              <a:gdLst/>
              <a:ahLst/>
              <a:cxnLst/>
              <a:rect l="l" t="t" r="r" b="b"/>
              <a:pathLst>
                <a:path w="2847" h="2447" extrusionOk="0">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64"/>
            <p:cNvSpPr/>
            <p:nvPr/>
          </p:nvSpPr>
          <p:spPr>
            <a:xfrm>
              <a:off x="4962572" y="3943969"/>
              <a:ext cx="90691" cy="77662"/>
            </a:xfrm>
            <a:custGeom>
              <a:avLst/>
              <a:gdLst/>
              <a:ahLst/>
              <a:cxnLst/>
              <a:rect l="l" t="t" r="r" b="b"/>
              <a:pathLst>
                <a:path w="2847" h="2438" extrusionOk="0">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1" name="Google Shape;11851;p64"/>
            <p:cNvSpPr/>
            <p:nvPr/>
          </p:nvSpPr>
          <p:spPr>
            <a:xfrm>
              <a:off x="5056640" y="3943969"/>
              <a:ext cx="90691" cy="77949"/>
            </a:xfrm>
            <a:custGeom>
              <a:avLst/>
              <a:gdLst/>
              <a:ahLst/>
              <a:cxnLst/>
              <a:rect l="l" t="t" r="r" b="b"/>
              <a:pathLst>
                <a:path w="2847" h="2447" extrusionOk="0">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2" name="Google Shape;11852;p64"/>
            <p:cNvSpPr/>
            <p:nvPr/>
          </p:nvSpPr>
          <p:spPr>
            <a:xfrm>
              <a:off x="4975473" y="4050492"/>
              <a:ext cx="77790" cy="78300"/>
            </a:xfrm>
            <a:custGeom>
              <a:avLst/>
              <a:gdLst/>
              <a:ahLst/>
              <a:cxnLst/>
              <a:rect l="l" t="t" r="r" b="b"/>
              <a:pathLst>
                <a:path w="2442" h="2458" extrusionOk="0">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64"/>
            <p:cNvSpPr/>
            <p:nvPr/>
          </p:nvSpPr>
          <p:spPr>
            <a:xfrm>
              <a:off x="5056640" y="4051288"/>
              <a:ext cx="90691" cy="77949"/>
            </a:xfrm>
            <a:custGeom>
              <a:avLst/>
              <a:gdLst/>
              <a:ahLst/>
              <a:cxnLst/>
              <a:rect l="l" t="t" r="r" b="b"/>
              <a:pathLst>
                <a:path w="2847" h="2447" extrusionOk="0">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4" name="Google Shape;11854;p64"/>
            <p:cNvSpPr/>
            <p:nvPr/>
          </p:nvSpPr>
          <p:spPr>
            <a:xfrm>
              <a:off x="4942472" y="3809318"/>
              <a:ext cx="238976" cy="352762"/>
            </a:xfrm>
            <a:custGeom>
              <a:avLst/>
              <a:gdLst/>
              <a:ahLst/>
              <a:cxnLst/>
              <a:rect l="l" t="t" r="r" b="b"/>
              <a:pathLst>
                <a:path w="7502" h="11074" extrusionOk="0">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5" name="Google Shape;11855;p64"/>
          <p:cNvGrpSpPr/>
          <p:nvPr/>
        </p:nvGrpSpPr>
        <p:grpSpPr>
          <a:xfrm>
            <a:off x="6266525" y="3626788"/>
            <a:ext cx="260223" cy="353527"/>
            <a:chOff x="6266525" y="3807788"/>
            <a:chExt cx="260223" cy="353527"/>
          </a:xfrm>
        </p:grpSpPr>
        <p:sp>
          <p:nvSpPr>
            <p:cNvPr id="11856" name="Google Shape;11856;p64"/>
            <p:cNvSpPr/>
            <p:nvPr/>
          </p:nvSpPr>
          <p:spPr>
            <a:xfrm>
              <a:off x="6266525" y="3807788"/>
              <a:ext cx="260223" cy="353527"/>
            </a:xfrm>
            <a:custGeom>
              <a:avLst/>
              <a:gdLst/>
              <a:ahLst/>
              <a:cxnLst/>
              <a:rect l="l" t="t" r="r" b="b"/>
              <a:pathLst>
                <a:path w="8169" h="11098" extrusionOk="0">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7" name="Google Shape;11857;p64"/>
            <p:cNvSpPr/>
            <p:nvPr/>
          </p:nvSpPr>
          <p:spPr>
            <a:xfrm>
              <a:off x="6370085" y="4004652"/>
              <a:ext cx="13284" cy="13284"/>
            </a:xfrm>
            <a:custGeom>
              <a:avLst/>
              <a:gdLst/>
              <a:ahLst/>
              <a:cxnLst/>
              <a:rect l="l" t="t" r="r" b="b"/>
              <a:pathLst>
                <a:path w="417" h="417" extrusionOk="0">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8" name="Google Shape;11858;p64"/>
            <p:cNvSpPr/>
            <p:nvPr/>
          </p:nvSpPr>
          <p:spPr>
            <a:xfrm>
              <a:off x="6423156" y="4017904"/>
              <a:ext cx="13315" cy="13315"/>
            </a:xfrm>
            <a:custGeom>
              <a:avLst/>
              <a:gdLst/>
              <a:ahLst/>
              <a:cxnLst/>
              <a:rect l="l" t="t" r="r" b="b"/>
              <a:pathLst>
                <a:path w="418" h="418" extrusionOk="0">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9" name="Google Shape;11859;p64"/>
            <p:cNvSpPr/>
            <p:nvPr/>
          </p:nvSpPr>
          <p:spPr>
            <a:xfrm>
              <a:off x="6364766" y="4050906"/>
              <a:ext cx="13315" cy="13315"/>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60" name="Google Shape;11860;p64"/>
          <p:cNvSpPr/>
          <p:nvPr/>
        </p:nvSpPr>
        <p:spPr>
          <a:xfrm>
            <a:off x="7972870" y="3627967"/>
            <a:ext cx="348749" cy="353877"/>
          </a:xfrm>
          <a:custGeom>
            <a:avLst/>
            <a:gdLst/>
            <a:ahLst/>
            <a:cxnLst/>
            <a:rect l="l" t="t" r="r" b="b"/>
            <a:pathLst>
              <a:path w="10948" h="11109" extrusionOk="0">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61" name="Google Shape;11861;p64"/>
          <p:cNvGrpSpPr/>
          <p:nvPr/>
        </p:nvGrpSpPr>
        <p:grpSpPr>
          <a:xfrm>
            <a:off x="7184363" y="3628604"/>
            <a:ext cx="202184" cy="352762"/>
            <a:chOff x="7184363" y="3809604"/>
            <a:chExt cx="202184" cy="352762"/>
          </a:xfrm>
        </p:grpSpPr>
        <p:sp>
          <p:nvSpPr>
            <p:cNvPr id="11862" name="Google Shape;11862;p64"/>
            <p:cNvSpPr/>
            <p:nvPr/>
          </p:nvSpPr>
          <p:spPr>
            <a:xfrm>
              <a:off x="7273111" y="3823716"/>
              <a:ext cx="23541" cy="23573"/>
            </a:xfrm>
            <a:custGeom>
              <a:avLst/>
              <a:gdLst/>
              <a:ahLst/>
              <a:cxnLst/>
              <a:rect l="l" t="t" r="r" b="b"/>
              <a:pathLst>
                <a:path w="739" h="740" extrusionOk="0">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3" name="Google Shape;11863;p64"/>
            <p:cNvSpPr/>
            <p:nvPr/>
          </p:nvSpPr>
          <p:spPr>
            <a:xfrm>
              <a:off x="7184363" y="3809604"/>
              <a:ext cx="202184" cy="352762"/>
            </a:xfrm>
            <a:custGeom>
              <a:avLst/>
              <a:gdLst/>
              <a:ahLst/>
              <a:cxnLst/>
              <a:rect l="l" t="t" r="r" b="b"/>
              <a:pathLst>
                <a:path w="6347" h="11074" extrusionOk="0">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4" name="Google Shape;11864;p64"/>
          <p:cNvGrpSpPr/>
          <p:nvPr/>
        </p:nvGrpSpPr>
        <p:grpSpPr>
          <a:xfrm>
            <a:off x="7571624" y="3627935"/>
            <a:ext cx="292047" cy="352762"/>
            <a:chOff x="7571624" y="3808935"/>
            <a:chExt cx="292047" cy="352762"/>
          </a:xfrm>
        </p:grpSpPr>
        <p:sp>
          <p:nvSpPr>
            <p:cNvPr id="11865" name="Google Shape;11865;p64"/>
            <p:cNvSpPr/>
            <p:nvPr/>
          </p:nvSpPr>
          <p:spPr>
            <a:xfrm>
              <a:off x="7802955" y="4057755"/>
              <a:ext cx="15227" cy="15195"/>
            </a:xfrm>
            <a:custGeom>
              <a:avLst/>
              <a:gdLst/>
              <a:ahLst/>
              <a:cxnLst/>
              <a:rect l="l" t="t" r="r" b="b"/>
              <a:pathLst>
                <a:path w="478" h="477" extrusionOk="0">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6" name="Google Shape;11866;p64"/>
            <p:cNvSpPr/>
            <p:nvPr/>
          </p:nvSpPr>
          <p:spPr>
            <a:xfrm>
              <a:off x="7764665" y="4115763"/>
              <a:ext cx="13315" cy="13315"/>
            </a:xfrm>
            <a:custGeom>
              <a:avLst/>
              <a:gdLst/>
              <a:ahLst/>
              <a:cxnLst/>
              <a:rect l="l" t="t" r="r" b="b"/>
              <a:pathLst>
                <a:path w="418" h="418" extrusionOk="0">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7" name="Google Shape;11867;p64"/>
            <p:cNvSpPr/>
            <p:nvPr/>
          </p:nvSpPr>
          <p:spPr>
            <a:xfrm>
              <a:off x="7653141" y="4048262"/>
              <a:ext cx="13315" cy="13315"/>
            </a:xfrm>
            <a:custGeom>
              <a:avLst/>
              <a:gdLst/>
              <a:ahLst/>
              <a:cxnLst/>
              <a:rect l="l" t="t" r="r" b="b"/>
              <a:pathLst>
                <a:path w="418" h="418" extrusionOk="0">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8" name="Google Shape;11868;p64"/>
            <p:cNvSpPr/>
            <p:nvPr/>
          </p:nvSpPr>
          <p:spPr>
            <a:xfrm>
              <a:off x="7675917" y="4115763"/>
              <a:ext cx="13284" cy="13315"/>
            </a:xfrm>
            <a:custGeom>
              <a:avLst/>
              <a:gdLst/>
              <a:ahLst/>
              <a:cxnLst/>
              <a:rect l="l" t="t" r="r" b="b"/>
              <a:pathLst>
                <a:path w="417"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9" name="Google Shape;11869;p64"/>
            <p:cNvSpPr/>
            <p:nvPr/>
          </p:nvSpPr>
          <p:spPr>
            <a:xfrm>
              <a:off x="7715736" y="4062660"/>
              <a:ext cx="16342" cy="15959"/>
            </a:xfrm>
            <a:custGeom>
              <a:avLst/>
              <a:gdLst/>
              <a:ahLst/>
              <a:cxnLst/>
              <a:rect l="l" t="t" r="r" b="b"/>
              <a:pathLst>
                <a:path w="513" h="501" extrusionOk="0">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0" name="Google Shape;11870;p64"/>
            <p:cNvSpPr/>
            <p:nvPr/>
          </p:nvSpPr>
          <p:spPr>
            <a:xfrm>
              <a:off x="7571624" y="3808935"/>
              <a:ext cx="292047" cy="352762"/>
            </a:xfrm>
            <a:custGeom>
              <a:avLst/>
              <a:gdLst/>
              <a:ahLst/>
              <a:cxnLst/>
              <a:rect l="l" t="t" r="r" b="b"/>
              <a:pathLst>
                <a:path w="9168" h="11074" extrusionOk="0">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1" name="Google Shape;11871;p64"/>
          <p:cNvGrpSpPr/>
          <p:nvPr/>
        </p:nvGrpSpPr>
        <p:grpSpPr>
          <a:xfrm>
            <a:off x="2174559" y="3175116"/>
            <a:ext cx="364135" cy="359930"/>
            <a:chOff x="2174559" y="3356116"/>
            <a:chExt cx="364135" cy="359930"/>
          </a:xfrm>
        </p:grpSpPr>
        <p:sp>
          <p:nvSpPr>
            <p:cNvPr id="11872" name="Google Shape;11872;p64"/>
            <p:cNvSpPr/>
            <p:nvPr/>
          </p:nvSpPr>
          <p:spPr>
            <a:xfrm>
              <a:off x="2273915" y="3452414"/>
              <a:ext cx="166920" cy="166920"/>
            </a:xfrm>
            <a:custGeom>
              <a:avLst/>
              <a:gdLst/>
              <a:ahLst/>
              <a:cxnLst/>
              <a:rect l="l" t="t" r="r" b="b"/>
              <a:pathLst>
                <a:path w="5240" h="5240" extrusionOk="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3" name="Google Shape;11873;p64"/>
            <p:cNvSpPr/>
            <p:nvPr/>
          </p:nvSpPr>
          <p:spPr>
            <a:xfrm>
              <a:off x="2174559" y="3356116"/>
              <a:ext cx="364135" cy="359930"/>
            </a:xfrm>
            <a:custGeom>
              <a:avLst/>
              <a:gdLst/>
              <a:ahLst/>
              <a:cxnLst/>
              <a:rect l="l" t="t" r="r" b="b"/>
              <a:pathLst>
                <a:path w="11431" h="11299" extrusionOk="0">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4" name="Google Shape;11874;p64"/>
          <p:cNvGrpSpPr/>
          <p:nvPr/>
        </p:nvGrpSpPr>
        <p:grpSpPr>
          <a:xfrm>
            <a:off x="1731934" y="3174639"/>
            <a:ext cx="368371" cy="361554"/>
            <a:chOff x="1731934" y="3355639"/>
            <a:chExt cx="368371" cy="361554"/>
          </a:xfrm>
        </p:grpSpPr>
        <p:sp>
          <p:nvSpPr>
            <p:cNvPr id="11875" name="Google Shape;11875;p64"/>
            <p:cNvSpPr/>
            <p:nvPr/>
          </p:nvSpPr>
          <p:spPr>
            <a:xfrm>
              <a:off x="1812336" y="3533963"/>
              <a:ext cx="41762" cy="41762"/>
            </a:xfrm>
            <a:custGeom>
              <a:avLst/>
              <a:gdLst/>
              <a:ahLst/>
              <a:cxnLst/>
              <a:rect l="l" t="t" r="r" b="b"/>
              <a:pathLst>
                <a:path w="1311" h="1311" extrusionOk="0">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6" name="Google Shape;11876;p64"/>
            <p:cNvSpPr/>
            <p:nvPr/>
          </p:nvSpPr>
          <p:spPr>
            <a:xfrm>
              <a:off x="1731934" y="3355639"/>
              <a:ext cx="368371" cy="361554"/>
            </a:xfrm>
            <a:custGeom>
              <a:avLst/>
              <a:gdLst/>
              <a:ahLst/>
              <a:cxnLst/>
              <a:rect l="l" t="t" r="r" b="b"/>
              <a:pathLst>
                <a:path w="11564" h="11350" extrusionOk="0">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7" name="Google Shape;11877;p64"/>
          <p:cNvGrpSpPr/>
          <p:nvPr/>
        </p:nvGrpSpPr>
        <p:grpSpPr>
          <a:xfrm>
            <a:off x="3990517" y="3173173"/>
            <a:ext cx="279559" cy="363402"/>
            <a:chOff x="3990517" y="3354173"/>
            <a:chExt cx="279559" cy="363402"/>
          </a:xfrm>
        </p:grpSpPr>
        <p:sp>
          <p:nvSpPr>
            <p:cNvPr id="11878" name="Google Shape;11878;p64"/>
            <p:cNvSpPr/>
            <p:nvPr/>
          </p:nvSpPr>
          <p:spPr>
            <a:xfrm>
              <a:off x="3990517" y="3354173"/>
              <a:ext cx="279559" cy="363402"/>
            </a:xfrm>
            <a:custGeom>
              <a:avLst/>
              <a:gdLst/>
              <a:ahLst/>
              <a:cxnLst/>
              <a:rect l="l" t="t" r="r" b="b"/>
              <a:pathLst>
                <a:path w="8776" h="11408" extrusionOk="0">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9" name="Google Shape;11879;p64"/>
            <p:cNvSpPr/>
            <p:nvPr/>
          </p:nvSpPr>
          <p:spPr>
            <a:xfrm>
              <a:off x="4102009" y="3418680"/>
              <a:ext cx="36824" cy="37175"/>
            </a:xfrm>
            <a:custGeom>
              <a:avLst/>
              <a:gdLst/>
              <a:ahLst/>
              <a:cxnLst/>
              <a:rect l="l" t="t" r="r" b="b"/>
              <a:pathLst>
                <a:path w="1156" h="1167" extrusionOk="0">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0" name="Google Shape;11880;p64"/>
            <p:cNvSpPr/>
            <p:nvPr/>
          </p:nvSpPr>
          <p:spPr>
            <a:xfrm>
              <a:off x="4083820" y="3615129"/>
              <a:ext cx="37175" cy="36824"/>
            </a:xfrm>
            <a:custGeom>
              <a:avLst/>
              <a:gdLst/>
              <a:ahLst/>
              <a:cxnLst/>
              <a:rect l="l" t="t" r="r" b="b"/>
              <a:pathLst>
                <a:path w="1167" h="1156" extrusionOk="0">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1" name="Google Shape;11881;p64"/>
          <p:cNvGrpSpPr/>
          <p:nvPr/>
        </p:nvGrpSpPr>
        <p:grpSpPr>
          <a:xfrm>
            <a:off x="3497847" y="3236374"/>
            <a:ext cx="379680" cy="237606"/>
            <a:chOff x="3497847" y="3417374"/>
            <a:chExt cx="379680" cy="237606"/>
          </a:xfrm>
        </p:grpSpPr>
        <p:sp>
          <p:nvSpPr>
            <p:cNvPr id="11882" name="Google Shape;11882;p64"/>
            <p:cNvSpPr/>
            <p:nvPr/>
          </p:nvSpPr>
          <p:spPr>
            <a:xfrm>
              <a:off x="3557767" y="3444833"/>
              <a:ext cx="113818" cy="113818"/>
            </a:xfrm>
            <a:custGeom>
              <a:avLst/>
              <a:gdLst/>
              <a:ahLst/>
              <a:cxnLst/>
              <a:rect l="l" t="t" r="r" b="b"/>
              <a:pathLst>
                <a:path w="3573" h="3573" extrusionOk="0">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3" name="Google Shape;11883;p64"/>
            <p:cNvSpPr/>
            <p:nvPr/>
          </p:nvSpPr>
          <p:spPr>
            <a:xfrm>
              <a:off x="3706434" y="3518418"/>
              <a:ext cx="62595" cy="62595"/>
            </a:xfrm>
            <a:custGeom>
              <a:avLst/>
              <a:gdLst/>
              <a:ahLst/>
              <a:cxnLst/>
              <a:rect l="l" t="t" r="r" b="b"/>
              <a:pathLst>
                <a:path w="1965" h="1965" extrusionOk="0">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64"/>
            <p:cNvSpPr/>
            <p:nvPr/>
          </p:nvSpPr>
          <p:spPr>
            <a:xfrm>
              <a:off x="3780019" y="3518418"/>
              <a:ext cx="62595" cy="62595"/>
            </a:xfrm>
            <a:custGeom>
              <a:avLst/>
              <a:gdLst/>
              <a:ahLst/>
              <a:cxnLst/>
              <a:rect l="l" t="t" r="r" b="b"/>
              <a:pathLst>
                <a:path w="1965" h="1965" extrusionOk="0">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5" name="Google Shape;11885;p64"/>
            <p:cNvSpPr/>
            <p:nvPr/>
          </p:nvSpPr>
          <p:spPr>
            <a:xfrm>
              <a:off x="3497847" y="3417374"/>
              <a:ext cx="379680" cy="237606"/>
            </a:xfrm>
            <a:custGeom>
              <a:avLst/>
              <a:gdLst/>
              <a:ahLst/>
              <a:cxnLst/>
              <a:rect l="l" t="t" r="r" b="b"/>
              <a:pathLst>
                <a:path w="11919" h="7459" extrusionOk="0">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6" name="Google Shape;11886;p64"/>
          <p:cNvGrpSpPr/>
          <p:nvPr/>
        </p:nvGrpSpPr>
        <p:grpSpPr>
          <a:xfrm>
            <a:off x="2612597" y="3186075"/>
            <a:ext cx="376271" cy="337982"/>
            <a:chOff x="2612597" y="3367075"/>
            <a:chExt cx="376271" cy="337982"/>
          </a:xfrm>
        </p:grpSpPr>
        <p:sp>
          <p:nvSpPr>
            <p:cNvPr id="11887" name="Google Shape;11887;p64"/>
            <p:cNvSpPr/>
            <p:nvPr/>
          </p:nvSpPr>
          <p:spPr>
            <a:xfrm>
              <a:off x="2612597" y="3367075"/>
              <a:ext cx="376271" cy="337982"/>
            </a:xfrm>
            <a:custGeom>
              <a:avLst/>
              <a:gdLst/>
              <a:ahLst/>
              <a:cxnLst/>
              <a:rect l="l" t="t" r="r" b="b"/>
              <a:pathLst>
                <a:path w="11812" h="10610" extrusionOk="0">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8" name="Google Shape;11888;p64"/>
            <p:cNvSpPr/>
            <p:nvPr/>
          </p:nvSpPr>
          <p:spPr>
            <a:xfrm>
              <a:off x="2784805" y="3588212"/>
              <a:ext cx="31505" cy="47432"/>
            </a:xfrm>
            <a:custGeom>
              <a:avLst/>
              <a:gdLst/>
              <a:ahLst/>
              <a:cxnLst/>
              <a:rect l="l" t="t" r="r" b="b"/>
              <a:pathLst>
                <a:path w="989" h="1489" extrusionOk="0">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9" name="Google Shape;11889;p64"/>
          <p:cNvGrpSpPr/>
          <p:nvPr/>
        </p:nvGrpSpPr>
        <p:grpSpPr>
          <a:xfrm>
            <a:off x="3071914" y="3183431"/>
            <a:ext cx="343652" cy="342505"/>
            <a:chOff x="3071914" y="3364431"/>
            <a:chExt cx="343652" cy="342505"/>
          </a:xfrm>
        </p:grpSpPr>
        <p:sp>
          <p:nvSpPr>
            <p:cNvPr id="11890" name="Google Shape;11890;p64"/>
            <p:cNvSpPr/>
            <p:nvPr/>
          </p:nvSpPr>
          <p:spPr>
            <a:xfrm>
              <a:off x="3157636" y="3408390"/>
              <a:ext cx="12519" cy="11054"/>
            </a:xfrm>
            <a:custGeom>
              <a:avLst/>
              <a:gdLst/>
              <a:ahLst/>
              <a:cxnLst/>
              <a:rect l="l" t="t" r="r" b="b"/>
              <a:pathLst>
                <a:path w="393" h="347" extrusionOk="0">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1" name="Google Shape;11891;p64"/>
            <p:cNvSpPr/>
            <p:nvPr/>
          </p:nvSpPr>
          <p:spPr>
            <a:xfrm>
              <a:off x="3072679" y="3696678"/>
              <a:ext cx="11404" cy="10257"/>
            </a:xfrm>
            <a:custGeom>
              <a:avLst/>
              <a:gdLst/>
              <a:ahLst/>
              <a:cxnLst/>
              <a:rect l="l" t="t" r="r" b="b"/>
              <a:pathLst>
                <a:path w="358" h="322" extrusionOk="0">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2" name="Google Shape;11892;p64"/>
            <p:cNvSpPr/>
            <p:nvPr/>
          </p:nvSpPr>
          <p:spPr>
            <a:xfrm>
              <a:off x="3231571" y="3530937"/>
              <a:ext cx="11404" cy="10640"/>
            </a:xfrm>
            <a:custGeom>
              <a:avLst/>
              <a:gdLst/>
              <a:ahLst/>
              <a:cxnLst/>
              <a:rect l="l" t="t" r="r" b="b"/>
              <a:pathLst>
                <a:path w="358" h="334" extrusionOk="0">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64"/>
            <p:cNvSpPr/>
            <p:nvPr/>
          </p:nvSpPr>
          <p:spPr>
            <a:xfrm>
              <a:off x="3317293" y="3653005"/>
              <a:ext cx="12933" cy="10703"/>
            </a:xfrm>
            <a:custGeom>
              <a:avLst/>
              <a:gdLst/>
              <a:ahLst/>
              <a:cxnLst/>
              <a:rect l="l" t="t" r="r" b="b"/>
              <a:pathLst>
                <a:path w="406" h="336" extrusionOk="0">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4" name="Google Shape;11894;p64"/>
            <p:cNvSpPr/>
            <p:nvPr/>
          </p:nvSpPr>
          <p:spPr>
            <a:xfrm>
              <a:off x="3071914" y="3364431"/>
              <a:ext cx="343652" cy="342505"/>
            </a:xfrm>
            <a:custGeom>
              <a:avLst/>
              <a:gdLst/>
              <a:ahLst/>
              <a:cxnLst/>
              <a:rect l="l" t="t" r="r" b="b"/>
              <a:pathLst>
                <a:path w="10788" h="10752" extrusionOk="0">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95" name="Google Shape;11895;p64"/>
          <p:cNvGrpSpPr/>
          <p:nvPr/>
        </p:nvGrpSpPr>
        <p:grpSpPr>
          <a:xfrm>
            <a:off x="897141" y="3178875"/>
            <a:ext cx="257962" cy="352762"/>
            <a:chOff x="897141" y="3359875"/>
            <a:chExt cx="257962" cy="352762"/>
          </a:xfrm>
        </p:grpSpPr>
        <p:sp>
          <p:nvSpPr>
            <p:cNvPr id="11896" name="Google Shape;11896;p64"/>
            <p:cNvSpPr/>
            <p:nvPr/>
          </p:nvSpPr>
          <p:spPr>
            <a:xfrm>
              <a:off x="897141" y="3359875"/>
              <a:ext cx="257962" cy="352762"/>
            </a:xfrm>
            <a:custGeom>
              <a:avLst/>
              <a:gdLst/>
              <a:ahLst/>
              <a:cxnLst/>
              <a:rect l="l" t="t" r="r" b="b"/>
              <a:pathLst>
                <a:path w="8098" h="11074" extrusionOk="0">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7" name="Google Shape;11897;p64"/>
            <p:cNvSpPr/>
            <p:nvPr/>
          </p:nvSpPr>
          <p:spPr>
            <a:xfrm>
              <a:off x="945688" y="3593691"/>
              <a:ext cx="160485" cy="89736"/>
            </a:xfrm>
            <a:custGeom>
              <a:avLst/>
              <a:gdLst/>
              <a:ahLst/>
              <a:cxnLst/>
              <a:rect l="l" t="t" r="r" b="b"/>
              <a:pathLst>
                <a:path w="5038" h="2817" extrusionOk="0">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64"/>
            <p:cNvSpPr/>
            <p:nvPr/>
          </p:nvSpPr>
          <p:spPr>
            <a:xfrm>
              <a:off x="1045076" y="3638256"/>
              <a:ext cx="27332" cy="27714"/>
            </a:xfrm>
            <a:custGeom>
              <a:avLst/>
              <a:gdLst/>
              <a:ahLst/>
              <a:cxnLst/>
              <a:rect l="l" t="t" r="r" b="b"/>
              <a:pathLst>
                <a:path w="858" h="870" extrusionOk="0">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64"/>
            <p:cNvSpPr/>
            <p:nvPr/>
          </p:nvSpPr>
          <p:spPr>
            <a:xfrm>
              <a:off x="976046" y="3643194"/>
              <a:ext cx="28096" cy="27332"/>
            </a:xfrm>
            <a:custGeom>
              <a:avLst/>
              <a:gdLst/>
              <a:ahLst/>
              <a:cxnLst/>
              <a:rect l="l" t="t" r="r" b="b"/>
              <a:pathLst>
                <a:path w="882" h="858" extrusionOk="0">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0" name="Google Shape;11900;p64"/>
            <p:cNvSpPr/>
            <p:nvPr/>
          </p:nvSpPr>
          <p:spPr>
            <a:xfrm>
              <a:off x="1004493" y="3613218"/>
              <a:ext cx="31505" cy="31154"/>
            </a:xfrm>
            <a:custGeom>
              <a:avLst/>
              <a:gdLst/>
              <a:ahLst/>
              <a:cxnLst/>
              <a:rect l="l" t="t" r="r" b="b"/>
              <a:pathLst>
                <a:path w="989" h="978" extrusionOk="0">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1" name="Google Shape;11901;p64"/>
            <p:cNvSpPr/>
            <p:nvPr/>
          </p:nvSpPr>
          <p:spPr>
            <a:xfrm>
              <a:off x="991209" y="3555975"/>
              <a:ext cx="31505" cy="31122"/>
            </a:xfrm>
            <a:custGeom>
              <a:avLst/>
              <a:gdLst/>
              <a:ahLst/>
              <a:cxnLst/>
              <a:rect l="l" t="t" r="r" b="b"/>
              <a:pathLst>
                <a:path w="989" h="977" extrusionOk="0">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64"/>
            <p:cNvSpPr/>
            <p:nvPr/>
          </p:nvSpPr>
          <p:spPr>
            <a:xfrm>
              <a:off x="1023447" y="3528261"/>
              <a:ext cx="31505" cy="31154"/>
            </a:xfrm>
            <a:custGeom>
              <a:avLst/>
              <a:gdLst/>
              <a:ahLst/>
              <a:cxnLst/>
              <a:rect l="l" t="t" r="r" b="b"/>
              <a:pathLst>
                <a:path w="989" h="978" extrusionOk="0">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3" name="Google Shape;11903;p64"/>
            <p:cNvSpPr/>
            <p:nvPr/>
          </p:nvSpPr>
          <p:spPr>
            <a:xfrm>
              <a:off x="1008284" y="3488442"/>
              <a:ext cx="28096" cy="27714"/>
            </a:xfrm>
            <a:custGeom>
              <a:avLst/>
              <a:gdLst/>
              <a:ahLst/>
              <a:cxnLst/>
              <a:rect l="l" t="t" r="r" b="b"/>
              <a:pathLst>
                <a:path w="882" h="870" extrusionOk="0">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4" name="Google Shape;11904;p64"/>
          <p:cNvGrpSpPr/>
          <p:nvPr/>
        </p:nvGrpSpPr>
        <p:grpSpPr>
          <a:xfrm>
            <a:off x="1333682" y="3163330"/>
            <a:ext cx="271213" cy="383088"/>
            <a:chOff x="1333682" y="3344330"/>
            <a:chExt cx="271213" cy="383088"/>
          </a:xfrm>
        </p:grpSpPr>
        <p:sp>
          <p:nvSpPr>
            <p:cNvPr id="11905" name="Google Shape;11905;p64"/>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6" name="Google Shape;11906;p64"/>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7" name="Google Shape;11907;p64"/>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8" name="Google Shape;11908;p64"/>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64"/>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64"/>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64"/>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2" name="Google Shape;11912;p64"/>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3" name="Google Shape;11913;p64"/>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4" name="Google Shape;11914;p64"/>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5" name="Google Shape;11915;p64"/>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16" name="Google Shape;11916;p64"/>
          <p:cNvGrpSpPr/>
          <p:nvPr/>
        </p:nvGrpSpPr>
        <p:grpSpPr>
          <a:xfrm>
            <a:off x="6664394" y="3165974"/>
            <a:ext cx="353113" cy="351998"/>
            <a:chOff x="6664394" y="3346974"/>
            <a:chExt cx="353113" cy="351998"/>
          </a:xfrm>
        </p:grpSpPr>
        <p:sp>
          <p:nvSpPr>
            <p:cNvPr id="11917" name="Google Shape;11917;p64"/>
            <p:cNvSpPr/>
            <p:nvPr/>
          </p:nvSpPr>
          <p:spPr>
            <a:xfrm>
              <a:off x="6788023" y="3450917"/>
              <a:ext cx="37207" cy="37175"/>
            </a:xfrm>
            <a:custGeom>
              <a:avLst/>
              <a:gdLst/>
              <a:ahLst/>
              <a:cxnLst/>
              <a:rect l="l" t="t" r="r" b="b"/>
              <a:pathLst>
                <a:path w="1168" h="1167" extrusionOk="0">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64"/>
            <p:cNvSpPr/>
            <p:nvPr/>
          </p:nvSpPr>
          <p:spPr>
            <a:xfrm>
              <a:off x="6874892" y="3495641"/>
              <a:ext cx="36824" cy="36824"/>
            </a:xfrm>
            <a:custGeom>
              <a:avLst/>
              <a:gdLst/>
              <a:ahLst/>
              <a:cxnLst/>
              <a:rect l="l" t="t" r="r" b="b"/>
              <a:pathLst>
                <a:path w="1156" h="1156" extrusionOk="0">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9" name="Google Shape;11919;p64"/>
            <p:cNvSpPr/>
            <p:nvPr/>
          </p:nvSpPr>
          <p:spPr>
            <a:xfrm>
              <a:off x="6780059" y="3538136"/>
              <a:ext cx="53134" cy="53134"/>
            </a:xfrm>
            <a:custGeom>
              <a:avLst/>
              <a:gdLst/>
              <a:ahLst/>
              <a:cxnLst/>
              <a:rect l="l" t="t" r="r" b="b"/>
              <a:pathLst>
                <a:path w="1668" h="1668" extrusionOk="0">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0" name="Google Shape;11920;p64"/>
            <p:cNvSpPr/>
            <p:nvPr/>
          </p:nvSpPr>
          <p:spPr>
            <a:xfrm>
              <a:off x="6664394" y="3346974"/>
              <a:ext cx="353113" cy="351998"/>
            </a:xfrm>
            <a:custGeom>
              <a:avLst/>
              <a:gdLst/>
              <a:ahLst/>
              <a:cxnLst/>
              <a:rect l="l" t="t" r="r" b="b"/>
              <a:pathLst>
                <a:path w="11085" h="11050" extrusionOk="0">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1" name="Google Shape;11921;p64"/>
            <p:cNvSpPr/>
            <p:nvPr/>
          </p:nvSpPr>
          <p:spPr>
            <a:xfrm>
              <a:off x="6938984" y="3622042"/>
              <a:ext cx="53899" cy="51605"/>
            </a:xfrm>
            <a:custGeom>
              <a:avLst/>
              <a:gdLst/>
              <a:ahLst/>
              <a:cxnLst/>
              <a:rect l="l" t="t" r="r" b="b"/>
              <a:pathLst>
                <a:path w="1692" h="1620" extrusionOk="0">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2" name="Google Shape;11922;p64"/>
          <p:cNvGrpSpPr/>
          <p:nvPr/>
        </p:nvGrpSpPr>
        <p:grpSpPr>
          <a:xfrm>
            <a:off x="849741" y="1778307"/>
            <a:ext cx="399398" cy="375443"/>
            <a:chOff x="849741" y="1959307"/>
            <a:chExt cx="399398" cy="375443"/>
          </a:xfrm>
        </p:grpSpPr>
        <p:sp>
          <p:nvSpPr>
            <p:cNvPr id="11923" name="Google Shape;11923;p64"/>
            <p:cNvSpPr/>
            <p:nvPr/>
          </p:nvSpPr>
          <p:spPr>
            <a:xfrm>
              <a:off x="849741" y="1959307"/>
              <a:ext cx="399398" cy="375443"/>
            </a:xfrm>
            <a:custGeom>
              <a:avLst/>
              <a:gdLst/>
              <a:ahLst/>
              <a:cxnLst/>
              <a:rect l="l" t="t" r="r" b="b"/>
              <a:pathLst>
                <a:path w="12538" h="11786" extrusionOk="0">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64"/>
            <p:cNvSpPr/>
            <p:nvPr/>
          </p:nvSpPr>
          <p:spPr>
            <a:xfrm>
              <a:off x="986654" y="2041588"/>
              <a:ext cx="180204" cy="177082"/>
            </a:xfrm>
            <a:custGeom>
              <a:avLst/>
              <a:gdLst/>
              <a:ahLst/>
              <a:cxnLst/>
              <a:rect l="l" t="t" r="r" b="b"/>
              <a:pathLst>
                <a:path w="5657" h="5559" extrusionOk="0">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5" name="Google Shape;11925;p64"/>
          <p:cNvGrpSpPr/>
          <p:nvPr/>
        </p:nvGrpSpPr>
        <p:grpSpPr>
          <a:xfrm>
            <a:off x="1284212" y="1782766"/>
            <a:ext cx="379489" cy="366046"/>
            <a:chOff x="1284212" y="1963766"/>
            <a:chExt cx="379489" cy="366046"/>
          </a:xfrm>
        </p:grpSpPr>
        <p:sp>
          <p:nvSpPr>
            <p:cNvPr id="11926" name="Google Shape;11926;p64"/>
            <p:cNvSpPr/>
            <p:nvPr/>
          </p:nvSpPr>
          <p:spPr>
            <a:xfrm>
              <a:off x="1436861" y="2112975"/>
              <a:ext cx="69444" cy="68902"/>
            </a:xfrm>
            <a:custGeom>
              <a:avLst/>
              <a:gdLst/>
              <a:ahLst/>
              <a:cxnLst/>
              <a:rect l="l" t="t" r="r" b="b"/>
              <a:pathLst>
                <a:path w="2180" h="2163" extrusionOk="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7" name="Google Shape;11927;p64"/>
            <p:cNvSpPr/>
            <p:nvPr/>
          </p:nvSpPr>
          <p:spPr>
            <a:xfrm>
              <a:off x="1284212" y="1963766"/>
              <a:ext cx="379489" cy="366046"/>
            </a:xfrm>
            <a:custGeom>
              <a:avLst/>
              <a:gdLst/>
              <a:ahLst/>
              <a:cxnLst/>
              <a:rect l="l" t="t" r="r" b="b"/>
              <a:pathLst>
                <a:path w="11913" h="11491" extrusionOk="0">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8" name="Google Shape;11928;p64"/>
          <p:cNvGrpSpPr/>
          <p:nvPr/>
        </p:nvGrpSpPr>
        <p:grpSpPr>
          <a:xfrm>
            <a:off x="3037766" y="1788564"/>
            <a:ext cx="370219" cy="354928"/>
            <a:chOff x="3037766" y="1969564"/>
            <a:chExt cx="370219" cy="354928"/>
          </a:xfrm>
        </p:grpSpPr>
        <p:sp>
          <p:nvSpPr>
            <p:cNvPr id="11929" name="Google Shape;11929;p64"/>
            <p:cNvSpPr/>
            <p:nvPr/>
          </p:nvSpPr>
          <p:spPr>
            <a:xfrm>
              <a:off x="3037766" y="1969564"/>
              <a:ext cx="370219" cy="354928"/>
            </a:xfrm>
            <a:custGeom>
              <a:avLst/>
              <a:gdLst/>
              <a:ahLst/>
              <a:cxnLst/>
              <a:rect l="l" t="t" r="r" b="b"/>
              <a:pathLst>
                <a:path w="11622" h="11142" extrusionOk="0">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0" name="Google Shape;11930;p64"/>
            <p:cNvSpPr/>
            <p:nvPr/>
          </p:nvSpPr>
          <p:spPr>
            <a:xfrm>
              <a:off x="3081757" y="2197136"/>
              <a:ext cx="11436" cy="10448"/>
            </a:xfrm>
            <a:custGeom>
              <a:avLst/>
              <a:gdLst/>
              <a:ahLst/>
              <a:cxnLst/>
              <a:rect l="l" t="t" r="r" b="b"/>
              <a:pathLst>
                <a:path w="359" h="328" extrusionOk="0">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64"/>
            <p:cNvSpPr/>
            <p:nvPr/>
          </p:nvSpPr>
          <p:spPr>
            <a:xfrm>
              <a:off x="3081375" y="2168689"/>
              <a:ext cx="11436" cy="10448"/>
            </a:xfrm>
            <a:custGeom>
              <a:avLst/>
              <a:gdLst/>
              <a:ahLst/>
              <a:cxnLst/>
              <a:rect l="l" t="t" r="r" b="b"/>
              <a:pathLst>
                <a:path w="359" h="328" extrusionOk="0">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64"/>
            <p:cNvSpPr/>
            <p:nvPr/>
          </p:nvSpPr>
          <p:spPr>
            <a:xfrm>
              <a:off x="3298340" y="2210770"/>
              <a:ext cx="11404" cy="10480"/>
            </a:xfrm>
            <a:custGeom>
              <a:avLst/>
              <a:gdLst/>
              <a:ahLst/>
              <a:cxnLst/>
              <a:rect l="l" t="t" r="r" b="b"/>
              <a:pathLst>
                <a:path w="358" h="329" extrusionOk="0">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33" name="Google Shape;11933;p64"/>
          <p:cNvGrpSpPr/>
          <p:nvPr/>
        </p:nvGrpSpPr>
        <p:grpSpPr>
          <a:xfrm>
            <a:off x="3982553" y="1790730"/>
            <a:ext cx="304566" cy="350501"/>
            <a:chOff x="3982553" y="1971730"/>
            <a:chExt cx="304566" cy="350501"/>
          </a:xfrm>
        </p:grpSpPr>
        <p:sp>
          <p:nvSpPr>
            <p:cNvPr id="11934" name="Google Shape;11934;p64"/>
            <p:cNvSpPr/>
            <p:nvPr/>
          </p:nvSpPr>
          <p:spPr>
            <a:xfrm>
              <a:off x="4037535" y="2176558"/>
              <a:ext cx="196513" cy="145673"/>
            </a:xfrm>
            <a:custGeom>
              <a:avLst/>
              <a:gdLst/>
              <a:ahLst/>
              <a:cxnLst/>
              <a:rect l="l" t="t" r="r" b="b"/>
              <a:pathLst>
                <a:path w="6169" h="4573" extrusionOk="0">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5" name="Google Shape;11935;p64"/>
            <p:cNvSpPr/>
            <p:nvPr/>
          </p:nvSpPr>
          <p:spPr>
            <a:xfrm>
              <a:off x="3982553" y="1971730"/>
              <a:ext cx="304566" cy="272360"/>
            </a:xfrm>
            <a:custGeom>
              <a:avLst/>
              <a:gdLst/>
              <a:ahLst/>
              <a:cxnLst/>
              <a:rect l="l" t="t" r="r" b="b"/>
              <a:pathLst>
                <a:path w="9561" h="8550" extrusionOk="0">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36" name="Google Shape;11936;p64"/>
          <p:cNvGrpSpPr/>
          <p:nvPr/>
        </p:nvGrpSpPr>
        <p:grpSpPr>
          <a:xfrm>
            <a:off x="2567841" y="1813124"/>
            <a:ext cx="399812" cy="306477"/>
            <a:chOff x="2567841" y="1994124"/>
            <a:chExt cx="399812" cy="306477"/>
          </a:xfrm>
        </p:grpSpPr>
        <p:sp>
          <p:nvSpPr>
            <p:cNvPr id="11937" name="Google Shape;11937;p64"/>
            <p:cNvSpPr/>
            <p:nvPr/>
          </p:nvSpPr>
          <p:spPr>
            <a:xfrm>
              <a:off x="2567841" y="1994124"/>
              <a:ext cx="399812" cy="306477"/>
            </a:xfrm>
            <a:custGeom>
              <a:avLst/>
              <a:gdLst/>
              <a:ahLst/>
              <a:cxnLst/>
              <a:rect l="l" t="t" r="r" b="b"/>
              <a:pathLst>
                <a:path w="12551" h="9621" extrusionOk="0">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64"/>
            <p:cNvSpPr/>
            <p:nvPr/>
          </p:nvSpPr>
          <p:spPr>
            <a:xfrm>
              <a:off x="2623237" y="2113963"/>
              <a:ext cx="287523" cy="77025"/>
            </a:xfrm>
            <a:custGeom>
              <a:avLst/>
              <a:gdLst/>
              <a:ahLst/>
              <a:cxnLst/>
              <a:rect l="l" t="t" r="r" b="b"/>
              <a:pathLst>
                <a:path w="9026" h="2418" extrusionOk="0">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9" name="Google Shape;11939;p64"/>
            <p:cNvSpPr/>
            <p:nvPr/>
          </p:nvSpPr>
          <p:spPr>
            <a:xfrm>
              <a:off x="2623237" y="2017251"/>
              <a:ext cx="287523" cy="77025"/>
            </a:xfrm>
            <a:custGeom>
              <a:avLst/>
              <a:gdLst/>
              <a:ahLst/>
              <a:cxnLst/>
              <a:rect l="l" t="t" r="r" b="b"/>
              <a:pathLst>
                <a:path w="9026" h="2418" extrusionOk="0">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0" name="Google Shape;11940;p64"/>
          <p:cNvGrpSpPr/>
          <p:nvPr/>
        </p:nvGrpSpPr>
        <p:grpSpPr>
          <a:xfrm>
            <a:off x="2212084" y="1779358"/>
            <a:ext cx="324698" cy="372863"/>
            <a:chOff x="2212084" y="1960358"/>
            <a:chExt cx="324698" cy="372863"/>
          </a:xfrm>
        </p:grpSpPr>
        <p:sp>
          <p:nvSpPr>
            <p:cNvPr id="11941" name="Google Shape;11941;p64"/>
            <p:cNvSpPr/>
            <p:nvPr/>
          </p:nvSpPr>
          <p:spPr>
            <a:xfrm>
              <a:off x="2291371" y="2128011"/>
              <a:ext cx="166888" cy="166888"/>
            </a:xfrm>
            <a:custGeom>
              <a:avLst/>
              <a:gdLst/>
              <a:ahLst/>
              <a:cxnLst/>
              <a:rect l="l" t="t" r="r" b="b"/>
              <a:pathLst>
                <a:path w="5239" h="5239" extrusionOk="0">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64"/>
            <p:cNvSpPr/>
            <p:nvPr/>
          </p:nvSpPr>
          <p:spPr>
            <a:xfrm>
              <a:off x="2212084" y="1960358"/>
              <a:ext cx="324698" cy="372863"/>
            </a:xfrm>
            <a:custGeom>
              <a:avLst/>
              <a:gdLst/>
              <a:ahLst/>
              <a:cxnLst/>
              <a:rect l="l" t="t" r="r" b="b"/>
              <a:pathLst>
                <a:path w="10193" h="11705" extrusionOk="0">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3" name="Google Shape;11943;p64"/>
            <p:cNvSpPr/>
            <p:nvPr/>
          </p:nvSpPr>
          <p:spPr>
            <a:xfrm>
              <a:off x="2319435" y="2157190"/>
              <a:ext cx="108880" cy="103210"/>
            </a:xfrm>
            <a:custGeom>
              <a:avLst/>
              <a:gdLst/>
              <a:ahLst/>
              <a:cxnLst/>
              <a:rect l="l" t="t" r="r" b="b"/>
              <a:pathLst>
                <a:path w="3418" h="3240" extrusionOk="0">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4" name="Google Shape;11944;p64"/>
          <p:cNvGrpSpPr/>
          <p:nvPr/>
        </p:nvGrpSpPr>
        <p:grpSpPr>
          <a:xfrm>
            <a:off x="1805901" y="1779358"/>
            <a:ext cx="284847" cy="373627"/>
            <a:chOff x="1805901" y="1960358"/>
            <a:chExt cx="284847" cy="373627"/>
          </a:xfrm>
        </p:grpSpPr>
        <p:sp>
          <p:nvSpPr>
            <p:cNvPr id="11945" name="Google Shape;11945;p64"/>
            <p:cNvSpPr/>
            <p:nvPr/>
          </p:nvSpPr>
          <p:spPr>
            <a:xfrm>
              <a:off x="1805901" y="1960358"/>
              <a:ext cx="284847" cy="373627"/>
            </a:xfrm>
            <a:custGeom>
              <a:avLst/>
              <a:gdLst/>
              <a:ahLst/>
              <a:cxnLst/>
              <a:rect l="l" t="t" r="r" b="b"/>
              <a:pathLst>
                <a:path w="8942" h="11729" extrusionOk="0">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64"/>
            <p:cNvSpPr/>
            <p:nvPr/>
          </p:nvSpPr>
          <p:spPr>
            <a:xfrm>
              <a:off x="1841929" y="2295249"/>
              <a:ext cx="165773" cy="13315"/>
            </a:xfrm>
            <a:custGeom>
              <a:avLst/>
              <a:gdLst/>
              <a:ahLst/>
              <a:cxnLst/>
              <a:rect l="l" t="t" r="r" b="b"/>
              <a:pathLst>
                <a:path w="5204" h="418" extrusionOk="0">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47" name="Google Shape;11947;p64"/>
          <p:cNvSpPr/>
          <p:nvPr/>
        </p:nvSpPr>
        <p:spPr>
          <a:xfrm>
            <a:off x="3505429" y="1799076"/>
            <a:ext cx="342505" cy="334191"/>
          </a:xfrm>
          <a:custGeom>
            <a:avLst/>
            <a:gdLst/>
            <a:ahLst/>
            <a:cxnLst/>
            <a:rect l="l" t="t" r="r" b="b"/>
            <a:pathLst>
              <a:path w="10752" h="10491" extrusionOk="0">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8" name="Google Shape;11948;p64"/>
          <p:cNvSpPr/>
          <p:nvPr/>
        </p:nvSpPr>
        <p:spPr>
          <a:xfrm>
            <a:off x="7100552" y="1803249"/>
            <a:ext cx="368690" cy="334541"/>
          </a:xfrm>
          <a:custGeom>
            <a:avLst/>
            <a:gdLst/>
            <a:ahLst/>
            <a:cxnLst/>
            <a:rect l="l" t="t" r="r" b="b"/>
            <a:pathLst>
              <a:path w="11574" h="10502" extrusionOk="0">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64"/>
          <p:cNvSpPr/>
          <p:nvPr/>
        </p:nvSpPr>
        <p:spPr>
          <a:xfrm>
            <a:off x="7955445" y="1830198"/>
            <a:ext cx="383088" cy="286472"/>
          </a:xfrm>
          <a:custGeom>
            <a:avLst/>
            <a:gdLst/>
            <a:ahLst/>
            <a:cxnLst/>
            <a:rect l="l" t="t" r="r" b="b"/>
            <a:pathLst>
              <a:path w="12026" h="8993" extrusionOk="0">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50" name="Google Shape;11950;p64"/>
          <p:cNvGrpSpPr/>
          <p:nvPr/>
        </p:nvGrpSpPr>
        <p:grpSpPr>
          <a:xfrm>
            <a:off x="6656812" y="1848388"/>
            <a:ext cx="368690" cy="245793"/>
            <a:chOff x="6656812" y="2029388"/>
            <a:chExt cx="368690" cy="245793"/>
          </a:xfrm>
        </p:grpSpPr>
        <p:sp>
          <p:nvSpPr>
            <p:cNvPr id="11951" name="Google Shape;11951;p64"/>
            <p:cNvSpPr/>
            <p:nvPr/>
          </p:nvSpPr>
          <p:spPr>
            <a:xfrm>
              <a:off x="6915475" y="2164007"/>
              <a:ext cx="73967" cy="73999"/>
            </a:xfrm>
            <a:custGeom>
              <a:avLst/>
              <a:gdLst/>
              <a:ahLst/>
              <a:cxnLst/>
              <a:rect l="l" t="t" r="r" b="b"/>
              <a:pathLst>
                <a:path w="2322" h="2323" extrusionOk="0">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2" name="Google Shape;11952;p64"/>
            <p:cNvSpPr/>
            <p:nvPr/>
          </p:nvSpPr>
          <p:spPr>
            <a:xfrm>
              <a:off x="6901427" y="2057070"/>
              <a:ext cx="51605" cy="31154"/>
            </a:xfrm>
            <a:custGeom>
              <a:avLst/>
              <a:gdLst/>
              <a:ahLst/>
              <a:cxnLst/>
              <a:rect l="l" t="t" r="r" b="b"/>
              <a:pathLst>
                <a:path w="1620" h="978" extrusionOk="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3" name="Google Shape;11953;p64"/>
            <p:cNvSpPr/>
            <p:nvPr/>
          </p:nvSpPr>
          <p:spPr>
            <a:xfrm>
              <a:off x="6901809" y="2091983"/>
              <a:ext cx="51605" cy="30358"/>
            </a:xfrm>
            <a:custGeom>
              <a:avLst/>
              <a:gdLst/>
              <a:ahLst/>
              <a:cxnLst/>
              <a:rect l="l" t="t" r="r" b="b"/>
              <a:pathLst>
                <a:path w="1620" h="953" extrusionOk="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4" name="Google Shape;11954;p64"/>
            <p:cNvSpPr/>
            <p:nvPr/>
          </p:nvSpPr>
          <p:spPr>
            <a:xfrm>
              <a:off x="6901809" y="2126099"/>
              <a:ext cx="51605" cy="30772"/>
            </a:xfrm>
            <a:custGeom>
              <a:avLst/>
              <a:gdLst/>
              <a:ahLst/>
              <a:cxnLst/>
              <a:rect l="l" t="t" r="r" b="b"/>
              <a:pathLst>
                <a:path w="1620" h="966" extrusionOk="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5" name="Google Shape;11955;p64"/>
            <p:cNvSpPr/>
            <p:nvPr/>
          </p:nvSpPr>
          <p:spPr>
            <a:xfrm>
              <a:off x="6959849" y="2057452"/>
              <a:ext cx="43641" cy="99419"/>
            </a:xfrm>
            <a:custGeom>
              <a:avLst/>
              <a:gdLst/>
              <a:ahLst/>
              <a:cxnLst/>
              <a:rect l="l" t="t" r="r" b="b"/>
              <a:pathLst>
                <a:path w="1370" h="3121" extrusionOk="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6" name="Google Shape;11956;p64"/>
            <p:cNvSpPr/>
            <p:nvPr/>
          </p:nvSpPr>
          <p:spPr>
            <a:xfrm>
              <a:off x="6835805" y="2075291"/>
              <a:ext cx="29243" cy="10257"/>
            </a:xfrm>
            <a:custGeom>
              <a:avLst/>
              <a:gdLst/>
              <a:ahLst/>
              <a:cxnLst/>
              <a:rect l="l" t="t" r="r" b="b"/>
              <a:pathLst>
                <a:path w="918" h="322" extrusionOk="0">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7" name="Google Shape;11957;p64"/>
            <p:cNvSpPr/>
            <p:nvPr/>
          </p:nvSpPr>
          <p:spPr>
            <a:xfrm>
              <a:off x="6700422" y="2074908"/>
              <a:ext cx="11022" cy="10257"/>
            </a:xfrm>
            <a:custGeom>
              <a:avLst/>
              <a:gdLst/>
              <a:ahLst/>
              <a:cxnLst/>
              <a:rect l="l" t="t" r="r" b="b"/>
              <a:pathLst>
                <a:path w="346" h="322" extrusionOk="0">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8" name="Google Shape;11958;p64"/>
            <p:cNvSpPr/>
            <p:nvPr/>
          </p:nvSpPr>
          <p:spPr>
            <a:xfrm>
              <a:off x="6706092" y="2098417"/>
              <a:ext cx="151375" cy="89162"/>
            </a:xfrm>
            <a:custGeom>
              <a:avLst/>
              <a:gdLst/>
              <a:ahLst/>
              <a:cxnLst/>
              <a:rect l="l" t="t" r="r" b="b"/>
              <a:pathLst>
                <a:path w="4752" h="2799" extrusionOk="0">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9" name="Google Shape;11959;p64"/>
            <p:cNvSpPr/>
            <p:nvPr/>
          </p:nvSpPr>
          <p:spPr>
            <a:xfrm>
              <a:off x="6656812" y="2029388"/>
              <a:ext cx="368690" cy="245793"/>
            </a:xfrm>
            <a:custGeom>
              <a:avLst/>
              <a:gdLst/>
              <a:ahLst/>
              <a:cxnLst/>
              <a:rect l="l" t="t" r="r" b="b"/>
              <a:pathLst>
                <a:path w="11574" h="7716" extrusionOk="0">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64"/>
            <p:cNvSpPr/>
            <p:nvPr/>
          </p:nvSpPr>
          <p:spPr>
            <a:xfrm>
              <a:off x="6681818" y="2057070"/>
              <a:ext cx="199540" cy="172622"/>
            </a:xfrm>
            <a:custGeom>
              <a:avLst/>
              <a:gdLst/>
              <a:ahLst/>
              <a:cxnLst/>
              <a:rect l="l" t="t" r="r" b="b"/>
              <a:pathLst>
                <a:path w="6264" h="5419" extrusionOk="0">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61" name="Google Shape;11961;p64"/>
          <p:cNvGrpSpPr/>
          <p:nvPr/>
        </p:nvGrpSpPr>
        <p:grpSpPr>
          <a:xfrm>
            <a:off x="4869651" y="1831218"/>
            <a:ext cx="376654" cy="281566"/>
            <a:chOff x="4869651" y="2012218"/>
            <a:chExt cx="376654" cy="281566"/>
          </a:xfrm>
        </p:grpSpPr>
        <p:sp>
          <p:nvSpPr>
            <p:cNvPr id="11962" name="Google Shape;11962;p64"/>
            <p:cNvSpPr/>
            <p:nvPr/>
          </p:nvSpPr>
          <p:spPr>
            <a:xfrm>
              <a:off x="4869651" y="2012218"/>
              <a:ext cx="376654" cy="281566"/>
            </a:xfrm>
            <a:custGeom>
              <a:avLst/>
              <a:gdLst/>
              <a:ahLst/>
              <a:cxnLst/>
              <a:rect l="l" t="t" r="r" b="b"/>
              <a:pathLst>
                <a:path w="11824" h="8839" extrusionOk="0">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64"/>
            <p:cNvSpPr/>
            <p:nvPr/>
          </p:nvSpPr>
          <p:spPr>
            <a:xfrm>
              <a:off x="5073332" y="2140402"/>
              <a:ext cx="44788" cy="20260"/>
            </a:xfrm>
            <a:custGeom>
              <a:avLst/>
              <a:gdLst/>
              <a:ahLst/>
              <a:cxnLst/>
              <a:rect l="l" t="t" r="r" b="b"/>
              <a:pathLst>
                <a:path w="1406" h="636" extrusionOk="0">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4" name="Google Shape;11964;p64"/>
            <p:cNvSpPr/>
            <p:nvPr/>
          </p:nvSpPr>
          <p:spPr>
            <a:xfrm>
              <a:off x="5048294" y="2037988"/>
              <a:ext cx="73617" cy="43705"/>
            </a:xfrm>
            <a:custGeom>
              <a:avLst/>
              <a:gdLst/>
              <a:ahLst/>
              <a:cxnLst/>
              <a:rect l="l" t="t" r="r" b="b"/>
              <a:pathLst>
                <a:path w="2311" h="1372" extrusionOk="0">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5" name="Google Shape;11965;p64"/>
            <p:cNvSpPr/>
            <p:nvPr/>
          </p:nvSpPr>
          <p:spPr>
            <a:xfrm>
              <a:off x="5026314" y="2238484"/>
              <a:ext cx="59187" cy="30645"/>
            </a:xfrm>
            <a:custGeom>
              <a:avLst/>
              <a:gdLst/>
              <a:ahLst/>
              <a:cxnLst/>
              <a:rect l="l" t="t" r="r" b="b"/>
              <a:pathLst>
                <a:path w="1858" h="962" extrusionOk="0">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66" name="Google Shape;11966;p64"/>
          <p:cNvGrpSpPr/>
          <p:nvPr/>
        </p:nvGrpSpPr>
        <p:grpSpPr>
          <a:xfrm>
            <a:off x="5306224" y="1831313"/>
            <a:ext cx="367925" cy="281694"/>
            <a:chOff x="5306224" y="2012313"/>
            <a:chExt cx="367925" cy="281694"/>
          </a:xfrm>
        </p:grpSpPr>
        <p:sp>
          <p:nvSpPr>
            <p:cNvPr id="11967" name="Google Shape;11967;p64"/>
            <p:cNvSpPr/>
            <p:nvPr/>
          </p:nvSpPr>
          <p:spPr>
            <a:xfrm>
              <a:off x="5483720" y="2123073"/>
              <a:ext cx="47814" cy="73617"/>
            </a:xfrm>
            <a:custGeom>
              <a:avLst/>
              <a:gdLst/>
              <a:ahLst/>
              <a:cxnLst/>
              <a:rect l="l" t="t" r="r" b="b"/>
              <a:pathLst>
                <a:path w="1501" h="2311" extrusionOk="0">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8" name="Google Shape;11968;p64"/>
            <p:cNvSpPr/>
            <p:nvPr/>
          </p:nvSpPr>
          <p:spPr>
            <a:xfrm>
              <a:off x="5306224" y="2012313"/>
              <a:ext cx="367925" cy="281694"/>
            </a:xfrm>
            <a:custGeom>
              <a:avLst/>
              <a:gdLst/>
              <a:ahLst/>
              <a:cxnLst/>
              <a:rect l="l" t="t" r="r" b="b"/>
              <a:pathLst>
                <a:path w="11550" h="8843" extrusionOk="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69" name="Google Shape;11969;p64"/>
          <p:cNvSpPr/>
          <p:nvPr/>
        </p:nvSpPr>
        <p:spPr>
          <a:xfrm>
            <a:off x="5754137" y="1824815"/>
            <a:ext cx="370569" cy="293958"/>
          </a:xfrm>
          <a:custGeom>
            <a:avLst/>
            <a:gdLst/>
            <a:ahLst/>
            <a:cxnLst/>
            <a:rect l="l" t="t" r="r" b="b"/>
            <a:pathLst>
              <a:path w="11633" h="9228" extrusionOk="0">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70" name="Google Shape;11970;p64"/>
          <p:cNvGrpSpPr/>
          <p:nvPr/>
        </p:nvGrpSpPr>
        <p:grpSpPr>
          <a:xfrm>
            <a:off x="6195998" y="1802102"/>
            <a:ext cx="368308" cy="338746"/>
            <a:chOff x="6195998" y="1983102"/>
            <a:chExt cx="368308" cy="338746"/>
          </a:xfrm>
        </p:grpSpPr>
        <p:sp>
          <p:nvSpPr>
            <p:cNvPr id="11971" name="Google Shape;11971;p64"/>
            <p:cNvSpPr/>
            <p:nvPr/>
          </p:nvSpPr>
          <p:spPr>
            <a:xfrm>
              <a:off x="6267289" y="2161012"/>
              <a:ext cx="67533" cy="67150"/>
            </a:xfrm>
            <a:custGeom>
              <a:avLst/>
              <a:gdLst/>
              <a:ahLst/>
              <a:cxnLst/>
              <a:rect l="l" t="t" r="r" b="b"/>
              <a:pathLst>
                <a:path w="2120" h="2108" extrusionOk="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64"/>
            <p:cNvSpPr/>
            <p:nvPr/>
          </p:nvSpPr>
          <p:spPr>
            <a:xfrm>
              <a:off x="6235052" y="2128393"/>
              <a:ext cx="132007" cy="131625"/>
            </a:xfrm>
            <a:custGeom>
              <a:avLst/>
              <a:gdLst/>
              <a:ahLst/>
              <a:cxnLst/>
              <a:rect l="l" t="t" r="r" b="b"/>
              <a:pathLst>
                <a:path w="4144" h="4132" extrusionOk="0">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64"/>
            <p:cNvSpPr/>
            <p:nvPr/>
          </p:nvSpPr>
          <p:spPr>
            <a:xfrm>
              <a:off x="6195998" y="1983102"/>
              <a:ext cx="368308" cy="338746"/>
            </a:xfrm>
            <a:custGeom>
              <a:avLst/>
              <a:gdLst/>
              <a:ahLst/>
              <a:cxnLst/>
              <a:rect l="l" t="t" r="r" b="b"/>
              <a:pathLst>
                <a:path w="11562" h="10634" extrusionOk="0">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4" name="Google Shape;11974;p64"/>
          <p:cNvGrpSpPr/>
          <p:nvPr/>
        </p:nvGrpSpPr>
        <p:grpSpPr>
          <a:xfrm>
            <a:off x="7542031" y="1830835"/>
            <a:ext cx="369072" cy="280037"/>
            <a:chOff x="7542031" y="2011835"/>
            <a:chExt cx="369072" cy="280037"/>
          </a:xfrm>
        </p:grpSpPr>
        <p:sp>
          <p:nvSpPr>
            <p:cNvPr id="11975" name="Google Shape;11975;p64"/>
            <p:cNvSpPr/>
            <p:nvPr/>
          </p:nvSpPr>
          <p:spPr>
            <a:xfrm>
              <a:off x="7542413" y="2281615"/>
              <a:ext cx="368308" cy="10257"/>
            </a:xfrm>
            <a:custGeom>
              <a:avLst/>
              <a:gdLst/>
              <a:ahLst/>
              <a:cxnLst/>
              <a:rect l="l" t="t" r="r" b="b"/>
              <a:pathLst>
                <a:path w="11562" h="322" extrusionOk="0">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64"/>
            <p:cNvSpPr/>
            <p:nvPr/>
          </p:nvSpPr>
          <p:spPr>
            <a:xfrm>
              <a:off x="7542031" y="2117753"/>
              <a:ext cx="369072" cy="108753"/>
            </a:xfrm>
            <a:custGeom>
              <a:avLst/>
              <a:gdLst/>
              <a:ahLst/>
              <a:cxnLst/>
              <a:rect l="l" t="t" r="r" b="b"/>
              <a:pathLst>
                <a:path w="11586" h="3414" extrusionOk="0">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64"/>
            <p:cNvSpPr/>
            <p:nvPr/>
          </p:nvSpPr>
          <p:spPr>
            <a:xfrm>
              <a:off x="7636099" y="2216376"/>
              <a:ext cx="18986" cy="18986"/>
            </a:xfrm>
            <a:custGeom>
              <a:avLst/>
              <a:gdLst/>
              <a:ahLst/>
              <a:cxnLst/>
              <a:rect l="l" t="t" r="r" b="b"/>
              <a:pathLst>
                <a:path w="596" h="596" extrusionOk="0">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8" name="Google Shape;11978;p64"/>
            <p:cNvSpPr/>
            <p:nvPr/>
          </p:nvSpPr>
          <p:spPr>
            <a:xfrm>
              <a:off x="7559105" y="2240268"/>
              <a:ext cx="18986" cy="18986"/>
            </a:xfrm>
            <a:custGeom>
              <a:avLst/>
              <a:gdLst/>
              <a:ahLst/>
              <a:cxnLst/>
              <a:rect l="l" t="t" r="r" b="b"/>
              <a:pathLst>
                <a:path w="596" h="596" extrusionOk="0">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9" name="Google Shape;11979;p64"/>
            <p:cNvSpPr/>
            <p:nvPr/>
          </p:nvSpPr>
          <p:spPr>
            <a:xfrm>
              <a:off x="7582614" y="2194365"/>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64"/>
            <p:cNvSpPr/>
            <p:nvPr/>
          </p:nvSpPr>
          <p:spPr>
            <a:xfrm>
              <a:off x="7798400" y="2216376"/>
              <a:ext cx="19017" cy="18986"/>
            </a:xfrm>
            <a:custGeom>
              <a:avLst/>
              <a:gdLst/>
              <a:ahLst/>
              <a:cxnLst/>
              <a:rect l="l" t="t" r="r" b="b"/>
              <a:pathLst>
                <a:path w="597" h="596" extrusionOk="0">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64"/>
            <p:cNvSpPr/>
            <p:nvPr/>
          </p:nvSpPr>
          <p:spPr>
            <a:xfrm>
              <a:off x="7875043" y="2240268"/>
              <a:ext cx="18986" cy="18986"/>
            </a:xfrm>
            <a:custGeom>
              <a:avLst/>
              <a:gdLst/>
              <a:ahLst/>
              <a:cxnLst/>
              <a:rect l="l" t="t" r="r" b="b"/>
              <a:pathLst>
                <a:path w="596" h="596" extrusionOk="0">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64"/>
            <p:cNvSpPr/>
            <p:nvPr/>
          </p:nvSpPr>
          <p:spPr>
            <a:xfrm>
              <a:off x="7851502" y="2194365"/>
              <a:ext cx="19017" cy="19017"/>
            </a:xfrm>
            <a:custGeom>
              <a:avLst/>
              <a:gdLst/>
              <a:ahLst/>
              <a:cxnLst/>
              <a:rect l="l" t="t" r="r" b="b"/>
              <a:pathLst>
                <a:path w="597" h="597" extrusionOk="0">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3" name="Google Shape;11983;p64"/>
            <p:cNvSpPr/>
            <p:nvPr/>
          </p:nvSpPr>
          <p:spPr>
            <a:xfrm>
              <a:off x="7680090" y="2011835"/>
              <a:ext cx="106205" cy="189028"/>
            </a:xfrm>
            <a:custGeom>
              <a:avLst/>
              <a:gdLst/>
              <a:ahLst/>
              <a:cxnLst/>
              <a:rect l="l" t="t" r="r" b="b"/>
              <a:pathLst>
                <a:path w="3334" h="5934" extrusionOk="0">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84" name="Google Shape;11984;p64"/>
          <p:cNvGrpSpPr/>
          <p:nvPr/>
        </p:nvGrpSpPr>
        <p:grpSpPr>
          <a:xfrm>
            <a:off x="8010427" y="3167503"/>
            <a:ext cx="278795" cy="351615"/>
            <a:chOff x="8010427" y="3348503"/>
            <a:chExt cx="278795" cy="351615"/>
          </a:xfrm>
        </p:grpSpPr>
        <p:sp>
          <p:nvSpPr>
            <p:cNvPr id="11985" name="Google Shape;11985;p64"/>
            <p:cNvSpPr/>
            <p:nvPr/>
          </p:nvSpPr>
          <p:spPr>
            <a:xfrm>
              <a:off x="8010427" y="3348503"/>
              <a:ext cx="278795" cy="351615"/>
            </a:xfrm>
            <a:custGeom>
              <a:avLst/>
              <a:gdLst/>
              <a:ahLst/>
              <a:cxnLst/>
              <a:rect l="l" t="t" r="r" b="b"/>
              <a:pathLst>
                <a:path w="8752" h="11038" extrusionOk="0">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6" name="Google Shape;11986;p64"/>
            <p:cNvSpPr/>
            <p:nvPr/>
          </p:nvSpPr>
          <p:spPr>
            <a:xfrm>
              <a:off x="8078692" y="3438653"/>
              <a:ext cx="142264" cy="100216"/>
            </a:xfrm>
            <a:custGeom>
              <a:avLst/>
              <a:gdLst/>
              <a:ahLst/>
              <a:cxnLst/>
              <a:rect l="l" t="t" r="r" b="b"/>
              <a:pathLst>
                <a:path w="4466" h="3146" extrusionOk="0">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7" name="Google Shape;11987;p64"/>
            <p:cNvSpPr/>
            <p:nvPr/>
          </p:nvSpPr>
          <p:spPr>
            <a:xfrm>
              <a:off x="8079074" y="3574928"/>
              <a:ext cx="141882" cy="10257"/>
            </a:xfrm>
            <a:custGeom>
              <a:avLst/>
              <a:gdLst/>
              <a:ahLst/>
              <a:cxnLst/>
              <a:rect l="l" t="t" r="r" b="b"/>
              <a:pathLst>
                <a:path w="4454" h="322" extrusionOk="0">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8" name="Google Shape;11988;p64"/>
            <p:cNvSpPr/>
            <p:nvPr/>
          </p:nvSpPr>
          <p:spPr>
            <a:xfrm>
              <a:off x="8079074" y="3619685"/>
              <a:ext cx="141882" cy="10640"/>
            </a:xfrm>
            <a:custGeom>
              <a:avLst/>
              <a:gdLst/>
              <a:ahLst/>
              <a:cxnLst/>
              <a:rect l="l" t="t" r="r" b="b"/>
              <a:pathLst>
                <a:path w="4454" h="334" extrusionOk="0">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89" name="Google Shape;11989;p64"/>
          <p:cNvSpPr/>
          <p:nvPr/>
        </p:nvSpPr>
        <p:spPr>
          <a:xfrm>
            <a:off x="7615138" y="3167917"/>
            <a:ext cx="223304" cy="351201"/>
          </a:xfrm>
          <a:custGeom>
            <a:avLst/>
            <a:gdLst/>
            <a:ahLst/>
            <a:cxnLst/>
            <a:rect l="l" t="t" r="r" b="b"/>
            <a:pathLst>
              <a:path w="7010" h="11025" extrusionOk="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90" name="Google Shape;11990;p64"/>
          <p:cNvGrpSpPr/>
          <p:nvPr/>
        </p:nvGrpSpPr>
        <p:grpSpPr>
          <a:xfrm>
            <a:off x="7141900" y="3168204"/>
            <a:ext cx="281057" cy="351010"/>
            <a:chOff x="7141900" y="3349204"/>
            <a:chExt cx="281057" cy="351010"/>
          </a:xfrm>
        </p:grpSpPr>
        <p:sp>
          <p:nvSpPr>
            <p:cNvPr id="11991" name="Google Shape;11991;p64"/>
            <p:cNvSpPr/>
            <p:nvPr/>
          </p:nvSpPr>
          <p:spPr>
            <a:xfrm>
              <a:off x="7191944" y="3636186"/>
              <a:ext cx="66418" cy="37111"/>
            </a:xfrm>
            <a:custGeom>
              <a:avLst/>
              <a:gdLst/>
              <a:ahLst/>
              <a:cxnLst/>
              <a:rect l="l" t="t" r="r" b="b"/>
              <a:pathLst>
                <a:path w="2085" h="1165" extrusionOk="0">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64"/>
            <p:cNvSpPr/>
            <p:nvPr/>
          </p:nvSpPr>
          <p:spPr>
            <a:xfrm>
              <a:off x="7311432" y="3636886"/>
              <a:ext cx="66386" cy="36538"/>
            </a:xfrm>
            <a:custGeom>
              <a:avLst/>
              <a:gdLst/>
              <a:ahLst/>
              <a:cxnLst/>
              <a:rect l="l" t="t" r="r" b="b"/>
              <a:pathLst>
                <a:path w="2084" h="1147" extrusionOk="0">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64"/>
            <p:cNvSpPr/>
            <p:nvPr/>
          </p:nvSpPr>
          <p:spPr>
            <a:xfrm>
              <a:off x="7141900" y="3349204"/>
              <a:ext cx="281057" cy="351010"/>
            </a:xfrm>
            <a:custGeom>
              <a:avLst/>
              <a:gdLst/>
              <a:ahLst/>
              <a:cxnLst/>
              <a:rect l="l" t="t" r="r" b="b"/>
              <a:pathLst>
                <a:path w="8823" h="11019" extrusionOk="0">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4" name="Google Shape;11994;p64"/>
          <p:cNvGrpSpPr/>
          <p:nvPr/>
        </p:nvGrpSpPr>
        <p:grpSpPr>
          <a:xfrm>
            <a:off x="5314188" y="3169032"/>
            <a:ext cx="363752" cy="353113"/>
            <a:chOff x="5314188" y="3350032"/>
            <a:chExt cx="363752" cy="353113"/>
          </a:xfrm>
        </p:grpSpPr>
        <p:sp>
          <p:nvSpPr>
            <p:cNvPr id="11995" name="Google Shape;11995;p64"/>
            <p:cNvSpPr/>
            <p:nvPr/>
          </p:nvSpPr>
          <p:spPr>
            <a:xfrm>
              <a:off x="5314188" y="3350032"/>
              <a:ext cx="363752" cy="353113"/>
            </a:xfrm>
            <a:custGeom>
              <a:avLst/>
              <a:gdLst/>
              <a:ahLst/>
              <a:cxnLst/>
              <a:rect l="l" t="t" r="r" b="b"/>
              <a:pathLst>
                <a:path w="11419" h="11085" extrusionOk="0">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6" name="Google Shape;11996;p64"/>
            <p:cNvSpPr/>
            <p:nvPr/>
          </p:nvSpPr>
          <p:spPr>
            <a:xfrm>
              <a:off x="5615313" y="3481243"/>
              <a:ext cx="10289" cy="26567"/>
            </a:xfrm>
            <a:custGeom>
              <a:avLst/>
              <a:gdLst/>
              <a:ahLst/>
              <a:cxnLst/>
              <a:rect l="l" t="t" r="r" b="b"/>
              <a:pathLst>
                <a:path w="323" h="834" extrusionOk="0">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7" name="Google Shape;11997;p64"/>
          <p:cNvGrpSpPr/>
          <p:nvPr/>
        </p:nvGrpSpPr>
        <p:grpSpPr>
          <a:xfrm>
            <a:off x="6203579" y="3167981"/>
            <a:ext cx="351615" cy="350373"/>
            <a:chOff x="6203579" y="3348981"/>
            <a:chExt cx="351615" cy="350373"/>
          </a:xfrm>
        </p:grpSpPr>
        <p:sp>
          <p:nvSpPr>
            <p:cNvPr id="11998" name="Google Shape;11998;p64"/>
            <p:cNvSpPr/>
            <p:nvPr/>
          </p:nvSpPr>
          <p:spPr>
            <a:xfrm>
              <a:off x="6377667" y="3404249"/>
              <a:ext cx="93686" cy="58072"/>
            </a:xfrm>
            <a:custGeom>
              <a:avLst/>
              <a:gdLst/>
              <a:ahLst/>
              <a:cxnLst/>
              <a:rect l="l" t="t" r="r" b="b"/>
              <a:pathLst>
                <a:path w="2941" h="1823" extrusionOk="0">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64"/>
            <p:cNvSpPr/>
            <p:nvPr/>
          </p:nvSpPr>
          <p:spPr>
            <a:xfrm>
              <a:off x="6260090" y="3449611"/>
              <a:ext cx="76643" cy="44947"/>
            </a:xfrm>
            <a:custGeom>
              <a:avLst/>
              <a:gdLst/>
              <a:ahLst/>
              <a:cxnLst/>
              <a:rect l="l" t="t" r="r" b="b"/>
              <a:pathLst>
                <a:path w="2406" h="1411" extrusionOk="0">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64"/>
            <p:cNvSpPr/>
            <p:nvPr/>
          </p:nvSpPr>
          <p:spPr>
            <a:xfrm>
              <a:off x="6415574" y="3498349"/>
              <a:ext cx="49343" cy="21598"/>
            </a:xfrm>
            <a:custGeom>
              <a:avLst/>
              <a:gdLst/>
              <a:ahLst/>
              <a:cxnLst/>
              <a:rect l="l" t="t" r="r" b="b"/>
              <a:pathLst>
                <a:path w="1549" h="678" extrusionOk="0">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1" name="Google Shape;12001;p64"/>
            <p:cNvSpPr/>
            <p:nvPr/>
          </p:nvSpPr>
          <p:spPr>
            <a:xfrm>
              <a:off x="6344283" y="3473247"/>
              <a:ext cx="41380" cy="32301"/>
            </a:xfrm>
            <a:custGeom>
              <a:avLst/>
              <a:gdLst/>
              <a:ahLst/>
              <a:cxnLst/>
              <a:rect l="l" t="t" r="r" b="b"/>
              <a:pathLst>
                <a:path w="1299" h="1014" extrusionOk="0">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2" name="Google Shape;12002;p64"/>
            <p:cNvSpPr/>
            <p:nvPr/>
          </p:nvSpPr>
          <p:spPr>
            <a:xfrm>
              <a:off x="6203579" y="3348981"/>
              <a:ext cx="351615" cy="350373"/>
            </a:xfrm>
            <a:custGeom>
              <a:avLst/>
              <a:gdLst/>
              <a:ahLst/>
              <a:cxnLst/>
              <a:rect l="l" t="t" r="r" b="b"/>
              <a:pathLst>
                <a:path w="11038" h="10999" extrusionOk="0">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03" name="Google Shape;12003;p64"/>
          <p:cNvGrpSpPr/>
          <p:nvPr/>
        </p:nvGrpSpPr>
        <p:grpSpPr>
          <a:xfrm>
            <a:off x="5829984" y="3169032"/>
            <a:ext cx="220755" cy="352348"/>
            <a:chOff x="5829984" y="3350032"/>
            <a:chExt cx="220755" cy="352348"/>
          </a:xfrm>
        </p:grpSpPr>
        <p:sp>
          <p:nvSpPr>
            <p:cNvPr id="12004" name="Google Shape;12004;p64"/>
            <p:cNvSpPr/>
            <p:nvPr/>
          </p:nvSpPr>
          <p:spPr>
            <a:xfrm>
              <a:off x="5829984" y="3350032"/>
              <a:ext cx="220755" cy="352348"/>
            </a:xfrm>
            <a:custGeom>
              <a:avLst/>
              <a:gdLst/>
              <a:ahLst/>
              <a:cxnLst/>
              <a:rect l="l" t="t" r="r" b="b"/>
              <a:pathLst>
                <a:path w="6930" h="11061" extrusionOk="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5" name="Google Shape;12005;p64"/>
            <p:cNvSpPr/>
            <p:nvPr/>
          </p:nvSpPr>
          <p:spPr>
            <a:xfrm>
              <a:off x="5912297" y="3541927"/>
              <a:ext cx="56160" cy="56160"/>
            </a:xfrm>
            <a:custGeom>
              <a:avLst/>
              <a:gdLst/>
              <a:ahLst/>
              <a:cxnLst/>
              <a:rect l="l" t="t" r="r" b="b"/>
              <a:pathLst>
                <a:path w="1763" h="1763" extrusionOk="0">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6" name="Google Shape;12006;p64"/>
            <p:cNvSpPr/>
            <p:nvPr/>
          </p:nvSpPr>
          <p:spPr>
            <a:xfrm>
              <a:off x="5885730" y="3515391"/>
              <a:ext cx="109263" cy="109263"/>
            </a:xfrm>
            <a:custGeom>
              <a:avLst/>
              <a:gdLst/>
              <a:ahLst/>
              <a:cxnLst/>
              <a:rect l="l" t="t" r="r" b="b"/>
              <a:pathLst>
                <a:path w="3430" h="3430" extrusionOk="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64"/>
            <p:cNvSpPr/>
            <p:nvPr/>
          </p:nvSpPr>
          <p:spPr>
            <a:xfrm>
              <a:off x="5862986" y="3476305"/>
              <a:ext cx="154783" cy="188167"/>
            </a:xfrm>
            <a:custGeom>
              <a:avLst/>
              <a:gdLst/>
              <a:ahLst/>
              <a:cxnLst/>
              <a:rect l="l" t="t" r="r" b="b"/>
              <a:pathLst>
                <a:path w="4859" h="5907" extrusionOk="0">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08" name="Google Shape;12008;p64"/>
          <p:cNvGrpSpPr/>
          <p:nvPr/>
        </p:nvGrpSpPr>
        <p:grpSpPr>
          <a:xfrm>
            <a:off x="4882170" y="3168841"/>
            <a:ext cx="358464" cy="352316"/>
            <a:chOff x="4882170" y="3349841"/>
            <a:chExt cx="358464" cy="352316"/>
          </a:xfrm>
        </p:grpSpPr>
        <p:sp>
          <p:nvSpPr>
            <p:cNvPr id="12009" name="Google Shape;12009;p64"/>
            <p:cNvSpPr/>
            <p:nvPr/>
          </p:nvSpPr>
          <p:spPr>
            <a:xfrm>
              <a:off x="5024403" y="3395521"/>
              <a:ext cx="174119" cy="166156"/>
            </a:xfrm>
            <a:custGeom>
              <a:avLst/>
              <a:gdLst/>
              <a:ahLst/>
              <a:cxnLst/>
              <a:rect l="l" t="t" r="r" b="b"/>
              <a:pathLst>
                <a:path w="5466" h="5216" extrusionOk="0">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0" name="Google Shape;12010;p64"/>
            <p:cNvSpPr/>
            <p:nvPr/>
          </p:nvSpPr>
          <p:spPr>
            <a:xfrm>
              <a:off x="4882170" y="3349841"/>
              <a:ext cx="358464" cy="352316"/>
            </a:xfrm>
            <a:custGeom>
              <a:avLst/>
              <a:gdLst/>
              <a:ahLst/>
              <a:cxnLst/>
              <a:rect l="l" t="t" r="r" b="b"/>
              <a:pathLst>
                <a:path w="11253" h="11060" extrusionOk="0">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11" name="Google Shape;12011;p64"/>
          <p:cNvSpPr/>
          <p:nvPr/>
        </p:nvSpPr>
        <p:spPr>
          <a:xfrm>
            <a:off x="3955221" y="2712008"/>
            <a:ext cx="358464" cy="356808"/>
          </a:xfrm>
          <a:custGeom>
            <a:avLst/>
            <a:gdLst/>
            <a:ahLst/>
            <a:cxnLst/>
            <a:rect l="l" t="t" r="r" b="b"/>
            <a:pathLst>
              <a:path w="11253" h="11201" extrusionOk="0">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2" name="Google Shape;12012;p64"/>
          <p:cNvSpPr/>
          <p:nvPr/>
        </p:nvSpPr>
        <p:spPr>
          <a:xfrm>
            <a:off x="3499727" y="2261228"/>
            <a:ext cx="380444" cy="310077"/>
          </a:xfrm>
          <a:custGeom>
            <a:avLst/>
            <a:gdLst/>
            <a:ahLst/>
            <a:cxnLst/>
            <a:rect l="l" t="t" r="r" b="b"/>
            <a:pathLst>
              <a:path w="11943" h="9734" extrusionOk="0">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13" name="Google Shape;12013;p64"/>
          <p:cNvGrpSpPr/>
          <p:nvPr/>
        </p:nvGrpSpPr>
        <p:grpSpPr>
          <a:xfrm>
            <a:off x="3044965" y="2254220"/>
            <a:ext cx="400194" cy="324316"/>
            <a:chOff x="3044965" y="2435220"/>
            <a:chExt cx="400194" cy="324316"/>
          </a:xfrm>
        </p:grpSpPr>
        <p:sp>
          <p:nvSpPr>
            <p:cNvPr id="12014" name="Google Shape;12014;p64"/>
            <p:cNvSpPr/>
            <p:nvPr/>
          </p:nvSpPr>
          <p:spPr>
            <a:xfrm>
              <a:off x="3105649" y="2649413"/>
              <a:ext cx="68329" cy="66864"/>
            </a:xfrm>
            <a:custGeom>
              <a:avLst/>
              <a:gdLst/>
              <a:ahLst/>
              <a:cxnLst/>
              <a:rect l="l" t="t" r="r" b="b"/>
              <a:pathLst>
                <a:path w="2145" h="2099" extrusionOk="0">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5" name="Google Shape;12015;p64"/>
            <p:cNvSpPr/>
            <p:nvPr/>
          </p:nvSpPr>
          <p:spPr>
            <a:xfrm>
              <a:off x="3297193" y="2649413"/>
              <a:ext cx="68297" cy="66864"/>
            </a:xfrm>
            <a:custGeom>
              <a:avLst/>
              <a:gdLst/>
              <a:ahLst/>
              <a:cxnLst/>
              <a:rect l="l" t="t" r="r" b="b"/>
              <a:pathLst>
                <a:path w="2144" h="2099" extrusionOk="0">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6" name="Google Shape;12016;p64"/>
            <p:cNvSpPr/>
            <p:nvPr/>
          </p:nvSpPr>
          <p:spPr>
            <a:xfrm>
              <a:off x="3044965" y="2435220"/>
              <a:ext cx="400194" cy="324316"/>
            </a:xfrm>
            <a:custGeom>
              <a:avLst/>
              <a:gdLst/>
              <a:ahLst/>
              <a:cxnLst/>
              <a:rect l="l" t="t" r="r" b="b"/>
              <a:pathLst>
                <a:path w="12563" h="10181" extrusionOk="0">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7" name="Google Shape;12017;p64"/>
          <p:cNvGrpSpPr/>
          <p:nvPr/>
        </p:nvGrpSpPr>
        <p:grpSpPr>
          <a:xfrm>
            <a:off x="4878379" y="2292892"/>
            <a:ext cx="367161" cy="287523"/>
            <a:chOff x="4878379" y="2473892"/>
            <a:chExt cx="367161" cy="287523"/>
          </a:xfrm>
        </p:grpSpPr>
        <p:sp>
          <p:nvSpPr>
            <p:cNvPr id="12018" name="Google Shape;12018;p64"/>
            <p:cNvSpPr/>
            <p:nvPr/>
          </p:nvSpPr>
          <p:spPr>
            <a:xfrm>
              <a:off x="5110889" y="2554676"/>
              <a:ext cx="75496" cy="71355"/>
            </a:xfrm>
            <a:custGeom>
              <a:avLst/>
              <a:gdLst/>
              <a:ahLst/>
              <a:cxnLst/>
              <a:rect l="l" t="t" r="r" b="b"/>
              <a:pathLst>
                <a:path w="2370" h="2240" extrusionOk="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9" name="Google Shape;12019;p64"/>
            <p:cNvSpPr/>
            <p:nvPr/>
          </p:nvSpPr>
          <p:spPr>
            <a:xfrm>
              <a:off x="4958049" y="2691972"/>
              <a:ext cx="45521" cy="45553"/>
            </a:xfrm>
            <a:custGeom>
              <a:avLst/>
              <a:gdLst/>
              <a:ahLst/>
              <a:cxnLst/>
              <a:rect l="l" t="t" r="r" b="b"/>
              <a:pathLst>
                <a:path w="1429" h="1430" extrusionOk="0">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0" name="Google Shape;12020;p64"/>
            <p:cNvSpPr/>
            <p:nvPr/>
          </p:nvSpPr>
          <p:spPr>
            <a:xfrm>
              <a:off x="5130225" y="2691972"/>
              <a:ext cx="45553" cy="45553"/>
            </a:xfrm>
            <a:custGeom>
              <a:avLst/>
              <a:gdLst/>
              <a:ahLst/>
              <a:cxnLst/>
              <a:rect l="l" t="t" r="r" b="b"/>
              <a:pathLst>
                <a:path w="1430" h="1430" extrusionOk="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1" name="Google Shape;12021;p64"/>
            <p:cNvSpPr/>
            <p:nvPr/>
          </p:nvSpPr>
          <p:spPr>
            <a:xfrm>
              <a:off x="4930717" y="2523586"/>
              <a:ext cx="100917" cy="100534"/>
            </a:xfrm>
            <a:custGeom>
              <a:avLst/>
              <a:gdLst/>
              <a:ahLst/>
              <a:cxnLst/>
              <a:rect l="l" t="t" r="r" b="b"/>
              <a:pathLst>
                <a:path w="3168" h="3156" extrusionOk="0">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64"/>
            <p:cNvSpPr/>
            <p:nvPr/>
          </p:nvSpPr>
          <p:spPr>
            <a:xfrm>
              <a:off x="4878379" y="2473892"/>
              <a:ext cx="367161" cy="287523"/>
            </a:xfrm>
            <a:custGeom>
              <a:avLst/>
              <a:gdLst/>
              <a:ahLst/>
              <a:cxnLst/>
              <a:rect l="l" t="t" r="r" b="b"/>
              <a:pathLst>
                <a:path w="11526" h="9026" extrusionOk="0">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3" name="Google Shape;12023;p64"/>
          <p:cNvGrpSpPr/>
          <p:nvPr/>
        </p:nvGrpSpPr>
        <p:grpSpPr>
          <a:xfrm>
            <a:off x="1325719" y="2706689"/>
            <a:ext cx="290581" cy="372481"/>
            <a:chOff x="1325719" y="2887689"/>
            <a:chExt cx="290581" cy="372481"/>
          </a:xfrm>
        </p:grpSpPr>
        <p:sp>
          <p:nvSpPr>
            <p:cNvPr id="12024" name="Google Shape;12024;p64"/>
            <p:cNvSpPr/>
            <p:nvPr/>
          </p:nvSpPr>
          <p:spPr>
            <a:xfrm>
              <a:off x="1424724" y="3106533"/>
              <a:ext cx="37971" cy="37939"/>
            </a:xfrm>
            <a:custGeom>
              <a:avLst/>
              <a:gdLst/>
              <a:ahLst/>
              <a:cxnLst/>
              <a:rect l="l" t="t" r="r" b="b"/>
              <a:pathLst>
                <a:path w="1192" h="1191" extrusionOk="0">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5" name="Google Shape;12025;p64"/>
            <p:cNvSpPr/>
            <p:nvPr/>
          </p:nvSpPr>
          <p:spPr>
            <a:xfrm>
              <a:off x="1325719" y="2887689"/>
              <a:ext cx="290581" cy="372481"/>
            </a:xfrm>
            <a:custGeom>
              <a:avLst/>
              <a:gdLst/>
              <a:ahLst/>
              <a:cxnLst/>
              <a:rect l="l" t="t" r="r" b="b"/>
              <a:pathLst>
                <a:path w="9122" h="11693" extrusionOk="0">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26" name="Google Shape;12026;p64"/>
          <p:cNvSpPr/>
          <p:nvPr/>
        </p:nvSpPr>
        <p:spPr>
          <a:xfrm>
            <a:off x="1819153" y="2701369"/>
            <a:ext cx="191194" cy="382738"/>
          </a:xfrm>
          <a:custGeom>
            <a:avLst/>
            <a:gdLst/>
            <a:ahLst/>
            <a:cxnLst/>
            <a:rect l="l" t="t" r="r" b="b"/>
            <a:pathLst>
              <a:path w="6002" h="12015" extrusionOk="0">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27" name="Google Shape;12027;p64"/>
          <p:cNvGrpSpPr/>
          <p:nvPr/>
        </p:nvGrpSpPr>
        <p:grpSpPr>
          <a:xfrm>
            <a:off x="3510335" y="2711499"/>
            <a:ext cx="360726" cy="361204"/>
            <a:chOff x="3510335" y="2892499"/>
            <a:chExt cx="360726" cy="361204"/>
          </a:xfrm>
        </p:grpSpPr>
        <p:sp>
          <p:nvSpPr>
            <p:cNvPr id="12028" name="Google Shape;12028;p64"/>
            <p:cNvSpPr/>
            <p:nvPr/>
          </p:nvSpPr>
          <p:spPr>
            <a:xfrm>
              <a:off x="3511864" y="2892499"/>
              <a:ext cx="359197" cy="358751"/>
            </a:xfrm>
            <a:custGeom>
              <a:avLst/>
              <a:gdLst/>
              <a:ahLst/>
              <a:cxnLst/>
              <a:rect l="l" t="t" r="r" b="b"/>
              <a:pathLst>
                <a:path w="11276" h="11262" extrusionOk="0">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9" name="Google Shape;12029;p64"/>
            <p:cNvSpPr/>
            <p:nvPr/>
          </p:nvSpPr>
          <p:spPr>
            <a:xfrm>
              <a:off x="3510335" y="2959936"/>
              <a:ext cx="176413" cy="43291"/>
            </a:xfrm>
            <a:custGeom>
              <a:avLst/>
              <a:gdLst/>
              <a:ahLst/>
              <a:cxnLst/>
              <a:rect l="l" t="t" r="r" b="b"/>
              <a:pathLst>
                <a:path w="5538" h="1359" extrusionOk="0">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0" name="Google Shape;12030;p64"/>
            <p:cNvSpPr/>
            <p:nvPr/>
          </p:nvSpPr>
          <p:spPr>
            <a:xfrm>
              <a:off x="3530435" y="2920213"/>
              <a:ext cx="133918" cy="35072"/>
            </a:xfrm>
            <a:custGeom>
              <a:avLst/>
              <a:gdLst/>
              <a:ahLst/>
              <a:cxnLst/>
              <a:rect l="l" t="t" r="r" b="b"/>
              <a:pathLst>
                <a:path w="4204" h="1101" extrusionOk="0">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1" name="Google Shape;12031;p64"/>
            <p:cNvSpPr/>
            <p:nvPr/>
          </p:nvSpPr>
          <p:spPr>
            <a:xfrm>
              <a:off x="3761416" y="3078787"/>
              <a:ext cx="53134" cy="174916"/>
            </a:xfrm>
            <a:custGeom>
              <a:avLst/>
              <a:gdLst/>
              <a:ahLst/>
              <a:cxnLst/>
              <a:rect l="l" t="t" r="r" b="b"/>
              <a:pathLst>
                <a:path w="1668" h="5491" extrusionOk="0">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2" name="Google Shape;12032;p64"/>
            <p:cNvSpPr/>
            <p:nvPr/>
          </p:nvSpPr>
          <p:spPr>
            <a:xfrm>
              <a:off x="3809230" y="3100990"/>
              <a:ext cx="42877" cy="132326"/>
            </a:xfrm>
            <a:custGeom>
              <a:avLst/>
              <a:gdLst/>
              <a:ahLst/>
              <a:cxnLst/>
              <a:rect l="l" t="t" r="r" b="b"/>
              <a:pathLst>
                <a:path w="1346" h="4154" extrusionOk="0">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3" name="Google Shape;12033;p64"/>
          <p:cNvGrpSpPr/>
          <p:nvPr/>
        </p:nvGrpSpPr>
        <p:grpSpPr>
          <a:xfrm>
            <a:off x="3086313" y="2696049"/>
            <a:ext cx="320143" cy="392581"/>
            <a:chOff x="3086313" y="2877049"/>
            <a:chExt cx="320143" cy="392581"/>
          </a:xfrm>
        </p:grpSpPr>
        <p:sp>
          <p:nvSpPr>
            <p:cNvPr id="12034" name="Google Shape;12034;p64"/>
            <p:cNvSpPr/>
            <p:nvPr/>
          </p:nvSpPr>
          <p:spPr>
            <a:xfrm>
              <a:off x="3125749" y="2915371"/>
              <a:ext cx="240505" cy="354259"/>
            </a:xfrm>
            <a:custGeom>
              <a:avLst/>
              <a:gdLst/>
              <a:ahLst/>
              <a:cxnLst/>
              <a:rect l="l" t="t" r="r" b="b"/>
              <a:pathLst>
                <a:path w="7550" h="11121" extrusionOk="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5" name="Google Shape;12035;p64"/>
            <p:cNvSpPr/>
            <p:nvPr/>
          </p:nvSpPr>
          <p:spPr>
            <a:xfrm>
              <a:off x="3263076" y="2942511"/>
              <a:ext cx="79287" cy="99579"/>
            </a:xfrm>
            <a:custGeom>
              <a:avLst/>
              <a:gdLst/>
              <a:ahLst/>
              <a:cxnLst/>
              <a:rect l="l" t="t" r="r" b="b"/>
              <a:pathLst>
                <a:path w="2489" h="3126" extrusionOk="0">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6" name="Google Shape;12036;p64"/>
            <p:cNvSpPr/>
            <p:nvPr/>
          </p:nvSpPr>
          <p:spPr>
            <a:xfrm>
              <a:off x="3237656" y="2939262"/>
              <a:ext cx="20897" cy="14462"/>
            </a:xfrm>
            <a:custGeom>
              <a:avLst/>
              <a:gdLst/>
              <a:ahLst/>
              <a:cxnLst/>
              <a:rect l="l" t="t" r="r" b="b"/>
              <a:pathLst>
                <a:path w="656" h="454" extrusionOk="0">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7" name="Google Shape;12037;p64"/>
            <p:cNvSpPr/>
            <p:nvPr/>
          </p:nvSpPr>
          <p:spPr>
            <a:xfrm>
              <a:off x="3379888" y="3029539"/>
              <a:ext cx="26567" cy="14048"/>
            </a:xfrm>
            <a:custGeom>
              <a:avLst/>
              <a:gdLst/>
              <a:ahLst/>
              <a:cxnLst/>
              <a:rect l="l" t="t" r="r" b="b"/>
              <a:pathLst>
                <a:path w="834" h="441" extrusionOk="0">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64"/>
            <p:cNvSpPr/>
            <p:nvPr/>
          </p:nvSpPr>
          <p:spPr>
            <a:xfrm>
              <a:off x="3086313" y="3029539"/>
              <a:ext cx="26599" cy="14048"/>
            </a:xfrm>
            <a:custGeom>
              <a:avLst/>
              <a:gdLst/>
              <a:ahLst/>
              <a:cxnLst/>
              <a:rect l="l" t="t" r="r" b="b"/>
              <a:pathLst>
                <a:path w="835" h="441" extrusionOk="0">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64"/>
            <p:cNvSpPr/>
            <p:nvPr/>
          </p:nvSpPr>
          <p:spPr>
            <a:xfrm>
              <a:off x="3359788" y="2953469"/>
              <a:ext cx="26567" cy="20355"/>
            </a:xfrm>
            <a:custGeom>
              <a:avLst/>
              <a:gdLst/>
              <a:ahLst/>
              <a:cxnLst/>
              <a:rect l="l" t="t" r="r" b="b"/>
              <a:pathLst>
                <a:path w="834" h="639" extrusionOk="0">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64"/>
            <p:cNvSpPr/>
            <p:nvPr/>
          </p:nvSpPr>
          <p:spPr>
            <a:xfrm>
              <a:off x="3106413" y="3100034"/>
              <a:ext cx="26599" cy="20164"/>
            </a:xfrm>
            <a:custGeom>
              <a:avLst/>
              <a:gdLst/>
              <a:ahLst/>
              <a:cxnLst/>
              <a:rect l="l" t="t" r="r" b="b"/>
              <a:pathLst>
                <a:path w="835" h="633" extrusionOk="0">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1" name="Google Shape;12041;p64"/>
            <p:cNvSpPr/>
            <p:nvPr/>
          </p:nvSpPr>
          <p:spPr>
            <a:xfrm>
              <a:off x="3308565" y="2897277"/>
              <a:ext cx="22044" cy="24178"/>
            </a:xfrm>
            <a:custGeom>
              <a:avLst/>
              <a:gdLst/>
              <a:ahLst/>
              <a:cxnLst/>
              <a:rect l="l" t="t" r="r" b="b"/>
              <a:pathLst>
                <a:path w="692" h="759" extrusionOk="0">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2" name="Google Shape;12042;p64"/>
            <p:cNvSpPr/>
            <p:nvPr/>
          </p:nvSpPr>
          <p:spPr>
            <a:xfrm>
              <a:off x="3239153" y="2877049"/>
              <a:ext cx="14080" cy="26599"/>
            </a:xfrm>
            <a:custGeom>
              <a:avLst/>
              <a:gdLst/>
              <a:ahLst/>
              <a:cxnLst/>
              <a:rect l="l" t="t" r="r" b="b"/>
              <a:pathLst>
                <a:path w="442" h="835" extrusionOk="0">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3" name="Google Shape;12043;p64"/>
            <p:cNvSpPr/>
            <p:nvPr/>
          </p:nvSpPr>
          <p:spPr>
            <a:xfrm>
              <a:off x="3161809" y="2897500"/>
              <a:ext cx="22394" cy="24337"/>
            </a:xfrm>
            <a:custGeom>
              <a:avLst/>
              <a:gdLst/>
              <a:ahLst/>
              <a:cxnLst/>
              <a:rect l="l" t="t" r="r" b="b"/>
              <a:pathLst>
                <a:path w="703" h="764" extrusionOk="0">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64"/>
            <p:cNvSpPr/>
            <p:nvPr/>
          </p:nvSpPr>
          <p:spPr>
            <a:xfrm>
              <a:off x="3106413" y="2953151"/>
              <a:ext cx="26599" cy="19909"/>
            </a:xfrm>
            <a:custGeom>
              <a:avLst/>
              <a:gdLst/>
              <a:ahLst/>
              <a:cxnLst/>
              <a:rect l="l" t="t" r="r" b="b"/>
              <a:pathLst>
                <a:path w="835" h="625" extrusionOk="0">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64"/>
            <p:cNvSpPr/>
            <p:nvPr/>
          </p:nvSpPr>
          <p:spPr>
            <a:xfrm>
              <a:off x="3360520" y="3099811"/>
              <a:ext cx="25834" cy="20005"/>
            </a:xfrm>
            <a:custGeom>
              <a:avLst/>
              <a:gdLst/>
              <a:ahLst/>
              <a:cxnLst/>
              <a:rect l="l" t="t" r="r" b="b"/>
              <a:pathLst>
                <a:path w="811" h="628" extrusionOk="0">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46" name="Google Shape;12046;p64"/>
          <p:cNvSpPr/>
          <p:nvPr/>
        </p:nvSpPr>
        <p:spPr>
          <a:xfrm>
            <a:off x="2253814" y="2713123"/>
            <a:ext cx="210530" cy="357700"/>
          </a:xfrm>
          <a:custGeom>
            <a:avLst/>
            <a:gdLst/>
            <a:ahLst/>
            <a:cxnLst/>
            <a:rect l="l" t="t" r="r" b="b"/>
            <a:pathLst>
              <a:path w="6609" h="11229" extrusionOk="0">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47" name="Google Shape;12047;p64"/>
          <p:cNvGrpSpPr/>
          <p:nvPr/>
        </p:nvGrpSpPr>
        <p:grpSpPr>
          <a:xfrm>
            <a:off x="861113" y="2704746"/>
            <a:ext cx="333809" cy="373277"/>
            <a:chOff x="861113" y="2885746"/>
            <a:chExt cx="333809" cy="373277"/>
          </a:xfrm>
        </p:grpSpPr>
        <p:sp>
          <p:nvSpPr>
            <p:cNvPr id="12048" name="Google Shape;12048;p64"/>
            <p:cNvSpPr/>
            <p:nvPr/>
          </p:nvSpPr>
          <p:spPr>
            <a:xfrm>
              <a:off x="861113" y="2981533"/>
              <a:ext cx="315970" cy="277489"/>
            </a:xfrm>
            <a:custGeom>
              <a:avLst/>
              <a:gdLst/>
              <a:ahLst/>
              <a:cxnLst/>
              <a:rect l="l" t="t" r="r" b="b"/>
              <a:pathLst>
                <a:path w="9919" h="8711" extrusionOk="0">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64"/>
            <p:cNvSpPr/>
            <p:nvPr/>
          </p:nvSpPr>
          <p:spPr>
            <a:xfrm>
              <a:off x="1024976" y="2981756"/>
              <a:ext cx="125572" cy="45903"/>
            </a:xfrm>
            <a:custGeom>
              <a:avLst/>
              <a:gdLst/>
              <a:ahLst/>
              <a:cxnLst/>
              <a:rect l="l" t="t" r="r" b="b"/>
              <a:pathLst>
                <a:path w="3942" h="1441" extrusionOk="0">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0" name="Google Shape;12050;p64"/>
            <p:cNvSpPr/>
            <p:nvPr/>
          </p:nvSpPr>
          <p:spPr>
            <a:xfrm>
              <a:off x="979455" y="2885746"/>
              <a:ext cx="215467" cy="145705"/>
            </a:xfrm>
            <a:custGeom>
              <a:avLst/>
              <a:gdLst/>
              <a:ahLst/>
              <a:cxnLst/>
              <a:rect l="l" t="t" r="r" b="b"/>
              <a:pathLst>
                <a:path w="6764" h="4574" extrusionOk="0">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51" name="Google Shape;12051;p64"/>
          <p:cNvSpPr/>
          <p:nvPr/>
        </p:nvSpPr>
        <p:spPr>
          <a:xfrm>
            <a:off x="2616005" y="2705542"/>
            <a:ext cx="371366" cy="372353"/>
          </a:xfrm>
          <a:custGeom>
            <a:avLst/>
            <a:gdLst/>
            <a:ahLst/>
            <a:cxnLst/>
            <a:rect l="l" t="t" r="r" b="b"/>
            <a:pathLst>
              <a:path w="11658" h="11689" extrusionOk="0">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64"/>
          <p:cNvSpPr/>
          <p:nvPr/>
        </p:nvSpPr>
        <p:spPr>
          <a:xfrm>
            <a:off x="2160129" y="1335235"/>
            <a:ext cx="399780" cy="341740"/>
          </a:xfrm>
          <a:custGeom>
            <a:avLst/>
            <a:gdLst/>
            <a:ahLst/>
            <a:cxnLst/>
            <a:rect l="l" t="t" r="r" b="b"/>
            <a:pathLst>
              <a:path w="12550" h="10728" extrusionOk="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53" name="Google Shape;12053;p64"/>
          <p:cNvGrpSpPr/>
          <p:nvPr/>
        </p:nvGrpSpPr>
        <p:grpSpPr>
          <a:xfrm>
            <a:off x="1297654" y="1323481"/>
            <a:ext cx="349354" cy="362223"/>
            <a:chOff x="1297654" y="1504481"/>
            <a:chExt cx="349354" cy="362223"/>
          </a:xfrm>
        </p:grpSpPr>
        <p:sp>
          <p:nvSpPr>
            <p:cNvPr id="12054" name="Google Shape;12054;p64"/>
            <p:cNvSpPr/>
            <p:nvPr/>
          </p:nvSpPr>
          <p:spPr>
            <a:xfrm>
              <a:off x="1297654" y="1504481"/>
              <a:ext cx="349354" cy="362223"/>
            </a:xfrm>
            <a:custGeom>
              <a:avLst/>
              <a:gdLst/>
              <a:ahLst/>
              <a:cxnLst/>
              <a:rect l="l" t="t" r="r" b="b"/>
              <a:pathLst>
                <a:path w="10967" h="11371" extrusionOk="0">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5" name="Google Shape;12055;p64"/>
            <p:cNvSpPr/>
            <p:nvPr/>
          </p:nvSpPr>
          <p:spPr>
            <a:xfrm>
              <a:off x="1354930" y="1618713"/>
              <a:ext cx="224960" cy="206516"/>
            </a:xfrm>
            <a:custGeom>
              <a:avLst/>
              <a:gdLst/>
              <a:ahLst/>
              <a:cxnLst/>
              <a:rect l="l" t="t" r="r" b="b"/>
              <a:pathLst>
                <a:path w="7062" h="6483" extrusionOk="0">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6" name="Google Shape;12056;p64"/>
            <p:cNvSpPr/>
            <p:nvPr/>
          </p:nvSpPr>
          <p:spPr>
            <a:xfrm>
              <a:off x="1453553" y="1643305"/>
              <a:ext cx="73235" cy="141436"/>
            </a:xfrm>
            <a:custGeom>
              <a:avLst/>
              <a:gdLst/>
              <a:ahLst/>
              <a:cxnLst/>
              <a:rect l="l" t="t" r="r" b="b"/>
              <a:pathLst>
                <a:path w="2299" h="4440" extrusionOk="0">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57" name="Google Shape;12057;p64"/>
          <p:cNvSpPr/>
          <p:nvPr/>
        </p:nvSpPr>
        <p:spPr>
          <a:xfrm>
            <a:off x="3945378" y="1349729"/>
            <a:ext cx="381209" cy="312466"/>
          </a:xfrm>
          <a:custGeom>
            <a:avLst/>
            <a:gdLst/>
            <a:ahLst/>
            <a:cxnLst/>
            <a:rect l="l" t="t" r="r" b="b"/>
            <a:pathLst>
              <a:path w="11967" h="9809" extrusionOk="0">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58" name="Google Shape;12058;p64"/>
          <p:cNvGrpSpPr/>
          <p:nvPr/>
        </p:nvGrpSpPr>
        <p:grpSpPr>
          <a:xfrm>
            <a:off x="852385" y="1329916"/>
            <a:ext cx="353145" cy="351998"/>
            <a:chOff x="852385" y="1510916"/>
            <a:chExt cx="353145" cy="351998"/>
          </a:xfrm>
        </p:grpSpPr>
        <p:sp>
          <p:nvSpPr>
            <p:cNvPr id="12059" name="Google Shape;12059;p64"/>
            <p:cNvSpPr/>
            <p:nvPr/>
          </p:nvSpPr>
          <p:spPr>
            <a:xfrm>
              <a:off x="852385" y="1510916"/>
              <a:ext cx="353145" cy="187785"/>
            </a:xfrm>
            <a:custGeom>
              <a:avLst/>
              <a:gdLst/>
              <a:ahLst/>
              <a:cxnLst/>
              <a:rect l="l" t="t" r="r" b="b"/>
              <a:pathLst>
                <a:path w="11086" h="5895" extrusionOk="0">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0" name="Google Shape;12060;p64"/>
            <p:cNvSpPr/>
            <p:nvPr/>
          </p:nvSpPr>
          <p:spPr>
            <a:xfrm>
              <a:off x="852385" y="1609921"/>
              <a:ext cx="353145" cy="252992"/>
            </a:xfrm>
            <a:custGeom>
              <a:avLst/>
              <a:gdLst/>
              <a:ahLst/>
              <a:cxnLst/>
              <a:rect l="l" t="t" r="r" b="b"/>
              <a:pathLst>
                <a:path w="11086" h="7942" extrusionOk="0">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1" name="Google Shape;12061;p64"/>
            <p:cNvSpPr/>
            <p:nvPr/>
          </p:nvSpPr>
          <p:spPr>
            <a:xfrm>
              <a:off x="928264" y="1584501"/>
              <a:ext cx="198775" cy="140735"/>
            </a:xfrm>
            <a:custGeom>
              <a:avLst/>
              <a:gdLst/>
              <a:ahLst/>
              <a:cxnLst/>
              <a:rect l="l" t="t" r="r" b="b"/>
              <a:pathLst>
                <a:path w="6240" h="4418" extrusionOk="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2" name="Google Shape;12062;p64"/>
          <p:cNvGrpSpPr/>
          <p:nvPr/>
        </p:nvGrpSpPr>
        <p:grpSpPr>
          <a:xfrm>
            <a:off x="1745217" y="1334471"/>
            <a:ext cx="343269" cy="342505"/>
            <a:chOff x="1745217" y="1515471"/>
            <a:chExt cx="343269" cy="342505"/>
          </a:xfrm>
        </p:grpSpPr>
        <p:sp>
          <p:nvSpPr>
            <p:cNvPr id="12063" name="Google Shape;12063;p64"/>
            <p:cNvSpPr/>
            <p:nvPr/>
          </p:nvSpPr>
          <p:spPr>
            <a:xfrm>
              <a:off x="1854448" y="1647096"/>
              <a:ext cx="22012" cy="21630"/>
            </a:xfrm>
            <a:custGeom>
              <a:avLst/>
              <a:gdLst/>
              <a:ahLst/>
              <a:cxnLst/>
              <a:rect l="l" t="t" r="r" b="b"/>
              <a:pathLst>
                <a:path w="691" h="679" extrusionOk="0">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4" name="Google Shape;12064;p64"/>
            <p:cNvSpPr/>
            <p:nvPr/>
          </p:nvSpPr>
          <p:spPr>
            <a:xfrm>
              <a:off x="1906021" y="1647096"/>
              <a:ext cx="21661" cy="21630"/>
            </a:xfrm>
            <a:custGeom>
              <a:avLst/>
              <a:gdLst/>
              <a:ahLst/>
              <a:cxnLst/>
              <a:rect l="l" t="t" r="r" b="b"/>
              <a:pathLst>
                <a:path w="680" h="679" extrusionOk="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64"/>
            <p:cNvSpPr/>
            <p:nvPr/>
          </p:nvSpPr>
          <p:spPr>
            <a:xfrm>
              <a:off x="1956830" y="1647096"/>
              <a:ext cx="22044" cy="21630"/>
            </a:xfrm>
            <a:custGeom>
              <a:avLst/>
              <a:gdLst/>
              <a:ahLst/>
              <a:cxnLst/>
              <a:rect l="l" t="t" r="r" b="b"/>
              <a:pathLst>
                <a:path w="692" h="679" extrusionOk="0">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64"/>
            <p:cNvSpPr/>
            <p:nvPr/>
          </p:nvSpPr>
          <p:spPr>
            <a:xfrm>
              <a:off x="1745217" y="1515471"/>
              <a:ext cx="343269" cy="342505"/>
            </a:xfrm>
            <a:custGeom>
              <a:avLst/>
              <a:gdLst/>
              <a:ahLst/>
              <a:cxnLst/>
              <a:rect l="l" t="t" r="r" b="b"/>
              <a:pathLst>
                <a:path w="10776" h="10752" extrusionOk="0">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67" name="Google Shape;12067;p64"/>
          <p:cNvSpPr/>
          <p:nvPr/>
        </p:nvSpPr>
        <p:spPr>
          <a:xfrm>
            <a:off x="3509220" y="1324437"/>
            <a:ext cx="365632" cy="363561"/>
          </a:xfrm>
          <a:custGeom>
            <a:avLst/>
            <a:gdLst/>
            <a:ahLst/>
            <a:cxnLst/>
            <a:rect l="l" t="t" r="r" b="b"/>
            <a:pathLst>
              <a:path w="11478" h="11413" extrusionOk="0">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68" name="Google Shape;12068;p64"/>
          <p:cNvGrpSpPr/>
          <p:nvPr/>
        </p:nvGrpSpPr>
        <p:grpSpPr>
          <a:xfrm>
            <a:off x="3042703" y="1348137"/>
            <a:ext cx="411535" cy="315587"/>
            <a:chOff x="3042703" y="1529137"/>
            <a:chExt cx="411535" cy="315587"/>
          </a:xfrm>
        </p:grpSpPr>
        <p:sp>
          <p:nvSpPr>
            <p:cNvPr id="12069" name="Google Shape;12069;p64"/>
            <p:cNvSpPr/>
            <p:nvPr/>
          </p:nvSpPr>
          <p:spPr>
            <a:xfrm>
              <a:off x="3042703" y="1529137"/>
              <a:ext cx="411535" cy="315587"/>
            </a:xfrm>
            <a:custGeom>
              <a:avLst/>
              <a:gdLst/>
              <a:ahLst/>
              <a:cxnLst/>
              <a:rect l="l" t="t" r="r" b="b"/>
              <a:pathLst>
                <a:path w="12919" h="9907" extrusionOk="0">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0" name="Google Shape;12070;p64"/>
            <p:cNvSpPr/>
            <p:nvPr/>
          </p:nvSpPr>
          <p:spPr>
            <a:xfrm>
              <a:off x="3077967" y="1557965"/>
              <a:ext cx="12169" cy="12551"/>
            </a:xfrm>
            <a:custGeom>
              <a:avLst/>
              <a:gdLst/>
              <a:ahLst/>
              <a:cxnLst/>
              <a:rect l="l" t="t" r="r" b="b"/>
              <a:pathLst>
                <a:path w="382" h="394" extrusionOk="0">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64"/>
            <p:cNvSpPr/>
            <p:nvPr/>
          </p:nvSpPr>
          <p:spPr>
            <a:xfrm>
              <a:off x="3099978" y="1557965"/>
              <a:ext cx="12551" cy="12551"/>
            </a:xfrm>
            <a:custGeom>
              <a:avLst/>
              <a:gdLst/>
              <a:ahLst/>
              <a:cxnLst/>
              <a:rect l="l" t="t" r="r" b="b"/>
              <a:pathLst>
                <a:path w="394" h="394" extrusionOk="0">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2" name="Google Shape;12072;p64"/>
            <p:cNvSpPr/>
            <p:nvPr/>
          </p:nvSpPr>
          <p:spPr>
            <a:xfrm>
              <a:off x="3122341" y="1557965"/>
              <a:ext cx="12551" cy="12551"/>
            </a:xfrm>
            <a:custGeom>
              <a:avLst/>
              <a:gdLst/>
              <a:ahLst/>
              <a:cxnLst/>
              <a:rect l="l" t="t" r="r" b="b"/>
              <a:pathLst>
                <a:path w="394" h="394" extrusionOk="0">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3" name="Google Shape;12073;p64"/>
            <p:cNvSpPr/>
            <p:nvPr/>
          </p:nvSpPr>
          <p:spPr>
            <a:xfrm>
              <a:off x="3342331" y="1557965"/>
              <a:ext cx="79669" cy="12551"/>
            </a:xfrm>
            <a:custGeom>
              <a:avLst/>
              <a:gdLst/>
              <a:ahLst/>
              <a:cxnLst/>
              <a:rect l="l" t="t" r="r" b="b"/>
              <a:pathLst>
                <a:path w="2501" h="394" extrusionOk="0">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4" name="Google Shape;12074;p64"/>
            <p:cNvSpPr/>
            <p:nvPr/>
          </p:nvSpPr>
          <p:spPr>
            <a:xfrm>
              <a:off x="3306303" y="1557965"/>
              <a:ext cx="26949" cy="12551"/>
            </a:xfrm>
            <a:custGeom>
              <a:avLst/>
              <a:gdLst/>
              <a:ahLst/>
              <a:cxnLst/>
              <a:rect l="l" t="t" r="r" b="b"/>
              <a:pathLst>
                <a:path w="846" h="394" extrusionOk="0">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5" name="Google Shape;12075;p64"/>
            <p:cNvSpPr/>
            <p:nvPr/>
          </p:nvSpPr>
          <p:spPr>
            <a:xfrm>
              <a:off x="3165217" y="1622822"/>
              <a:ext cx="166888" cy="121750"/>
            </a:xfrm>
            <a:custGeom>
              <a:avLst/>
              <a:gdLst/>
              <a:ahLst/>
              <a:cxnLst/>
              <a:rect l="l" t="t" r="r" b="b"/>
              <a:pathLst>
                <a:path w="5239" h="3822" extrusionOk="0">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64"/>
            <p:cNvSpPr/>
            <p:nvPr/>
          </p:nvSpPr>
          <p:spPr>
            <a:xfrm>
              <a:off x="3222843" y="1657226"/>
              <a:ext cx="54281" cy="53612"/>
            </a:xfrm>
            <a:custGeom>
              <a:avLst/>
              <a:gdLst/>
              <a:ahLst/>
              <a:cxnLst/>
              <a:rect l="l" t="t" r="r" b="b"/>
              <a:pathLst>
                <a:path w="1704" h="1683" extrusionOk="0">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7" name="Google Shape;12077;p64"/>
            <p:cNvSpPr/>
            <p:nvPr/>
          </p:nvSpPr>
          <p:spPr>
            <a:xfrm>
              <a:off x="3087459" y="1800700"/>
              <a:ext cx="160454" cy="12519"/>
            </a:xfrm>
            <a:custGeom>
              <a:avLst/>
              <a:gdLst/>
              <a:ahLst/>
              <a:cxnLst/>
              <a:rect l="l" t="t" r="r" b="b"/>
              <a:pathLst>
                <a:path w="5037" h="393" extrusionOk="0">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8" name="Google Shape;12078;p64"/>
            <p:cNvSpPr/>
            <p:nvPr/>
          </p:nvSpPr>
          <p:spPr>
            <a:xfrm>
              <a:off x="3368866" y="1800318"/>
              <a:ext cx="43673" cy="12169"/>
            </a:xfrm>
            <a:custGeom>
              <a:avLst/>
              <a:gdLst/>
              <a:ahLst/>
              <a:cxnLst/>
              <a:rect l="l" t="t" r="r" b="b"/>
              <a:pathLst>
                <a:path w="1371" h="382" extrusionOk="0">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9" name="Google Shape;12079;p64"/>
          <p:cNvGrpSpPr/>
          <p:nvPr/>
        </p:nvGrpSpPr>
        <p:grpSpPr>
          <a:xfrm>
            <a:off x="2629289" y="1363682"/>
            <a:ext cx="350501" cy="284497"/>
            <a:chOff x="2629289" y="1544682"/>
            <a:chExt cx="350501" cy="284497"/>
          </a:xfrm>
        </p:grpSpPr>
        <p:sp>
          <p:nvSpPr>
            <p:cNvPr id="12080" name="Google Shape;12080;p64"/>
            <p:cNvSpPr/>
            <p:nvPr/>
          </p:nvSpPr>
          <p:spPr>
            <a:xfrm>
              <a:off x="2835614" y="1818507"/>
              <a:ext cx="10289" cy="10671"/>
            </a:xfrm>
            <a:custGeom>
              <a:avLst/>
              <a:gdLst/>
              <a:ahLst/>
              <a:cxnLst/>
              <a:rect l="l" t="t" r="r" b="b"/>
              <a:pathLst>
                <a:path w="323" h="335" extrusionOk="0">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1" name="Google Shape;12081;p64"/>
            <p:cNvSpPr/>
            <p:nvPr/>
          </p:nvSpPr>
          <p:spPr>
            <a:xfrm>
              <a:off x="2629289" y="1544682"/>
              <a:ext cx="318614" cy="284497"/>
            </a:xfrm>
            <a:custGeom>
              <a:avLst/>
              <a:gdLst/>
              <a:ahLst/>
              <a:cxnLst/>
              <a:rect l="l" t="t" r="r" b="b"/>
              <a:pathLst>
                <a:path w="10002" h="8931" extrusionOk="0">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2" name="Google Shape;12082;p64"/>
            <p:cNvSpPr/>
            <p:nvPr/>
          </p:nvSpPr>
          <p:spPr>
            <a:xfrm>
              <a:off x="2876962" y="1818507"/>
              <a:ext cx="30740" cy="10671"/>
            </a:xfrm>
            <a:custGeom>
              <a:avLst/>
              <a:gdLst/>
              <a:ahLst/>
              <a:cxnLst/>
              <a:rect l="l" t="t" r="r" b="b"/>
              <a:pathLst>
                <a:path w="965" h="335" extrusionOk="0">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64"/>
            <p:cNvSpPr/>
            <p:nvPr/>
          </p:nvSpPr>
          <p:spPr>
            <a:xfrm>
              <a:off x="2969118" y="1818507"/>
              <a:ext cx="10671" cy="10671"/>
            </a:xfrm>
            <a:custGeom>
              <a:avLst/>
              <a:gdLst/>
              <a:ahLst/>
              <a:cxnLst/>
              <a:rect l="l" t="t" r="r" b="b"/>
              <a:pathLst>
                <a:path w="335" h="335" extrusionOk="0">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4" name="Google Shape;12084;p64"/>
            <p:cNvSpPr/>
            <p:nvPr/>
          </p:nvSpPr>
          <p:spPr>
            <a:xfrm>
              <a:off x="2916780" y="1818507"/>
              <a:ext cx="34563" cy="10671"/>
            </a:xfrm>
            <a:custGeom>
              <a:avLst/>
              <a:gdLst/>
              <a:ahLst/>
              <a:cxnLst/>
              <a:rect l="l" t="t" r="r" b="b"/>
              <a:pathLst>
                <a:path w="1085" h="335" extrusionOk="0">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5" name="Google Shape;12085;p64"/>
          <p:cNvGrpSpPr/>
          <p:nvPr/>
        </p:nvGrpSpPr>
        <p:grpSpPr>
          <a:xfrm>
            <a:off x="5305077" y="1321633"/>
            <a:ext cx="367893" cy="365218"/>
            <a:chOff x="5305077" y="1502633"/>
            <a:chExt cx="367893" cy="365218"/>
          </a:xfrm>
        </p:grpSpPr>
        <p:sp>
          <p:nvSpPr>
            <p:cNvPr id="12086" name="Google Shape;12086;p64"/>
            <p:cNvSpPr/>
            <p:nvPr/>
          </p:nvSpPr>
          <p:spPr>
            <a:xfrm>
              <a:off x="5305077" y="1502633"/>
              <a:ext cx="261338" cy="365218"/>
            </a:xfrm>
            <a:custGeom>
              <a:avLst/>
              <a:gdLst/>
              <a:ahLst/>
              <a:cxnLst/>
              <a:rect l="l" t="t" r="r" b="b"/>
              <a:pathLst>
                <a:path w="8204" h="11465" extrusionOk="0">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7" name="Google Shape;12087;p64"/>
            <p:cNvSpPr/>
            <p:nvPr/>
          </p:nvSpPr>
          <p:spPr>
            <a:xfrm>
              <a:off x="5495092" y="1503111"/>
              <a:ext cx="177878" cy="233147"/>
            </a:xfrm>
            <a:custGeom>
              <a:avLst/>
              <a:gdLst/>
              <a:ahLst/>
              <a:cxnLst/>
              <a:rect l="l" t="t" r="r" b="b"/>
              <a:pathLst>
                <a:path w="5584" h="7319" extrusionOk="0">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8" name="Google Shape;12088;p64"/>
          <p:cNvGrpSpPr/>
          <p:nvPr/>
        </p:nvGrpSpPr>
        <p:grpSpPr>
          <a:xfrm>
            <a:off x="7100170" y="1319117"/>
            <a:ext cx="368308" cy="367033"/>
            <a:chOff x="7100170" y="1500117"/>
            <a:chExt cx="368308" cy="367033"/>
          </a:xfrm>
        </p:grpSpPr>
        <p:sp>
          <p:nvSpPr>
            <p:cNvPr id="12089" name="Google Shape;12089;p64"/>
            <p:cNvSpPr/>
            <p:nvPr/>
          </p:nvSpPr>
          <p:spPr>
            <a:xfrm>
              <a:off x="7328698" y="1501041"/>
              <a:ext cx="139780" cy="97126"/>
            </a:xfrm>
            <a:custGeom>
              <a:avLst/>
              <a:gdLst/>
              <a:ahLst/>
              <a:cxnLst/>
              <a:rect l="l" t="t" r="r" b="b"/>
              <a:pathLst>
                <a:path w="4388" h="3049" extrusionOk="0">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0" name="Google Shape;12090;p64"/>
            <p:cNvSpPr/>
            <p:nvPr/>
          </p:nvSpPr>
          <p:spPr>
            <a:xfrm>
              <a:off x="7100170" y="1500117"/>
              <a:ext cx="192691" cy="307942"/>
            </a:xfrm>
            <a:custGeom>
              <a:avLst/>
              <a:gdLst/>
              <a:ahLst/>
              <a:cxnLst/>
              <a:rect l="l" t="t" r="r" b="b"/>
              <a:pathLst>
                <a:path w="6049" h="9667" extrusionOk="0">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1" name="Google Shape;12091;p64"/>
            <p:cNvSpPr/>
            <p:nvPr/>
          </p:nvSpPr>
          <p:spPr>
            <a:xfrm>
              <a:off x="7160089" y="1766170"/>
              <a:ext cx="19017" cy="18986"/>
            </a:xfrm>
            <a:custGeom>
              <a:avLst/>
              <a:gdLst/>
              <a:ahLst/>
              <a:cxnLst/>
              <a:rect l="l" t="t" r="r" b="b"/>
              <a:pathLst>
                <a:path w="597" h="596" extrusionOk="0">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2" name="Google Shape;12092;p64"/>
            <p:cNvSpPr/>
            <p:nvPr/>
          </p:nvSpPr>
          <p:spPr>
            <a:xfrm>
              <a:off x="7295505" y="1540031"/>
              <a:ext cx="18986" cy="19081"/>
            </a:xfrm>
            <a:custGeom>
              <a:avLst/>
              <a:gdLst/>
              <a:ahLst/>
              <a:cxnLst/>
              <a:rect l="l" t="t" r="r" b="b"/>
              <a:pathLst>
                <a:path w="596" h="599" extrusionOk="0">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3" name="Google Shape;12093;p64"/>
            <p:cNvSpPr/>
            <p:nvPr/>
          </p:nvSpPr>
          <p:spPr>
            <a:xfrm>
              <a:off x="7337968" y="1631519"/>
              <a:ext cx="19017" cy="19017"/>
            </a:xfrm>
            <a:custGeom>
              <a:avLst/>
              <a:gdLst/>
              <a:ahLst/>
              <a:cxnLst/>
              <a:rect l="l" t="t" r="r" b="b"/>
              <a:pathLst>
                <a:path w="597" h="597" extrusionOk="0">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4" name="Google Shape;12094;p64"/>
            <p:cNvSpPr/>
            <p:nvPr/>
          </p:nvSpPr>
          <p:spPr>
            <a:xfrm>
              <a:off x="7275404" y="1612947"/>
              <a:ext cx="18986" cy="18986"/>
            </a:xfrm>
            <a:custGeom>
              <a:avLst/>
              <a:gdLst/>
              <a:ahLst/>
              <a:cxnLst/>
              <a:rect l="l" t="t" r="r" b="b"/>
              <a:pathLst>
                <a:path w="596" h="596" extrusionOk="0">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5" name="Google Shape;12095;p64"/>
            <p:cNvSpPr/>
            <p:nvPr/>
          </p:nvSpPr>
          <p:spPr>
            <a:xfrm>
              <a:off x="7248837" y="1688029"/>
              <a:ext cx="19017" cy="19017"/>
            </a:xfrm>
            <a:custGeom>
              <a:avLst/>
              <a:gdLst/>
              <a:ahLst/>
              <a:cxnLst/>
              <a:rect l="l" t="t" r="r" b="b"/>
              <a:pathLst>
                <a:path w="597" h="597" extrusionOk="0">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6" name="Google Shape;12096;p64"/>
            <p:cNvSpPr/>
            <p:nvPr/>
          </p:nvSpPr>
          <p:spPr>
            <a:xfrm>
              <a:off x="7413464" y="1587527"/>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64"/>
            <p:cNvSpPr/>
            <p:nvPr/>
          </p:nvSpPr>
          <p:spPr>
            <a:xfrm>
              <a:off x="7114218" y="1832906"/>
              <a:ext cx="18986" cy="19017"/>
            </a:xfrm>
            <a:custGeom>
              <a:avLst/>
              <a:gdLst/>
              <a:ahLst/>
              <a:cxnLst/>
              <a:rect l="l" t="t" r="r" b="b"/>
              <a:pathLst>
                <a:path w="596" h="597" extrusionOk="0">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64"/>
            <p:cNvSpPr/>
            <p:nvPr/>
          </p:nvSpPr>
          <p:spPr>
            <a:xfrm>
              <a:off x="7128999" y="1785506"/>
              <a:ext cx="18986" cy="19017"/>
            </a:xfrm>
            <a:custGeom>
              <a:avLst/>
              <a:gdLst/>
              <a:ahLst/>
              <a:cxnLst/>
              <a:rect l="l" t="t" r="r" b="b"/>
              <a:pathLst>
                <a:path w="596" h="597" extrusionOk="0">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64"/>
            <p:cNvSpPr/>
            <p:nvPr/>
          </p:nvSpPr>
          <p:spPr>
            <a:xfrm>
              <a:off x="7148335" y="1815481"/>
              <a:ext cx="18986" cy="18986"/>
            </a:xfrm>
            <a:custGeom>
              <a:avLst/>
              <a:gdLst/>
              <a:ahLst/>
              <a:cxnLst/>
              <a:rect l="l" t="t" r="r" b="b"/>
              <a:pathLst>
                <a:path w="596" h="596" extrusionOk="0">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64"/>
            <p:cNvSpPr/>
            <p:nvPr/>
          </p:nvSpPr>
          <p:spPr>
            <a:xfrm>
              <a:off x="7158592" y="1661494"/>
              <a:ext cx="208236" cy="205656"/>
            </a:xfrm>
            <a:custGeom>
              <a:avLst/>
              <a:gdLst/>
              <a:ahLst/>
              <a:cxnLst/>
              <a:rect l="l" t="t" r="r" b="b"/>
              <a:pathLst>
                <a:path w="6537" h="6456" extrusionOk="0">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1" name="Google Shape;12101;p64"/>
            <p:cNvSpPr/>
            <p:nvPr/>
          </p:nvSpPr>
          <p:spPr>
            <a:xfrm>
              <a:off x="7374696" y="1635660"/>
              <a:ext cx="93781" cy="28478"/>
            </a:xfrm>
            <a:custGeom>
              <a:avLst/>
              <a:gdLst/>
              <a:ahLst/>
              <a:cxnLst/>
              <a:rect l="l" t="t" r="r" b="b"/>
              <a:pathLst>
                <a:path w="2944" h="894" extrusionOk="0">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02" name="Google Shape;12102;p64"/>
          <p:cNvSpPr/>
          <p:nvPr/>
        </p:nvSpPr>
        <p:spPr>
          <a:xfrm>
            <a:off x="7539642" y="1319180"/>
            <a:ext cx="372958" cy="366747"/>
          </a:xfrm>
          <a:custGeom>
            <a:avLst/>
            <a:gdLst/>
            <a:ahLst/>
            <a:cxnLst/>
            <a:rect l="l" t="t" r="r" b="b"/>
            <a:pathLst>
              <a:path w="11708" h="11513" extrusionOk="0">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03" name="Google Shape;12103;p64"/>
          <p:cNvGrpSpPr/>
          <p:nvPr/>
        </p:nvGrpSpPr>
        <p:grpSpPr>
          <a:xfrm>
            <a:off x="6649231" y="1319021"/>
            <a:ext cx="390287" cy="367065"/>
            <a:chOff x="6649231" y="1500021"/>
            <a:chExt cx="390287" cy="367065"/>
          </a:xfrm>
        </p:grpSpPr>
        <p:sp>
          <p:nvSpPr>
            <p:cNvPr id="12104" name="Google Shape;12104;p64"/>
            <p:cNvSpPr/>
            <p:nvPr/>
          </p:nvSpPr>
          <p:spPr>
            <a:xfrm>
              <a:off x="6649231" y="1500021"/>
              <a:ext cx="390287" cy="367065"/>
            </a:xfrm>
            <a:custGeom>
              <a:avLst/>
              <a:gdLst/>
              <a:ahLst/>
              <a:cxnLst/>
              <a:rect l="l" t="t" r="r" b="b"/>
              <a:pathLst>
                <a:path w="12252" h="11523" extrusionOk="0">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5" name="Google Shape;12105;p64"/>
            <p:cNvSpPr/>
            <p:nvPr/>
          </p:nvSpPr>
          <p:spPr>
            <a:xfrm>
              <a:off x="6759194" y="1602435"/>
              <a:ext cx="161983" cy="161409"/>
            </a:xfrm>
            <a:custGeom>
              <a:avLst/>
              <a:gdLst/>
              <a:ahLst/>
              <a:cxnLst/>
              <a:rect l="l" t="t" r="r" b="b"/>
              <a:pathLst>
                <a:path w="5085" h="5067" extrusionOk="0">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64"/>
            <p:cNvSpPr/>
            <p:nvPr/>
          </p:nvSpPr>
          <p:spPr>
            <a:xfrm>
              <a:off x="6718229" y="1625179"/>
              <a:ext cx="15227" cy="14239"/>
            </a:xfrm>
            <a:custGeom>
              <a:avLst/>
              <a:gdLst/>
              <a:ahLst/>
              <a:cxnLst/>
              <a:rect l="l" t="t" r="r" b="b"/>
              <a:pathLst>
                <a:path w="478" h="447" extrusionOk="0">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64"/>
            <p:cNvSpPr/>
            <p:nvPr/>
          </p:nvSpPr>
          <p:spPr>
            <a:xfrm>
              <a:off x="6712176" y="1588005"/>
              <a:ext cx="16533" cy="14048"/>
            </a:xfrm>
            <a:custGeom>
              <a:avLst/>
              <a:gdLst/>
              <a:ahLst/>
              <a:cxnLst/>
              <a:rect l="l" t="t" r="r" b="b"/>
              <a:pathLst>
                <a:path w="519" h="441" extrusionOk="0">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8" name="Google Shape;12108;p64"/>
            <p:cNvSpPr/>
            <p:nvPr/>
          </p:nvSpPr>
          <p:spPr>
            <a:xfrm>
              <a:off x="6744796" y="1555003"/>
              <a:ext cx="16628" cy="14367"/>
            </a:xfrm>
            <a:custGeom>
              <a:avLst/>
              <a:gdLst/>
              <a:ahLst/>
              <a:cxnLst/>
              <a:rect l="l" t="t" r="r" b="b"/>
              <a:pathLst>
                <a:path w="522" h="451" extrusionOk="0">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9" name="Google Shape;12109;p64"/>
            <p:cNvSpPr/>
            <p:nvPr/>
          </p:nvSpPr>
          <p:spPr>
            <a:xfrm>
              <a:off x="6750115" y="1593707"/>
              <a:ext cx="15577" cy="13952"/>
            </a:xfrm>
            <a:custGeom>
              <a:avLst/>
              <a:gdLst/>
              <a:ahLst/>
              <a:cxnLst/>
              <a:rect l="l" t="t" r="r" b="b"/>
              <a:pathLst>
                <a:path w="489" h="438" extrusionOk="0">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0" name="Google Shape;12110;p64"/>
            <p:cNvSpPr/>
            <p:nvPr/>
          </p:nvSpPr>
          <p:spPr>
            <a:xfrm>
              <a:off x="6782353" y="1561852"/>
              <a:ext cx="16692" cy="14335"/>
            </a:xfrm>
            <a:custGeom>
              <a:avLst/>
              <a:gdLst/>
              <a:ahLst/>
              <a:cxnLst/>
              <a:rect l="l" t="t" r="r" b="b"/>
              <a:pathLst>
                <a:path w="524" h="450" extrusionOk="0">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64"/>
            <p:cNvSpPr/>
            <p:nvPr/>
          </p:nvSpPr>
          <p:spPr>
            <a:xfrm>
              <a:off x="6884735" y="1791686"/>
              <a:ext cx="15227" cy="14239"/>
            </a:xfrm>
            <a:custGeom>
              <a:avLst/>
              <a:gdLst/>
              <a:ahLst/>
              <a:cxnLst/>
              <a:rect l="l" t="t" r="r" b="b"/>
              <a:pathLst>
                <a:path w="478" h="447" extrusionOk="0">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64"/>
            <p:cNvSpPr/>
            <p:nvPr/>
          </p:nvSpPr>
          <p:spPr>
            <a:xfrm>
              <a:off x="6922292" y="1797738"/>
              <a:ext cx="15195" cy="14271"/>
            </a:xfrm>
            <a:custGeom>
              <a:avLst/>
              <a:gdLst/>
              <a:ahLst/>
              <a:cxnLst/>
              <a:rect l="l" t="t" r="r" b="b"/>
              <a:pathLst>
                <a:path w="477" h="448" extrusionOk="0">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64"/>
            <p:cNvSpPr/>
            <p:nvPr/>
          </p:nvSpPr>
          <p:spPr>
            <a:xfrm>
              <a:off x="6954911" y="1765118"/>
              <a:ext cx="15195" cy="14271"/>
            </a:xfrm>
            <a:custGeom>
              <a:avLst/>
              <a:gdLst/>
              <a:ahLst/>
              <a:cxnLst/>
              <a:rect l="l" t="t" r="r" b="b"/>
              <a:pathLst>
                <a:path w="477" h="448" extrusionOk="0">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64"/>
            <p:cNvSpPr/>
            <p:nvPr/>
          </p:nvSpPr>
          <p:spPr>
            <a:xfrm>
              <a:off x="6916590" y="1759831"/>
              <a:ext cx="16724" cy="14335"/>
            </a:xfrm>
            <a:custGeom>
              <a:avLst/>
              <a:gdLst/>
              <a:ahLst/>
              <a:cxnLst/>
              <a:rect l="l" t="t" r="r" b="b"/>
              <a:pathLst>
                <a:path w="525" h="450" extrusionOk="0">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5" name="Google Shape;12115;p64"/>
            <p:cNvSpPr/>
            <p:nvPr/>
          </p:nvSpPr>
          <p:spPr>
            <a:xfrm>
              <a:off x="6948477" y="1727593"/>
              <a:ext cx="16979" cy="14367"/>
            </a:xfrm>
            <a:custGeom>
              <a:avLst/>
              <a:gdLst/>
              <a:ahLst/>
              <a:cxnLst/>
              <a:rect l="l" t="t" r="r" b="b"/>
              <a:pathLst>
                <a:path w="533" h="451" extrusionOk="0">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6" name="Google Shape;12116;p64"/>
          <p:cNvGrpSpPr/>
          <p:nvPr/>
        </p:nvGrpSpPr>
        <p:grpSpPr>
          <a:xfrm>
            <a:off x="5746938" y="1362503"/>
            <a:ext cx="387261" cy="280356"/>
            <a:chOff x="5746938" y="1543503"/>
            <a:chExt cx="387261" cy="280356"/>
          </a:xfrm>
        </p:grpSpPr>
        <p:sp>
          <p:nvSpPr>
            <p:cNvPr id="12117" name="Google Shape;12117;p64"/>
            <p:cNvSpPr/>
            <p:nvPr/>
          </p:nvSpPr>
          <p:spPr>
            <a:xfrm>
              <a:off x="5746938" y="1543503"/>
              <a:ext cx="186256" cy="279591"/>
            </a:xfrm>
            <a:custGeom>
              <a:avLst/>
              <a:gdLst/>
              <a:ahLst/>
              <a:cxnLst/>
              <a:rect l="l" t="t" r="r" b="b"/>
              <a:pathLst>
                <a:path w="5847" h="8777" extrusionOk="0">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64"/>
            <p:cNvSpPr/>
            <p:nvPr/>
          </p:nvSpPr>
          <p:spPr>
            <a:xfrm>
              <a:off x="5949090" y="1543949"/>
              <a:ext cx="185109" cy="279910"/>
            </a:xfrm>
            <a:custGeom>
              <a:avLst/>
              <a:gdLst/>
              <a:ahLst/>
              <a:cxnLst/>
              <a:rect l="l" t="t" r="r" b="b"/>
              <a:pathLst>
                <a:path w="5811" h="8787" extrusionOk="0">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9" name="Google Shape;12119;p64"/>
          <p:cNvGrpSpPr/>
          <p:nvPr/>
        </p:nvGrpSpPr>
        <p:grpSpPr>
          <a:xfrm>
            <a:off x="6196730" y="1344346"/>
            <a:ext cx="369072" cy="317467"/>
            <a:chOff x="6196730" y="1525346"/>
            <a:chExt cx="369072" cy="317467"/>
          </a:xfrm>
        </p:grpSpPr>
        <p:sp>
          <p:nvSpPr>
            <p:cNvPr id="12120" name="Google Shape;12120;p64"/>
            <p:cNvSpPr/>
            <p:nvPr/>
          </p:nvSpPr>
          <p:spPr>
            <a:xfrm>
              <a:off x="6285478" y="1697140"/>
              <a:ext cx="193870" cy="145673"/>
            </a:xfrm>
            <a:custGeom>
              <a:avLst/>
              <a:gdLst/>
              <a:ahLst/>
              <a:cxnLst/>
              <a:rect l="l" t="t" r="r" b="b"/>
              <a:pathLst>
                <a:path w="6086" h="4573" extrusionOk="0">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1" name="Google Shape;12121;p64"/>
            <p:cNvSpPr/>
            <p:nvPr/>
          </p:nvSpPr>
          <p:spPr>
            <a:xfrm>
              <a:off x="6391301" y="1525346"/>
              <a:ext cx="174502" cy="317467"/>
            </a:xfrm>
            <a:custGeom>
              <a:avLst/>
              <a:gdLst/>
              <a:ahLst/>
              <a:cxnLst/>
              <a:rect l="l" t="t" r="r" b="b"/>
              <a:pathLst>
                <a:path w="5478" h="9966" extrusionOk="0">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2" name="Google Shape;12122;p64"/>
            <p:cNvSpPr/>
            <p:nvPr/>
          </p:nvSpPr>
          <p:spPr>
            <a:xfrm>
              <a:off x="6196730" y="1525346"/>
              <a:ext cx="172622" cy="317467"/>
            </a:xfrm>
            <a:custGeom>
              <a:avLst/>
              <a:gdLst/>
              <a:ahLst/>
              <a:cxnLst/>
              <a:rect l="l" t="t" r="r" b="b"/>
              <a:pathLst>
                <a:path w="5419" h="9966" extrusionOk="0">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3" name="Google Shape;12123;p64"/>
          <p:cNvGrpSpPr/>
          <p:nvPr/>
        </p:nvGrpSpPr>
        <p:grpSpPr>
          <a:xfrm>
            <a:off x="4940592" y="1319690"/>
            <a:ext cx="246558" cy="367161"/>
            <a:chOff x="4940592" y="1500690"/>
            <a:chExt cx="246558" cy="367161"/>
          </a:xfrm>
        </p:grpSpPr>
        <p:sp>
          <p:nvSpPr>
            <p:cNvPr id="12124" name="Google Shape;12124;p64"/>
            <p:cNvSpPr/>
            <p:nvPr/>
          </p:nvSpPr>
          <p:spPr>
            <a:xfrm>
              <a:off x="4961075" y="1766934"/>
              <a:ext cx="44024" cy="74732"/>
            </a:xfrm>
            <a:custGeom>
              <a:avLst/>
              <a:gdLst/>
              <a:ahLst/>
              <a:cxnLst/>
              <a:rect l="l" t="t" r="r" b="b"/>
              <a:pathLst>
                <a:path w="1382" h="2346" extrusionOk="0">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5" name="Google Shape;12125;p64"/>
            <p:cNvSpPr/>
            <p:nvPr/>
          </p:nvSpPr>
          <p:spPr>
            <a:xfrm>
              <a:off x="5009240" y="1623937"/>
              <a:ext cx="37207" cy="36824"/>
            </a:xfrm>
            <a:custGeom>
              <a:avLst/>
              <a:gdLst/>
              <a:ahLst/>
              <a:cxnLst/>
              <a:rect l="l" t="t" r="r" b="b"/>
              <a:pathLst>
                <a:path w="1168" h="1156" extrusionOk="0">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6" name="Google Shape;12126;p64"/>
            <p:cNvSpPr/>
            <p:nvPr/>
          </p:nvSpPr>
          <p:spPr>
            <a:xfrm>
              <a:off x="5110125" y="1785123"/>
              <a:ext cx="50458" cy="50108"/>
            </a:xfrm>
            <a:custGeom>
              <a:avLst/>
              <a:gdLst/>
              <a:ahLst/>
              <a:cxnLst/>
              <a:rect l="l" t="t" r="r" b="b"/>
              <a:pathLst>
                <a:path w="1584" h="1573" extrusionOk="0">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7" name="Google Shape;12127;p64"/>
            <p:cNvSpPr/>
            <p:nvPr/>
          </p:nvSpPr>
          <p:spPr>
            <a:xfrm>
              <a:off x="4940592" y="1500690"/>
              <a:ext cx="246558" cy="367161"/>
            </a:xfrm>
            <a:custGeom>
              <a:avLst/>
              <a:gdLst/>
              <a:ahLst/>
              <a:cxnLst/>
              <a:rect l="l" t="t" r="r" b="b"/>
              <a:pathLst>
                <a:path w="7740" h="11526" extrusionOk="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8" name="Google Shape;12128;p64"/>
          <p:cNvGrpSpPr/>
          <p:nvPr/>
        </p:nvGrpSpPr>
        <p:grpSpPr>
          <a:xfrm>
            <a:off x="7964906" y="1318894"/>
            <a:ext cx="380858" cy="367575"/>
            <a:chOff x="7964906" y="1499894"/>
            <a:chExt cx="380858" cy="367575"/>
          </a:xfrm>
        </p:grpSpPr>
        <p:sp>
          <p:nvSpPr>
            <p:cNvPr id="12129" name="Google Shape;12129;p64"/>
            <p:cNvSpPr/>
            <p:nvPr/>
          </p:nvSpPr>
          <p:spPr>
            <a:xfrm>
              <a:off x="7964906" y="1501359"/>
              <a:ext cx="377099" cy="365600"/>
            </a:xfrm>
            <a:custGeom>
              <a:avLst/>
              <a:gdLst/>
              <a:ahLst/>
              <a:cxnLst/>
              <a:rect l="l" t="t" r="r" b="b"/>
              <a:pathLst>
                <a:path w="11838" h="11477" extrusionOk="0">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0" name="Google Shape;12130;p64"/>
            <p:cNvSpPr/>
            <p:nvPr/>
          </p:nvSpPr>
          <p:spPr>
            <a:xfrm>
              <a:off x="7965288" y="1499894"/>
              <a:ext cx="202948" cy="193870"/>
            </a:xfrm>
            <a:custGeom>
              <a:avLst/>
              <a:gdLst/>
              <a:ahLst/>
              <a:cxnLst/>
              <a:rect l="l" t="t" r="r" b="b"/>
              <a:pathLst>
                <a:path w="6371" h="6086" extrusionOk="0">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64"/>
            <p:cNvSpPr/>
            <p:nvPr/>
          </p:nvSpPr>
          <p:spPr>
            <a:xfrm>
              <a:off x="8137879" y="1673440"/>
              <a:ext cx="207886" cy="194029"/>
            </a:xfrm>
            <a:custGeom>
              <a:avLst/>
              <a:gdLst/>
              <a:ahLst/>
              <a:cxnLst/>
              <a:rect l="l" t="t" r="r" b="b"/>
              <a:pathLst>
                <a:path w="6526" h="6091" extrusionOk="0">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32" name="Google Shape;12132;p64"/>
          <p:cNvSpPr/>
          <p:nvPr/>
        </p:nvSpPr>
        <p:spPr>
          <a:xfrm>
            <a:off x="5779557" y="2721087"/>
            <a:ext cx="322787" cy="355788"/>
          </a:xfrm>
          <a:custGeom>
            <a:avLst/>
            <a:gdLst/>
            <a:ahLst/>
            <a:cxnLst/>
            <a:rect l="l" t="t" r="r" b="b"/>
            <a:pathLst>
              <a:path w="10133" h="11169" extrusionOk="0">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33" name="Google Shape;12133;p64"/>
          <p:cNvGrpSpPr/>
          <p:nvPr/>
        </p:nvGrpSpPr>
        <p:grpSpPr>
          <a:xfrm>
            <a:off x="8007400" y="2721278"/>
            <a:ext cx="285230" cy="355597"/>
            <a:chOff x="8007400" y="2902278"/>
            <a:chExt cx="285230" cy="355597"/>
          </a:xfrm>
        </p:grpSpPr>
        <p:sp>
          <p:nvSpPr>
            <p:cNvPr id="12134" name="Google Shape;12134;p64"/>
            <p:cNvSpPr/>
            <p:nvPr/>
          </p:nvSpPr>
          <p:spPr>
            <a:xfrm>
              <a:off x="8134820" y="3165305"/>
              <a:ext cx="39851" cy="39851"/>
            </a:xfrm>
            <a:custGeom>
              <a:avLst/>
              <a:gdLst/>
              <a:ahLst/>
              <a:cxnLst/>
              <a:rect l="l" t="t" r="r" b="b"/>
              <a:pathLst>
                <a:path w="1251" h="1251" extrusionOk="0">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5" name="Google Shape;12135;p64"/>
            <p:cNvSpPr/>
            <p:nvPr/>
          </p:nvSpPr>
          <p:spPr>
            <a:xfrm>
              <a:off x="8007400" y="2902278"/>
              <a:ext cx="285230" cy="355597"/>
            </a:xfrm>
            <a:custGeom>
              <a:avLst/>
              <a:gdLst/>
              <a:ahLst/>
              <a:cxnLst/>
              <a:rect l="l" t="t" r="r" b="b"/>
              <a:pathLst>
                <a:path w="8954" h="11163" extrusionOk="0">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6" name="Google Shape;12136;p64"/>
          <p:cNvGrpSpPr/>
          <p:nvPr/>
        </p:nvGrpSpPr>
        <p:grpSpPr>
          <a:xfrm>
            <a:off x="6219124" y="2721788"/>
            <a:ext cx="318231" cy="355470"/>
            <a:chOff x="6219124" y="2902788"/>
            <a:chExt cx="318231" cy="355470"/>
          </a:xfrm>
        </p:grpSpPr>
        <p:sp>
          <p:nvSpPr>
            <p:cNvPr id="12137" name="Google Shape;12137;p64"/>
            <p:cNvSpPr/>
            <p:nvPr/>
          </p:nvSpPr>
          <p:spPr>
            <a:xfrm>
              <a:off x="6219124" y="2990994"/>
              <a:ext cx="140353" cy="267263"/>
            </a:xfrm>
            <a:custGeom>
              <a:avLst/>
              <a:gdLst/>
              <a:ahLst/>
              <a:cxnLst/>
              <a:rect l="l" t="t" r="r" b="b"/>
              <a:pathLst>
                <a:path w="4406" h="8390" extrusionOk="0">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8" name="Google Shape;12138;p64"/>
            <p:cNvSpPr/>
            <p:nvPr/>
          </p:nvSpPr>
          <p:spPr>
            <a:xfrm>
              <a:off x="6268054" y="2902788"/>
              <a:ext cx="269302" cy="354705"/>
            </a:xfrm>
            <a:custGeom>
              <a:avLst/>
              <a:gdLst/>
              <a:ahLst/>
              <a:cxnLst/>
              <a:rect l="l" t="t" r="r" b="b"/>
              <a:pathLst>
                <a:path w="8454" h="11135" extrusionOk="0">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9" name="Google Shape;12139;p64"/>
            <p:cNvSpPr/>
            <p:nvPr/>
          </p:nvSpPr>
          <p:spPr>
            <a:xfrm>
              <a:off x="6407993" y="2995773"/>
              <a:ext cx="31505" cy="37207"/>
            </a:xfrm>
            <a:custGeom>
              <a:avLst/>
              <a:gdLst/>
              <a:ahLst/>
              <a:cxnLst/>
              <a:rect l="l" t="t" r="r" b="b"/>
              <a:pathLst>
                <a:path w="989" h="1168" extrusionOk="0">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0" name="Google Shape;12140;p64"/>
          <p:cNvGrpSpPr/>
          <p:nvPr/>
        </p:nvGrpSpPr>
        <p:grpSpPr>
          <a:xfrm>
            <a:off x="4969421" y="2721852"/>
            <a:ext cx="185109" cy="355406"/>
            <a:chOff x="4969421" y="2902852"/>
            <a:chExt cx="185109" cy="355406"/>
          </a:xfrm>
        </p:grpSpPr>
        <p:sp>
          <p:nvSpPr>
            <p:cNvPr id="12141" name="Google Shape;12141;p64"/>
            <p:cNvSpPr/>
            <p:nvPr/>
          </p:nvSpPr>
          <p:spPr>
            <a:xfrm>
              <a:off x="5022906" y="3084138"/>
              <a:ext cx="16310" cy="15959"/>
            </a:xfrm>
            <a:custGeom>
              <a:avLst/>
              <a:gdLst/>
              <a:ahLst/>
              <a:cxnLst/>
              <a:rect l="l" t="t" r="r" b="b"/>
              <a:pathLst>
                <a:path w="512" h="501" extrusionOk="0">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2" name="Google Shape;12142;p64"/>
            <p:cNvSpPr/>
            <p:nvPr/>
          </p:nvSpPr>
          <p:spPr>
            <a:xfrm>
              <a:off x="5086998" y="3107265"/>
              <a:ext cx="13284" cy="13315"/>
            </a:xfrm>
            <a:custGeom>
              <a:avLst/>
              <a:gdLst/>
              <a:ahLst/>
              <a:cxnLst/>
              <a:rect l="l" t="t" r="r" b="b"/>
              <a:pathLst>
                <a:path w="417" h="418" extrusionOk="0">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3" name="Google Shape;12143;p64"/>
            <p:cNvSpPr/>
            <p:nvPr/>
          </p:nvSpPr>
          <p:spPr>
            <a:xfrm>
              <a:off x="5039566" y="3205092"/>
              <a:ext cx="13315" cy="13347"/>
            </a:xfrm>
            <a:custGeom>
              <a:avLst/>
              <a:gdLst/>
              <a:ahLst/>
              <a:cxnLst/>
              <a:rect l="l" t="t" r="r" b="b"/>
              <a:pathLst>
                <a:path w="418" h="419" extrusionOk="0">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4" name="Google Shape;12144;p64"/>
            <p:cNvSpPr/>
            <p:nvPr/>
          </p:nvSpPr>
          <p:spPr>
            <a:xfrm>
              <a:off x="5086998" y="3175530"/>
              <a:ext cx="13284" cy="13315"/>
            </a:xfrm>
            <a:custGeom>
              <a:avLst/>
              <a:gdLst/>
              <a:ahLst/>
              <a:cxnLst/>
              <a:rect l="l" t="t" r="r" b="b"/>
              <a:pathLst>
                <a:path w="417" h="418" extrusionOk="0">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5" name="Google Shape;12145;p64"/>
            <p:cNvSpPr/>
            <p:nvPr/>
          </p:nvSpPr>
          <p:spPr>
            <a:xfrm>
              <a:off x="5033131" y="3137623"/>
              <a:ext cx="17106" cy="17106"/>
            </a:xfrm>
            <a:custGeom>
              <a:avLst/>
              <a:gdLst/>
              <a:ahLst/>
              <a:cxnLst/>
              <a:rect l="l" t="t" r="r" b="b"/>
              <a:pathLst>
                <a:path w="537" h="537" extrusionOk="0">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6" name="Google Shape;12146;p64"/>
            <p:cNvSpPr/>
            <p:nvPr/>
          </p:nvSpPr>
          <p:spPr>
            <a:xfrm>
              <a:off x="4969421" y="2902852"/>
              <a:ext cx="185109" cy="355406"/>
            </a:xfrm>
            <a:custGeom>
              <a:avLst/>
              <a:gdLst/>
              <a:ahLst/>
              <a:cxnLst/>
              <a:rect l="l" t="t" r="r" b="b"/>
              <a:pathLst>
                <a:path w="5811" h="11157" extrusionOk="0">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47" name="Google Shape;12147;p64"/>
          <p:cNvSpPr/>
          <p:nvPr/>
        </p:nvSpPr>
        <p:spPr>
          <a:xfrm>
            <a:off x="7574555" y="2722043"/>
            <a:ext cx="303387" cy="355597"/>
          </a:xfrm>
          <a:custGeom>
            <a:avLst/>
            <a:gdLst/>
            <a:ahLst/>
            <a:cxnLst/>
            <a:rect l="l" t="t" r="r" b="b"/>
            <a:pathLst>
              <a:path w="9524" h="11163" extrusionOk="0">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8" name="Google Shape;12148;p64"/>
          <p:cNvSpPr/>
          <p:nvPr/>
        </p:nvSpPr>
        <p:spPr>
          <a:xfrm>
            <a:off x="7121800" y="2721852"/>
            <a:ext cx="318231" cy="354642"/>
          </a:xfrm>
          <a:custGeom>
            <a:avLst/>
            <a:gdLst/>
            <a:ahLst/>
            <a:cxnLst/>
            <a:rect l="l" t="t" r="r" b="b"/>
            <a:pathLst>
              <a:path w="9990" h="11133" extrusionOk="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49" name="Google Shape;12149;p64"/>
          <p:cNvGrpSpPr/>
          <p:nvPr/>
        </p:nvGrpSpPr>
        <p:grpSpPr>
          <a:xfrm>
            <a:off x="6685259" y="2721852"/>
            <a:ext cx="311414" cy="355406"/>
            <a:chOff x="6685259" y="2902852"/>
            <a:chExt cx="311414" cy="355406"/>
          </a:xfrm>
        </p:grpSpPr>
        <p:sp>
          <p:nvSpPr>
            <p:cNvPr id="12150" name="Google Shape;12150;p64"/>
            <p:cNvSpPr/>
            <p:nvPr/>
          </p:nvSpPr>
          <p:spPr>
            <a:xfrm>
              <a:off x="6835805" y="3045466"/>
              <a:ext cx="10671" cy="155134"/>
            </a:xfrm>
            <a:custGeom>
              <a:avLst/>
              <a:gdLst/>
              <a:ahLst/>
              <a:cxnLst/>
              <a:rect l="l" t="t" r="r" b="b"/>
              <a:pathLst>
                <a:path w="335" h="4870" extrusionOk="0">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1" name="Google Shape;12151;p64"/>
            <p:cNvSpPr/>
            <p:nvPr/>
          </p:nvSpPr>
          <p:spPr>
            <a:xfrm>
              <a:off x="6765661" y="2938497"/>
              <a:ext cx="149846" cy="63774"/>
            </a:xfrm>
            <a:custGeom>
              <a:avLst/>
              <a:gdLst/>
              <a:ahLst/>
              <a:cxnLst/>
              <a:rect l="l" t="t" r="r" b="b"/>
              <a:pathLst>
                <a:path w="4704" h="2002" extrusionOk="0">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2" name="Google Shape;12152;p64"/>
            <p:cNvSpPr/>
            <p:nvPr/>
          </p:nvSpPr>
          <p:spPr>
            <a:xfrm>
              <a:off x="6685259" y="2902852"/>
              <a:ext cx="311414" cy="355406"/>
            </a:xfrm>
            <a:custGeom>
              <a:avLst/>
              <a:gdLst/>
              <a:ahLst/>
              <a:cxnLst/>
              <a:rect l="l" t="t" r="r" b="b"/>
              <a:pathLst>
                <a:path w="9776" h="11157" extrusionOk="0">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3" name="Google Shape;12153;p64"/>
          <p:cNvGrpSpPr/>
          <p:nvPr/>
        </p:nvGrpSpPr>
        <p:grpSpPr>
          <a:xfrm>
            <a:off x="5309250" y="2722170"/>
            <a:ext cx="359579" cy="355852"/>
            <a:chOff x="5309250" y="2903170"/>
            <a:chExt cx="359579" cy="355852"/>
          </a:xfrm>
        </p:grpSpPr>
        <p:sp>
          <p:nvSpPr>
            <p:cNvPr id="12154" name="Google Shape;12154;p64"/>
            <p:cNvSpPr/>
            <p:nvPr/>
          </p:nvSpPr>
          <p:spPr>
            <a:xfrm>
              <a:off x="5410517" y="3006317"/>
              <a:ext cx="77854" cy="76452"/>
            </a:xfrm>
            <a:custGeom>
              <a:avLst/>
              <a:gdLst/>
              <a:ahLst/>
              <a:cxnLst/>
              <a:rect l="l" t="t" r="r" b="b"/>
              <a:pathLst>
                <a:path w="2444" h="2400" extrusionOk="0">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5" name="Google Shape;12155;p64"/>
            <p:cNvSpPr/>
            <p:nvPr/>
          </p:nvSpPr>
          <p:spPr>
            <a:xfrm>
              <a:off x="5309250" y="2903170"/>
              <a:ext cx="359579" cy="355852"/>
            </a:xfrm>
            <a:custGeom>
              <a:avLst/>
              <a:gdLst/>
              <a:ahLst/>
              <a:cxnLst/>
              <a:rect l="l" t="t" r="r" b="b"/>
              <a:pathLst>
                <a:path w="11288" h="11171" extrusionOk="0">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6" name="Google Shape;12156;p64"/>
            <p:cNvSpPr/>
            <p:nvPr/>
          </p:nvSpPr>
          <p:spPr>
            <a:xfrm>
              <a:off x="5466263" y="3032979"/>
              <a:ext cx="127101" cy="146214"/>
            </a:xfrm>
            <a:custGeom>
              <a:avLst/>
              <a:gdLst/>
              <a:ahLst/>
              <a:cxnLst/>
              <a:rect l="l" t="t" r="r" b="b"/>
              <a:pathLst>
                <a:path w="3990" h="4590" extrusionOk="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7" name="Google Shape;12157;p64"/>
          <p:cNvGrpSpPr/>
          <p:nvPr/>
        </p:nvGrpSpPr>
        <p:grpSpPr>
          <a:xfrm>
            <a:off x="2199565" y="2240172"/>
            <a:ext cx="312179" cy="353431"/>
            <a:chOff x="2199565" y="2421172"/>
            <a:chExt cx="312179" cy="353431"/>
          </a:xfrm>
        </p:grpSpPr>
        <p:sp>
          <p:nvSpPr>
            <p:cNvPr id="12158" name="Google Shape;12158;p64"/>
            <p:cNvSpPr/>
            <p:nvPr/>
          </p:nvSpPr>
          <p:spPr>
            <a:xfrm>
              <a:off x="2199565" y="2421172"/>
              <a:ext cx="312179" cy="353431"/>
            </a:xfrm>
            <a:custGeom>
              <a:avLst/>
              <a:gdLst/>
              <a:ahLst/>
              <a:cxnLst/>
              <a:rect l="l" t="t" r="r" b="b"/>
              <a:pathLst>
                <a:path w="9800" h="11095" extrusionOk="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64"/>
            <p:cNvSpPr/>
            <p:nvPr/>
          </p:nvSpPr>
          <p:spPr>
            <a:xfrm>
              <a:off x="2335745" y="2471248"/>
              <a:ext cx="40997" cy="40615"/>
            </a:xfrm>
            <a:custGeom>
              <a:avLst/>
              <a:gdLst/>
              <a:ahLst/>
              <a:cxnLst/>
              <a:rect l="l" t="t" r="r" b="b"/>
              <a:pathLst>
                <a:path w="1287" h="1275" extrusionOk="0">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0" name="Google Shape;12160;p64"/>
          <p:cNvGrpSpPr/>
          <p:nvPr/>
        </p:nvGrpSpPr>
        <p:grpSpPr>
          <a:xfrm>
            <a:off x="1750887" y="2244727"/>
            <a:ext cx="320143" cy="343269"/>
            <a:chOff x="1750887" y="2425727"/>
            <a:chExt cx="320143" cy="343269"/>
          </a:xfrm>
        </p:grpSpPr>
        <p:sp>
          <p:nvSpPr>
            <p:cNvPr id="12161" name="Google Shape;12161;p64"/>
            <p:cNvSpPr/>
            <p:nvPr/>
          </p:nvSpPr>
          <p:spPr>
            <a:xfrm>
              <a:off x="1750887" y="2425727"/>
              <a:ext cx="320143" cy="289052"/>
            </a:xfrm>
            <a:custGeom>
              <a:avLst/>
              <a:gdLst/>
              <a:ahLst/>
              <a:cxnLst/>
              <a:rect l="l" t="t" r="r" b="b"/>
              <a:pathLst>
                <a:path w="10050" h="9074" extrusionOk="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2" name="Google Shape;12162;p64"/>
            <p:cNvSpPr/>
            <p:nvPr/>
          </p:nvSpPr>
          <p:spPr>
            <a:xfrm>
              <a:off x="1751652" y="2558467"/>
              <a:ext cx="319378" cy="210530"/>
            </a:xfrm>
            <a:custGeom>
              <a:avLst/>
              <a:gdLst/>
              <a:ahLst/>
              <a:cxnLst/>
              <a:rect l="l" t="t" r="r" b="b"/>
              <a:pathLst>
                <a:path w="10026" h="6609" extrusionOk="0">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3" name="Google Shape;12163;p64"/>
          <p:cNvGrpSpPr/>
          <p:nvPr/>
        </p:nvGrpSpPr>
        <p:grpSpPr>
          <a:xfrm>
            <a:off x="1298037" y="2244727"/>
            <a:ext cx="338364" cy="342887"/>
            <a:chOff x="1298037" y="2425727"/>
            <a:chExt cx="338364" cy="342887"/>
          </a:xfrm>
        </p:grpSpPr>
        <p:sp>
          <p:nvSpPr>
            <p:cNvPr id="12164" name="Google Shape;12164;p64"/>
            <p:cNvSpPr/>
            <p:nvPr/>
          </p:nvSpPr>
          <p:spPr>
            <a:xfrm>
              <a:off x="1339384" y="2471631"/>
              <a:ext cx="256050" cy="136180"/>
            </a:xfrm>
            <a:custGeom>
              <a:avLst/>
              <a:gdLst/>
              <a:ahLst/>
              <a:cxnLst/>
              <a:rect l="l" t="t" r="r" b="b"/>
              <a:pathLst>
                <a:path w="8038" h="4275" extrusionOk="0">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5" name="Google Shape;12165;p64"/>
            <p:cNvSpPr/>
            <p:nvPr/>
          </p:nvSpPr>
          <p:spPr>
            <a:xfrm>
              <a:off x="1341646" y="2618036"/>
              <a:ext cx="50490" cy="50458"/>
            </a:xfrm>
            <a:custGeom>
              <a:avLst/>
              <a:gdLst/>
              <a:ahLst/>
              <a:cxnLst/>
              <a:rect l="l" t="t" r="r" b="b"/>
              <a:pathLst>
                <a:path w="1585" h="1584" extrusionOk="0">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6" name="Google Shape;12166;p64"/>
            <p:cNvSpPr/>
            <p:nvPr/>
          </p:nvSpPr>
          <p:spPr>
            <a:xfrm>
              <a:off x="1542301" y="2618036"/>
              <a:ext cx="50076" cy="50458"/>
            </a:xfrm>
            <a:custGeom>
              <a:avLst/>
              <a:gdLst/>
              <a:ahLst/>
              <a:cxnLst/>
              <a:rect l="l" t="t" r="r" b="b"/>
              <a:pathLst>
                <a:path w="1572" h="1584" extrusionOk="0">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7" name="Google Shape;12167;p64"/>
            <p:cNvSpPr/>
            <p:nvPr/>
          </p:nvSpPr>
          <p:spPr>
            <a:xfrm>
              <a:off x="1298037" y="2425727"/>
              <a:ext cx="338364" cy="342887"/>
            </a:xfrm>
            <a:custGeom>
              <a:avLst/>
              <a:gdLst/>
              <a:ahLst/>
              <a:cxnLst/>
              <a:rect l="l" t="t" r="r" b="b"/>
              <a:pathLst>
                <a:path w="10622" h="10764" extrusionOk="0">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68" name="Google Shape;12168;p64"/>
          <p:cNvSpPr/>
          <p:nvPr/>
        </p:nvSpPr>
        <p:spPr>
          <a:xfrm>
            <a:off x="848977" y="2237528"/>
            <a:ext cx="347060" cy="357286"/>
          </a:xfrm>
          <a:custGeom>
            <a:avLst/>
            <a:gdLst/>
            <a:ahLst/>
            <a:cxnLst/>
            <a:rect l="l" t="t" r="r" b="b"/>
            <a:pathLst>
              <a:path w="10895" h="11216" extrusionOk="0">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69" name="Google Shape;12169;p64"/>
          <p:cNvGrpSpPr/>
          <p:nvPr/>
        </p:nvGrpSpPr>
        <p:grpSpPr>
          <a:xfrm>
            <a:off x="3974207" y="2248009"/>
            <a:ext cx="320143" cy="338491"/>
            <a:chOff x="3974207" y="2429009"/>
            <a:chExt cx="320143" cy="338491"/>
          </a:xfrm>
        </p:grpSpPr>
        <p:sp>
          <p:nvSpPr>
            <p:cNvPr id="12170" name="Google Shape;12170;p64"/>
            <p:cNvSpPr/>
            <p:nvPr/>
          </p:nvSpPr>
          <p:spPr>
            <a:xfrm>
              <a:off x="3974207" y="2429009"/>
              <a:ext cx="320143" cy="338491"/>
            </a:xfrm>
            <a:custGeom>
              <a:avLst/>
              <a:gdLst/>
              <a:ahLst/>
              <a:cxnLst/>
              <a:rect l="l" t="t" r="r" b="b"/>
              <a:pathLst>
                <a:path w="10050" h="10626" extrusionOk="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1" name="Google Shape;12171;p64"/>
            <p:cNvSpPr/>
            <p:nvPr/>
          </p:nvSpPr>
          <p:spPr>
            <a:xfrm>
              <a:off x="4086846" y="2479977"/>
              <a:ext cx="207503" cy="245793"/>
            </a:xfrm>
            <a:custGeom>
              <a:avLst/>
              <a:gdLst/>
              <a:ahLst/>
              <a:cxnLst/>
              <a:rect l="l" t="t" r="r" b="b"/>
              <a:pathLst>
                <a:path w="6514" h="7716" extrusionOk="0">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72" name="Google Shape;12172;p64"/>
          <p:cNvGrpSpPr/>
          <p:nvPr/>
        </p:nvGrpSpPr>
        <p:grpSpPr>
          <a:xfrm>
            <a:off x="2623237" y="2250047"/>
            <a:ext cx="355024" cy="332630"/>
            <a:chOff x="2623237" y="2431047"/>
            <a:chExt cx="355024" cy="332630"/>
          </a:xfrm>
        </p:grpSpPr>
        <p:sp>
          <p:nvSpPr>
            <p:cNvPr id="12173" name="Google Shape;12173;p64"/>
            <p:cNvSpPr/>
            <p:nvPr/>
          </p:nvSpPr>
          <p:spPr>
            <a:xfrm>
              <a:off x="2655856" y="2604370"/>
              <a:ext cx="48579" cy="64506"/>
            </a:xfrm>
            <a:custGeom>
              <a:avLst/>
              <a:gdLst/>
              <a:ahLst/>
              <a:cxnLst/>
              <a:rect l="l" t="t" r="r" b="b"/>
              <a:pathLst>
                <a:path w="1525" h="2025" extrusionOk="0">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4" name="Google Shape;12174;p64"/>
            <p:cNvSpPr/>
            <p:nvPr/>
          </p:nvSpPr>
          <p:spPr>
            <a:xfrm>
              <a:off x="2623237" y="2431047"/>
              <a:ext cx="355024" cy="332630"/>
            </a:xfrm>
            <a:custGeom>
              <a:avLst/>
              <a:gdLst/>
              <a:ahLst/>
              <a:cxnLst/>
              <a:rect l="l" t="t" r="r" b="b"/>
              <a:pathLst>
                <a:path w="11145" h="10442" extrusionOk="0">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64"/>
            <p:cNvSpPr/>
            <p:nvPr/>
          </p:nvSpPr>
          <p:spPr>
            <a:xfrm>
              <a:off x="2897827" y="2604753"/>
              <a:ext cx="48197" cy="64506"/>
            </a:xfrm>
            <a:custGeom>
              <a:avLst/>
              <a:gdLst/>
              <a:ahLst/>
              <a:cxnLst/>
              <a:rect l="l" t="t" r="r" b="b"/>
              <a:pathLst>
                <a:path w="1513" h="2025" extrusionOk="0">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64"/>
            <p:cNvSpPr/>
            <p:nvPr/>
          </p:nvSpPr>
          <p:spPr>
            <a:xfrm>
              <a:off x="2775695" y="2551650"/>
              <a:ext cx="51223" cy="51223"/>
            </a:xfrm>
            <a:custGeom>
              <a:avLst/>
              <a:gdLst/>
              <a:ahLst/>
              <a:cxnLst/>
              <a:rect l="l" t="t" r="r" b="b"/>
              <a:pathLst>
                <a:path w="1608" h="1608" extrusionOk="0">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77" name="Google Shape;12177;p64"/>
          <p:cNvGrpSpPr/>
          <p:nvPr/>
        </p:nvGrpSpPr>
        <p:grpSpPr>
          <a:xfrm>
            <a:off x="6657194" y="2253073"/>
            <a:ext cx="375507" cy="367925"/>
            <a:chOff x="6657194" y="2434073"/>
            <a:chExt cx="375507" cy="367925"/>
          </a:xfrm>
        </p:grpSpPr>
        <p:sp>
          <p:nvSpPr>
            <p:cNvPr id="12178" name="Google Shape;12178;p64"/>
            <p:cNvSpPr/>
            <p:nvPr/>
          </p:nvSpPr>
          <p:spPr>
            <a:xfrm>
              <a:off x="6657194" y="2434073"/>
              <a:ext cx="190780" cy="367925"/>
            </a:xfrm>
            <a:custGeom>
              <a:avLst/>
              <a:gdLst/>
              <a:ahLst/>
              <a:cxnLst/>
              <a:rect l="l" t="t" r="r" b="b"/>
              <a:pathLst>
                <a:path w="5989" h="11550" extrusionOk="0">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64"/>
            <p:cNvSpPr/>
            <p:nvPr/>
          </p:nvSpPr>
          <p:spPr>
            <a:xfrm>
              <a:off x="6854409" y="2464399"/>
              <a:ext cx="178292" cy="162365"/>
            </a:xfrm>
            <a:custGeom>
              <a:avLst/>
              <a:gdLst/>
              <a:ahLst/>
              <a:cxnLst/>
              <a:rect l="l" t="t" r="r" b="b"/>
              <a:pathLst>
                <a:path w="5597" h="5097" extrusionOk="0">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0" name="Google Shape;12180;p64"/>
            <p:cNvSpPr/>
            <p:nvPr/>
          </p:nvSpPr>
          <p:spPr>
            <a:xfrm>
              <a:off x="6854409" y="2631288"/>
              <a:ext cx="177528" cy="162365"/>
            </a:xfrm>
            <a:custGeom>
              <a:avLst/>
              <a:gdLst/>
              <a:ahLst/>
              <a:cxnLst/>
              <a:rect l="l" t="t" r="r" b="b"/>
              <a:pathLst>
                <a:path w="5573" h="5097" extrusionOk="0">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1" name="Google Shape;12181;p64"/>
          <p:cNvGrpSpPr/>
          <p:nvPr/>
        </p:nvGrpSpPr>
        <p:grpSpPr>
          <a:xfrm>
            <a:off x="7101317" y="2260655"/>
            <a:ext cx="367925" cy="352380"/>
            <a:chOff x="7101317" y="2441655"/>
            <a:chExt cx="367925" cy="352380"/>
          </a:xfrm>
        </p:grpSpPr>
        <p:sp>
          <p:nvSpPr>
            <p:cNvPr id="12182" name="Google Shape;12182;p64"/>
            <p:cNvSpPr/>
            <p:nvPr/>
          </p:nvSpPr>
          <p:spPr>
            <a:xfrm>
              <a:off x="7101317" y="2441655"/>
              <a:ext cx="367925" cy="352380"/>
            </a:xfrm>
            <a:custGeom>
              <a:avLst/>
              <a:gdLst/>
              <a:ahLst/>
              <a:cxnLst/>
              <a:rect l="l" t="t" r="r" b="b"/>
              <a:pathLst>
                <a:path w="11550" h="11062" extrusionOk="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3" name="Google Shape;12183;p64"/>
            <p:cNvSpPr/>
            <p:nvPr/>
          </p:nvSpPr>
          <p:spPr>
            <a:xfrm>
              <a:off x="7222302" y="2588443"/>
              <a:ext cx="124426" cy="124043"/>
            </a:xfrm>
            <a:custGeom>
              <a:avLst/>
              <a:gdLst/>
              <a:ahLst/>
              <a:cxnLst/>
              <a:rect l="l" t="t" r="r" b="b"/>
              <a:pathLst>
                <a:path w="3906" h="3894" extrusionOk="0">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4" name="Google Shape;12184;p64"/>
          <p:cNvGrpSpPr/>
          <p:nvPr/>
        </p:nvGrpSpPr>
        <p:grpSpPr>
          <a:xfrm>
            <a:off x="5756399" y="2253456"/>
            <a:ext cx="367925" cy="367161"/>
            <a:chOff x="5756399" y="2434456"/>
            <a:chExt cx="367925" cy="367161"/>
          </a:xfrm>
        </p:grpSpPr>
        <p:sp>
          <p:nvSpPr>
            <p:cNvPr id="12185" name="Google Shape;12185;p64"/>
            <p:cNvSpPr/>
            <p:nvPr/>
          </p:nvSpPr>
          <p:spPr>
            <a:xfrm>
              <a:off x="5864865" y="2563023"/>
              <a:ext cx="39882" cy="68297"/>
            </a:xfrm>
            <a:custGeom>
              <a:avLst/>
              <a:gdLst/>
              <a:ahLst/>
              <a:cxnLst/>
              <a:rect l="l" t="t" r="r" b="b"/>
              <a:pathLst>
                <a:path w="1252" h="2144" extrusionOk="0">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6" name="Google Shape;12186;p64"/>
            <p:cNvSpPr/>
            <p:nvPr/>
          </p:nvSpPr>
          <p:spPr>
            <a:xfrm>
              <a:off x="5920261" y="2563023"/>
              <a:ext cx="40233" cy="68297"/>
            </a:xfrm>
            <a:custGeom>
              <a:avLst/>
              <a:gdLst/>
              <a:ahLst/>
              <a:cxnLst/>
              <a:rect l="l" t="t" r="r" b="b"/>
              <a:pathLst>
                <a:path w="1263" h="2144" extrusionOk="0">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7" name="Google Shape;12187;p64"/>
            <p:cNvSpPr/>
            <p:nvPr/>
          </p:nvSpPr>
          <p:spPr>
            <a:xfrm>
              <a:off x="5790165" y="2646451"/>
              <a:ext cx="39851" cy="68329"/>
            </a:xfrm>
            <a:custGeom>
              <a:avLst/>
              <a:gdLst/>
              <a:ahLst/>
              <a:cxnLst/>
              <a:rect l="l" t="t" r="r" b="b"/>
              <a:pathLst>
                <a:path w="1251" h="2145" extrusionOk="0">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8" name="Google Shape;12188;p64"/>
            <p:cNvSpPr/>
            <p:nvPr/>
          </p:nvSpPr>
          <p:spPr>
            <a:xfrm>
              <a:off x="6050707" y="2646451"/>
              <a:ext cx="39882" cy="68329"/>
            </a:xfrm>
            <a:custGeom>
              <a:avLst/>
              <a:gdLst/>
              <a:ahLst/>
              <a:cxnLst/>
              <a:rect l="l" t="t" r="r" b="b"/>
              <a:pathLst>
                <a:path w="1252" h="2145" extrusionOk="0">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9" name="Google Shape;12189;p64"/>
            <p:cNvSpPr/>
            <p:nvPr/>
          </p:nvSpPr>
          <p:spPr>
            <a:xfrm>
              <a:off x="5976007" y="2563023"/>
              <a:ext cx="39851" cy="68297"/>
            </a:xfrm>
            <a:custGeom>
              <a:avLst/>
              <a:gdLst/>
              <a:ahLst/>
              <a:cxnLst/>
              <a:rect l="l" t="t" r="r" b="b"/>
              <a:pathLst>
                <a:path w="1251" h="2144" extrusionOk="0">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0" name="Google Shape;12190;p64"/>
            <p:cNvSpPr/>
            <p:nvPr/>
          </p:nvSpPr>
          <p:spPr>
            <a:xfrm>
              <a:off x="5919114" y="2453027"/>
              <a:ext cx="42877" cy="43673"/>
            </a:xfrm>
            <a:custGeom>
              <a:avLst/>
              <a:gdLst/>
              <a:ahLst/>
              <a:cxnLst/>
              <a:rect l="l" t="t" r="r" b="b"/>
              <a:pathLst>
                <a:path w="1346" h="1371" extrusionOk="0">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1" name="Google Shape;12191;p64"/>
            <p:cNvSpPr/>
            <p:nvPr/>
          </p:nvSpPr>
          <p:spPr>
            <a:xfrm>
              <a:off x="5756399" y="2434456"/>
              <a:ext cx="367925" cy="367161"/>
            </a:xfrm>
            <a:custGeom>
              <a:avLst/>
              <a:gdLst/>
              <a:ahLst/>
              <a:cxnLst/>
              <a:rect l="l" t="t" r="r" b="b"/>
              <a:pathLst>
                <a:path w="11550" h="11526" extrusionOk="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92" name="Google Shape;12192;p64"/>
          <p:cNvSpPr/>
          <p:nvPr/>
        </p:nvSpPr>
        <p:spPr>
          <a:xfrm>
            <a:off x="5304695" y="2253551"/>
            <a:ext cx="368308" cy="366970"/>
          </a:xfrm>
          <a:custGeom>
            <a:avLst/>
            <a:gdLst/>
            <a:ahLst/>
            <a:cxnLst/>
            <a:rect l="l" t="t" r="r" b="b"/>
            <a:pathLst>
              <a:path w="11562" h="11520" extrusionOk="0">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64"/>
          <p:cNvSpPr/>
          <p:nvPr/>
        </p:nvSpPr>
        <p:spPr>
          <a:xfrm>
            <a:off x="7542031" y="2264541"/>
            <a:ext cx="370187" cy="344034"/>
          </a:xfrm>
          <a:custGeom>
            <a:avLst/>
            <a:gdLst/>
            <a:ahLst/>
            <a:cxnLst/>
            <a:rect l="l" t="t" r="r" b="b"/>
            <a:pathLst>
              <a:path w="11621" h="10800" extrusionOk="0">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94" name="Google Shape;12194;p64"/>
          <p:cNvGrpSpPr/>
          <p:nvPr/>
        </p:nvGrpSpPr>
        <p:grpSpPr>
          <a:xfrm>
            <a:off x="7964906" y="2253073"/>
            <a:ext cx="373627" cy="367925"/>
            <a:chOff x="7964906" y="2434073"/>
            <a:chExt cx="373627" cy="367925"/>
          </a:xfrm>
        </p:grpSpPr>
        <p:sp>
          <p:nvSpPr>
            <p:cNvPr id="12195" name="Google Shape;12195;p64"/>
            <p:cNvSpPr/>
            <p:nvPr/>
          </p:nvSpPr>
          <p:spPr>
            <a:xfrm>
              <a:off x="8252397" y="2622942"/>
              <a:ext cx="46699" cy="46317"/>
            </a:xfrm>
            <a:custGeom>
              <a:avLst/>
              <a:gdLst/>
              <a:ahLst/>
              <a:cxnLst/>
              <a:rect l="l" t="t" r="r" b="b"/>
              <a:pathLst>
                <a:path w="1466" h="1454" extrusionOk="0">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6" name="Google Shape;12196;p64"/>
            <p:cNvSpPr/>
            <p:nvPr/>
          </p:nvSpPr>
          <p:spPr>
            <a:xfrm>
              <a:off x="7964906" y="2434073"/>
              <a:ext cx="373627" cy="367925"/>
            </a:xfrm>
            <a:custGeom>
              <a:avLst/>
              <a:gdLst/>
              <a:ahLst/>
              <a:cxnLst/>
              <a:rect l="l" t="t" r="r" b="b"/>
              <a:pathLst>
                <a:path w="11729" h="11550" extrusionOk="0">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7" name="Google Shape;12197;p64"/>
          <p:cNvGrpSpPr/>
          <p:nvPr/>
        </p:nvGrpSpPr>
        <p:grpSpPr>
          <a:xfrm>
            <a:off x="6194086" y="2256737"/>
            <a:ext cx="369837" cy="360471"/>
            <a:chOff x="6194086" y="2437737"/>
            <a:chExt cx="369837" cy="360471"/>
          </a:xfrm>
        </p:grpSpPr>
        <p:sp>
          <p:nvSpPr>
            <p:cNvPr id="12198" name="Google Shape;12198;p64"/>
            <p:cNvSpPr/>
            <p:nvPr/>
          </p:nvSpPr>
          <p:spPr>
            <a:xfrm>
              <a:off x="6194086" y="2437737"/>
              <a:ext cx="369837" cy="360471"/>
            </a:xfrm>
            <a:custGeom>
              <a:avLst/>
              <a:gdLst/>
              <a:ahLst/>
              <a:cxnLst/>
              <a:rect l="l" t="t" r="r" b="b"/>
              <a:pathLst>
                <a:path w="11610" h="11316" extrusionOk="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64"/>
            <p:cNvSpPr/>
            <p:nvPr/>
          </p:nvSpPr>
          <p:spPr>
            <a:xfrm>
              <a:off x="6251362" y="2655721"/>
              <a:ext cx="89927" cy="88621"/>
            </a:xfrm>
            <a:custGeom>
              <a:avLst/>
              <a:gdLst/>
              <a:ahLst/>
              <a:cxnLst/>
              <a:rect l="l" t="t" r="r" b="b"/>
              <a:pathLst>
                <a:path w="2823" h="2782" extrusionOk="0">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00" name="Google Shape;12200;p64"/>
          <p:cNvSpPr txBox="1"/>
          <p:nvPr/>
        </p:nvSpPr>
        <p:spPr>
          <a:xfrm>
            <a:off x="849675" y="722092"/>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Educational Icons</a:t>
            </a:r>
            <a:endParaRPr sz="2400">
              <a:solidFill>
                <a:srgbClr val="FFFFFF"/>
              </a:solidFill>
            </a:endParaRPr>
          </a:p>
        </p:txBody>
      </p:sp>
      <p:sp>
        <p:nvSpPr>
          <p:cNvPr id="12201" name="Google Shape;12201;p64"/>
          <p:cNvSpPr txBox="1"/>
          <p:nvPr/>
        </p:nvSpPr>
        <p:spPr>
          <a:xfrm>
            <a:off x="4858400" y="722092"/>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205"/>
        <p:cNvGrpSpPr/>
        <p:nvPr/>
      </p:nvGrpSpPr>
      <p:grpSpPr>
        <a:xfrm>
          <a:off x="0" y="0"/>
          <a:ext cx="0" cy="0"/>
          <a:chOff x="0" y="0"/>
          <a:chExt cx="0" cy="0"/>
        </a:xfrm>
      </p:grpSpPr>
      <p:grpSp>
        <p:nvGrpSpPr>
          <p:cNvPr id="12206" name="Google Shape;12206;p65"/>
          <p:cNvGrpSpPr/>
          <p:nvPr/>
        </p:nvGrpSpPr>
        <p:grpSpPr>
          <a:xfrm>
            <a:off x="3541011" y="1334344"/>
            <a:ext cx="350166" cy="349434"/>
            <a:chOff x="3541011" y="1508594"/>
            <a:chExt cx="350166" cy="349434"/>
          </a:xfrm>
        </p:grpSpPr>
        <p:sp>
          <p:nvSpPr>
            <p:cNvPr id="12207" name="Google Shape;12207;p65"/>
            <p:cNvSpPr/>
            <p:nvPr/>
          </p:nvSpPr>
          <p:spPr>
            <a:xfrm>
              <a:off x="3600879" y="1568270"/>
              <a:ext cx="230049" cy="289758"/>
            </a:xfrm>
            <a:custGeom>
              <a:avLst/>
              <a:gdLst/>
              <a:ahLst/>
              <a:cxnLst/>
              <a:rect l="l" t="t" r="r" b="b"/>
              <a:pathLst>
                <a:path w="7228" h="9104" extrusionOk="0">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8" name="Google Shape;12208;p65"/>
            <p:cNvSpPr/>
            <p:nvPr/>
          </p:nvSpPr>
          <p:spPr>
            <a:xfrm>
              <a:off x="3541011" y="1677980"/>
              <a:ext cx="48919" cy="10630"/>
            </a:xfrm>
            <a:custGeom>
              <a:avLst/>
              <a:gdLst/>
              <a:ahLst/>
              <a:cxnLst/>
              <a:rect l="l" t="t" r="r" b="b"/>
              <a:pathLst>
                <a:path w="1537" h="334" extrusionOk="0">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9" name="Google Shape;12209;p65"/>
            <p:cNvSpPr/>
            <p:nvPr/>
          </p:nvSpPr>
          <p:spPr>
            <a:xfrm>
              <a:off x="3842259" y="1677980"/>
              <a:ext cx="48919" cy="10630"/>
            </a:xfrm>
            <a:custGeom>
              <a:avLst/>
              <a:gdLst/>
              <a:ahLst/>
              <a:cxnLst/>
              <a:rect l="l" t="t" r="r" b="b"/>
              <a:pathLst>
                <a:path w="1537" h="334" extrusionOk="0">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0" name="Google Shape;12210;p65"/>
            <p:cNvSpPr/>
            <p:nvPr/>
          </p:nvSpPr>
          <p:spPr>
            <a:xfrm>
              <a:off x="3711161" y="1508594"/>
              <a:ext cx="10248" cy="48537"/>
            </a:xfrm>
            <a:custGeom>
              <a:avLst/>
              <a:gdLst/>
              <a:ahLst/>
              <a:cxnLst/>
              <a:rect l="l" t="t" r="r" b="b"/>
              <a:pathLst>
                <a:path w="322" h="1525" extrusionOk="0">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1" name="Google Shape;12211;p65"/>
            <p:cNvSpPr/>
            <p:nvPr/>
          </p:nvSpPr>
          <p:spPr>
            <a:xfrm>
              <a:off x="3633470" y="1792018"/>
              <a:ext cx="22757" cy="29249"/>
            </a:xfrm>
            <a:custGeom>
              <a:avLst/>
              <a:gdLst/>
              <a:ahLst/>
              <a:cxnLst/>
              <a:rect l="l" t="t" r="r" b="b"/>
              <a:pathLst>
                <a:path w="715" h="919" extrusionOk="0">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2" name="Google Shape;12212;p65"/>
            <p:cNvSpPr/>
            <p:nvPr/>
          </p:nvSpPr>
          <p:spPr>
            <a:xfrm>
              <a:off x="3775962" y="1545195"/>
              <a:ext cx="22757" cy="28995"/>
            </a:xfrm>
            <a:custGeom>
              <a:avLst/>
              <a:gdLst/>
              <a:ahLst/>
              <a:cxnLst/>
              <a:rect l="l" t="t" r="r" b="b"/>
              <a:pathLst>
                <a:path w="715" h="911" extrusionOk="0">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3" name="Google Shape;12213;p65"/>
            <p:cNvSpPr/>
            <p:nvPr/>
          </p:nvSpPr>
          <p:spPr>
            <a:xfrm>
              <a:off x="3577390" y="1601498"/>
              <a:ext cx="31095" cy="21197"/>
            </a:xfrm>
            <a:custGeom>
              <a:avLst/>
              <a:gdLst/>
              <a:ahLst/>
              <a:cxnLst/>
              <a:rect l="l" t="t" r="r" b="b"/>
              <a:pathLst>
                <a:path w="977" h="666" extrusionOk="0">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65"/>
            <p:cNvSpPr/>
            <p:nvPr/>
          </p:nvSpPr>
          <p:spPr>
            <a:xfrm>
              <a:off x="3823703" y="1743608"/>
              <a:ext cx="31095" cy="21197"/>
            </a:xfrm>
            <a:custGeom>
              <a:avLst/>
              <a:gdLst/>
              <a:ahLst/>
              <a:cxnLst/>
              <a:rect l="l" t="t" r="r" b="b"/>
              <a:pathLst>
                <a:path w="977" h="666" extrusionOk="0">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5" name="Google Shape;12215;p65"/>
            <p:cNvSpPr/>
            <p:nvPr/>
          </p:nvSpPr>
          <p:spPr>
            <a:xfrm>
              <a:off x="3775962" y="1792018"/>
              <a:ext cx="22757" cy="29249"/>
            </a:xfrm>
            <a:custGeom>
              <a:avLst/>
              <a:gdLst/>
              <a:ahLst/>
              <a:cxnLst/>
              <a:rect l="l" t="t" r="r" b="b"/>
              <a:pathLst>
                <a:path w="715" h="919" extrusionOk="0">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6" name="Google Shape;12216;p65"/>
            <p:cNvSpPr/>
            <p:nvPr/>
          </p:nvSpPr>
          <p:spPr>
            <a:xfrm>
              <a:off x="3633470" y="1545195"/>
              <a:ext cx="22757" cy="28995"/>
            </a:xfrm>
            <a:custGeom>
              <a:avLst/>
              <a:gdLst/>
              <a:ahLst/>
              <a:cxnLst/>
              <a:rect l="l" t="t" r="r" b="b"/>
              <a:pathLst>
                <a:path w="715" h="911" extrusionOk="0">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7" name="Google Shape;12217;p65"/>
            <p:cNvSpPr/>
            <p:nvPr/>
          </p:nvSpPr>
          <p:spPr>
            <a:xfrm>
              <a:off x="3823703" y="1601498"/>
              <a:ext cx="31095" cy="21197"/>
            </a:xfrm>
            <a:custGeom>
              <a:avLst/>
              <a:gdLst/>
              <a:ahLst/>
              <a:cxnLst/>
              <a:rect l="l" t="t" r="r" b="b"/>
              <a:pathLst>
                <a:path w="977" h="666" extrusionOk="0">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8" name="Google Shape;12218;p65"/>
            <p:cNvSpPr/>
            <p:nvPr/>
          </p:nvSpPr>
          <p:spPr>
            <a:xfrm>
              <a:off x="3577390" y="1743608"/>
              <a:ext cx="31095" cy="21197"/>
            </a:xfrm>
            <a:custGeom>
              <a:avLst/>
              <a:gdLst/>
              <a:ahLst/>
              <a:cxnLst/>
              <a:rect l="l" t="t" r="r" b="b"/>
              <a:pathLst>
                <a:path w="977" h="666" extrusionOk="0">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65"/>
            <p:cNvSpPr/>
            <p:nvPr/>
          </p:nvSpPr>
          <p:spPr>
            <a:xfrm>
              <a:off x="3732358" y="1593032"/>
              <a:ext cx="71294" cy="62255"/>
            </a:xfrm>
            <a:custGeom>
              <a:avLst/>
              <a:gdLst/>
              <a:ahLst/>
              <a:cxnLst/>
              <a:rect l="l" t="t" r="r" b="b"/>
              <a:pathLst>
                <a:path w="2240" h="1956" extrusionOk="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0" name="Google Shape;12220;p65"/>
          <p:cNvGrpSpPr/>
          <p:nvPr/>
        </p:nvGrpSpPr>
        <p:grpSpPr>
          <a:xfrm>
            <a:off x="3122257" y="1334344"/>
            <a:ext cx="294850" cy="349434"/>
            <a:chOff x="3122257" y="1508594"/>
            <a:chExt cx="294850" cy="349434"/>
          </a:xfrm>
        </p:grpSpPr>
        <p:sp>
          <p:nvSpPr>
            <p:cNvPr id="12221" name="Google Shape;12221;p65"/>
            <p:cNvSpPr/>
            <p:nvPr/>
          </p:nvSpPr>
          <p:spPr>
            <a:xfrm>
              <a:off x="3226110" y="1659042"/>
              <a:ext cx="87557" cy="29568"/>
            </a:xfrm>
            <a:custGeom>
              <a:avLst/>
              <a:gdLst/>
              <a:ahLst/>
              <a:cxnLst/>
              <a:rect l="l" t="t" r="r" b="b"/>
              <a:pathLst>
                <a:path w="2751" h="929" extrusionOk="0">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2" name="Google Shape;12222;p65"/>
            <p:cNvSpPr/>
            <p:nvPr/>
          </p:nvSpPr>
          <p:spPr>
            <a:xfrm>
              <a:off x="3171144" y="1612033"/>
              <a:ext cx="196694" cy="245613"/>
            </a:xfrm>
            <a:custGeom>
              <a:avLst/>
              <a:gdLst/>
              <a:ahLst/>
              <a:cxnLst/>
              <a:rect l="l" t="t" r="r" b="b"/>
              <a:pathLst>
                <a:path w="6180" h="7717" extrusionOk="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3" name="Google Shape;12223;p65"/>
            <p:cNvSpPr/>
            <p:nvPr/>
          </p:nvSpPr>
          <p:spPr>
            <a:xfrm>
              <a:off x="3204117" y="1836767"/>
              <a:ext cx="10630" cy="21261"/>
            </a:xfrm>
            <a:custGeom>
              <a:avLst/>
              <a:gdLst/>
              <a:ahLst/>
              <a:cxnLst/>
              <a:rect l="l" t="t" r="r" b="b"/>
              <a:pathLst>
                <a:path w="334" h="668" extrusionOk="0">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4" name="Google Shape;12224;p65"/>
            <p:cNvSpPr/>
            <p:nvPr/>
          </p:nvSpPr>
          <p:spPr>
            <a:xfrm>
              <a:off x="3324616" y="1836767"/>
              <a:ext cx="10280" cy="21261"/>
            </a:xfrm>
            <a:custGeom>
              <a:avLst/>
              <a:gdLst/>
              <a:ahLst/>
              <a:cxnLst/>
              <a:rect l="l" t="t" r="r" b="b"/>
              <a:pathLst>
                <a:path w="323" h="668" extrusionOk="0">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5" name="Google Shape;12225;p65"/>
            <p:cNvSpPr/>
            <p:nvPr/>
          </p:nvSpPr>
          <p:spPr>
            <a:xfrm>
              <a:off x="3122257" y="1508594"/>
              <a:ext cx="294850" cy="278554"/>
            </a:xfrm>
            <a:custGeom>
              <a:avLst/>
              <a:gdLst/>
              <a:ahLst/>
              <a:cxnLst/>
              <a:rect l="l" t="t" r="r" b="b"/>
              <a:pathLst>
                <a:path w="9264" h="8752" extrusionOk="0">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6" name="Google Shape;12226;p65"/>
          <p:cNvGrpSpPr/>
          <p:nvPr/>
        </p:nvGrpSpPr>
        <p:grpSpPr>
          <a:xfrm>
            <a:off x="910723" y="1333962"/>
            <a:ext cx="251660" cy="350166"/>
            <a:chOff x="910723" y="1508212"/>
            <a:chExt cx="251660" cy="350166"/>
          </a:xfrm>
        </p:grpSpPr>
        <p:sp>
          <p:nvSpPr>
            <p:cNvPr id="12227" name="Google Shape;12227;p65"/>
            <p:cNvSpPr/>
            <p:nvPr/>
          </p:nvSpPr>
          <p:spPr>
            <a:xfrm>
              <a:off x="910723" y="1508212"/>
              <a:ext cx="251660" cy="350166"/>
            </a:xfrm>
            <a:custGeom>
              <a:avLst/>
              <a:gdLst/>
              <a:ahLst/>
              <a:cxnLst/>
              <a:rect l="l" t="t" r="r" b="b"/>
              <a:pathLst>
                <a:path w="7907" h="11002" extrusionOk="0">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8" name="Google Shape;12228;p65"/>
            <p:cNvSpPr/>
            <p:nvPr/>
          </p:nvSpPr>
          <p:spPr>
            <a:xfrm>
              <a:off x="1031604" y="1530205"/>
              <a:ext cx="10280" cy="10248"/>
            </a:xfrm>
            <a:custGeom>
              <a:avLst/>
              <a:gdLst/>
              <a:ahLst/>
              <a:cxnLst/>
              <a:rect l="l" t="t" r="r" b="b"/>
              <a:pathLst>
                <a:path w="323" h="322" extrusionOk="0">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9" name="Google Shape;12229;p65"/>
            <p:cNvSpPr/>
            <p:nvPr/>
          </p:nvSpPr>
          <p:spPr>
            <a:xfrm>
              <a:off x="932334" y="1551784"/>
              <a:ext cx="208088" cy="273653"/>
            </a:xfrm>
            <a:custGeom>
              <a:avLst/>
              <a:gdLst/>
              <a:ahLst/>
              <a:cxnLst/>
              <a:rect l="l" t="t" r="r" b="b"/>
              <a:pathLst>
                <a:path w="6538" h="8598" extrusionOk="0">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0" name="Google Shape;12230;p65"/>
            <p:cNvSpPr/>
            <p:nvPr/>
          </p:nvSpPr>
          <p:spPr>
            <a:xfrm>
              <a:off x="965689" y="1661302"/>
              <a:ext cx="32241" cy="32241"/>
            </a:xfrm>
            <a:custGeom>
              <a:avLst/>
              <a:gdLst/>
              <a:ahLst/>
              <a:cxnLst/>
              <a:rect l="l" t="t" r="r" b="b"/>
              <a:pathLst>
                <a:path w="1013" h="1013" extrusionOk="0">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1" name="Google Shape;12231;p65"/>
            <p:cNvSpPr/>
            <p:nvPr/>
          </p:nvSpPr>
          <p:spPr>
            <a:xfrm>
              <a:off x="965689" y="1710571"/>
              <a:ext cx="32241" cy="32241"/>
            </a:xfrm>
            <a:custGeom>
              <a:avLst/>
              <a:gdLst/>
              <a:ahLst/>
              <a:cxnLst/>
              <a:rect l="l" t="t" r="r" b="b"/>
              <a:pathLst>
                <a:path w="1013" h="1013" extrusionOk="0">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2" name="Google Shape;12232;p65"/>
            <p:cNvSpPr/>
            <p:nvPr/>
          </p:nvSpPr>
          <p:spPr>
            <a:xfrm>
              <a:off x="965689" y="1760604"/>
              <a:ext cx="32241" cy="31859"/>
            </a:xfrm>
            <a:custGeom>
              <a:avLst/>
              <a:gdLst/>
              <a:ahLst/>
              <a:cxnLst/>
              <a:rect l="l" t="t" r="r" b="b"/>
              <a:pathLst>
                <a:path w="1013" h="1001" extrusionOk="0">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3" name="Google Shape;12233;p65"/>
            <p:cNvSpPr/>
            <p:nvPr/>
          </p:nvSpPr>
          <p:spPr>
            <a:xfrm>
              <a:off x="1009643" y="1661302"/>
              <a:ext cx="59899" cy="10662"/>
            </a:xfrm>
            <a:custGeom>
              <a:avLst/>
              <a:gdLst/>
              <a:ahLst/>
              <a:cxnLst/>
              <a:rect l="l" t="t" r="r" b="b"/>
              <a:pathLst>
                <a:path w="1882" h="335" extrusionOk="0">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4" name="Google Shape;12234;p65"/>
            <p:cNvSpPr/>
            <p:nvPr/>
          </p:nvSpPr>
          <p:spPr>
            <a:xfrm>
              <a:off x="1009643" y="1683677"/>
              <a:ext cx="98188" cy="10630"/>
            </a:xfrm>
            <a:custGeom>
              <a:avLst/>
              <a:gdLst/>
              <a:ahLst/>
              <a:cxnLst/>
              <a:rect l="l" t="t" r="r" b="b"/>
              <a:pathLst>
                <a:path w="3085" h="334" extrusionOk="0">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5" name="Google Shape;12235;p65"/>
            <p:cNvSpPr/>
            <p:nvPr/>
          </p:nvSpPr>
          <p:spPr>
            <a:xfrm>
              <a:off x="1009643" y="1710571"/>
              <a:ext cx="59899" cy="10630"/>
            </a:xfrm>
            <a:custGeom>
              <a:avLst/>
              <a:gdLst/>
              <a:ahLst/>
              <a:cxnLst/>
              <a:rect l="l" t="t" r="r" b="b"/>
              <a:pathLst>
                <a:path w="1882" h="334" extrusionOk="0">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6" name="Google Shape;12236;p65"/>
            <p:cNvSpPr/>
            <p:nvPr/>
          </p:nvSpPr>
          <p:spPr>
            <a:xfrm>
              <a:off x="1009643" y="1732946"/>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7" name="Google Shape;12237;p65"/>
            <p:cNvSpPr/>
            <p:nvPr/>
          </p:nvSpPr>
          <p:spPr>
            <a:xfrm>
              <a:off x="1009643" y="1760604"/>
              <a:ext cx="59899" cy="10248"/>
            </a:xfrm>
            <a:custGeom>
              <a:avLst/>
              <a:gdLst/>
              <a:ahLst/>
              <a:cxnLst/>
              <a:rect l="l" t="t" r="r" b="b"/>
              <a:pathLst>
                <a:path w="1882" h="322" extrusionOk="0">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8" name="Google Shape;12238;p65"/>
            <p:cNvSpPr/>
            <p:nvPr/>
          </p:nvSpPr>
          <p:spPr>
            <a:xfrm>
              <a:off x="1009643" y="1782183"/>
              <a:ext cx="98188" cy="10662"/>
            </a:xfrm>
            <a:custGeom>
              <a:avLst/>
              <a:gdLst/>
              <a:ahLst/>
              <a:cxnLst/>
              <a:rect l="l" t="t" r="r" b="b"/>
              <a:pathLst>
                <a:path w="3085" h="335" extrusionOk="0">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9" name="Google Shape;12239;p65"/>
            <p:cNvSpPr/>
            <p:nvPr/>
          </p:nvSpPr>
          <p:spPr>
            <a:xfrm>
              <a:off x="1009643" y="1579473"/>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0" name="Google Shape;12240;p65"/>
            <p:cNvSpPr/>
            <p:nvPr/>
          </p:nvSpPr>
          <p:spPr>
            <a:xfrm>
              <a:off x="965689" y="1628711"/>
              <a:ext cx="142142" cy="10662"/>
            </a:xfrm>
            <a:custGeom>
              <a:avLst/>
              <a:gdLst/>
              <a:ahLst/>
              <a:cxnLst/>
              <a:rect l="l" t="t" r="r" b="b"/>
              <a:pathLst>
                <a:path w="4466" h="335" extrusionOk="0">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65"/>
            <p:cNvSpPr/>
            <p:nvPr/>
          </p:nvSpPr>
          <p:spPr>
            <a:xfrm>
              <a:off x="1009643" y="1601434"/>
              <a:ext cx="26926" cy="10280"/>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65"/>
            <p:cNvSpPr/>
            <p:nvPr/>
          </p:nvSpPr>
          <p:spPr>
            <a:xfrm>
              <a:off x="1047550" y="1601434"/>
              <a:ext cx="26926" cy="10280"/>
            </a:xfrm>
            <a:custGeom>
              <a:avLst/>
              <a:gdLst/>
              <a:ahLst/>
              <a:cxnLst/>
              <a:rect l="l" t="t" r="r" b="b"/>
              <a:pathLst>
                <a:path w="846" h="323" extrusionOk="0">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65"/>
            <p:cNvSpPr/>
            <p:nvPr/>
          </p:nvSpPr>
          <p:spPr>
            <a:xfrm>
              <a:off x="966071" y="1579473"/>
              <a:ext cx="32241" cy="32241"/>
            </a:xfrm>
            <a:custGeom>
              <a:avLst/>
              <a:gdLst/>
              <a:ahLst/>
              <a:cxnLst/>
              <a:rect l="l" t="t" r="r" b="b"/>
              <a:pathLst>
                <a:path w="1013" h="1013" extrusionOk="0">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4" name="Google Shape;12244;p65"/>
          <p:cNvGrpSpPr/>
          <p:nvPr/>
        </p:nvGrpSpPr>
        <p:grpSpPr>
          <a:xfrm>
            <a:off x="1308631" y="1333580"/>
            <a:ext cx="350166" cy="350198"/>
            <a:chOff x="1308631" y="1507830"/>
            <a:chExt cx="350166" cy="350198"/>
          </a:xfrm>
        </p:grpSpPr>
        <p:sp>
          <p:nvSpPr>
            <p:cNvPr id="12245" name="Google Shape;12245;p65"/>
            <p:cNvSpPr/>
            <p:nvPr/>
          </p:nvSpPr>
          <p:spPr>
            <a:xfrm>
              <a:off x="1308631" y="1507830"/>
              <a:ext cx="350166" cy="350198"/>
            </a:xfrm>
            <a:custGeom>
              <a:avLst/>
              <a:gdLst/>
              <a:ahLst/>
              <a:cxnLst/>
              <a:rect l="l" t="t" r="r" b="b"/>
              <a:pathLst>
                <a:path w="11002" h="11003" extrusionOk="0">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6" name="Google Shape;12246;p65"/>
            <p:cNvSpPr/>
            <p:nvPr/>
          </p:nvSpPr>
          <p:spPr>
            <a:xfrm>
              <a:off x="1373049" y="1574063"/>
              <a:ext cx="181544" cy="179730"/>
            </a:xfrm>
            <a:custGeom>
              <a:avLst/>
              <a:gdLst/>
              <a:ahLst/>
              <a:cxnLst/>
              <a:rect l="l" t="t" r="r" b="b"/>
              <a:pathLst>
                <a:path w="5704" h="5647" extrusionOk="0">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7" name="Google Shape;12247;p65"/>
            <p:cNvSpPr/>
            <p:nvPr/>
          </p:nvSpPr>
          <p:spPr>
            <a:xfrm>
              <a:off x="1411338" y="1606368"/>
              <a:ext cx="182276" cy="186477"/>
            </a:xfrm>
            <a:custGeom>
              <a:avLst/>
              <a:gdLst/>
              <a:ahLst/>
              <a:cxnLst/>
              <a:rect l="l" t="t" r="r" b="b"/>
              <a:pathLst>
                <a:path w="5727" h="5859" extrusionOk="0">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8" name="Google Shape;12248;p65"/>
            <p:cNvSpPr/>
            <p:nvPr/>
          </p:nvSpPr>
          <p:spPr>
            <a:xfrm>
              <a:off x="1461721" y="1634026"/>
              <a:ext cx="43986" cy="15564"/>
            </a:xfrm>
            <a:custGeom>
              <a:avLst/>
              <a:gdLst/>
              <a:ahLst/>
              <a:cxnLst/>
              <a:rect l="l" t="t" r="r" b="b"/>
              <a:pathLst>
                <a:path w="1382" h="489" extrusionOk="0">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9" name="Google Shape;12249;p65"/>
          <p:cNvGrpSpPr/>
          <p:nvPr/>
        </p:nvGrpSpPr>
        <p:grpSpPr>
          <a:xfrm>
            <a:off x="1756921" y="1335489"/>
            <a:ext cx="345997" cy="345997"/>
            <a:chOff x="1756921" y="1509739"/>
            <a:chExt cx="345997" cy="345997"/>
          </a:xfrm>
        </p:grpSpPr>
        <p:sp>
          <p:nvSpPr>
            <p:cNvPr id="12250" name="Google Shape;12250;p65"/>
            <p:cNvSpPr/>
            <p:nvPr/>
          </p:nvSpPr>
          <p:spPr>
            <a:xfrm>
              <a:off x="1756921" y="1509739"/>
              <a:ext cx="345997" cy="345997"/>
            </a:xfrm>
            <a:custGeom>
              <a:avLst/>
              <a:gdLst/>
              <a:ahLst/>
              <a:cxnLst/>
              <a:rect l="l" t="t" r="r" b="b"/>
              <a:pathLst>
                <a:path w="10871" h="10871" extrusionOk="0">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1" name="Google Shape;12251;p65"/>
            <p:cNvSpPr/>
            <p:nvPr/>
          </p:nvSpPr>
          <p:spPr>
            <a:xfrm>
              <a:off x="1781937" y="1535488"/>
              <a:ext cx="295614" cy="295614"/>
            </a:xfrm>
            <a:custGeom>
              <a:avLst/>
              <a:gdLst/>
              <a:ahLst/>
              <a:cxnLst/>
              <a:rect l="l" t="t" r="r" b="b"/>
              <a:pathLst>
                <a:path w="9288" h="9288" extrusionOk="0">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2" name="Google Shape;12252;p65"/>
            <p:cNvSpPr/>
            <p:nvPr/>
          </p:nvSpPr>
          <p:spPr>
            <a:xfrm>
              <a:off x="1806954" y="1677980"/>
              <a:ext cx="17441" cy="10630"/>
            </a:xfrm>
            <a:custGeom>
              <a:avLst/>
              <a:gdLst/>
              <a:ahLst/>
              <a:cxnLst/>
              <a:rect l="l" t="t" r="r" b="b"/>
              <a:pathLst>
                <a:path w="548" h="334" extrusionOk="0">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3" name="Google Shape;12253;p65"/>
            <p:cNvSpPr/>
            <p:nvPr/>
          </p:nvSpPr>
          <p:spPr>
            <a:xfrm>
              <a:off x="1924429" y="1560122"/>
              <a:ext cx="128106" cy="128488"/>
            </a:xfrm>
            <a:custGeom>
              <a:avLst/>
              <a:gdLst/>
              <a:ahLst/>
              <a:cxnLst/>
              <a:rect l="l" t="t" r="r" b="b"/>
              <a:pathLst>
                <a:path w="4025" h="4037" extrusionOk="0">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65"/>
            <p:cNvSpPr/>
            <p:nvPr/>
          </p:nvSpPr>
          <p:spPr>
            <a:xfrm>
              <a:off x="1924811" y="1788644"/>
              <a:ext cx="10630" cy="17823"/>
            </a:xfrm>
            <a:custGeom>
              <a:avLst/>
              <a:gdLst/>
              <a:ahLst/>
              <a:cxnLst/>
              <a:rect l="l" t="t" r="r" b="b"/>
              <a:pathLst>
                <a:path w="334" h="560" extrusionOk="0">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5" name="Google Shape;12255;p65"/>
            <p:cNvSpPr/>
            <p:nvPr/>
          </p:nvSpPr>
          <p:spPr>
            <a:xfrm>
              <a:off x="1841423" y="1594719"/>
              <a:ext cx="16328" cy="15086"/>
            </a:xfrm>
            <a:custGeom>
              <a:avLst/>
              <a:gdLst/>
              <a:ahLst/>
              <a:cxnLst/>
              <a:rect l="l" t="t" r="r" b="b"/>
              <a:pathLst>
                <a:path w="513" h="474" extrusionOk="0">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6" name="Google Shape;12256;p65"/>
            <p:cNvSpPr/>
            <p:nvPr/>
          </p:nvSpPr>
          <p:spPr>
            <a:xfrm>
              <a:off x="2002470" y="1756243"/>
              <a:ext cx="16709" cy="15755"/>
            </a:xfrm>
            <a:custGeom>
              <a:avLst/>
              <a:gdLst/>
              <a:ahLst/>
              <a:cxnLst/>
              <a:rect l="l" t="t" r="r" b="b"/>
              <a:pathLst>
                <a:path w="525" h="495" extrusionOk="0">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7" name="Google Shape;12257;p65"/>
            <p:cNvSpPr/>
            <p:nvPr/>
          </p:nvSpPr>
          <p:spPr>
            <a:xfrm>
              <a:off x="2002470" y="1594719"/>
              <a:ext cx="16328" cy="15086"/>
            </a:xfrm>
            <a:custGeom>
              <a:avLst/>
              <a:gdLst/>
              <a:ahLst/>
              <a:cxnLst/>
              <a:rect l="l" t="t" r="r" b="b"/>
              <a:pathLst>
                <a:path w="513" h="474" extrusionOk="0">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8" name="Google Shape;12258;p65"/>
            <p:cNvSpPr/>
            <p:nvPr/>
          </p:nvSpPr>
          <p:spPr>
            <a:xfrm>
              <a:off x="1841041" y="1756530"/>
              <a:ext cx="16709" cy="15468"/>
            </a:xfrm>
            <a:custGeom>
              <a:avLst/>
              <a:gdLst/>
              <a:ahLst/>
              <a:cxnLst/>
              <a:rect l="l" t="t" r="r" b="b"/>
              <a:pathLst>
                <a:path w="525" h="486" extrusionOk="0">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9" name="Google Shape;12259;p65"/>
            <p:cNvSpPr/>
            <p:nvPr/>
          </p:nvSpPr>
          <p:spPr>
            <a:xfrm>
              <a:off x="1816025" y="1632084"/>
              <a:ext cx="17855" cy="13336"/>
            </a:xfrm>
            <a:custGeom>
              <a:avLst/>
              <a:gdLst/>
              <a:ahLst/>
              <a:cxnLst/>
              <a:rect l="l" t="t" r="r" b="b"/>
              <a:pathLst>
                <a:path w="561" h="419" extrusionOk="0">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65"/>
            <p:cNvSpPr/>
            <p:nvPr/>
          </p:nvSpPr>
          <p:spPr>
            <a:xfrm>
              <a:off x="2026341" y="1721297"/>
              <a:ext cx="17855" cy="13177"/>
            </a:xfrm>
            <a:custGeom>
              <a:avLst/>
              <a:gdLst/>
              <a:ahLst/>
              <a:cxnLst/>
              <a:rect l="l" t="t" r="r" b="b"/>
              <a:pathLst>
                <a:path w="561" h="414" extrusionOk="0">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65"/>
            <p:cNvSpPr/>
            <p:nvPr/>
          </p:nvSpPr>
          <p:spPr>
            <a:xfrm>
              <a:off x="1967619" y="1569702"/>
              <a:ext cx="14036" cy="16996"/>
            </a:xfrm>
            <a:custGeom>
              <a:avLst/>
              <a:gdLst/>
              <a:ahLst/>
              <a:cxnLst/>
              <a:rect l="l" t="t" r="r" b="b"/>
              <a:pathLst>
                <a:path w="441" h="534" extrusionOk="0">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2" name="Google Shape;12262;p65"/>
            <p:cNvSpPr/>
            <p:nvPr/>
          </p:nvSpPr>
          <p:spPr>
            <a:xfrm>
              <a:off x="1877802" y="1780019"/>
              <a:ext cx="14450" cy="16996"/>
            </a:xfrm>
            <a:custGeom>
              <a:avLst/>
              <a:gdLst/>
              <a:ahLst/>
              <a:cxnLst/>
              <a:rect l="l" t="t" r="r" b="b"/>
              <a:pathLst>
                <a:path w="454" h="534" extrusionOk="0">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3" name="Google Shape;12263;p65"/>
            <p:cNvSpPr/>
            <p:nvPr/>
          </p:nvSpPr>
          <p:spPr>
            <a:xfrm>
              <a:off x="1879711" y="1568652"/>
              <a:ext cx="14418" cy="16900"/>
            </a:xfrm>
            <a:custGeom>
              <a:avLst/>
              <a:gdLst/>
              <a:ahLst/>
              <a:cxnLst/>
              <a:rect l="l" t="t" r="r" b="b"/>
              <a:pathLst>
                <a:path w="453" h="531" extrusionOk="0">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4" name="Google Shape;12264;p65"/>
            <p:cNvSpPr/>
            <p:nvPr/>
          </p:nvSpPr>
          <p:spPr>
            <a:xfrm>
              <a:off x="1965709" y="1780846"/>
              <a:ext cx="14068" cy="16900"/>
            </a:xfrm>
            <a:custGeom>
              <a:avLst/>
              <a:gdLst/>
              <a:ahLst/>
              <a:cxnLst/>
              <a:rect l="l" t="t" r="r" b="b"/>
              <a:pathLst>
                <a:path w="442" h="531" extrusionOk="0">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5" name="Google Shape;12265;p65"/>
            <p:cNvSpPr/>
            <p:nvPr/>
          </p:nvSpPr>
          <p:spPr>
            <a:xfrm>
              <a:off x="2026723" y="1633644"/>
              <a:ext cx="17855" cy="13304"/>
            </a:xfrm>
            <a:custGeom>
              <a:avLst/>
              <a:gdLst/>
              <a:ahLst/>
              <a:cxnLst/>
              <a:rect l="l" t="t" r="r" b="b"/>
              <a:pathLst>
                <a:path w="561" h="418" extrusionOk="0">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6" name="Google Shape;12266;p65"/>
            <p:cNvSpPr/>
            <p:nvPr/>
          </p:nvSpPr>
          <p:spPr>
            <a:xfrm>
              <a:off x="1814911" y="1719419"/>
              <a:ext cx="18205" cy="13177"/>
            </a:xfrm>
            <a:custGeom>
              <a:avLst/>
              <a:gdLst/>
              <a:ahLst/>
              <a:cxnLst/>
              <a:rect l="l" t="t" r="r" b="b"/>
              <a:pathLst>
                <a:path w="572" h="414" extrusionOk="0">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67" name="Google Shape;12267;p65"/>
          <p:cNvGrpSpPr/>
          <p:nvPr/>
        </p:nvGrpSpPr>
        <p:grpSpPr>
          <a:xfrm>
            <a:off x="2216956" y="1336253"/>
            <a:ext cx="318721" cy="345615"/>
            <a:chOff x="2216956" y="1510503"/>
            <a:chExt cx="318721" cy="345615"/>
          </a:xfrm>
        </p:grpSpPr>
        <p:sp>
          <p:nvSpPr>
            <p:cNvPr id="12268" name="Google Shape;12268;p65"/>
            <p:cNvSpPr/>
            <p:nvPr/>
          </p:nvSpPr>
          <p:spPr>
            <a:xfrm>
              <a:off x="2386724" y="1510503"/>
              <a:ext cx="142524" cy="151594"/>
            </a:xfrm>
            <a:custGeom>
              <a:avLst/>
              <a:gdLst/>
              <a:ahLst/>
              <a:cxnLst/>
              <a:rect l="l" t="t" r="r" b="b"/>
              <a:pathLst>
                <a:path w="4478" h="4763" extrusionOk="0">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9" name="Google Shape;12269;p65"/>
            <p:cNvSpPr/>
            <p:nvPr/>
          </p:nvSpPr>
          <p:spPr>
            <a:xfrm>
              <a:off x="2423102" y="1541185"/>
              <a:ext cx="77723" cy="77723"/>
            </a:xfrm>
            <a:custGeom>
              <a:avLst/>
              <a:gdLst/>
              <a:ahLst/>
              <a:cxnLst/>
              <a:rect l="l" t="t" r="r" b="b"/>
              <a:pathLst>
                <a:path w="2442" h="2442" extrusionOk="0">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0" name="Google Shape;12270;p65"/>
            <p:cNvSpPr/>
            <p:nvPr/>
          </p:nvSpPr>
          <p:spPr>
            <a:xfrm>
              <a:off x="2216956" y="1538543"/>
              <a:ext cx="318721" cy="317575"/>
            </a:xfrm>
            <a:custGeom>
              <a:avLst/>
              <a:gdLst/>
              <a:ahLst/>
              <a:cxnLst/>
              <a:rect l="l" t="t" r="r" b="b"/>
              <a:pathLst>
                <a:path w="10014" h="9978" extrusionOk="0">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1" name="Google Shape;12271;p65"/>
            <p:cNvSpPr/>
            <p:nvPr/>
          </p:nvSpPr>
          <p:spPr>
            <a:xfrm>
              <a:off x="2275327" y="1662448"/>
              <a:ext cx="100066" cy="39434"/>
            </a:xfrm>
            <a:custGeom>
              <a:avLst/>
              <a:gdLst/>
              <a:ahLst/>
              <a:cxnLst/>
              <a:rect l="l" t="t" r="r" b="b"/>
              <a:pathLst>
                <a:path w="3144" h="1239" extrusionOk="0">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2" name="Google Shape;12272;p65"/>
            <p:cNvSpPr/>
            <p:nvPr/>
          </p:nvSpPr>
          <p:spPr>
            <a:xfrm>
              <a:off x="2371192" y="1745422"/>
              <a:ext cx="101211" cy="60663"/>
            </a:xfrm>
            <a:custGeom>
              <a:avLst/>
              <a:gdLst/>
              <a:ahLst/>
              <a:cxnLst/>
              <a:rect l="l" t="t" r="r" b="b"/>
              <a:pathLst>
                <a:path w="3180" h="1906" extrusionOk="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3" name="Google Shape;12273;p65"/>
          <p:cNvGrpSpPr/>
          <p:nvPr/>
        </p:nvGrpSpPr>
        <p:grpSpPr>
          <a:xfrm>
            <a:off x="3988156" y="1394211"/>
            <a:ext cx="349052" cy="230049"/>
            <a:chOff x="3988156" y="1568461"/>
            <a:chExt cx="349052" cy="230049"/>
          </a:xfrm>
        </p:grpSpPr>
        <p:sp>
          <p:nvSpPr>
            <p:cNvPr id="12274" name="Google Shape;12274;p65"/>
            <p:cNvSpPr/>
            <p:nvPr/>
          </p:nvSpPr>
          <p:spPr>
            <a:xfrm>
              <a:off x="3988156" y="1571135"/>
              <a:ext cx="349052" cy="227376"/>
            </a:xfrm>
            <a:custGeom>
              <a:avLst/>
              <a:gdLst/>
              <a:ahLst/>
              <a:cxnLst/>
              <a:rect l="l" t="t" r="r" b="b"/>
              <a:pathLst>
                <a:path w="10967" h="7144" extrusionOk="0">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5" name="Google Shape;12275;p65"/>
            <p:cNvSpPr/>
            <p:nvPr/>
          </p:nvSpPr>
          <p:spPr>
            <a:xfrm>
              <a:off x="4188256" y="1568461"/>
              <a:ext cx="146661" cy="61809"/>
            </a:xfrm>
            <a:custGeom>
              <a:avLst/>
              <a:gdLst/>
              <a:ahLst/>
              <a:cxnLst/>
              <a:rect l="l" t="t" r="r" b="b"/>
              <a:pathLst>
                <a:path w="4608" h="1942" extrusionOk="0">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6" name="Google Shape;12276;p65"/>
            <p:cNvSpPr/>
            <p:nvPr/>
          </p:nvSpPr>
          <p:spPr>
            <a:xfrm>
              <a:off x="4123805" y="1677598"/>
              <a:ext cx="13304" cy="13304"/>
            </a:xfrm>
            <a:custGeom>
              <a:avLst/>
              <a:gdLst/>
              <a:ahLst/>
              <a:cxnLst/>
              <a:rect l="l" t="t" r="r" b="b"/>
              <a:pathLst>
                <a:path w="418" h="418" extrusionOk="0">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7" name="Google Shape;12277;p65"/>
            <p:cNvSpPr/>
            <p:nvPr/>
          </p:nvSpPr>
          <p:spPr>
            <a:xfrm>
              <a:off x="4096147" y="1677598"/>
              <a:ext cx="13304" cy="13304"/>
            </a:xfrm>
            <a:custGeom>
              <a:avLst/>
              <a:gdLst/>
              <a:ahLst/>
              <a:cxnLst/>
              <a:rect l="l" t="t" r="r" b="b"/>
              <a:pathLst>
                <a:path w="418" h="418" extrusionOk="0">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8" name="Google Shape;12278;p65"/>
            <p:cNvSpPr/>
            <p:nvPr/>
          </p:nvSpPr>
          <p:spPr>
            <a:xfrm>
              <a:off x="4068871" y="1677598"/>
              <a:ext cx="13686" cy="13304"/>
            </a:xfrm>
            <a:custGeom>
              <a:avLst/>
              <a:gdLst/>
              <a:ahLst/>
              <a:cxnLst/>
              <a:rect l="l" t="t" r="r" b="b"/>
              <a:pathLst>
                <a:path w="430" h="418" extrusionOk="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9" name="Google Shape;12279;p65"/>
            <p:cNvSpPr/>
            <p:nvPr/>
          </p:nvSpPr>
          <p:spPr>
            <a:xfrm>
              <a:off x="4041594" y="1677598"/>
              <a:ext cx="13304" cy="13304"/>
            </a:xfrm>
            <a:custGeom>
              <a:avLst/>
              <a:gdLst/>
              <a:ahLst/>
              <a:cxnLst/>
              <a:rect l="l" t="t" r="r" b="b"/>
              <a:pathLst>
                <a:path w="418"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0" name="Google Shape;12280;p65"/>
            <p:cNvSpPr/>
            <p:nvPr/>
          </p:nvSpPr>
          <p:spPr>
            <a:xfrm>
              <a:off x="4239402" y="1677598"/>
              <a:ext cx="13304" cy="13304"/>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81" name="Google Shape;12281;p65"/>
          <p:cNvGrpSpPr/>
          <p:nvPr/>
        </p:nvGrpSpPr>
        <p:grpSpPr>
          <a:xfrm>
            <a:off x="2633037" y="1325623"/>
            <a:ext cx="379002" cy="366112"/>
            <a:chOff x="2633037" y="1499873"/>
            <a:chExt cx="379002" cy="366112"/>
          </a:xfrm>
        </p:grpSpPr>
        <p:sp>
          <p:nvSpPr>
            <p:cNvPr id="12282" name="Google Shape;12282;p65"/>
            <p:cNvSpPr/>
            <p:nvPr/>
          </p:nvSpPr>
          <p:spPr>
            <a:xfrm>
              <a:off x="2798635" y="1499873"/>
              <a:ext cx="20497" cy="106145"/>
            </a:xfrm>
            <a:custGeom>
              <a:avLst/>
              <a:gdLst/>
              <a:ahLst/>
              <a:cxnLst/>
              <a:rect l="l" t="t" r="r" b="b"/>
              <a:pathLst>
                <a:path w="644" h="3335" extrusionOk="0">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65"/>
            <p:cNvSpPr/>
            <p:nvPr/>
          </p:nvSpPr>
          <p:spPr>
            <a:xfrm>
              <a:off x="2847140" y="1499873"/>
              <a:ext cx="20115" cy="106145"/>
            </a:xfrm>
            <a:custGeom>
              <a:avLst/>
              <a:gdLst/>
              <a:ahLst/>
              <a:cxnLst/>
              <a:rect l="l" t="t" r="r" b="b"/>
              <a:pathLst>
                <a:path w="632" h="3335" extrusionOk="0">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4" name="Google Shape;12284;p65"/>
            <p:cNvSpPr/>
            <p:nvPr/>
          </p:nvSpPr>
          <p:spPr>
            <a:xfrm>
              <a:off x="2652738" y="1825405"/>
              <a:ext cx="359301" cy="40580"/>
            </a:xfrm>
            <a:custGeom>
              <a:avLst/>
              <a:gdLst/>
              <a:ahLst/>
              <a:cxnLst/>
              <a:rect l="l" t="t" r="r" b="b"/>
              <a:pathLst>
                <a:path w="11289" h="1275" extrusionOk="0">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5" name="Google Shape;12285;p65"/>
            <p:cNvSpPr/>
            <p:nvPr/>
          </p:nvSpPr>
          <p:spPr>
            <a:xfrm>
              <a:off x="2657289" y="1641983"/>
              <a:ext cx="64833" cy="73935"/>
            </a:xfrm>
            <a:custGeom>
              <a:avLst/>
              <a:gdLst/>
              <a:ahLst/>
              <a:cxnLst/>
              <a:rect l="l" t="t" r="r" b="b"/>
              <a:pathLst>
                <a:path w="2037" h="2323" extrusionOk="0">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65"/>
            <p:cNvSpPr/>
            <p:nvPr/>
          </p:nvSpPr>
          <p:spPr>
            <a:xfrm>
              <a:off x="2633037" y="1617730"/>
              <a:ext cx="325945" cy="195198"/>
            </a:xfrm>
            <a:custGeom>
              <a:avLst/>
              <a:gdLst/>
              <a:ahLst/>
              <a:cxnLst/>
              <a:rect l="l" t="t" r="r" b="b"/>
              <a:pathLst>
                <a:path w="10241" h="6133" extrusionOk="0">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7" name="Google Shape;12287;p65"/>
            <p:cNvSpPr/>
            <p:nvPr/>
          </p:nvSpPr>
          <p:spPr>
            <a:xfrm>
              <a:off x="2826293" y="1674574"/>
              <a:ext cx="99334" cy="106145"/>
            </a:xfrm>
            <a:custGeom>
              <a:avLst/>
              <a:gdLst/>
              <a:ahLst/>
              <a:cxnLst/>
              <a:rect l="l" t="t" r="r" b="b"/>
              <a:pathLst>
                <a:path w="3121" h="3335" extrusionOk="0">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88" name="Google Shape;12288;p65"/>
          <p:cNvGrpSpPr/>
          <p:nvPr/>
        </p:nvGrpSpPr>
        <p:grpSpPr>
          <a:xfrm>
            <a:off x="6675256" y="1341919"/>
            <a:ext cx="327823" cy="357009"/>
            <a:chOff x="6675256" y="1516169"/>
            <a:chExt cx="327823" cy="357009"/>
          </a:xfrm>
        </p:grpSpPr>
        <p:sp>
          <p:nvSpPr>
            <p:cNvPr id="12289" name="Google Shape;12289;p65"/>
            <p:cNvSpPr/>
            <p:nvPr/>
          </p:nvSpPr>
          <p:spPr>
            <a:xfrm>
              <a:off x="6675256" y="1516169"/>
              <a:ext cx="111078" cy="188737"/>
            </a:xfrm>
            <a:custGeom>
              <a:avLst/>
              <a:gdLst/>
              <a:ahLst/>
              <a:cxnLst/>
              <a:rect l="l" t="t" r="r" b="b"/>
              <a:pathLst>
                <a:path w="3490" h="5930" extrusionOk="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65"/>
            <p:cNvSpPr/>
            <p:nvPr/>
          </p:nvSpPr>
          <p:spPr>
            <a:xfrm>
              <a:off x="6696103" y="1679507"/>
              <a:ext cx="10630" cy="26162"/>
            </a:xfrm>
            <a:custGeom>
              <a:avLst/>
              <a:gdLst/>
              <a:ahLst/>
              <a:cxnLst/>
              <a:rect l="l" t="t" r="r" b="b"/>
              <a:pathLst>
                <a:path w="334" h="822" extrusionOk="0">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1" name="Google Shape;12291;p65"/>
            <p:cNvSpPr/>
            <p:nvPr/>
          </p:nvSpPr>
          <p:spPr>
            <a:xfrm>
              <a:off x="6752183" y="1679507"/>
              <a:ext cx="10280" cy="26162"/>
            </a:xfrm>
            <a:custGeom>
              <a:avLst/>
              <a:gdLst/>
              <a:ahLst/>
              <a:cxnLst/>
              <a:rect l="l" t="t" r="r" b="b"/>
              <a:pathLst>
                <a:path w="323" h="822" extrusionOk="0">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2" name="Google Shape;12292;p65"/>
            <p:cNvSpPr/>
            <p:nvPr/>
          </p:nvSpPr>
          <p:spPr>
            <a:xfrm>
              <a:off x="6919310" y="1734060"/>
              <a:ext cx="45131" cy="15946"/>
            </a:xfrm>
            <a:custGeom>
              <a:avLst/>
              <a:gdLst/>
              <a:ahLst/>
              <a:cxnLst/>
              <a:rect l="l" t="t" r="r" b="b"/>
              <a:pathLst>
                <a:path w="1418" h="501" extrusionOk="0">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3" name="Google Shape;12293;p65"/>
            <p:cNvSpPr/>
            <p:nvPr/>
          </p:nvSpPr>
          <p:spPr>
            <a:xfrm>
              <a:off x="6879907" y="1706020"/>
              <a:ext cx="123172" cy="167158"/>
            </a:xfrm>
            <a:custGeom>
              <a:avLst/>
              <a:gdLst/>
              <a:ahLst/>
              <a:cxnLst/>
              <a:rect l="l" t="t" r="r" b="b"/>
              <a:pathLst>
                <a:path w="3870" h="5252" extrusionOk="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4" name="Google Shape;12294;p65"/>
            <p:cNvSpPr/>
            <p:nvPr/>
          </p:nvSpPr>
          <p:spPr>
            <a:xfrm>
              <a:off x="6902632" y="1840173"/>
              <a:ext cx="10630" cy="32623"/>
            </a:xfrm>
            <a:custGeom>
              <a:avLst/>
              <a:gdLst/>
              <a:ahLst/>
              <a:cxnLst/>
              <a:rect l="l" t="t" r="r" b="b"/>
              <a:pathLst>
                <a:path w="334" h="1025" extrusionOk="0">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5" name="Google Shape;12295;p65"/>
            <p:cNvSpPr/>
            <p:nvPr/>
          </p:nvSpPr>
          <p:spPr>
            <a:xfrm>
              <a:off x="6970075" y="1840173"/>
              <a:ext cx="10280" cy="32623"/>
            </a:xfrm>
            <a:custGeom>
              <a:avLst/>
              <a:gdLst/>
              <a:ahLst/>
              <a:cxnLst/>
              <a:rect l="l" t="t" r="r" b="b"/>
              <a:pathLst>
                <a:path w="323" h="1025" extrusionOk="0">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6" name="Google Shape;12296;p65"/>
            <p:cNvSpPr/>
            <p:nvPr/>
          </p:nvSpPr>
          <p:spPr>
            <a:xfrm>
              <a:off x="6772267" y="1594241"/>
              <a:ext cx="182690" cy="100830"/>
            </a:xfrm>
            <a:custGeom>
              <a:avLst/>
              <a:gdLst/>
              <a:ahLst/>
              <a:cxnLst/>
              <a:rect l="l" t="t" r="r" b="b"/>
              <a:pathLst>
                <a:path w="5740" h="3168" extrusionOk="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7" name="Google Shape;12297;p65"/>
            <p:cNvSpPr/>
            <p:nvPr/>
          </p:nvSpPr>
          <p:spPr>
            <a:xfrm>
              <a:off x="6716950" y="1716268"/>
              <a:ext cx="181926" cy="100448"/>
            </a:xfrm>
            <a:custGeom>
              <a:avLst/>
              <a:gdLst/>
              <a:ahLst/>
              <a:cxnLst/>
              <a:rect l="l" t="t" r="r" b="b"/>
              <a:pathLst>
                <a:path w="5716" h="3156" extrusionOk="0">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8" name="Google Shape;12298;p65"/>
          <p:cNvGrpSpPr/>
          <p:nvPr/>
        </p:nvGrpSpPr>
        <p:grpSpPr>
          <a:xfrm>
            <a:off x="8020159" y="1342301"/>
            <a:ext cx="300897" cy="356627"/>
            <a:chOff x="8020159" y="1516551"/>
            <a:chExt cx="300897" cy="356627"/>
          </a:xfrm>
        </p:grpSpPr>
        <p:sp>
          <p:nvSpPr>
            <p:cNvPr id="12299" name="Google Shape;12299;p65"/>
            <p:cNvSpPr/>
            <p:nvPr/>
          </p:nvSpPr>
          <p:spPr>
            <a:xfrm>
              <a:off x="8126240" y="1669482"/>
              <a:ext cx="88703" cy="30523"/>
            </a:xfrm>
            <a:custGeom>
              <a:avLst/>
              <a:gdLst/>
              <a:ahLst/>
              <a:cxnLst/>
              <a:rect l="l" t="t" r="r" b="b"/>
              <a:pathLst>
                <a:path w="2787" h="959" extrusionOk="0">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65"/>
            <p:cNvSpPr/>
            <p:nvPr/>
          </p:nvSpPr>
          <p:spPr>
            <a:xfrm>
              <a:off x="8069778" y="1621518"/>
              <a:ext cx="200513" cy="251278"/>
            </a:xfrm>
            <a:custGeom>
              <a:avLst/>
              <a:gdLst/>
              <a:ahLst/>
              <a:cxnLst/>
              <a:rect l="l" t="t" r="r" b="b"/>
              <a:pathLst>
                <a:path w="6300" h="7895" extrusionOk="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1" name="Google Shape;12301;p65"/>
            <p:cNvSpPr/>
            <p:nvPr/>
          </p:nvSpPr>
          <p:spPr>
            <a:xfrm>
              <a:off x="8103515" y="1851535"/>
              <a:ext cx="10630" cy="21643"/>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2" name="Google Shape;12302;p65"/>
            <p:cNvSpPr/>
            <p:nvPr/>
          </p:nvSpPr>
          <p:spPr>
            <a:xfrm>
              <a:off x="8226306" y="1851535"/>
              <a:ext cx="10248" cy="21643"/>
            </a:xfrm>
            <a:custGeom>
              <a:avLst/>
              <a:gdLst/>
              <a:ahLst/>
              <a:cxnLst/>
              <a:rect l="l" t="t" r="r" b="b"/>
              <a:pathLst>
                <a:path w="322" h="680" extrusionOk="0">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3" name="Google Shape;12303;p65"/>
            <p:cNvSpPr/>
            <p:nvPr/>
          </p:nvSpPr>
          <p:spPr>
            <a:xfrm>
              <a:off x="8020159" y="1516551"/>
              <a:ext cx="300897" cy="284251"/>
            </a:xfrm>
            <a:custGeom>
              <a:avLst/>
              <a:gdLst/>
              <a:ahLst/>
              <a:cxnLst/>
              <a:rect l="l" t="t" r="r" b="b"/>
              <a:pathLst>
                <a:path w="9454" h="8931" extrusionOk="0">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4" name="Google Shape;12304;p65"/>
          <p:cNvGrpSpPr/>
          <p:nvPr/>
        </p:nvGrpSpPr>
        <p:grpSpPr>
          <a:xfrm>
            <a:off x="5377363" y="1341919"/>
            <a:ext cx="257357" cy="356627"/>
            <a:chOff x="5377363" y="1516169"/>
            <a:chExt cx="257357" cy="356627"/>
          </a:xfrm>
        </p:grpSpPr>
        <p:sp>
          <p:nvSpPr>
            <p:cNvPr id="12305" name="Google Shape;12305;p65"/>
            <p:cNvSpPr/>
            <p:nvPr/>
          </p:nvSpPr>
          <p:spPr>
            <a:xfrm>
              <a:off x="5377363" y="1516169"/>
              <a:ext cx="257357" cy="356627"/>
            </a:xfrm>
            <a:custGeom>
              <a:avLst/>
              <a:gdLst/>
              <a:ahLst/>
              <a:cxnLst/>
              <a:rect l="l" t="t" r="r" b="b"/>
              <a:pathLst>
                <a:path w="8086" h="11205" extrusionOk="0">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65"/>
            <p:cNvSpPr/>
            <p:nvPr/>
          </p:nvSpPr>
          <p:spPr>
            <a:xfrm>
              <a:off x="5501681" y="1538925"/>
              <a:ext cx="10248" cy="10248"/>
            </a:xfrm>
            <a:custGeom>
              <a:avLst/>
              <a:gdLst/>
              <a:ahLst/>
              <a:cxnLst/>
              <a:rect l="l" t="t" r="r" b="b"/>
              <a:pathLst>
                <a:path w="322" h="322" extrusionOk="0">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7" name="Google Shape;12307;p65"/>
            <p:cNvSpPr/>
            <p:nvPr/>
          </p:nvSpPr>
          <p:spPr>
            <a:xfrm>
              <a:off x="5401233" y="1560886"/>
              <a:ext cx="211112" cy="278554"/>
            </a:xfrm>
            <a:custGeom>
              <a:avLst/>
              <a:gdLst/>
              <a:ahLst/>
              <a:cxnLst/>
              <a:rect l="l" t="t" r="r" b="b"/>
              <a:pathLst>
                <a:path w="6633" h="8752" extrusionOk="0">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8" name="Google Shape;12308;p65"/>
            <p:cNvSpPr/>
            <p:nvPr/>
          </p:nvSpPr>
          <p:spPr>
            <a:xfrm>
              <a:off x="5434207" y="1672664"/>
              <a:ext cx="33387" cy="33387"/>
            </a:xfrm>
            <a:custGeom>
              <a:avLst/>
              <a:gdLst/>
              <a:ahLst/>
              <a:cxnLst/>
              <a:rect l="l" t="t" r="r" b="b"/>
              <a:pathLst>
                <a:path w="1049" h="1049" extrusionOk="0">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9" name="Google Shape;12309;p65"/>
            <p:cNvSpPr/>
            <p:nvPr/>
          </p:nvSpPr>
          <p:spPr>
            <a:xfrm>
              <a:off x="5434207" y="1723079"/>
              <a:ext cx="33387" cy="33005"/>
            </a:xfrm>
            <a:custGeom>
              <a:avLst/>
              <a:gdLst/>
              <a:ahLst/>
              <a:cxnLst/>
              <a:rect l="l" t="t" r="r" b="b"/>
              <a:pathLst>
                <a:path w="1049" h="1037" extrusionOk="0">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0" name="Google Shape;12310;p65"/>
            <p:cNvSpPr/>
            <p:nvPr/>
          </p:nvSpPr>
          <p:spPr>
            <a:xfrm>
              <a:off x="5434207" y="1773112"/>
              <a:ext cx="33387" cy="33355"/>
            </a:xfrm>
            <a:custGeom>
              <a:avLst/>
              <a:gdLst/>
              <a:ahLst/>
              <a:cxnLst/>
              <a:rect l="l" t="t" r="r" b="b"/>
              <a:pathLst>
                <a:path w="1049" h="1048" extrusionOk="0">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65"/>
            <p:cNvSpPr/>
            <p:nvPr/>
          </p:nvSpPr>
          <p:spPr>
            <a:xfrm>
              <a:off x="5478924" y="1672664"/>
              <a:ext cx="60663" cy="10662"/>
            </a:xfrm>
            <a:custGeom>
              <a:avLst/>
              <a:gdLst/>
              <a:ahLst/>
              <a:cxnLst/>
              <a:rect l="l" t="t" r="r" b="b"/>
              <a:pathLst>
                <a:path w="1906" h="335" extrusionOk="0">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2" name="Google Shape;12312;p65"/>
            <p:cNvSpPr/>
            <p:nvPr/>
          </p:nvSpPr>
          <p:spPr>
            <a:xfrm>
              <a:off x="5478924" y="1695039"/>
              <a:ext cx="99716" cy="10630"/>
            </a:xfrm>
            <a:custGeom>
              <a:avLst/>
              <a:gdLst/>
              <a:ahLst/>
              <a:cxnLst/>
              <a:rect l="l" t="t" r="r" b="b"/>
              <a:pathLst>
                <a:path w="3133" h="334" extrusionOk="0">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3" name="Google Shape;12313;p65"/>
            <p:cNvSpPr/>
            <p:nvPr/>
          </p:nvSpPr>
          <p:spPr>
            <a:xfrm>
              <a:off x="5478924" y="1723079"/>
              <a:ext cx="60663" cy="10248"/>
            </a:xfrm>
            <a:custGeom>
              <a:avLst/>
              <a:gdLst/>
              <a:ahLst/>
              <a:cxnLst/>
              <a:rect l="l" t="t" r="r" b="b"/>
              <a:pathLst>
                <a:path w="1906" h="322" extrusionOk="0">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4" name="Google Shape;12314;p65"/>
            <p:cNvSpPr/>
            <p:nvPr/>
          </p:nvSpPr>
          <p:spPr>
            <a:xfrm>
              <a:off x="5478924" y="1745422"/>
              <a:ext cx="99716" cy="10280"/>
            </a:xfrm>
            <a:custGeom>
              <a:avLst/>
              <a:gdLst/>
              <a:ahLst/>
              <a:cxnLst/>
              <a:rect l="l" t="t" r="r" b="b"/>
              <a:pathLst>
                <a:path w="3133" h="323" extrusionOk="0">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65"/>
            <p:cNvSpPr/>
            <p:nvPr/>
          </p:nvSpPr>
          <p:spPr>
            <a:xfrm>
              <a:off x="5478924" y="1773112"/>
              <a:ext cx="60663" cy="10630"/>
            </a:xfrm>
            <a:custGeom>
              <a:avLst/>
              <a:gdLst/>
              <a:ahLst/>
              <a:cxnLst/>
              <a:rect l="l" t="t" r="r" b="b"/>
              <a:pathLst>
                <a:path w="1906" h="334" extrusionOk="0">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65"/>
            <p:cNvSpPr/>
            <p:nvPr/>
          </p:nvSpPr>
          <p:spPr>
            <a:xfrm>
              <a:off x="5478924" y="1795455"/>
              <a:ext cx="99716" cy="10630"/>
            </a:xfrm>
            <a:custGeom>
              <a:avLst/>
              <a:gdLst/>
              <a:ahLst/>
              <a:cxnLst/>
              <a:rect l="l" t="t" r="r" b="b"/>
              <a:pathLst>
                <a:path w="3133" h="334"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7" name="Google Shape;12317;p65"/>
            <p:cNvSpPr/>
            <p:nvPr/>
          </p:nvSpPr>
          <p:spPr>
            <a:xfrm>
              <a:off x="5478924" y="1588926"/>
              <a:ext cx="99716" cy="10662"/>
            </a:xfrm>
            <a:custGeom>
              <a:avLst/>
              <a:gdLst/>
              <a:ahLst/>
              <a:cxnLst/>
              <a:rect l="l" t="t" r="r" b="b"/>
              <a:pathLst>
                <a:path w="3133" h="335"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8" name="Google Shape;12318;p65"/>
            <p:cNvSpPr/>
            <p:nvPr/>
          </p:nvSpPr>
          <p:spPr>
            <a:xfrm>
              <a:off x="5434207" y="1639341"/>
              <a:ext cx="144783" cy="10248"/>
            </a:xfrm>
            <a:custGeom>
              <a:avLst/>
              <a:gdLst/>
              <a:ahLst/>
              <a:cxnLst/>
              <a:rect l="l" t="t" r="r" b="b"/>
              <a:pathLst>
                <a:path w="4549" h="322" extrusionOk="0">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9" name="Google Shape;12319;p65"/>
            <p:cNvSpPr/>
            <p:nvPr/>
          </p:nvSpPr>
          <p:spPr>
            <a:xfrm>
              <a:off x="5479306" y="1611301"/>
              <a:ext cx="26926" cy="10248"/>
            </a:xfrm>
            <a:custGeom>
              <a:avLst/>
              <a:gdLst/>
              <a:ahLst/>
              <a:cxnLst/>
              <a:rect l="l" t="t" r="r" b="b"/>
              <a:pathLst>
                <a:path w="846" h="322" extrusionOk="0">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0" name="Google Shape;12320;p65"/>
            <p:cNvSpPr/>
            <p:nvPr/>
          </p:nvSpPr>
          <p:spPr>
            <a:xfrm>
              <a:off x="5518327" y="1611301"/>
              <a:ext cx="26958" cy="10248"/>
            </a:xfrm>
            <a:custGeom>
              <a:avLst/>
              <a:gdLst/>
              <a:ahLst/>
              <a:cxnLst/>
              <a:rect l="l" t="t" r="r" b="b"/>
              <a:pathLst>
                <a:path w="847" h="322" extrusionOk="0">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65"/>
            <p:cNvSpPr/>
            <p:nvPr/>
          </p:nvSpPr>
          <p:spPr>
            <a:xfrm>
              <a:off x="5434207" y="1588926"/>
              <a:ext cx="32623" cy="32623"/>
            </a:xfrm>
            <a:custGeom>
              <a:avLst/>
              <a:gdLst/>
              <a:ahLst/>
              <a:cxnLst/>
              <a:rect l="l" t="t" r="r" b="b"/>
              <a:pathLst>
                <a:path w="1025" h="1025" extrusionOk="0">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22" name="Google Shape;12322;p65"/>
          <p:cNvGrpSpPr/>
          <p:nvPr/>
        </p:nvGrpSpPr>
        <p:grpSpPr>
          <a:xfrm>
            <a:off x="4880567" y="1361620"/>
            <a:ext cx="356245" cy="317607"/>
            <a:chOff x="4880567" y="1535870"/>
            <a:chExt cx="356245" cy="317607"/>
          </a:xfrm>
        </p:grpSpPr>
        <p:sp>
          <p:nvSpPr>
            <p:cNvPr id="12323" name="Google Shape;12323;p65"/>
            <p:cNvSpPr/>
            <p:nvPr/>
          </p:nvSpPr>
          <p:spPr>
            <a:xfrm>
              <a:off x="5103774" y="1535870"/>
              <a:ext cx="100448" cy="128138"/>
            </a:xfrm>
            <a:custGeom>
              <a:avLst/>
              <a:gdLst/>
              <a:ahLst/>
              <a:cxnLst/>
              <a:rect l="l" t="t" r="r" b="b"/>
              <a:pathLst>
                <a:path w="3156" h="4026" extrusionOk="0">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4" name="Google Shape;12324;p65"/>
            <p:cNvSpPr/>
            <p:nvPr/>
          </p:nvSpPr>
          <p:spPr>
            <a:xfrm>
              <a:off x="4880567" y="1552929"/>
              <a:ext cx="200895" cy="300547"/>
            </a:xfrm>
            <a:custGeom>
              <a:avLst/>
              <a:gdLst/>
              <a:ahLst/>
              <a:cxnLst/>
              <a:rect l="l" t="t" r="r" b="b"/>
              <a:pathLst>
                <a:path w="6312" h="9443" extrusionOk="0">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65"/>
            <p:cNvSpPr/>
            <p:nvPr/>
          </p:nvSpPr>
          <p:spPr>
            <a:xfrm>
              <a:off x="4919620"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65"/>
            <p:cNvSpPr/>
            <p:nvPr/>
          </p:nvSpPr>
          <p:spPr>
            <a:xfrm>
              <a:off x="5031398"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65"/>
            <p:cNvSpPr/>
            <p:nvPr/>
          </p:nvSpPr>
          <p:spPr>
            <a:xfrm>
              <a:off x="5070418" y="1552547"/>
              <a:ext cx="166394" cy="173969"/>
            </a:xfrm>
            <a:custGeom>
              <a:avLst/>
              <a:gdLst/>
              <a:ahLst/>
              <a:cxnLst/>
              <a:rect l="l" t="t" r="r" b="b"/>
              <a:pathLst>
                <a:path w="5228" h="5466" extrusionOk="0">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28" name="Google Shape;12328;p65"/>
          <p:cNvGrpSpPr/>
          <p:nvPr/>
        </p:nvGrpSpPr>
        <p:grpSpPr>
          <a:xfrm>
            <a:off x="5771483" y="1341537"/>
            <a:ext cx="357359" cy="357391"/>
            <a:chOff x="5771483" y="1515787"/>
            <a:chExt cx="357359" cy="357391"/>
          </a:xfrm>
        </p:grpSpPr>
        <p:sp>
          <p:nvSpPr>
            <p:cNvPr id="12329" name="Google Shape;12329;p65"/>
            <p:cNvSpPr/>
            <p:nvPr/>
          </p:nvSpPr>
          <p:spPr>
            <a:xfrm>
              <a:off x="5771483" y="1515787"/>
              <a:ext cx="357359" cy="357391"/>
            </a:xfrm>
            <a:custGeom>
              <a:avLst/>
              <a:gdLst/>
              <a:ahLst/>
              <a:cxnLst/>
              <a:rect l="l" t="t" r="r" b="b"/>
              <a:pathLst>
                <a:path w="11228" h="11229" extrusionOk="0">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0" name="Google Shape;12330;p65"/>
            <p:cNvSpPr/>
            <p:nvPr/>
          </p:nvSpPr>
          <p:spPr>
            <a:xfrm>
              <a:off x="5837429" y="1583070"/>
              <a:ext cx="185713" cy="183613"/>
            </a:xfrm>
            <a:custGeom>
              <a:avLst/>
              <a:gdLst/>
              <a:ahLst/>
              <a:cxnLst/>
              <a:rect l="l" t="t" r="r" b="b"/>
              <a:pathLst>
                <a:path w="5835" h="5769" extrusionOk="0">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65"/>
            <p:cNvSpPr/>
            <p:nvPr/>
          </p:nvSpPr>
          <p:spPr>
            <a:xfrm>
              <a:off x="5876068" y="1616584"/>
              <a:ext cx="186859" cy="189501"/>
            </a:xfrm>
            <a:custGeom>
              <a:avLst/>
              <a:gdLst/>
              <a:ahLst/>
              <a:cxnLst/>
              <a:rect l="l" t="t" r="r" b="b"/>
              <a:pathLst>
                <a:path w="5871" h="5954" extrusionOk="0">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2" name="Google Shape;12332;p65"/>
            <p:cNvSpPr/>
            <p:nvPr/>
          </p:nvSpPr>
          <p:spPr>
            <a:xfrm>
              <a:off x="5928360" y="1644624"/>
              <a:ext cx="45131" cy="16328"/>
            </a:xfrm>
            <a:custGeom>
              <a:avLst/>
              <a:gdLst/>
              <a:ahLst/>
              <a:cxnLst/>
              <a:rect l="l" t="t" r="r" b="b"/>
              <a:pathLst>
                <a:path w="1418" h="513" extrusionOk="0">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3" name="Google Shape;12333;p65"/>
          <p:cNvGrpSpPr/>
          <p:nvPr/>
        </p:nvGrpSpPr>
        <p:grpSpPr>
          <a:xfrm>
            <a:off x="7121669" y="1359360"/>
            <a:ext cx="321362" cy="321362"/>
            <a:chOff x="7121669" y="1533610"/>
            <a:chExt cx="321362" cy="321362"/>
          </a:xfrm>
        </p:grpSpPr>
        <p:sp>
          <p:nvSpPr>
            <p:cNvPr id="12334" name="Google Shape;12334;p65"/>
            <p:cNvSpPr/>
            <p:nvPr/>
          </p:nvSpPr>
          <p:spPr>
            <a:xfrm>
              <a:off x="7121669" y="1600289"/>
              <a:ext cx="142142" cy="192556"/>
            </a:xfrm>
            <a:custGeom>
              <a:avLst/>
              <a:gdLst/>
              <a:ahLst/>
              <a:cxnLst/>
              <a:rect l="l" t="t" r="r" b="b"/>
              <a:pathLst>
                <a:path w="4466" h="6050" extrusionOk="0">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65"/>
            <p:cNvSpPr/>
            <p:nvPr/>
          </p:nvSpPr>
          <p:spPr>
            <a:xfrm>
              <a:off x="7170938" y="1533610"/>
              <a:ext cx="223206" cy="53852"/>
            </a:xfrm>
            <a:custGeom>
              <a:avLst/>
              <a:gdLst/>
              <a:ahLst/>
              <a:cxnLst/>
              <a:rect l="l" t="t" r="r" b="b"/>
              <a:pathLst>
                <a:path w="7013" h="1692" extrusionOk="0">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65"/>
            <p:cNvSpPr/>
            <p:nvPr/>
          </p:nvSpPr>
          <p:spPr>
            <a:xfrm>
              <a:off x="7175107" y="1804558"/>
              <a:ext cx="215249" cy="50415"/>
            </a:xfrm>
            <a:custGeom>
              <a:avLst/>
              <a:gdLst/>
              <a:ahLst/>
              <a:cxnLst/>
              <a:rect l="l" t="t" r="r" b="b"/>
              <a:pathLst>
                <a:path w="6763" h="1584" extrusionOk="0">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7" name="Google Shape;12337;p65"/>
            <p:cNvSpPr/>
            <p:nvPr/>
          </p:nvSpPr>
          <p:spPr>
            <a:xfrm>
              <a:off x="7300539" y="1600289"/>
              <a:ext cx="142492" cy="191793"/>
            </a:xfrm>
            <a:custGeom>
              <a:avLst/>
              <a:gdLst/>
              <a:ahLst/>
              <a:cxnLst/>
              <a:rect l="l" t="t" r="r" b="b"/>
              <a:pathLst>
                <a:path w="4477" h="6026" extrusionOk="0">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8" name="Google Shape;12338;p65"/>
          <p:cNvGrpSpPr/>
          <p:nvPr/>
        </p:nvGrpSpPr>
        <p:grpSpPr>
          <a:xfrm>
            <a:off x="7562766" y="1340614"/>
            <a:ext cx="327059" cy="360192"/>
            <a:chOff x="7562766" y="1514864"/>
            <a:chExt cx="327059" cy="360192"/>
          </a:xfrm>
        </p:grpSpPr>
        <p:sp>
          <p:nvSpPr>
            <p:cNvPr id="12339" name="Google Shape;12339;p65"/>
            <p:cNvSpPr/>
            <p:nvPr/>
          </p:nvSpPr>
          <p:spPr>
            <a:xfrm>
              <a:off x="7662418" y="1600289"/>
              <a:ext cx="127724" cy="165248"/>
            </a:xfrm>
            <a:custGeom>
              <a:avLst/>
              <a:gdLst/>
              <a:ahLst/>
              <a:cxnLst/>
              <a:rect l="l" t="t" r="r" b="b"/>
              <a:pathLst>
                <a:path w="4013" h="5192" extrusionOk="0">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0" name="Google Shape;12340;p65"/>
            <p:cNvSpPr/>
            <p:nvPr/>
          </p:nvSpPr>
          <p:spPr>
            <a:xfrm>
              <a:off x="7599527" y="1548951"/>
              <a:ext cx="258853" cy="154841"/>
            </a:xfrm>
            <a:custGeom>
              <a:avLst/>
              <a:gdLst/>
              <a:ahLst/>
              <a:cxnLst/>
              <a:rect l="l" t="t" r="r" b="b"/>
              <a:pathLst>
                <a:path w="8133" h="4865" extrusionOk="0">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65"/>
            <p:cNvSpPr/>
            <p:nvPr/>
          </p:nvSpPr>
          <p:spPr>
            <a:xfrm>
              <a:off x="7599909" y="1648380"/>
              <a:ext cx="242175" cy="190679"/>
            </a:xfrm>
            <a:custGeom>
              <a:avLst/>
              <a:gdLst/>
              <a:ahLst/>
              <a:cxnLst/>
              <a:rect l="l" t="t" r="r" b="b"/>
              <a:pathLst>
                <a:path w="7609" h="5991" extrusionOk="0">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2" name="Google Shape;12342;p65"/>
            <p:cNvSpPr/>
            <p:nvPr/>
          </p:nvSpPr>
          <p:spPr>
            <a:xfrm>
              <a:off x="7562766" y="1514864"/>
              <a:ext cx="327059" cy="360192"/>
            </a:xfrm>
            <a:custGeom>
              <a:avLst/>
              <a:gdLst/>
              <a:ahLst/>
              <a:cxnLst/>
              <a:rect l="l" t="t" r="r" b="b"/>
              <a:pathLst>
                <a:path w="10276" h="11317" extrusionOk="0">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3" name="Google Shape;12343;p65"/>
          <p:cNvGrpSpPr/>
          <p:nvPr/>
        </p:nvGrpSpPr>
        <p:grpSpPr>
          <a:xfrm>
            <a:off x="6221229" y="1324423"/>
            <a:ext cx="361636" cy="362183"/>
            <a:chOff x="6259175" y="1559008"/>
            <a:chExt cx="271743" cy="272093"/>
          </a:xfrm>
        </p:grpSpPr>
        <p:sp>
          <p:nvSpPr>
            <p:cNvPr id="12344" name="Google Shape;12344;p65"/>
            <p:cNvSpPr/>
            <p:nvPr/>
          </p:nvSpPr>
          <p:spPr>
            <a:xfrm>
              <a:off x="6259175" y="1559008"/>
              <a:ext cx="271743" cy="272093"/>
            </a:xfrm>
            <a:custGeom>
              <a:avLst/>
              <a:gdLst/>
              <a:ahLst/>
              <a:cxnLst/>
              <a:rect l="l" t="t" r="r" b="b"/>
              <a:pathLst>
                <a:path w="8538" h="8549" extrusionOk="0">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65"/>
            <p:cNvSpPr/>
            <p:nvPr/>
          </p:nvSpPr>
          <p:spPr>
            <a:xfrm>
              <a:off x="6278145" y="1577946"/>
              <a:ext cx="231927" cy="232309"/>
            </a:xfrm>
            <a:custGeom>
              <a:avLst/>
              <a:gdLst/>
              <a:ahLst/>
              <a:cxnLst/>
              <a:rect l="l" t="t" r="r" b="b"/>
              <a:pathLst>
                <a:path w="7287" h="7299" extrusionOk="0">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6" name="Google Shape;12346;p65"/>
            <p:cNvSpPr/>
            <p:nvPr/>
          </p:nvSpPr>
          <p:spPr>
            <a:xfrm>
              <a:off x="6297846" y="1690870"/>
              <a:ext cx="13272" cy="7607"/>
            </a:xfrm>
            <a:custGeom>
              <a:avLst/>
              <a:gdLst/>
              <a:ahLst/>
              <a:cxnLst/>
              <a:rect l="l" t="t" r="r" b="b"/>
              <a:pathLst>
                <a:path w="417" h="239" extrusionOk="0">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7" name="Google Shape;12347;p65"/>
            <p:cNvSpPr/>
            <p:nvPr/>
          </p:nvSpPr>
          <p:spPr>
            <a:xfrm>
              <a:off x="6390687" y="1598029"/>
              <a:ext cx="100448" cy="100448"/>
            </a:xfrm>
            <a:custGeom>
              <a:avLst/>
              <a:gdLst/>
              <a:ahLst/>
              <a:cxnLst/>
              <a:rect l="l" t="t" r="r" b="b"/>
              <a:pathLst>
                <a:path w="3156" h="3156" extrusionOk="0">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8" name="Google Shape;12348;p65"/>
            <p:cNvSpPr/>
            <p:nvPr/>
          </p:nvSpPr>
          <p:spPr>
            <a:xfrm>
              <a:off x="6390305" y="1778013"/>
              <a:ext cx="7607" cy="13304"/>
            </a:xfrm>
            <a:custGeom>
              <a:avLst/>
              <a:gdLst/>
              <a:ahLst/>
              <a:cxnLst/>
              <a:rect l="l" t="t" r="r" b="b"/>
              <a:pathLst>
                <a:path w="239" h="418" extrusionOk="0">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9" name="Google Shape;12349;p65"/>
            <p:cNvSpPr/>
            <p:nvPr/>
          </p:nvSpPr>
          <p:spPr>
            <a:xfrm>
              <a:off x="6324358" y="1624923"/>
              <a:ext cx="12922" cy="11776"/>
            </a:xfrm>
            <a:custGeom>
              <a:avLst/>
              <a:gdLst/>
              <a:ahLst/>
              <a:cxnLst/>
              <a:rect l="l" t="t" r="r" b="b"/>
              <a:pathLst>
                <a:path w="406" h="370" extrusionOk="0">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0" name="Google Shape;12350;p65"/>
            <p:cNvSpPr/>
            <p:nvPr/>
          </p:nvSpPr>
          <p:spPr>
            <a:xfrm>
              <a:off x="6451700" y="1752265"/>
              <a:ext cx="12890" cy="11776"/>
            </a:xfrm>
            <a:custGeom>
              <a:avLst/>
              <a:gdLst/>
              <a:ahLst/>
              <a:cxnLst/>
              <a:rect l="l" t="t" r="r" b="b"/>
              <a:pathLst>
                <a:path w="405" h="370" extrusionOk="0">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1" name="Google Shape;12351;p65"/>
            <p:cNvSpPr/>
            <p:nvPr/>
          </p:nvSpPr>
          <p:spPr>
            <a:xfrm>
              <a:off x="6451700" y="1624923"/>
              <a:ext cx="12890" cy="11776"/>
            </a:xfrm>
            <a:custGeom>
              <a:avLst/>
              <a:gdLst/>
              <a:ahLst/>
              <a:cxnLst/>
              <a:rect l="l" t="t" r="r" b="b"/>
              <a:pathLst>
                <a:path w="405" h="370" extrusionOk="0">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2" name="Google Shape;12352;p65"/>
            <p:cNvSpPr/>
            <p:nvPr/>
          </p:nvSpPr>
          <p:spPr>
            <a:xfrm>
              <a:off x="6324358" y="1751883"/>
              <a:ext cx="12922" cy="11776"/>
            </a:xfrm>
            <a:custGeom>
              <a:avLst/>
              <a:gdLst/>
              <a:ahLst/>
              <a:cxnLst/>
              <a:rect l="l" t="t" r="r" b="b"/>
              <a:pathLst>
                <a:path w="406" h="370" extrusionOk="0">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3" name="Google Shape;12353;p65"/>
            <p:cNvSpPr/>
            <p:nvPr/>
          </p:nvSpPr>
          <p:spPr>
            <a:xfrm>
              <a:off x="6304657" y="1653823"/>
              <a:ext cx="14036" cy="10567"/>
            </a:xfrm>
            <a:custGeom>
              <a:avLst/>
              <a:gdLst/>
              <a:ahLst/>
              <a:cxnLst/>
              <a:rect l="l" t="t" r="r" b="b"/>
              <a:pathLst>
                <a:path w="441" h="332" extrusionOk="0">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4" name="Google Shape;12354;p65"/>
            <p:cNvSpPr/>
            <p:nvPr/>
          </p:nvSpPr>
          <p:spPr>
            <a:xfrm>
              <a:off x="6469874" y="1724511"/>
              <a:ext cx="14068" cy="10344"/>
            </a:xfrm>
            <a:custGeom>
              <a:avLst/>
              <a:gdLst/>
              <a:ahLst/>
              <a:cxnLst/>
              <a:rect l="l" t="t" r="r" b="b"/>
              <a:pathLst>
                <a:path w="442" h="325" extrusionOk="0">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5" name="Google Shape;12355;p65"/>
            <p:cNvSpPr/>
            <p:nvPr/>
          </p:nvSpPr>
          <p:spPr>
            <a:xfrm>
              <a:off x="6424392" y="1605158"/>
              <a:ext cx="11394" cy="13368"/>
            </a:xfrm>
            <a:custGeom>
              <a:avLst/>
              <a:gdLst/>
              <a:ahLst/>
              <a:cxnLst/>
              <a:rect l="l" t="t" r="r" b="b"/>
              <a:pathLst>
                <a:path w="358" h="420" extrusionOk="0">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6" name="Google Shape;12356;p65"/>
            <p:cNvSpPr/>
            <p:nvPr/>
          </p:nvSpPr>
          <p:spPr>
            <a:xfrm>
              <a:off x="6353926" y="1770916"/>
              <a:ext cx="11394" cy="13208"/>
            </a:xfrm>
            <a:custGeom>
              <a:avLst/>
              <a:gdLst/>
              <a:ahLst/>
              <a:cxnLst/>
              <a:rect l="l" t="t" r="r" b="b"/>
              <a:pathLst>
                <a:path w="358" h="415" extrusionOk="0">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7" name="Google Shape;12357;p65"/>
            <p:cNvSpPr/>
            <p:nvPr/>
          </p:nvSpPr>
          <p:spPr>
            <a:xfrm>
              <a:off x="6355040" y="1604363"/>
              <a:ext cx="11044" cy="13399"/>
            </a:xfrm>
            <a:custGeom>
              <a:avLst/>
              <a:gdLst/>
              <a:ahLst/>
              <a:cxnLst/>
              <a:rect l="l" t="t" r="r" b="b"/>
              <a:pathLst>
                <a:path w="347" h="421" extrusionOk="0">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8" name="Google Shape;12358;p65"/>
            <p:cNvSpPr/>
            <p:nvPr/>
          </p:nvSpPr>
          <p:spPr>
            <a:xfrm>
              <a:off x="6422514" y="1771489"/>
              <a:ext cx="11012" cy="13017"/>
            </a:xfrm>
            <a:custGeom>
              <a:avLst/>
              <a:gdLst/>
              <a:ahLst/>
              <a:cxnLst/>
              <a:rect l="l" t="t" r="r" b="b"/>
              <a:pathLst>
                <a:path w="346" h="409" extrusionOk="0">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9" name="Google Shape;12359;p65"/>
            <p:cNvSpPr/>
            <p:nvPr/>
          </p:nvSpPr>
          <p:spPr>
            <a:xfrm>
              <a:off x="6470637" y="1655541"/>
              <a:ext cx="14036" cy="10726"/>
            </a:xfrm>
            <a:custGeom>
              <a:avLst/>
              <a:gdLst/>
              <a:ahLst/>
              <a:cxnLst/>
              <a:rect l="l" t="t" r="r" b="b"/>
              <a:pathLst>
                <a:path w="441" h="337" extrusionOk="0">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0" name="Google Shape;12360;p65"/>
            <p:cNvSpPr/>
            <p:nvPr/>
          </p:nvSpPr>
          <p:spPr>
            <a:xfrm>
              <a:off x="6303893" y="1723175"/>
              <a:ext cx="13686" cy="10153"/>
            </a:xfrm>
            <a:custGeom>
              <a:avLst/>
              <a:gdLst/>
              <a:ahLst/>
              <a:cxnLst/>
              <a:rect l="l" t="t" r="r" b="b"/>
              <a:pathLst>
                <a:path w="430" h="319" extrusionOk="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61" name="Google Shape;12361;p65"/>
          <p:cNvGrpSpPr/>
          <p:nvPr/>
        </p:nvGrpSpPr>
        <p:grpSpPr>
          <a:xfrm>
            <a:off x="2661459" y="1840751"/>
            <a:ext cx="322508" cy="273494"/>
            <a:chOff x="2661459" y="2015001"/>
            <a:chExt cx="322508" cy="273494"/>
          </a:xfrm>
        </p:grpSpPr>
        <p:sp>
          <p:nvSpPr>
            <p:cNvPr id="12362" name="Google Shape;12362;p65"/>
            <p:cNvSpPr/>
            <p:nvPr/>
          </p:nvSpPr>
          <p:spPr>
            <a:xfrm>
              <a:off x="2661459" y="2028878"/>
              <a:ext cx="322508" cy="259617"/>
            </a:xfrm>
            <a:custGeom>
              <a:avLst/>
              <a:gdLst/>
              <a:ahLst/>
              <a:cxnLst/>
              <a:rect l="l" t="t" r="r" b="b"/>
              <a:pathLst>
                <a:path w="10133" h="8157" extrusionOk="0">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3" name="Google Shape;12363;p65"/>
            <p:cNvSpPr/>
            <p:nvPr/>
          </p:nvSpPr>
          <p:spPr>
            <a:xfrm>
              <a:off x="2946442" y="2015001"/>
              <a:ext cx="37525" cy="26799"/>
            </a:xfrm>
            <a:custGeom>
              <a:avLst/>
              <a:gdLst/>
              <a:ahLst/>
              <a:cxnLst/>
              <a:rect l="l" t="t" r="r" b="b"/>
              <a:pathLst>
                <a:path w="1179" h="842" extrusionOk="0">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64" name="Google Shape;12364;p65"/>
          <p:cNvGrpSpPr/>
          <p:nvPr/>
        </p:nvGrpSpPr>
        <p:grpSpPr>
          <a:xfrm>
            <a:off x="6671087" y="1835054"/>
            <a:ext cx="332757" cy="281833"/>
            <a:chOff x="6671087" y="2009304"/>
            <a:chExt cx="332757" cy="281833"/>
          </a:xfrm>
        </p:grpSpPr>
        <p:sp>
          <p:nvSpPr>
            <p:cNvPr id="12365" name="Google Shape;12365;p65"/>
            <p:cNvSpPr/>
            <p:nvPr/>
          </p:nvSpPr>
          <p:spPr>
            <a:xfrm>
              <a:off x="6671087" y="2023658"/>
              <a:ext cx="331993" cy="267478"/>
            </a:xfrm>
            <a:custGeom>
              <a:avLst/>
              <a:gdLst/>
              <a:ahLst/>
              <a:cxnLst/>
              <a:rect l="l" t="t" r="r" b="b"/>
              <a:pathLst>
                <a:path w="10431" h="8404" extrusionOk="0">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6" name="Google Shape;12366;p65"/>
            <p:cNvSpPr/>
            <p:nvPr/>
          </p:nvSpPr>
          <p:spPr>
            <a:xfrm>
              <a:off x="6965173" y="2009304"/>
              <a:ext cx="38670" cy="27181"/>
            </a:xfrm>
            <a:custGeom>
              <a:avLst/>
              <a:gdLst/>
              <a:ahLst/>
              <a:cxnLst/>
              <a:rect l="l" t="t" r="r" b="b"/>
              <a:pathLst>
                <a:path w="1215" h="854" extrusionOk="0">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67" name="Google Shape;12367;p65"/>
          <p:cNvSpPr/>
          <p:nvPr/>
        </p:nvSpPr>
        <p:spPr>
          <a:xfrm>
            <a:off x="1745940" y="1792882"/>
            <a:ext cx="368371" cy="368340"/>
          </a:xfrm>
          <a:custGeom>
            <a:avLst/>
            <a:gdLst/>
            <a:ahLst/>
            <a:cxnLst/>
            <a:rect l="l" t="t" r="r" b="b"/>
            <a:pathLst>
              <a:path w="11574" h="11573" extrusionOk="0">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68" name="Google Shape;12368;p65"/>
          <p:cNvGrpSpPr/>
          <p:nvPr/>
        </p:nvGrpSpPr>
        <p:grpSpPr>
          <a:xfrm>
            <a:off x="2201806" y="1802335"/>
            <a:ext cx="349784" cy="349434"/>
            <a:chOff x="2201806" y="1976585"/>
            <a:chExt cx="349784" cy="349434"/>
          </a:xfrm>
        </p:grpSpPr>
        <p:sp>
          <p:nvSpPr>
            <p:cNvPr id="12369" name="Google Shape;12369;p65"/>
            <p:cNvSpPr/>
            <p:nvPr/>
          </p:nvSpPr>
          <p:spPr>
            <a:xfrm>
              <a:off x="2231755" y="2073373"/>
              <a:ext cx="319835" cy="252647"/>
            </a:xfrm>
            <a:custGeom>
              <a:avLst/>
              <a:gdLst/>
              <a:ahLst/>
              <a:cxnLst/>
              <a:rect l="l" t="t" r="r" b="b"/>
              <a:pathLst>
                <a:path w="10049" h="7938" extrusionOk="0">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0" name="Google Shape;12370;p65"/>
            <p:cNvSpPr/>
            <p:nvPr/>
          </p:nvSpPr>
          <p:spPr>
            <a:xfrm>
              <a:off x="2201806" y="1976585"/>
              <a:ext cx="319484" cy="252424"/>
            </a:xfrm>
            <a:custGeom>
              <a:avLst/>
              <a:gdLst/>
              <a:ahLst/>
              <a:cxnLst/>
              <a:rect l="l" t="t" r="r" b="b"/>
              <a:pathLst>
                <a:path w="10038" h="7931" extrusionOk="0">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1" name="Google Shape;12371;p65"/>
            <p:cNvSpPr/>
            <p:nvPr/>
          </p:nvSpPr>
          <p:spPr>
            <a:xfrm>
              <a:off x="2331789" y="2068662"/>
              <a:ext cx="16709" cy="27340"/>
            </a:xfrm>
            <a:custGeom>
              <a:avLst/>
              <a:gdLst/>
              <a:ahLst/>
              <a:cxnLst/>
              <a:rect l="l" t="t" r="r" b="b"/>
              <a:pathLst>
                <a:path w="525" h="859" extrusionOk="0">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2" name="Google Shape;12372;p65"/>
            <p:cNvSpPr/>
            <p:nvPr/>
          </p:nvSpPr>
          <p:spPr>
            <a:xfrm>
              <a:off x="2243118" y="2021653"/>
              <a:ext cx="265664" cy="261908"/>
            </a:xfrm>
            <a:custGeom>
              <a:avLst/>
              <a:gdLst/>
              <a:ahLst/>
              <a:cxnLst/>
              <a:rect l="l" t="t" r="r" b="b"/>
              <a:pathLst>
                <a:path w="8347" h="8229" extrusionOk="0">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73" name="Google Shape;12373;p65"/>
          <p:cNvGrpSpPr/>
          <p:nvPr/>
        </p:nvGrpSpPr>
        <p:grpSpPr>
          <a:xfrm>
            <a:off x="3094217" y="1802335"/>
            <a:ext cx="350198" cy="350548"/>
            <a:chOff x="3094217" y="1976585"/>
            <a:chExt cx="350198" cy="350548"/>
          </a:xfrm>
        </p:grpSpPr>
        <p:sp>
          <p:nvSpPr>
            <p:cNvPr id="12374" name="Google Shape;12374;p65"/>
            <p:cNvSpPr/>
            <p:nvPr/>
          </p:nvSpPr>
          <p:spPr>
            <a:xfrm>
              <a:off x="3094217" y="2129039"/>
              <a:ext cx="131543" cy="197362"/>
            </a:xfrm>
            <a:custGeom>
              <a:avLst/>
              <a:gdLst/>
              <a:ahLst/>
              <a:cxnLst/>
              <a:rect l="l" t="t" r="r" b="b"/>
              <a:pathLst>
                <a:path w="4133" h="6201" extrusionOk="0">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5" name="Google Shape;12375;p65"/>
            <p:cNvSpPr/>
            <p:nvPr/>
          </p:nvSpPr>
          <p:spPr>
            <a:xfrm>
              <a:off x="3116592" y="2293778"/>
              <a:ext cx="10630" cy="32241"/>
            </a:xfrm>
            <a:custGeom>
              <a:avLst/>
              <a:gdLst/>
              <a:ahLst/>
              <a:cxnLst/>
              <a:rect l="l" t="t" r="r" b="b"/>
              <a:pathLst>
                <a:path w="334" h="1013" extrusionOk="0">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6" name="Google Shape;12376;p65"/>
            <p:cNvSpPr/>
            <p:nvPr/>
          </p:nvSpPr>
          <p:spPr>
            <a:xfrm>
              <a:off x="3193519" y="2293778"/>
              <a:ext cx="10248" cy="32241"/>
            </a:xfrm>
            <a:custGeom>
              <a:avLst/>
              <a:gdLst/>
              <a:ahLst/>
              <a:cxnLst/>
              <a:rect l="l" t="t" r="r" b="b"/>
              <a:pathLst>
                <a:path w="322" h="1013" extrusionOk="0">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7" name="Google Shape;12377;p65"/>
            <p:cNvSpPr/>
            <p:nvPr/>
          </p:nvSpPr>
          <p:spPr>
            <a:xfrm>
              <a:off x="3346227" y="2166755"/>
              <a:ext cx="54966" cy="18301"/>
            </a:xfrm>
            <a:custGeom>
              <a:avLst/>
              <a:gdLst/>
              <a:ahLst/>
              <a:cxnLst/>
              <a:rect l="l" t="t" r="r" b="b"/>
              <a:pathLst>
                <a:path w="1727" h="575" extrusionOk="0">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8" name="Google Shape;12378;p65"/>
            <p:cNvSpPr/>
            <p:nvPr/>
          </p:nvSpPr>
          <p:spPr>
            <a:xfrm>
              <a:off x="3302655" y="2134991"/>
              <a:ext cx="141760" cy="192143"/>
            </a:xfrm>
            <a:custGeom>
              <a:avLst/>
              <a:gdLst/>
              <a:ahLst/>
              <a:cxnLst/>
              <a:rect l="l" t="t" r="r" b="b"/>
              <a:pathLst>
                <a:path w="4454" h="6037" extrusionOk="0">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9" name="Google Shape;12379;p65"/>
            <p:cNvSpPr/>
            <p:nvPr/>
          </p:nvSpPr>
          <p:spPr>
            <a:xfrm>
              <a:off x="3330313" y="2288463"/>
              <a:ext cx="10248" cy="37938"/>
            </a:xfrm>
            <a:custGeom>
              <a:avLst/>
              <a:gdLst/>
              <a:ahLst/>
              <a:cxnLst/>
              <a:rect l="l" t="t" r="r" b="b"/>
              <a:pathLst>
                <a:path w="322" h="1192" extrusionOk="0">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0" name="Google Shape;12380;p65"/>
            <p:cNvSpPr/>
            <p:nvPr/>
          </p:nvSpPr>
          <p:spPr>
            <a:xfrm>
              <a:off x="3406859" y="2288463"/>
              <a:ext cx="10630" cy="37938"/>
            </a:xfrm>
            <a:custGeom>
              <a:avLst/>
              <a:gdLst/>
              <a:ahLst/>
              <a:cxnLst/>
              <a:rect l="l" t="t" r="r" b="b"/>
              <a:pathLst>
                <a:path w="334" h="1192" extrusionOk="0">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1" name="Google Shape;12381;p65"/>
            <p:cNvSpPr/>
            <p:nvPr/>
          </p:nvSpPr>
          <p:spPr>
            <a:xfrm>
              <a:off x="3149183" y="1976585"/>
              <a:ext cx="219419" cy="183072"/>
            </a:xfrm>
            <a:custGeom>
              <a:avLst/>
              <a:gdLst/>
              <a:ahLst/>
              <a:cxnLst/>
              <a:rect l="l" t="t" r="r" b="b"/>
              <a:pathLst>
                <a:path w="6894" h="5752" extrusionOk="0">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2" name="Google Shape;12382;p65"/>
            <p:cNvSpPr/>
            <p:nvPr/>
          </p:nvSpPr>
          <p:spPr>
            <a:xfrm>
              <a:off x="3187822" y="2009177"/>
              <a:ext cx="26926" cy="10280"/>
            </a:xfrm>
            <a:custGeom>
              <a:avLst/>
              <a:gdLst/>
              <a:ahLst/>
              <a:cxnLst/>
              <a:rect l="l" t="t" r="r" b="b"/>
              <a:pathLst>
                <a:path w="846" h="323" extrusionOk="0">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3" name="Google Shape;12383;p65"/>
            <p:cNvSpPr/>
            <p:nvPr/>
          </p:nvSpPr>
          <p:spPr>
            <a:xfrm>
              <a:off x="3226110" y="2009177"/>
              <a:ext cx="81478" cy="10280"/>
            </a:xfrm>
            <a:custGeom>
              <a:avLst/>
              <a:gdLst/>
              <a:ahLst/>
              <a:cxnLst/>
              <a:rect l="l" t="t" r="r" b="b"/>
              <a:pathLst>
                <a:path w="2560" h="323" extrusionOk="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4" name="Google Shape;12384;p65"/>
            <p:cNvSpPr/>
            <p:nvPr/>
          </p:nvSpPr>
          <p:spPr>
            <a:xfrm>
              <a:off x="3187822" y="2036453"/>
              <a:ext cx="119767" cy="10662"/>
            </a:xfrm>
            <a:custGeom>
              <a:avLst/>
              <a:gdLst/>
              <a:ahLst/>
              <a:cxnLst/>
              <a:rect l="l" t="t" r="r" b="b"/>
              <a:pathLst>
                <a:path w="3763" h="335" extrusionOk="0">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5" name="Google Shape;12385;p65"/>
            <p:cNvSpPr/>
            <p:nvPr/>
          </p:nvSpPr>
          <p:spPr>
            <a:xfrm>
              <a:off x="3187822" y="2064143"/>
              <a:ext cx="81510" cy="10248"/>
            </a:xfrm>
            <a:custGeom>
              <a:avLst/>
              <a:gdLst/>
              <a:ahLst/>
              <a:cxnLst/>
              <a:rect l="l" t="t" r="r" b="b"/>
              <a:pathLst>
                <a:path w="2561" h="322" extrusionOk="0">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6" name="Google Shape;12386;p65"/>
            <p:cNvSpPr/>
            <p:nvPr/>
          </p:nvSpPr>
          <p:spPr>
            <a:xfrm>
              <a:off x="3280663" y="2064143"/>
              <a:ext cx="26926" cy="10248"/>
            </a:xfrm>
            <a:custGeom>
              <a:avLst/>
              <a:gdLst/>
              <a:ahLst/>
              <a:cxnLst/>
              <a:rect l="l" t="t" r="r" b="b"/>
              <a:pathLst>
                <a:path w="846" h="322" extrusionOk="0">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7" name="Google Shape;12387;p65"/>
          <p:cNvGrpSpPr/>
          <p:nvPr/>
        </p:nvGrpSpPr>
        <p:grpSpPr>
          <a:xfrm>
            <a:off x="870939" y="1801571"/>
            <a:ext cx="332375" cy="350071"/>
            <a:chOff x="870939" y="1975821"/>
            <a:chExt cx="332375" cy="350071"/>
          </a:xfrm>
        </p:grpSpPr>
        <p:sp>
          <p:nvSpPr>
            <p:cNvPr id="12388" name="Google Shape;12388;p65"/>
            <p:cNvSpPr/>
            <p:nvPr/>
          </p:nvSpPr>
          <p:spPr>
            <a:xfrm>
              <a:off x="870939" y="1975821"/>
              <a:ext cx="332375" cy="350071"/>
            </a:xfrm>
            <a:custGeom>
              <a:avLst/>
              <a:gdLst/>
              <a:ahLst/>
              <a:cxnLst/>
              <a:rect l="l" t="t" r="r" b="b"/>
              <a:pathLst>
                <a:path w="10443" h="10999" extrusionOk="0">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9" name="Google Shape;12389;p65"/>
            <p:cNvSpPr/>
            <p:nvPr/>
          </p:nvSpPr>
          <p:spPr>
            <a:xfrm>
              <a:off x="955059" y="2135755"/>
              <a:ext cx="164134" cy="75877"/>
            </a:xfrm>
            <a:custGeom>
              <a:avLst/>
              <a:gdLst/>
              <a:ahLst/>
              <a:cxnLst/>
              <a:rect l="l" t="t" r="r" b="b"/>
              <a:pathLst>
                <a:path w="5157" h="2384" extrusionOk="0">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0" name="Google Shape;12390;p65"/>
            <p:cNvSpPr/>
            <p:nvPr/>
          </p:nvSpPr>
          <p:spPr>
            <a:xfrm>
              <a:off x="955059" y="2224999"/>
              <a:ext cx="164134" cy="75240"/>
            </a:xfrm>
            <a:custGeom>
              <a:avLst/>
              <a:gdLst/>
              <a:ahLst/>
              <a:cxnLst/>
              <a:rect l="l" t="t" r="r" b="b"/>
              <a:pathLst>
                <a:path w="5157" h="2364" extrusionOk="0">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65"/>
            <p:cNvSpPr/>
            <p:nvPr/>
          </p:nvSpPr>
          <p:spPr>
            <a:xfrm>
              <a:off x="1021387" y="2183496"/>
              <a:ext cx="18969" cy="69766"/>
            </a:xfrm>
            <a:custGeom>
              <a:avLst/>
              <a:gdLst/>
              <a:ahLst/>
              <a:cxnLst/>
              <a:rect l="l" t="t" r="r" b="b"/>
              <a:pathLst>
                <a:path w="596" h="2192" extrusionOk="0">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92" name="Google Shape;12392;p65"/>
          <p:cNvSpPr/>
          <p:nvPr/>
        </p:nvSpPr>
        <p:spPr>
          <a:xfrm>
            <a:off x="1276039" y="1787567"/>
            <a:ext cx="414967" cy="378970"/>
          </a:xfrm>
          <a:custGeom>
            <a:avLst/>
            <a:gdLst/>
            <a:ahLst/>
            <a:cxnLst/>
            <a:rect l="l" t="t" r="r" b="b"/>
            <a:pathLst>
              <a:path w="13038" h="11907" extrusionOk="0">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93" name="Google Shape;12393;p65"/>
          <p:cNvGrpSpPr/>
          <p:nvPr/>
        </p:nvGrpSpPr>
        <p:grpSpPr>
          <a:xfrm>
            <a:off x="3979435" y="1802335"/>
            <a:ext cx="345265" cy="349848"/>
            <a:chOff x="3979435" y="1976585"/>
            <a:chExt cx="345265" cy="349848"/>
          </a:xfrm>
        </p:grpSpPr>
        <p:sp>
          <p:nvSpPr>
            <p:cNvPr id="12394" name="Google Shape;12394;p65"/>
            <p:cNvSpPr/>
            <p:nvPr/>
          </p:nvSpPr>
          <p:spPr>
            <a:xfrm>
              <a:off x="3979435" y="1976585"/>
              <a:ext cx="345265" cy="349848"/>
            </a:xfrm>
            <a:custGeom>
              <a:avLst/>
              <a:gdLst/>
              <a:ahLst/>
              <a:cxnLst/>
              <a:rect l="l" t="t" r="r" b="b"/>
              <a:pathLst>
                <a:path w="10848" h="10992" extrusionOk="0">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5" name="Google Shape;12395;p65"/>
            <p:cNvSpPr/>
            <p:nvPr/>
          </p:nvSpPr>
          <p:spPr>
            <a:xfrm>
              <a:off x="4044236" y="2176685"/>
              <a:ext cx="144783" cy="123077"/>
            </a:xfrm>
            <a:custGeom>
              <a:avLst/>
              <a:gdLst/>
              <a:ahLst/>
              <a:cxnLst/>
              <a:rect l="l" t="t" r="r" b="b"/>
              <a:pathLst>
                <a:path w="4549" h="3867" extrusionOk="0">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6" name="Google Shape;12396;p65"/>
            <p:cNvSpPr/>
            <p:nvPr/>
          </p:nvSpPr>
          <p:spPr>
            <a:xfrm>
              <a:off x="4046910" y="2065957"/>
              <a:ext cx="204269" cy="100893"/>
            </a:xfrm>
            <a:custGeom>
              <a:avLst/>
              <a:gdLst/>
              <a:ahLst/>
              <a:cxnLst/>
              <a:rect l="l" t="t" r="r" b="b"/>
              <a:pathLst>
                <a:path w="6418" h="3170" extrusionOk="0">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7" name="Google Shape;12397;p65"/>
            <p:cNvSpPr/>
            <p:nvPr/>
          </p:nvSpPr>
          <p:spPr>
            <a:xfrm>
              <a:off x="4195735" y="2118027"/>
              <a:ext cx="84247" cy="174224"/>
            </a:xfrm>
            <a:custGeom>
              <a:avLst/>
              <a:gdLst/>
              <a:ahLst/>
              <a:cxnLst/>
              <a:rect l="l" t="t" r="r" b="b"/>
              <a:pathLst>
                <a:path w="2647" h="5474" extrusionOk="0">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8" name="Google Shape;12398;p65"/>
            <p:cNvSpPr/>
            <p:nvPr/>
          </p:nvSpPr>
          <p:spPr>
            <a:xfrm>
              <a:off x="4109037" y="2161153"/>
              <a:ext cx="81510" cy="55348"/>
            </a:xfrm>
            <a:custGeom>
              <a:avLst/>
              <a:gdLst/>
              <a:ahLst/>
              <a:cxnLst/>
              <a:rect l="l" t="t" r="r" b="b"/>
              <a:pathLst>
                <a:path w="2561" h="1739" extrusionOk="0">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9" name="Google Shape;12399;p65"/>
            <p:cNvSpPr/>
            <p:nvPr/>
          </p:nvSpPr>
          <p:spPr>
            <a:xfrm>
              <a:off x="4157160" y="2083080"/>
              <a:ext cx="10662" cy="29218"/>
            </a:xfrm>
            <a:custGeom>
              <a:avLst/>
              <a:gdLst/>
              <a:ahLst/>
              <a:cxnLst/>
              <a:rect l="l" t="t" r="r" b="b"/>
              <a:pathLst>
                <a:path w="335" h="918" extrusionOk="0">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0" name="Google Shape;12400;p65"/>
            <p:cNvSpPr/>
            <p:nvPr/>
          </p:nvSpPr>
          <p:spPr>
            <a:xfrm>
              <a:off x="4109419" y="2096034"/>
              <a:ext cx="21261" cy="26862"/>
            </a:xfrm>
            <a:custGeom>
              <a:avLst/>
              <a:gdLst/>
              <a:ahLst/>
              <a:cxnLst/>
              <a:rect l="l" t="t" r="r" b="b"/>
              <a:pathLst>
                <a:path w="668" h="844" extrusionOk="0">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1" name="Google Shape;12401;p65"/>
            <p:cNvSpPr/>
            <p:nvPr/>
          </p:nvSpPr>
          <p:spPr>
            <a:xfrm>
              <a:off x="4074950" y="2130121"/>
              <a:ext cx="28454" cy="19669"/>
            </a:xfrm>
            <a:custGeom>
              <a:avLst/>
              <a:gdLst/>
              <a:ahLst/>
              <a:cxnLst/>
              <a:rect l="l" t="t" r="r" b="b"/>
              <a:pathLst>
                <a:path w="894" h="618" extrusionOk="0">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2" name="Google Shape;12402;p65"/>
            <p:cNvSpPr/>
            <p:nvPr/>
          </p:nvSpPr>
          <p:spPr>
            <a:xfrm>
              <a:off x="4063555" y="2177067"/>
              <a:ext cx="29218" cy="10630"/>
            </a:xfrm>
            <a:custGeom>
              <a:avLst/>
              <a:gdLst/>
              <a:ahLst/>
              <a:cxnLst/>
              <a:rect l="l" t="t" r="r" b="b"/>
              <a:pathLst>
                <a:path w="918" h="334" extrusionOk="0">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3" name="Google Shape;12403;p65"/>
            <p:cNvSpPr/>
            <p:nvPr/>
          </p:nvSpPr>
          <p:spPr>
            <a:xfrm>
              <a:off x="4073804" y="2215005"/>
              <a:ext cx="29600" cy="20051"/>
            </a:xfrm>
            <a:custGeom>
              <a:avLst/>
              <a:gdLst/>
              <a:ahLst/>
              <a:cxnLst/>
              <a:rect l="l" t="t" r="r" b="b"/>
              <a:pathLst>
                <a:path w="930" h="630" extrusionOk="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4" name="Google Shape;12404;p65"/>
            <p:cNvSpPr/>
            <p:nvPr/>
          </p:nvSpPr>
          <p:spPr>
            <a:xfrm>
              <a:off x="4109419" y="2242472"/>
              <a:ext cx="21261" cy="26703"/>
            </a:xfrm>
            <a:custGeom>
              <a:avLst/>
              <a:gdLst/>
              <a:ahLst/>
              <a:cxnLst/>
              <a:rect l="l" t="t" r="r" b="b"/>
              <a:pathLst>
                <a:path w="668" h="839" extrusionOk="0">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5" name="Google Shape;12405;p65"/>
            <p:cNvSpPr/>
            <p:nvPr/>
          </p:nvSpPr>
          <p:spPr>
            <a:xfrm>
              <a:off x="4157924" y="2252466"/>
              <a:ext cx="10248" cy="29600"/>
            </a:xfrm>
            <a:custGeom>
              <a:avLst/>
              <a:gdLst/>
              <a:ahLst/>
              <a:cxnLst/>
              <a:rect l="l" t="t" r="r" b="b"/>
              <a:pathLst>
                <a:path w="322" h="930" extrusionOk="0">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6" name="Google Shape;12406;p65"/>
            <p:cNvSpPr/>
            <p:nvPr/>
          </p:nvSpPr>
          <p:spPr>
            <a:xfrm>
              <a:off x="4194685" y="2242472"/>
              <a:ext cx="21261" cy="27022"/>
            </a:xfrm>
            <a:custGeom>
              <a:avLst/>
              <a:gdLst/>
              <a:ahLst/>
              <a:cxnLst/>
              <a:rect l="l" t="t" r="r" b="b"/>
              <a:pathLst>
                <a:path w="668" h="849" extrusionOk="0">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7" name="Google Shape;12407;p65"/>
            <p:cNvSpPr/>
            <p:nvPr/>
          </p:nvSpPr>
          <p:spPr>
            <a:xfrm>
              <a:off x="4222343" y="2215387"/>
              <a:ext cx="27690" cy="19669"/>
            </a:xfrm>
            <a:custGeom>
              <a:avLst/>
              <a:gdLst/>
              <a:ahLst/>
              <a:cxnLst/>
              <a:rect l="l" t="t" r="r" b="b"/>
              <a:pathLst>
                <a:path w="870" h="618" extrusionOk="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8" name="Google Shape;12408;p65"/>
            <p:cNvSpPr/>
            <p:nvPr/>
          </p:nvSpPr>
          <p:spPr>
            <a:xfrm>
              <a:off x="4232941" y="2177067"/>
              <a:ext cx="29600" cy="10630"/>
            </a:xfrm>
            <a:custGeom>
              <a:avLst/>
              <a:gdLst/>
              <a:ahLst/>
              <a:cxnLst/>
              <a:rect l="l" t="t" r="r" b="b"/>
              <a:pathLst>
                <a:path w="930" h="334" extrusionOk="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9" name="Google Shape;12409;p65"/>
            <p:cNvSpPr/>
            <p:nvPr/>
          </p:nvSpPr>
          <p:spPr>
            <a:xfrm>
              <a:off x="4221579" y="2130694"/>
              <a:ext cx="28454" cy="19478"/>
            </a:xfrm>
            <a:custGeom>
              <a:avLst/>
              <a:gdLst/>
              <a:ahLst/>
              <a:cxnLst/>
              <a:rect l="l" t="t" r="r" b="b"/>
              <a:pathLst>
                <a:path w="894" h="612" extrusionOk="0">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0" name="Google Shape;12410;p65"/>
            <p:cNvSpPr/>
            <p:nvPr/>
          </p:nvSpPr>
          <p:spPr>
            <a:xfrm>
              <a:off x="4194685" y="2095652"/>
              <a:ext cx="20879" cy="26862"/>
            </a:xfrm>
            <a:custGeom>
              <a:avLst/>
              <a:gdLst/>
              <a:ahLst/>
              <a:cxnLst/>
              <a:rect l="l" t="t" r="r" b="b"/>
              <a:pathLst>
                <a:path w="656" h="844" extrusionOk="0">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1" name="Google Shape;12411;p65"/>
          <p:cNvGrpSpPr/>
          <p:nvPr/>
        </p:nvGrpSpPr>
        <p:grpSpPr>
          <a:xfrm>
            <a:off x="3576626" y="1801571"/>
            <a:ext cx="284251" cy="351694"/>
            <a:chOff x="3576626" y="1975821"/>
            <a:chExt cx="284251" cy="351694"/>
          </a:xfrm>
        </p:grpSpPr>
        <p:sp>
          <p:nvSpPr>
            <p:cNvPr id="12412" name="Google Shape;12412;p65"/>
            <p:cNvSpPr/>
            <p:nvPr/>
          </p:nvSpPr>
          <p:spPr>
            <a:xfrm>
              <a:off x="3576626" y="2145971"/>
              <a:ext cx="284251" cy="181544"/>
            </a:xfrm>
            <a:custGeom>
              <a:avLst/>
              <a:gdLst/>
              <a:ahLst/>
              <a:cxnLst/>
              <a:rect l="l" t="t" r="r" b="b"/>
              <a:pathLst>
                <a:path w="8931" h="5704" extrusionOk="0">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3" name="Google Shape;12413;p65"/>
            <p:cNvSpPr/>
            <p:nvPr/>
          </p:nvSpPr>
          <p:spPr>
            <a:xfrm>
              <a:off x="3656195" y="1975821"/>
              <a:ext cx="120149" cy="164134"/>
            </a:xfrm>
            <a:custGeom>
              <a:avLst/>
              <a:gdLst/>
              <a:ahLst/>
              <a:cxnLst/>
              <a:rect l="l" t="t" r="r" b="b"/>
              <a:pathLst>
                <a:path w="3775" h="5157" extrusionOk="0">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4" name="Google Shape;12414;p65"/>
            <p:cNvSpPr/>
            <p:nvPr/>
          </p:nvSpPr>
          <p:spPr>
            <a:xfrm>
              <a:off x="3700149" y="2113380"/>
              <a:ext cx="32241" cy="10280"/>
            </a:xfrm>
            <a:custGeom>
              <a:avLst/>
              <a:gdLst/>
              <a:ahLst/>
              <a:cxnLst/>
              <a:rect l="l" t="t" r="r" b="b"/>
              <a:pathLst>
                <a:path w="1013" h="323" extrusionOk="0">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5" name="Google Shape;12415;p65"/>
          <p:cNvGrpSpPr/>
          <p:nvPr/>
        </p:nvGrpSpPr>
        <p:grpSpPr>
          <a:xfrm>
            <a:off x="2722090" y="2715912"/>
            <a:ext cx="238770" cy="371841"/>
            <a:chOff x="2722090" y="2890162"/>
            <a:chExt cx="238770" cy="371841"/>
          </a:xfrm>
        </p:grpSpPr>
        <p:sp>
          <p:nvSpPr>
            <p:cNvPr id="12416" name="Google Shape;12416;p65"/>
            <p:cNvSpPr/>
            <p:nvPr/>
          </p:nvSpPr>
          <p:spPr>
            <a:xfrm>
              <a:off x="2722090" y="2890162"/>
              <a:ext cx="238770" cy="371841"/>
            </a:xfrm>
            <a:custGeom>
              <a:avLst/>
              <a:gdLst/>
              <a:ahLst/>
              <a:cxnLst/>
              <a:rect l="l" t="t" r="r" b="b"/>
              <a:pathLst>
                <a:path w="7502" h="11683" extrusionOk="0">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7" name="Google Shape;12417;p65"/>
            <p:cNvSpPr/>
            <p:nvPr/>
          </p:nvSpPr>
          <p:spPr>
            <a:xfrm>
              <a:off x="2882023" y="2951111"/>
              <a:ext cx="21993" cy="16837"/>
            </a:xfrm>
            <a:custGeom>
              <a:avLst/>
              <a:gdLst/>
              <a:ahLst/>
              <a:cxnLst/>
              <a:rect l="l" t="t" r="r" b="b"/>
              <a:pathLst>
                <a:path w="691" h="529" extrusionOk="0">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8" name="Google Shape;12418;p65"/>
            <p:cNvSpPr/>
            <p:nvPr/>
          </p:nvSpPr>
          <p:spPr>
            <a:xfrm>
              <a:off x="2804332" y="2960341"/>
              <a:ext cx="11012" cy="15946"/>
            </a:xfrm>
            <a:custGeom>
              <a:avLst/>
              <a:gdLst/>
              <a:ahLst/>
              <a:cxnLst/>
              <a:rect l="l" t="t" r="r" b="b"/>
              <a:pathLst>
                <a:path w="346" h="501" extrusionOk="0">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19" name="Google Shape;12419;p65"/>
          <p:cNvSpPr/>
          <p:nvPr/>
        </p:nvSpPr>
        <p:spPr>
          <a:xfrm>
            <a:off x="5775652" y="1795142"/>
            <a:ext cx="361147" cy="360797"/>
          </a:xfrm>
          <a:custGeom>
            <a:avLst/>
            <a:gdLst/>
            <a:ahLst/>
            <a:cxnLst/>
            <a:rect l="l" t="t" r="r" b="b"/>
            <a:pathLst>
              <a:path w="11347" h="11336" extrusionOk="0">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20" name="Google Shape;12420;p65"/>
          <p:cNvGrpSpPr/>
          <p:nvPr/>
        </p:nvGrpSpPr>
        <p:grpSpPr>
          <a:xfrm>
            <a:off x="6216367" y="1795906"/>
            <a:ext cx="361147" cy="361147"/>
            <a:chOff x="6216367" y="1970156"/>
            <a:chExt cx="361147" cy="361147"/>
          </a:xfrm>
        </p:grpSpPr>
        <p:sp>
          <p:nvSpPr>
            <p:cNvPr id="12421" name="Google Shape;12421;p65"/>
            <p:cNvSpPr/>
            <p:nvPr/>
          </p:nvSpPr>
          <p:spPr>
            <a:xfrm>
              <a:off x="6247813" y="2069522"/>
              <a:ext cx="329701" cy="261781"/>
            </a:xfrm>
            <a:custGeom>
              <a:avLst/>
              <a:gdLst/>
              <a:ahLst/>
              <a:cxnLst/>
              <a:rect l="l" t="t" r="r" b="b"/>
              <a:pathLst>
                <a:path w="10359" h="8225" extrusionOk="0">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2" name="Google Shape;12422;p65"/>
            <p:cNvSpPr/>
            <p:nvPr/>
          </p:nvSpPr>
          <p:spPr>
            <a:xfrm>
              <a:off x="6216367" y="1970156"/>
              <a:ext cx="329701" cy="260731"/>
            </a:xfrm>
            <a:custGeom>
              <a:avLst/>
              <a:gdLst/>
              <a:ahLst/>
              <a:cxnLst/>
              <a:rect l="l" t="t" r="r" b="b"/>
              <a:pathLst>
                <a:path w="10359" h="8192" extrusionOk="0">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3" name="Google Shape;12423;p65"/>
            <p:cNvSpPr/>
            <p:nvPr/>
          </p:nvSpPr>
          <p:spPr>
            <a:xfrm>
              <a:off x="6351252" y="2064875"/>
              <a:ext cx="17855" cy="28072"/>
            </a:xfrm>
            <a:custGeom>
              <a:avLst/>
              <a:gdLst/>
              <a:ahLst/>
              <a:cxnLst/>
              <a:rect l="l" t="t" r="r" b="b"/>
              <a:pathLst>
                <a:path w="561" h="882" extrusionOk="0">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4" name="Google Shape;12424;p65"/>
            <p:cNvSpPr/>
            <p:nvPr/>
          </p:nvSpPr>
          <p:spPr>
            <a:xfrm>
              <a:off x="6260321" y="2016688"/>
              <a:ext cx="272857" cy="269929"/>
            </a:xfrm>
            <a:custGeom>
              <a:avLst/>
              <a:gdLst/>
              <a:ahLst/>
              <a:cxnLst/>
              <a:rect l="l" t="t" r="r" b="b"/>
              <a:pathLst>
                <a:path w="8573" h="8481" extrusionOk="0">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25" name="Google Shape;12425;p65"/>
          <p:cNvGrpSpPr/>
          <p:nvPr/>
        </p:nvGrpSpPr>
        <p:grpSpPr>
          <a:xfrm>
            <a:off x="1289311" y="2751972"/>
            <a:ext cx="408156" cy="299783"/>
            <a:chOff x="1289311" y="2926222"/>
            <a:chExt cx="408156" cy="299783"/>
          </a:xfrm>
        </p:grpSpPr>
        <p:sp>
          <p:nvSpPr>
            <p:cNvPr id="12426" name="Google Shape;12426;p65"/>
            <p:cNvSpPr/>
            <p:nvPr/>
          </p:nvSpPr>
          <p:spPr>
            <a:xfrm>
              <a:off x="1334029" y="2952385"/>
              <a:ext cx="318339" cy="216395"/>
            </a:xfrm>
            <a:custGeom>
              <a:avLst/>
              <a:gdLst/>
              <a:ahLst/>
              <a:cxnLst/>
              <a:rect l="l" t="t" r="r" b="b"/>
              <a:pathLst>
                <a:path w="10002" h="6799" extrusionOk="0">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7" name="Google Shape;12427;p65"/>
            <p:cNvSpPr/>
            <p:nvPr/>
          </p:nvSpPr>
          <p:spPr>
            <a:xfrm>
              <a:off x="1289311" y="2926222"/>
              <a:ext cx="408156" cy="299783"/>
            </a:xfrm>
            <a:custGeom>
              <a:avLst/>
              <a:gdLst/>
              <a:ahLst/>
              <a:cxnLst/>
              <a:rect l="l" t="t" r="r" b="b"/>
              <a:pathLst>
                <a:path w="12824" h="9419" extrusionOk="0">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28" name="Google Shape;12428;p65"/>
          <p:cNvGrpSpPr/>
          <p:nvPr/>
        </p:nvGrpSpPr>
        <p:grpSpPr>
          <a:xfrm>
            <a:off x="7978465" y="1795142"/>
            <a:ext cx="361147" cy="360797"/>
            <a:chOff x="7978465" y="1969392"/>
            <a:chExt cx="361147" cy="360797"/>
          </a:xfrm>
        </p:grpSpPr>
        <p:sp>
          <p:nvSpPr>
            <p:cNvPr id="12429" name="Google Shape;12429;p65"/>
            <p:cNvSpPr/>
            <p:nvPr/>
          </p:nvSpPr>
          <p:spPr>
            <a:xfrm>
              <a:off x="8136871" y="2285821"/>
              <a:ext cx="44368" cy="44368"/>
            </a:xfrm>
            <a:custGeom>
              <a:avLst/>
              <a:gdLst/>
              <a:ahLst/>
              <a:cxnLst/>
              <a:rect l="l" t="t" r="r" b="b"/>
              <a:pathLst>
                <a:path w="1394" h="1394" extrusionOk="0">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0" name="Google Shape;12430;p65"/>
            <p:cNvSpPr/>
            <p:nvPr/>
          </p:nvSpPr>
          <p:spPr>
            <a:xfrm>
              <a:off x="8210010" y="2121719"/>
              <a:ext cx="56112" cy="56112"/>
            </a:xfrm>
            <a:custGeom>
              <a:avLst/>
              <a:gdLst/>
              <a:ahLst/>
              <a:cxnLst/>
              <a:rect l="l" t="t" r="r" b="b"/>
              <a:pathLst>
                <a:path w="1763" h="1763" extrusionOk="0">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1" name="Google Shape;12431;p65"/>
            <p:cNvSpPr/>
            <p:nvPr/>
          </p:nvSpPr>
          <p:spPr>
            <a:xfrm>
              <a:off x="8051987" y="2121719"/>
              <a:ext cx="55730" cy="56112"/>
            </a:xfrm>
            <a:custGeom>
              <a:avLst/>
              <a:gdLst/>
              <a:ahLst/>
              <a:cxnLst/>
              <a:rect l="l" t="t" r="r" b="b"/>
              <a:pathLst>
                <a:path w="1751" h="1763" extrusionOk="0">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2" name="Google Shape;12432;p65"/>
            <p:cNvSpPr/>
            <p:nvPr/>
          </p:nvSpPr>
          <p:spPr>
            <a:xfrm>
              <a:off x="7978465" y="2285821"/>
              <a:ext cx="44749" cy="44368"/>
            </a:xfrm>
            <a:custGeom>
              <a:avLst/>
              <a:gdLst/>
              <a:ahLst/>
              <a:cxnLst/>
              <a:rect l="l" t="t" r="r" b="b"/>
              <a:pathLst>
                <a:path w="1406" h="1394" extrusionOk="0">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3" name="Google Shape;12433;p65"/>
            <p:cNvSpPr/>
            <p:nvPr/>
          </p:nvSpPr>
          <p:spPr>
            <a:xfrm>
              <a:off x="8294894" y="2285821"/>
              <a:ext cx="44718" cy="44368"/>
            </a:xfrm>
            <a:custGeom>
              <a:avLst/>
              <a:gdLst/>
              <a:ahLst/>
              <a:cxnLst/>
              <a:rect l="l" t="t" r="r" b="b"/>
              <a:pathLst>
                <a:path w="1405" h="1394" extrusionOk="0">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4" name="Google Shape;12434;p65"/>
            <p:cNvSpPr/>
            <p:nvPr/>
          </p:nvSpPr>
          <p:spPr>
            <a:xfrm>
              <a:off x="8119811" y="1969392"/>
              <a:ext cx="78455" cy="78487"/>
            </a:xfrm>
            <a:custGeom>
              <a:avLst/>
              <a:gdLst/>
              <a:ahLst/>
              <a:cxnLst/>
              <a:rect l="l" t="t" r="r" b="b"/>
              <a:pathLst>
                <a:path w="2465" h="2466" extrusionOk="0">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5" name="Google Shape;12435;p65"/>
            <p:cNvSpPr/>
            <p:nvPr/>
          </p:nvSpPr>
          <p:spPr>
            <a:xfrm>
              <a:off x="8012202" y="2189575"/>
              <a:ext cx="134917" cy="89690"/>
            </a:xfrm>
            <a:custGeom>
              <a:avLst/>
              <a:gdLst/>
              <a:ahLst/>
              <a:cxnLst/>
              <a:rect l="l" t="t" r="r" b="b"/>
              <a:pathLst>
                <a:path w="4239" h="2818" extrusionOk="0">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6" name="Google Shape;12436;p65"/>
            <p:cNvSpPr/>
            <p:nvPr/>
          </p:nvSpPr>
          <p:spPr>
            <a:xfrm>
              <a:off x="8099346" y="2059973"/>
              <a:ext cx="119385" cy="56016"/>
            </a:xfrm>
            <a:custGeom>
              <a:avLst/>
              <a:gdLst/>
              <a:ahLst/>
              <a:cxnLst/>
              <a:rect l="l" t="t" r="r" b="b"/>
              <a:pathLst>
                <a:path w="3751" h="1760" extrusionOk="0">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7" name="Google Shape;12437;p65"/>
            <p:cNvSpPr/>
            <p:nvPr/>
          </p:nvSpPr>
          <p:spPr>
            <a:xfrm>
              <a:off x="8170194" y="2189925"/>
              <a:ext cx="135331" cy="89849"/>
            </a:xfrm>
            <a:custGeom>
              <a:avLst/>
              <a:gdLst/>
              <a:ahLst/>
              <a:cxnLst/>
              <a:rect l="l" t="t" r="r" b="b"/>
              <a:pathLst>
                <a:path w="4252" h="2823" extrusionOk="0">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38" name="Google Shape;12438;p65"/>
          <p:cNvSpPr/>
          <p:nvPr/>
        </p:nvSpPr>
        <p:spPr>
          <a:xfrm>
            <a:off x="2206357" y="2716357"/>
            <a:ext cx="372159" cy="372159"/>
          </a:xfrm>
          <a:custGeom>
            <a:avLst/>
            <a:gdLst/>
            <a:ahLst/>
            <a:cxnLst/>
            <a:rect l="l" t="t" r="r" b="b"/>
            <a:pathLst>
              <a:path w="11693" h="11693" extrusionOk="0">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39" name="Google Shape;12439;p65"/>
          <p:cNvGrpSpPr/>
          <p:nvPr/>
        </p:nvGrpSpPr>
        <p:grpSpPr>
          <a:xfrm>
            <a:off x="854261" y="2734563"/>
            <a:ext cx="377474" cy="335748"/>
            <a:chOff x="854261" y="2908813"/>
            <a:chExt cx="377474" cy="335748"/>
          </a:xfrm>
        </p:grpSpPr>
        <p:sp>
          <p:nvSpPr>
            <p:cNvPr id="12440" name="Google Shape;12440;p65"/>
            <p:cNvSpPr/>
            <p:nvPr/>
          </p:nvSpPr>
          <p:spPr>
            <a:xfrm>
              <a:off x="896337" y="3079695"/>
              <a:ext cx="47391" cy="17091"/>
            </a:xfrm>
            <a:custGeom>
              <a:avLst/>
              <a:gdLst/>
              <a:ahLst/>
              <a:cxnLst/>
              <a:rect l="l" t="t" r="r" b="b"/>
              <a:pathLst>
                <a:path w="1489" h="537" extrusionOk="0">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1" name="Google Shape;12441;p65"/>
            <p:cNvSpPr/>
            <p:nvPr/>
          </p:nvSpPr>
          <p:spPr>
            <a:xfrm>
              <a:off x="878514" y="3191855"/>
              <a:ext cx="11426" cy="52706"/>
            </a:xfrm>
            <a:custGeom>
              <a:avLst/>
              <a:gdLst/>
              <a:ahLst/>
              <a:cxnLst/>
              <a:rect l="l" t="t" r="r" b="b"/>
              <a:pathLst>
                <a:path w="359" h="1656" extrusionOk="0">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2" name="Google Shape;12442;p65"/>
            <p:cNvSpPr/>
            <p:nvPr/>
          </p:nvSpPr>
          <p:spPr>
            <a:xfrm>
              <a:off x="854261" y="3050159"/>
              <a:ext cx="219451" cy="194052"/>
            </a:xfrm>
            <a:custGeom>
              <a:avLst/>
              <a:gdLst/>
              <a:ahLst/>
              <a:cxnLst/>
              <a:rect l="l" t="t" r="r" b="b"/>
              <a:pathLst>
                <a:path w="6895" h="6097" extrusionOk="0">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3" name="Google Shape;12443;p65"/>
            <p:cNvSpPr/>
            <p:nvPr/>
          </p:nvSpPr>
          <p:spPr>
            <a:xfrm>
              <a:off x="1008115" y="2908813"/>
              <a:ext cx="223620" cy="188355"/>
            </a:xfrm>
            <a:custGeom>
              <a:avLst/>
              <a:gdLst/>
              <a:ahLst/>
              <a:cxnLst/>
              <a:rect l="l" t="t" r="r" b="b"/>
              <a:pathLst>
                <a:path w="7026" h="5918" extrusionOk="0">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4" name="Google Shape;12444;p65"/>
            <p:cNvSpPr/>
            <p:nvPr/>
          </p:nvSpPr>
          <p:spPr>
            <a:xfrm>
              <a:off x="1037301" y="2944046"/>
              <a:ext cx="165248" cy="105763"/>
            </a:xfrm>
            <a:custGeom>
              <a:avLst/>
              <a:gdLst/>
              <a:ahLst/>
              <a:cxnLst/>
              <a:rect l="l" t="t" r="r" b="b"/>
              <a:pathLst>
                <a:path w="5192" h="3323" extrusionOk="0">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5" name="Google Shape;12445;p65"/>
          <p:cNvGrpSpPr/>
          <p:nvPr/>
        </p:nvGrpSpPr>
        <p:grpSpPr>
          <a:xfrm>
            <a:off x="1749728" y="2720527"/>
            <a:ext cx="386927" cy="363438"/>
            <a:chOff x="1749728" y="2894777"/>
            <a:chExt cx="386927" cy="363438"/>
          </a:xfrm>
        </p:grpSpPr>
        <p:sp>
          <p:nvSpPr>
            <p:cNvPr id="12446" name="Google Shape;12446;p65"/>
            <p:cNvSpPr/>
            <p:nvPr/>
          </p:nvSpPr>
          <p:spPr>
            <a:xfrm>
              <a:off x="1809595" y="3025333"/>
              <a:ext cx="97424" cy="32432"/>
            </a:xfrm>
            <a:custGeom>
              <a:avLst/>
              <a:gdLst/>
              <a:ahLst/>
              <a:cxnLst/>
              <a:rect l="l" t="t" r="r" b="b"/>
              <a:pathLst>
                <a:path w="3061" h="1019" extrusionOk="0">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7" name="Google Shape;12447;p65"/>
            <p:cNvSpPr/>
            <p:nvPr/>
          </p:nvSpPr>
          <p:spPr>
            <a:xfrm>
              <a:off x="1749728" y="2974346"/>
              <a:ext cx="216777" cy="283869"/>
            </a:xfrm>
            <a:custGeom>
              <a:avLst/>
              <a:gdLst/>
              <a:ahLst/>
              <a:cxnLst/>
              <a:rect l="l" t="t" r="r" b="b"/>
              <a:pathLst>
                <a:path w="6811" h="8919" extrusionOk="0">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8" name="Google Shape;12448;p65"/>
            <p:cNvSpPr/>
            <p:nvPr/>
          </p:nvSpPr>
          <p:spPr>
            <a:xfrm>
              <a:off x="1785725"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9" name="Google Shape;12449;p65"/>
            <p:cNvSpPr/>
            <p:nvPr/>
          </p:nvSpPr>
          <p:spPr>
            <a:xfrm>
              <a:off x="1919114"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0" name="Google Shape;12450;p65"/>
            <p:cNvSpPr/>
            <p:nvPr/>
          </p:nvSpPr>
          <p:spPr>
            <a:xfrm>
              <a:off x="1956257" y="2931156"/>
              <a:ext cx="180398" cy="188737"/>
            </a:xfrm>
            <a:custGeom>
              <a:avLst/>
              <a:gdLst/>
              <a:ahLst/>
              <a:cxnLst/>
              <a:rect l="l" t="t" r="r" b="b"/>
              <a:pathLst>
                <a:path w="5668" h="5930" extrusionOk="0">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1" name="Google Shape;12451;p65"/>
            <p:cNvSpPr/>
            <p:nvPr/>
          </p:nvSpPr>
          <p:spPr>
            <a:xfrm>
              <a:off x="2027487" y="2894777"/>
              <a:ext cx="36029" cy="108786"/>
            </a:xfrm>
            <a:custGeom>
              <a:avLst/>
              <a:gdLst/>
              <a:ahLst/>
              <a:cxnLst/>
              <a:rect l="l" t="t" r="r" b="b"/>
              <a:pathLst>
                <a:path w="1132" h="3418" extrusionOk="0">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2" name="Google Shape;12452;p65"/>
            <p:cNvSpPr/>
            <p:nvPr/>
          </p:nvSpPr>
          <p:spPr>
            <a:xfrm>
              <a:off x="2027487" y="3009992"/>
              <a:ext cx="36029" cy="36029"/>
            </a:xfrm>
            <a:custGeom>
              <a:avLst/>
              <a:gdLst/>
              <a:ahLst/>
              <a:cxnLst/>
              <a:rect l="l" t="t" r="r" b="b"/>
              <a:pathLst>
                <a:path w="1132" h="1132" extrusionOk="0">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3" name="Google Shape;12453;p65"/>
          <p:cNvGrpSpPr/>
          <p:nvPr/>
        </p:nvGrpSpPr>
        <p:grpSpPr>
          <a:xfrm>
            <a:off x="7098912" y="1795142"/>
            <a:ext cx="359651" cy="361560"/>
            <a:chOff x="7098912" y="1969392"/>
            <a:chExt cx="359651" cy="361560"/>
          </a:xfrm>
        </p:grpSpPr>
        <p:sp>
          <p:nvSpPr>
            <p:cNvPr id="12454" name="Google Shape;12454;p65"/>
            <p:cNvSpPr/>
            <p:nvPr/>
          </p:nvSpPr>
          <p:spPr>
            <a:xfrm>
              <a:off x="7098912" y="2127607"/>
              <a:ext cx="134567" cy="202582"/>
            </a:xfrm>
            <a:custGeom>
              <a:avLst/>
              <a:gdLst/>
              <a:ahLst/>
              <a:cxnLst/>
              <a:rect l="l" t="t" r="r" b="b"/>
              <a:pathLst>
                <a:path w="4228" h="6365" extrusionOk="0">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5" name="Google Shape;12455;p65"/>
            <p:cNvSpPr/>
            <p:nvPr/>
          </p:nvSpPr>
          <p:spPr>
            <a:xfrm>
              <a:off x="7120141" y="2297184"/>
              <a:ext cx="10662" cy="33005"/>
            </a:xfrm>
            <a:custGeom>
              <a:avLst/>
              <a:gdLst/>
              <a:ahLst/>
              <a:cxnLst/>
              <a:rect l="l" t="t" r="r" b="b"/>
              <a:pathLst>
                <a:path w="335" h="1037" extrusionOk="0">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6" name="Google Shape;12456;p65"/>
            <p:cNvSpPr/>
            <p:nvPr/>
          </p:nvSpPr>
          <p:spPr>
            <a:xfrm>
              <a:off x="7199360" y="2297184"/>
              <a:ext cx="10248" cy="33005"/>
            </a:xfrm>
            <a:custGeom>
              <a:avLst/>
              <a:gdLst/>
              <a:ahLst/>
              <a:cxnLst/>
              <a:rect l="l" t="t" r="r" b="b"/>
              <a:pathLst>
                <a:path w="322" h="1037" extrusionOk="0">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7" name="Google Shape;12457;p65"/>
            <p:cNvSpPr/>
            <p:nvPr/>
          </p:nvSpPr>
          <p:spPr>
            <a:xfrm>
              <a:off x="7357001" y="2165704"/>
              <a:ext cx="56876" cy="17823"/>
            </a:xfrm>
            <a:custGeom>
              <a:avLst/>
              <a:gdLst/>
              <a:ahLst/>
              <a:cxnLst/>
              <a:rect l="l" t="t" r="r" b="b"/>
              <a:pathLst>
                <a:path w="1787" h="560" extrusionOk="0">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8" name="Google Shape;12458;p65"/>
            <p:cNvSpPr/>
            <p:nvPr/>
          </p:nvSpPr>
          <p:spPr>
            <a:xfrm>
              <a:off x="7312666" y="2133113"/>
              <a:ext cx="145897" cy="197840"/>
            </a:xfrm>
            <a:custGeom>
              <a:avLst/>
              <a:gdLst/>
              <a:ahLst/>
              <a:cxnLst/>
              <a:rect l="l" t="t" r="r" b="b"/>
              <a:pathLst>
                <a:path w="4584" h="6216" extrusionOk="0">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9" name="Google Shape;12459;p65"/>
            <p:cNvSpPr/>
            <p:nvPr/>
          </p:nvSpPr>
          <p:spPr>
            <a:xfrm>
              <a:off x="7340324" y="2291486"/>
              <a:ext cx="10630" cy="38702"/>
            </a:xfrm>
            <a:custGeom>
              <a:avLst/>
              <a:gdLst/>
              <a:ahLst/>
              <a:cxnLst/>
              <a:rect l="l" t="t" r="r" b="b"/>
              <a:pathLst>
                <a:path w="334" h="1216" extrusionOk="0">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0" name="Google Shape;12460;p65"/>
            <p:cNvSpPr/>
            <p:nvPr/>
          </p:nvSpPr>
          <p:spPr>
            <a:xfrm>
              <a:off x="7419511" y="2291486"/>
              <a:ext cx="10630" cy="38702"/>
            </a:xfrm>
            <a:custGeom>
              <a:avLst/>
              <a:gdLst/>
              <a:ahLst/>
              <a:cxnLst/>
              <a:rect l="l" t="t" r="r" b="b"/>
              <a:pathLst>
                <a:path w="334" h="1216" extrusionOk="0">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1" name="Google Shape;12461;p65"/>
            <p:cNvSpPr/>
            <p:nvPr/>
          </p:nvSpPr>
          <p:spPr>
            <a:xfrm>
              <a:off x="7153878" y="1969392"/>
              <a:ext cx="225498" cy="188355"/>
            </a:xfrm>
            <a:custGeom>
              <a:avLst/>
              <a:gdLst/>
              <a:ahLst/>
              <a:cxnLst/>
              <a:rect l="l" t="t" r="r" b="b"/>
              <a:pathLst>
                <a:path w="7085" h="5918" extrusionOk="0">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2" name="Google Shape;12462;p65"/>
            <p:cNvSpPr/>
            <p:nvPr/>
          </p:nvSpPr>
          <p:spPr>
            <a:xfrm>
              <a:off x="7193663" y="2003511"/>
              <a:ext cx="27308" cy="10248"/>
            </a:xfrm>
            <a:custGeom>
              <a:avLst/>
              <a:gdLst/>
              <a:ahLst/>
              <a:cxnLst/>
              <a:rect l="l" t="t" r="r" b="b"/>
              <a:pathLst>
                <a:path w="858" h="322" extrusionOk="0">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3" name="Google Shape;12463;p65"/>
            <p:cNvSpPr/>
            <p:nvPr/>
          </p:nvSpPr>
          <p:spPr>
            <a:xfrm>
              <a:off x="7233065" y="2003511"/>
              <a:ext cx="83802" cy="10248"/>
            </a:xfrm>
            <a:custGeom>
              <a:avLst/>
              <a:gdLst/>
              <a:ahLst/>
              <a:cxnLst/>
              <a:rect l="l" t="t" r="r" b="b"/>
              <a:pathLst>
                <a:path w="2633" h="322" extrusionOk="0">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4" name="Google Shape;12464;p65"/>
            <p:cNvSpPr/>
            <p:nvPr/>
          </p:nvSpPr>
          <p:spPr>
            <a:xfrm>
              <a:off x="7193281" y="2031933"/>
              <a:ext cx="123936" cy="10248"/>
            </a:xfrm>
            <a:custGeom>
              <a:avLst/>
              <a:gdLst/>
              <a:ahLst/>
              <a:cxnLst/>
              <a:rect l="l" t="t" r="r" b="b"/>
              <a:pathLst>
                <a:path w="3894" h="322" extrusionOk="0">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5" name="Google Shape;12465;p65"/>
            <p:cNvSpPr/>
            <p:nvPr/>
          </p:nvSpPr>
          <p:spPr>
            <a:xfrm>
              <a:off x="7193663" y="2059973"/>
              <a:ext cx="83770" cy="10248"/>
            </a:xfrm>
            <a:custGeom>
              <a:avLst/>
              <a:gdLst/>
              <a:ahLst/>
              <a:cxnLst/>
              <a:rect l="l" t="t" r="r" b="b"/>
              <a:pathLst>
                <a:path w="2632" h="322" extrusionOk="0">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6" name="Google Shape;12466;p65"/>
            <p:cNvSpPr/>
            <p:nvPr/>
          </p:nvSpPr>
          <p:spPr>
            <a:xfrm>
              <a:off x="7289145" y="2059973"/>
              <a:ext cx="27722" cy="10248"/>
            </a:xfrm>
            <a:custGeom>
              <a:avLst/>
              <a:gdLst/>
              <a:ahLst/>
              <a:cxnLst/>
              <a:rect l="l" t="t" r="r" b="b"/>
              <a:pathLst>
                <a:path w="871" h="322" extrusionOk="0">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67" name="Google Shape;12467;p65"/>
          <p:cNvSpPr/>
          <p:nvPr/>
        </p:nvSpPr>
        <p:spPr>
          <a:xfrm>
            <a:off x="3094217" y="2720909"/>
            <a:ext cx="394152" cy="361529"/>
          </a:xfrm>
          <a:custGeom>
            <a:avLst/>
            <a:gdLst/>
            <a:ahLst/>
            <a:cxnLst/>
            <a:rect l="l" t="t" r="r" b="b"/>
            <a:pathLst>
              <a:path w="12384" h="11359" extrusionOk="0">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68" name="Google Shape;12468;p65"/>
          <p:cNvGrpSpPr/>
          <p:nvPr/>
        </p:nvGrpSpPr>
        <p:grpSpPr>
          <a:xfrm>
            <a:off x="5352728" y="1815989"/>
            <a:ext cx="327091" cy="322508"/>
            <a:chOff x="5352728" y="1990239"/>
            <a:chExt cx="327091" cy="322508"/>
          </a:xfrm>
        </p:grpSpPr>
        <p:sp>
          <p:nvSpPr>
            <p:cNvPr id="12469" name="Google Shape;12469;p65"/>
            <p:cNvSpPr/>
            <p:nvPr/>
          </p:nvSpPr>
          <p:spPr>
            <a:xfrm>
              <a:off x="5575935" y="2093297"/>
              <a:ext cx="103885" cy="217923"/>
            </a:xfrm>
            <a:custGeom>
              <a:avLst/>
              <a:gdLst/>
              <a:ahLst/>
              <a:cxnLst/>
              <a:rect l="l" t="t" r="r" b="b"/>
              <a:pathLst>
                <a:path w="3264" h="6847" extrusionOk="0">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0" name="Google Shape;12470;p65"/>
            <p:cNvSpPr/>
            <p:nvPr/>
          </p:nvSpPr>
          <p:spPr>
            <a:xfrm>
              <a:off x="5426250" y="1990239"/>
              <a:ext cx="191029" cy="322508"/>
            </a:xfrm>
            <a:custGeom>
              <a:avLst/>
              <a:gdLst/>
              <a:ahLst/>
              <a:cxnLst/>
              <a:rect l="l" t="t" r="r" b="b"/>
              <a:pathLst>
                <a:path w="6002" h="10133" extrusionOk="0">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1" name="Google Shape;12471;p65"/>
            <p:cNvSpPr/>
            <p:nvPr/>
          </p:nvSpPr>
          <p:spPr>
            <a:xfrm>
              <a:off x="5352728" y="2121719"/>
              <a:ext cx="103503" cy="189501"/>
            </a:xfrm>
            <a:custGeom>
              <a:avLst/>
              <a:gdLst/>
              <a:ahLst/>
              <a:cxnLst/>
              <a:rect l="l" t="t" r="r" b="b"/>
              <a:pathLst>
                <a:path w="3252" h="5954" extrusionOk="0">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72" name="Google Shape;12472;p65"/>
          <p:cNvGrpSpPr/>
          <p:nvPr/>
        </p:nvGrpSpPr>
        <p:grpSpPr>
          <a:xfrm>
            <a:off x="7538896" y="1795906"/>
            <a:ext cx="361147" cy="361529"/>
            <a:chOff x="7538896" y="1970156"/>
            <a:chExt cx="361147" cy="361529"/>
          </a:xfrm>
        </p:grpSpPr>
        <p:sp>
          <p:nvSpPr>
            <p:cNvPr id="12473" name="Google Shape;12473;p65"/>
            <p:cNvSpPr/>
            <p:nvPr/>
          </p:nvSpPr>
          <p:spPr>
            <a:xfrm>
              <a:off x="7538896" y="1970156"/>
              <a:ext cx="361147" cy="361529"/>
            </a:xfrm>
            <a:custGeom>
              <a:avLst/>
              <a:gdLst/>
              <a:ahLst/>
              <a:cxnLst/>
              <a:rect l="l" t="t" r="r" b="b"/>
              <a:pathLst>
                <a:path w="11347" h="11359" extrusionOk="0">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4" name="Google Shape;12474;p65"/>
            <p:cNvSpPr/>
            <p:nvPr/>
          </p:nvSpPr>
          <p:spPr>
            <a:xfrm>
              <a:off x="7685907" y="2066784"/>
              <a:ext cx="101211" cy="11394"/>
            </a:xfrm>
            <a:custGeom>
              <a:avLst/>
              <a:gdLst/>
              <a:ahLst/>
              <a:cxnLst/>
              <a:rect l="l" t="t" r="r" b="b"/>
              <a:pathLst>
                <a:path w="3180" h="358" extrusionOk="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65"/>
            <p:cNvSpPr/>
            <p:nvPr/>
          </p:nvSpPr>
          <p:spPr>
            <a:xfrm>
              <a:off x="7685907" y="2106187"/>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6" name="Google Shape;12476;p65"/>
            <p:cNvSpPr/>
            <p:nvPr/>
          </p:nvSpPr>
          <p:spPr>
            <a:xfrm>
              <a:off x="7685907" y="2145239"/>
              <a:ext cx="147075" cy="11394"/>
            </a:xfrm>
            <a:custGeom>
              <a:avLst/>
              <a:gdLst/>
              <a:ahLst/>
              <a:cxnLst/>
              <a:rect l="l" t="t" r="r" b="b"/>
              <a:pathLst>
                <a:path w="4621" h="358" extrusionOk="0">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7" name="Google Shape;12477;p65"/>
            <p:cNvSpPr/>
            <p:nvPr/>
          </p:nvSpPr>
          <p:spPr>
            <a:xfrm>
              <a:off x="7685907" y="2184260"/>
              <a:ext cx="147075" cy="11394"/>
            </a:xfrm>
            <a:custGeom>
              <a:avLst/>
              <a:gdLst/>
              <a:ahLst/>
              <a:cxnLst/>
              <a:rect l="l" t="t" r="r" b="b"/>
              <a:pathLst>
                <a:path w="4621" h="358" extrusionOk="0">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8" name="Google Shape;12478;p65"/>
            <p:cNvSpPr/>
            <p:nvPr/>
          </p:nvSpPr>
          <p:spPr>
            <a:xfrm>
              <a:off x="7685907" y="2223280"/>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79" name="Google Shape;12479;p65"/>
          <p:cNvGrpSpPr/>
          <p:nvPr/>
        </p:nvGrpSpPr>
        <p:grpSpPr>
          <a:xfrm>
            <a:off x="4896099" y="1796670"/>
            <a:ext cx="358155" cy="358123"/>
            <a:chOff x="4896099" y="1970920"/>
            <a:chExt cx="358155" cy="358123"/>
          </a:xfrm>
        </p:grpSpPr>
        <p:sp>
          <p:nvSpPr>
            <p:cNvPr id="12480" name="Google Shape;12480;p65"/>
            <p:cNvSpPr/>
            <p:nvPr/>
          </p:nvSpPr>
          <p:spPr>
            <a:xfrm>
              <a:off x="4896099" y="1970920"/>
              <a:ext cx="358155" cy="358123"/>
            </a:xfrm>
            <a:custGeom>
              <a:avLst/>
              <a:gdLst/>
              <a:ahLst/>
              <a:cxnLst/>
              <a:rect l="l" t="t" r="r" b="b"/>
              <a:pathLst>
                <a:path w="11253" h="11252" extrusionOk="0">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1" name="Google Shape;12481;p65"/>
            <p:cNvSpPr/>
            <p:nvPr/>
          </p:nvSpPr>
          <p:spPr>
            <a:xfrm>
              <a:off x="4991454" y="2067835"/>
              <a:ext cx="166999" cy="164325"/>
            </a:xfrm>
            <a:custGeom>
              <a:avLst/>
              <a:gdLst/>
              <a:ahLst/>
              <a:cxnLst/>
              <a:rect l="l" t="t" r="r" b="b"/>
              <a:pathLst>
                <a:path w="5247" h="5163" extrusionOk="0">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2" name="Google Shape;12482;p65"/>
            <p:cNvSpPr/>
            <p:nvPr/>
          </p:nvSpPr>
          <p:spPr>
            <a:xfrm>
              <a:off x="4923789" y="1998578"/>
              <a:ext cx="302043" cy="302425"/>
            </a:xfrm>
            <a:custGeom>
              <a:avLst/>
              <a:gdLst/>
              <a:ahLst/>
              <a:cxnLst/>
              <a:rect l="l" t="t" r="r" b="b"/>
              <a:pathLst>
                <a:path w="9490" h="9502" extrusionOk="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3" name="Google Shape;12483;p65"/>
          <p:cNvGrpSpPr/>
          <p:nvPr/>
        </p:nvGrpSpPr>
        <p:grpSpPr>
          <a:xfrm>
            <a:off x="4048787" y="2802769"/>
            <a:ext cx="283488" cy="198604"/>
            <a:chOff x="4048787" y="2977019"/>
            <a:chExt cx="283488" cy="198604"/>
          </a:xfrm>
        </p:grpSpPr>
        <p:sp>
          <p:nvSpPr>
            <p:cNvPr id="12484" name="Google Shape;12484;p65"/>
            <p:cNvSpPr/>
            <p:nvPr/>
          </p:nvSpPr>
          <p:spPr>
            <a:xfrm>
              <a:off x="4277659" y="3015880"/>
              <a:ext cx="25048" cy="19128"/>
            </a:xfrm>
            <a:custGeom>
              <a:avLst/>
              <a:gdLst/>
              <a:ahLst/>
              <a:cxnLst/>
              <a:rect l="l" t="t" r="r" b="b"/>
              <a:pathLst>
                <a:path w="787" h="601" extrusionOk="0">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5" name="Google Shape;12485;p65"/>
            <p:cNvSpPr/>
            <p:nvPr/>
          </p:nvSpPr>
          <p:spPr>
            <a:xfrm>
              <a:off x="4101462" y="2977019"/>
              <a:ext cx="165630" cy="42458"/>
            </a:xfrm>
            <a:custGeom>
              <a:avLst/>
              <a:gdLst/>
              <a:ahLst/>
              <a:cxnLst/>
              <a:rect l="l" t="t" r="r" b="b"/>
              <a:pathLst>
                <a:path w="5204" h="1334" extrusionOk="0">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6" name="Google Shape;12486;p65"/>
            <p:cNvSpPr/>
            <p:nvPr/>
          </p:nvSpPr>
          <p:spPr>
            <a:xfrm>
              <a:off x="4048787" y="3000508"/>
              <a:ext cx="283488" cy="175115"/>
            </a:xfrm>
            <a:custGeom>
              <a:avLst/>
              <a:gdLst/>
              <a:ahLst/>
              <a:cxnLst/>
              <a:rect l="l" t="t" r="r" b="b"/>
              <a:pathLst>
                <a:path w="8907" h="5502" extrusionOk="0">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7" name="Google Shape;12487;p65"/>
            <p:cNvSpPr/>
            <p:nvPr/>
          </p:nvSpPr>
          <p:spPr>
            <a:xfrm>
              <a:off x="4126478" y="3024347"/>
              <a:ext cx="129220" cy="127437"/>
            </a:xfrm>
            <a:custGeom>
              <a:avLst/>
              <a:gdLst/>
              <a:ahLst/>
              <a:cxnLst/>
              <a:rect l="l" t="t" r="r" b="b"/>
              <a:pathLst>
                <a:path w="4060" h="4004" extrusionOk="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8" name="Google Shape;12488;p65"/>
            <p:cNvSpPr/>
            <p:nvPr/>
          </p:nvSpPr>
          <p:spPr>
            <a:xfrm>
              <a:off x="4156778" y="3054678"/>
              <a:ext cx="68238" cy="68270"/>
            </a:xfrm>
            <a:custGeom>
              <a:avLst/>
              <a:gdLst/>
              <a:ahLst/>
              <a:cxnLst/>
              <a:rect l="l" t="t" r="r" b="b"/>
              <a:pathLst>
                <a:path w="2144" h="2145" extrusionOk="0">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9" name="Google Shape;12489;p65"/>
            <p:cNvSpPr/>
            <p:nvPr/>
          </p:nvSpPr>
          <p:spPr>
            <a:xfrm>
              <a:off x="4198090" y="3060375"/>
              <a:ext cx="20879" cy="20879"/>
            </a:xfrm>
            <a:custGeom>
              <a:avLst/>
              <a:gdLst/>
              <a:ahLst/>
              <a:cxnLst/>
              <a:rect l="l" t="t" r="r" b="b"/>
              <a:pathLst>
                <a:path w="656" h="656" extrusionOk="0">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0" name="Google Shape;12490;p65"/>
          <p:cNvGrpSpPr/>
          <p:nvPr/>
        </p:nvGrpSpPr>
        <p:grpSpPr>
          <a:xfrm>
            <a:off x="4054103" y="2255941"/>
            <a:ext cx="218687" cy="349052"/>
            <a:chOff x="4054103" y="2430191"/>
            <a:chExt cx="218687" cy="349052"/>
          </a:xfrm>
        </p:grpSpPr>
        <p:sp>
          <p:nvSpPr>
            <p:cNvPr id="12491" name="Google Shape;12491;p65"/>
            <p:cNvSpPr/>
            <p:nvPr/>
          </p:nvSpPr>
          <p:spPr>
            <a:xfrm>
              <a:off x="4054103" y="2430191"/>
              <a:ext cx="218687" cy="349052"/>
            </a:xfrm>
            <a:custGeom>
              <a:avLst/>
              <a:gdLst/>
              <a:ahLst/>
              <a:cxnLst/>
              <a:rect l="l" t="t" r="r" b="b"/>
              <a:pathLst>
                <a:path w="6871" h="10967" extrusionOk="0">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2" name="Google Shape;12492;p65"/>
            <p:cNvSpPr/>
            <p:nvPr/>
          </p:nvSpPr>
          <p:spPr>
            <a:xfrm>
              <a:off x="4091595" y="2517716"/>
              <a:ext cx="142524" cy="103503"/>
            </a:xfrm>
            <a:custGeom>
              <a:avLst/>
              <a:gdLst/>
              <a:ahLst/>
              <a:cxnLst/>
              <a:rect l="l" t="t" r="r" b="b"/>
              <a:pathLst>
                <a:path w="4478" h="3252" extrusionOk="0">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3" name="Google Shape;12493;p65"/>
          <p:cNvGrpSpPr/>
          <p:nvPr/>
        </p:nvGrpSpPr>
        <p:grpSpPr>
          <a:xfrm>
            <a:off x="2185128" y="2253299"/>
            <a:ext cx="382758" cy="356595"/>
            <a:chOff x="2185128" y="2427549"/>
            <a:chExt cx="382758" cy="356595"/>
          </a:xfrm>
        </p:grpSpPr>
        <p:sp>
          <p:nvSpPr>
            <p:cNvPr id="12494" name="Google Shape;12494;p65"/>
            <p:cNvSpPr/>
            <p:nvPr/>
          </p:nvSpPr>
          <p:spPr>
            <a:xfrm>
              <a:off x="2313584" y="2612467"/>
              <a:ext cx="119417" cy="103853"/>
            </a:xfrm>
            <a:custGeom>
              <a:avLst/>
              <a:gdLst/>
              <a:ahLst/>
              <a:cxnLst/>
              <a:rect l="l" t="t" r="r" b="b"/>
              <a:pathLst>
                <a:path w="3752" h="3263" extrusionOk="0">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5" name="Google Shape;12495;p65"/>
            <p:cNvSpPr/>
            <p:nvPr/>
          </p:nvSpPr>
          <p:spPr>
            <a:xfrm>
              <a:off x="2311706" y="2427549"/>
              <a:ext cx="129633" cy="171327"/>
            </a:xfrm>
            <a:custGeom>
              <a:avLst/>
              <a:gdLst/>
              <a:ahLst/>
              <a:cxnLst/>
              <a:rect l="l" t="t" r="r" b="b"/>
              <a:pathLst>
                <a:path w="4073" h="5383" extrusionOk="0">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6" name="Google Shape;12496;p65"/>
            <p:cNvSpPr/>
            <p:nvPr/>
          </p:nvSpPr>
          <p:spPr>
            <a:xfrm>
              <a:off x="2438252" y="2611703"/>
              <a:ext cx="129633" cy="172441"/>
            </a:xfrm>
            <a:custGeom>
              <a:avLst/>
              <a:gdLst/>
              <a:ahLst/>
              <a:cxnLst/>
              <a:rect l="l" t="t" r="r" b="b"/>
              <a:pathLst>
                <a:path w="4073" h="5418" extrusionOk="0">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7" name="Google Shape;12497;p65"/>
            <p:cNvSpPr/>
            <p:nvPr/>
          </p:nvSpPr>
          <p:spPr>
            <a:xfrm>
              <a:off x="2185128" y="2611703"/>
              <a:ext cx="130015" cy="172441"/>
            </a:xfrm>
            <a:custGeom>
              <a:avLst/>
              <a:gdLst/>
              <a:ahLst/>
              <a:cxnLst/>
              <a:rect l="l" t="t" r="r" b="b"/>
              <a:pathLst>
                <a:path w="4085" h="5418" extrusionOk="0">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8" name="Google Shape;12498;p65"/>
          <p:cNvGrpSpPr/>
          <p:nvPr/>
        </p:nvGrpSpPr>
        <p:grpSpPr>
          <a:xfrm>
            <a:off x="3539102" y="2253299"/>
            <a:ext cx="355099" cy="355481"/>
            <a:chOff x="3539102" y="2427549"/>
            <a:chExt cx="355099" cy="355481"/>
          </a:xfrm>
        </p:grpSpPr>
        <p:sp>
          <p:nvSpPr>
            <p:cNvPr id="12499" name="Google Shape;12499;p65"/>
            <p:cNvSpPr/>
            <p:nvPr/>
          </p:nvSpPr>
          <p:spPr>
            <a:xfrm>
              <a:off x="3539102" y="2561320"/>
              <a:ext cx="355099" cy="221710"/>
            </a:xfrm>
            <a:custGeom>
              <a:avLst/>
              <a:gdLst/>
              <a:ahLst/>
              <a:cxnLst/>
              <a:rect l="l" t="t" r="r" b="b"/>
              <a:pathLst>
                <a:path w="11157" h="6966" extrusionOk="0">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0" name="Google Shape;12500;p65"/>
            <p:cNvSpPr/>
            <p:nvPr/>
          </p:nvSpPr>
          <p:spPr>
            <a:xfrm>
              <a:off x="3544417" y="2427549"/>
              <a:ext cx="339568" cy="205415"/>
            </a:xfrm>
            <a:custGeom>
              <a:avLst/>
              <a:gdLst/>
              <a:ahLst/>
              <a:cxnLst/>
              <a:rect l="l" t="t" r="r" b="b"/>
              <a:pathLst>
                <a:path w="10669" h="6454" extrusionOk="0">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1" name="Google Shape;12501;p65"/>
          <p:cNvGrpSpPr/>
          <p:nvPr/>
        </p:nvGrpSpPr>
        <p:grpSpPr>
          <a:xfrm>
            <a:off x="2656907" y="2265043"/>
            <a:ext cx="332757" cy="332343"/>
            <a:chOff x="2656907" y="2439293"/>
            <a:chExt cx="332757" cy="332343"/>
          </a:xfrm>
        </p:grpSpPr>
        <p:sp>
          <p:nvSpPr>
            <p:cNvPr id="12502" name="Google Shape;12502;p65"/>
            <p:cNvSpPr/>
            <p:nvPr/>
          </p:nvSpPr>
          <p:spPr>
            <a:xfrm>
              <a:off x="2868751" y="2547666"/>
              <a:ext cx="53088" cy="53088"/>
            </a:xfrm>
            <a:custGeom>
              <a:avLst/>
              <a:gdLst/>
              <a:ahLst/>
              <a:cxnLst/>
              <a:rect l="l" t="t" r="r" b="b"/>
              <a:pathLst>
                <a:path w="1668" h="1668" extrusionOk="0">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3" name="Google Shape;12503;p65"/>
            <p:cNvSpPr/>
            <p:nvPr/>
          </p:nvSpPr>
          <p:spPr>
            <a:xfrm>
              <a:off x="2870661" y="2611703"/>
              <a:ext cx="68970" cy="49301"/>
            </a:xfrm>
            <a:custGeom>
              <a:avLst/>
              <a:gdLst/>
              <a:ahLst/>
              <a:cxnLst/>
              <a:rect l="l" t="t" r="r" b="b"/>
              <a:pathLst>
                <a:path w="2167" h="1549" extrusionOk="0">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4" name="Google Shape;12504;p65"/>
            <p:cNvSpPr/>
            <p:nvPr/>
          </p:nvSpPr>
          <p:spPr>
            <a:xfrm>
              <a:off x="2705794" y="2611321"/>
              <a:ext cx="68620" cy="49301"/>
            </a:xfrm>
            <a:custGeom>
              <a:avLst/>
              <a:gdLst/>
              <a:ahLst/>
              <a:cxnLst/>
              <a:rect l="l" t="t" r="r" b="b"/>
              <a:pathLst>
                <a:path w="2156" h="1549" extrusionOk="0">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5" name="Google Shape;12505;p65"/>
            <p:cNvSpPr/>
            <p:nvPr/>
          </p:nvSpPr>
          <p:spPr>
            <a:xfrm>
              <a:off x="2724000" y="2547666"/>
              <a:ext cx="53088" cy="53088"/>
            </a:xfrm>
            <a:custGeom>
              <a:avLst/>
              <a:gdLst/>
              <a:ahLst/>
              <a:cxnLst/>
              <a:rect l="l" t="t" r="r" b="b"/>
              <a:pathLst>
                <a:path w="1668" h="1668" extrusionOk="0">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6" name="Google Shape;12506;p65"/>
            <p:cNvSpPr/>
            <p:nvPr/>
          </p:nvSpPr>
          <p:spPr>
            <a:xfrm>
              <a:off x="2788800" y="2534394"/>
              <a:ext cx="68238" cy="68238"/>
            </a:xfrm>
            <a:custGeom>
              <a:avLst/>
              <a:gdLst/>
              <a:ahLst/>
              <a:cxnLst/>
              <a:rect l="l" t="t" r="r" b="b"/>
              <a:pathLst>
                <a:path w="2144" h="2144" extrusionOk="0">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7" name="Google Shape;12507;p65"/>
            <p:cNvSpPr/>
            <p:nvPr/>
          </p:nvSpPr>
          <p:spPr>
            <a:xfrm>
              <a:off x="2764930" y="2613613"/>
              <a:ext cx="115979" cy="62923"/>
            </a:xfrm>
            <a:custGeom>
              <a:avLst/>
              <a:gdLst/>
              <a:ahLst/>
              <a:cxnLst/>
              <a:rect l="l" t="t" r="r" b="b"/>
              <a:pathLst>
                <a:path w="3644" h="1977" extrusionOk="0">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8" name="Google Shape;12508;p65"/>
            <p:cNvSpPr/>
            <p:nvPr/>
          </p:nvSpPr>
          <p:spPr>
            <a:xfrm>
              <a:off x="2656907" y="2439293"/>
              <a:ext cx="332757" cy="332343"/>
            </a:xfrm>
            <a:custGeom>
              <a:avLst/>
              <a:gdLst/>
              <a:ahLst/>
              <a:cxnLst/>
              <a:rect l="l" t="t" r="r" b="b"/>
              <a:pathLst>
                <a:path w="10455" h="10442" extrusionOk="0">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9" name="Google Shape;12509;p65"/>
          <p:cNvGrpSpPr/>
          <p:nvPr/>
        </p:nvGrpSpPr>
        <p:grpSpPr>
          <a:xfrm>
            <a:off x="1731523" y="2248366"/>
            <a:ext cx="399435" cy="365698"/>
            <a:chOff x="1731523" y="2422616"/>
            <a:chExt cx="399435" cy="365698"/>
          </a:xfrm>
        </p:grpSpPr>
        <p:sp>
          <p:nvSpPr>
            <p:cNvPr id="12510" name="Google Shape;12510;p65"/>
            <p:cNvSpPr/>
            <p:nvPr/>
          </p:nvSpPr>
          <p:spPr>
            <a:xfrm>
              <a:off x="1865294" y="2725009"/>
              <a:ext cx="43604" cy="43604"/>
            </a:xfrm>
            <a:custGeom>
              <a:avLst/>
              <a:gdLst/>
              <a:ahLst/>
              <a:cxnLst/>
              <a:rect l="l" t="t" r="r" b="b"/>
              <a:pathLst>
                <a:path w="1370" h="1370" extrusionOk="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1" name="Google Shape;12511;p65"/>
            <p:cNvSpPr/>
            <p:nvPr/>
          </p:nvSpPr>
          <p:spPr>
            <a:xfrm>
              <a:off x="2005876" y="2725009"/>
              <a:ext cx="43636" cy="43604"/>
            </a:xfrm>
            <a:custGeom>
              <a:avLst/>
              <a:gdLst/>
              <a:ahLst/>
              <a:cxnLst/>
              <a:rect l="l" t="t" r="r" b="b"/>
              <a:pathLst>
                <a:path w="1371" h="1370" extrusionOk="0">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2" name="Google Shape;12512;p65"/>
            <p:cNvSpPr/>
            <p:nvPr/>
          </p:nvSpPr>
          <p:spPr>
            <a:xfrm>
              <a:off x="1731523" y="2422616"/>
              <a:ext cx="399435" cy="365698"/>
            </a:xfrm>
            <a:custGeom>
              <a:avLst/>
              <a:gdLst/>
              <a:ahLst/>
              <a:cxnLst/>
              <a:rect l="l" t="t" r="r" b="b"/>
              <a:pathLst>
                <a:path w="12550" h="11490" extrusionOk="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3" name="Google Shape;12513;p65"/>
          <p:cNvGrpSpPr/>
          <p:nvPr/>
        </p:nvGrpSpPr>
        <p:grpSpPr>
          <a:xfrm>
            <a:off x="3097241" y="2259314"/>
            <a:ext cx="344883" cy="343387"/>
            <a:chOff x="3097241" y="2433564"/>
            <a:chExt cx="344883" cy="343387"/>
          </a:xfrm>
        </p:grpSpPr>
        <p:sp>
          <p:nvSpPr>
            <p:cNvPr id="12514" name="Google Shape;12514;p65"/>
            <p:cNvSpPr/>
            <p:nvPr/>
          </p:nvSpPr>
          <p:spPr>
            <a:xfrm>
              <a:off x="3151825" y="2465806"/>
              <a:ext cx="235746" cy="311146"/>
            </a:xfrm>
            <a:custGeom>
              <a:avLst/>
              <a:gdLst/>
              <a:ahLst/>
              <a:cxnLst/>
              <a:rect l="l" t="t" r="r" b="b"/>
              <a:pathLst>
                <a:path w="7407" h="9776" extrusionOk="0">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5" name="Google Shape;12515;p65"/>
            <p:cNvSpPr/>
            <p:nvPr/>
          </p:nvSpPr>
          <p:spPr>
            <a:xfrm>
              <a:off x="3179483" y="2492732"/>
              <a:ext cx="181926" cy="181894"/>
            </a:xfrm>
            <a:custGeom>
              <a:avLst/>
              <a:gdLst/>
              <a:ahLst/>
              <a:cxnLst/>
              <a:rect l="l" t="t" r="r" b="b"/>
              <a:pathLst>
                <a:path w="5716" h="5715" extrusionOk="0">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6" name="Google Shape;12516;p65"/>
            <p:cNvSpPr/>
            <p:nvPr/>
          </p:nvSpPr>
          <p:spPr>
            <a:xfrm>
              <a:off x="3242024" y="2524941"/>
              <a:ext cx="54202" cy="117857"/>
            </a:xfrm>
            <a:custGeom>
              <a:avLst/>
              <a:gdLst/>
              <a:ahLst/>
              <a:cxnLst/>
              <a:rect l="l" t="t" r="r" b="b"/>
              <a:pathLst>
                <a:path w="1703" h="3703" extrusionOk="0">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7" name="Google Shape;12517;p65"/>
            <p:cNvSpPr/>
            <p:nvPr/>
          </p:nvSpPr>
          <p:spPr>
            <a:xfrm>
              <a:off x="3390945" y="2433724"/>
              <a:ext cx="51179" cy="85934"/>
            </a:xfrm>
            <a:custGeom>
              <a:avLst/>
              <a:gdLst/>
              <a:ahLst/>
              <a:cxnLst/>
              <a:rect l="l" t="t" r="r" b="b"/>
              <a:pathLst>
                <a:path w="1608" h="2700" extrusionOk="0">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8" name="Google Shape;12518;p65"/>
            <p:cNvSpPr/>
            <p:nvPr/>
          </p:nvSpPr>
          <p:spPr>
            <a:xfrm>
              <a:off x="3360613" y="2478187"/>
              <a:ext cx="27340" cy="41471"/>
            </a:xfrm>
            <a:custGeom>
              <a:avLst/>
              <a:gdLst/>
              <a:ahLst/>
              <a:cxnLst/>
              <a:rect l="l" t="t" r="r" b="b"/>
              <a:pathLst>
                <a:path w="859" h="1303" extrusionOk="0">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9" name="Google Shape;12519;p65"/>
            <p:cNvSpPr/>
            <p:nvPr/>
          </p:nvSpPr>
          <p:spPr>
            <a:xfrm>
              <a:off x="3375795" y="2455939"/>
              <a:ext cx="39434" cy="63719"/>
            </a:xfrm>
            <a:custGeom>
              <a:avLst/>
              <a:gdLst/>
              <a:ahLst/>
              <a:cxnLst/>
              <a:rect l="l" t="t" r="r" b="b"/>
              <a:pathLst>
                <a:path w="1239" h="2002" extrusionOk="0">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0" name="Google Shape;12520;p65"/>
            <p:cNvSpPr/>
            <p:nvPr/>
          </p:nvSpPr>
          <p:spPr>
            <a:xfrm>
              <a:off x="3097241" y="2433564"/>
              <a:ext cx="50829" cy="85711"/>
            </a:xfrm>
            <a:custGeom>
              <a:avLst/>
              <a:gdLst/>
              <a:ahLst/>
              <a:cxnLst/>
              <a:rect l="l" t="t" r="r" b="b"/>
              <a:pathLst>
                <a:path w="1597" h="2693" extrusionOk="0">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1" name="Google Shape;12521;p65"/>
            <p:cNvSpPr/>
            <p:nvPr/>
          </p:nvSpPr>
          <p:spPr>
            <a:xfrm>
              <a:off x="3151061" y="2477773"/>
              <a:ext cx="27690" cy="41503"/>
            </a:xfrm>
            <a:custGeom>
              <a:avLst/>
              <a:gdLst/>
              <a:ahLst/>
              <a:cxnLst/>
              <a:rect l="l" t="t" r="r" b="b"/>
              <a:pathLst>
                <a:path w="870" h="1304" extrusionOk="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2" name="Google Shape;12522;p65"/>
            <p:cNvSpPr/>
            <p:nvPr/>
          </p:nvSpPr>
          <p:spPr>
            <a:xfrm>
              <a:off x="3124167" y="2455939"/>
              <a:ext cx="39434" cy="63337"/>
            </a:xfrm>
            <a:custGeom>
              <a:avLst/>
              <a:gdLst/>
              <a:ahLst/>
              <a:cxnLst/>
              <a:rect l="l" t="t" r="r" b="b"/>
              <a:pathLst>
                <a:path w="1239" h="1990" extrusionOk="0">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3" name="Google Shape;12523;p65"/>
          <p:cNvGrpSpPr/>
          <p:nvPr/>
        </p:nvGrpSpPr>
        <p:grpSpPr>
          <a:xfrm>
            <a:off x="1278299" y="2265043"/>
            <a:ext cx="410829" cy="332343"/>
            <a:chOff x="1278299" y="2439293"/>
            <a:chExt cx="410829" cy="332343"/>
          </a:xfrm>
        </p:grpSpPr>
        <p:sp>
          <p:nvSpPr>
            <p:cNvPr id="12524" name="Google Shape;12524;p65"/>
            <p:cNvSpPr/>
            <p:nvPr/>
          </p:nvSpPr>
          <p:spPr>
            <a:xfrm>
              <a:off x="1360159" y="2510141"/>
              <a:ext cx="245963" cy="12540"/>
            </a:xfrm>
            <a:custGeom>
              <a:avLst/>
              <a:gdLst/>
              <a:ahLst/>
              <a:cxnLst/>
              <a:rect l="l" t="t" r="r" b="b"/>
              <a:pathLst>
                <a:path w="7728" h="394" extrusionOk="0">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5" name="Google Shape;12525;p65"/>
            <p:cNvSpPr/>
            <p:nvPr/>
          </p:nvSpPr>
          <p:spPr>
            <a:xfrm>
              <a:off x="1360159" y="2575706"/>
              <a:ext cx="245963" cy="12158"/>
            </a:xfrm>
            <a:custGeom>
              <a:avLst/>
              <a:gdLst/>
              <a:ahLst/>
              <a:cxnLst/>
              <a:rect l="l" t="t" r="r" b="b"/>
              <a:pathLst>
                <a:path w="7728" h="382" extrusionOk="0">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6" name="Google Shape;12526;p65"/>
            <p:cNvSpPr/>
            <p:nvPr/>
          </p:nvSpPr>
          <p:spPr>
            <a:xfrm>
              <a:off x="1437086" y="2618132"/>
              <a:ext cx="92873" cy="12540"/>
            </a:xfrm>
            <a:custGeom>
              <a:avLst/>
              <a:gdLst/>
              <a:ahLst/>
              <a:cxnLst/>
              <a:rect l="l" t="t" r="r" b="b"/>
              <a:pathLst>
                <a:path w="2918" h="394" extrusionOk="0">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7" name="Google Shape;12527;p65"/>
            <p:cNvSpPr/>
            <p:nvPr/>
          </p:nvSpPr>
          <p:spPr>
            <a:xfrm>
              <a:off x="1419295" y="2543115"/>
              <a:ext cx="186827" cy="12158"/>
            </a:xfrm>
            <a:custGeom>
              <a:avLst/>
              <a:gdLst/>
              <a:ahLst/>
              <a:cxnLst/>
              <a:rect l="l" t="t" r="r" b="b"/>
              <a:pathLst>
                <a:path w="5870" h="382" extrusionOk="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8" name="Google Shape;12528;p65"/>
            <p:cNvSpPr/>
            <p:nvPr/>
          </p:nvSpPr>
          <p:spPr>
            <a:xfrm>
              <a:off x="1360541" y="2543115"/>
              <a:ext cx="43604" cy="12158"/>
            </a:xfrm>
            <a:custGeom>
              <a:avLst/>
              <a:gdLst/>
              <a:ahLst/>
              <a:cxnLst/>
              <a:rect l="l" t="t" r="r" b="b"/>
              <a:pathLst>
                <a:path w="1370" h="382" extrusionOk="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9" name="Google Shape;12529;p65"/>
            <p:cNvSpPr/>
            <p:nvPr/>
          </p:nvSpPr>
          <p:spPr>
            <a:xfrm>
              <a:off x="1306721" y="2469211"/>
              <a:ext cx="353222" cy="228171"/>
            </a:xfrm>
            <a:custGeom>
              <a:avLst/>
              <a:gdLst/>
              <a:ahLst/>
              <a:cxnLst/>
              <a:rect l="l" t="t" r="r" b="b"/>
              <a:pathLst>
                <a:path w="11098" h="7169" extrusionOk="0">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0" name="Google Shape;12530;p65"/>
            <p:cNvSpPr/>
            <p:nvPr/>
          </p:nvSpPr>
          <p:spPr>
            <a:xfrm>
              <a:off x="1278299" y="2439293"/>
              <a:ext cx="410829" cy="332343"/>
            </a:xfrm>
            <a:custGeom>
              <a:avLst/>
              <a:gdLst/>
              <a:ahLst/>
              <a:cxnLst/>
              <a:rect l="l" t="t" r="r" b="b"/>
              <a:pathLst>
                <a:path w="12908" h="10442" extrusionOk="0">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1" name="Google Shape;12531;p65"/>
            <p:cNvSpPr/>
            <p:nvPr/>
          </p:nvSpPr>
          <p:spPr>
            <a:xfrm>
              <a:off x="1562519" y="2630640"/>
              <a:ext cx="74699" cy="74699"/>
            </a:xfrm>
            <a:custGeom>
              <a:avLst/>
              <a:gdLst/>
              <a:ahLst/>
              <a:cxnLst/>
              <a:rect l="l" t="t" r="r" b="b"/>
              <a:pathLst>
                <a:path w="2347" h="2347" extrusionOk="0">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32" name="Google Shape;12532;p65"/>
          <p:cNvGrpSpPr/>
          <p:nvPr/>
        </p:nvGrpSpPr>
        <p:grpSpPr>
          <a:xfrm>
            <a:off x="870939" y="2265043"/>
            <a:ext cx="331993" cy="331993"/>
            <a:chOff x="870939" y="2439293"/>
            <a:chExt cx="331993" cy="331993"/>
          </a:xfrm>
        </p:grpSpPr>
        <p:sp>
          <p:nvSpPr>
            <p:cNvPr id="12533" name="Google Shape;12533;p65"/>
            <p:cNvSpPr/>
            <p:nvPr/>
          </p:nvSpPr>
          <p:spPr>
            <a:xfrm>
              <a:off x="870939" y="2439293"/>
              <a:ext cx="331993" cy="331993"/>
            </a:xfrm>
            <a:custGeom>
              <a:avLst/>
              <a:gdLst/>
              <a:ahLst/>
              <a:cxnLst/>
              <a:rect l="l" t="t" r="r" b="b"/>
              <a:pathLst>
                <a:path w="10431" h="10431" extrusionOk="0">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4" name="Google Shape;12534;p65"/>
            <p:cNvSpPr/>
            <p:nvPr/>
          </p:nvSpPr>
          <p:spPr>
            <a:xfrm>
              <a:off x="908463" y="2696969"/>
              <a:ext cx="41726" cy="41726"/>
            </a:xfrm>
            <a:custGeom>
              <a:avLst/>
              <a:gdLst/>
              <a:ahLst/>
              <a:cxnLst/>
              <a:rect l="l" t="t" r="r" b="b"/>
              <a:pathLst>
                <a:path w="1311" h="1311" extrusionOk="0">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5" name="Google Shape;12535;p65"/>
            <p:cNvSpPr/>
            <p:nvPr/>
          </p:nvSpPr>
          <p:spPr>
            <a:xfrm>
              <a:off x="1015690" y="2696969"/>
              <a:ext cx="41726" cy="41726"/>
            </a:xfrm>
            <a:custGeom>
              <a:avLst/>
              <a:gdLst/>
              <a:ahLst/>
              <a:cxnLst/>
              <a:rect l="l" t="t" r="r" b="b"/>
              <a:pathLst>
                <a:path w="1311" h="1311" extrusionOk="0">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6" name="Google Shape;12536;p65"/>
            <p:cNvSpPr/>
            <p:nvPr/>
          </p:nvSpPr>
          <p:spPr>
            <a:xfrm>
              <a:off x="1122567" y="2696969"/>
              <a:ext cx="41726" cy="41726"/>
            </a:xfrm>
            <a:custGeom>
              <a:avLst/>
              <a:gdLst/>
              <a:ahLst/>
              <a:cxnLst/>
              <a:rect l="l" t="t" r="r" b="b"/>
              <a:pathLst>
                <a:path w="1311" h="1311" extrusionOk="0">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7" name="Google Shape;12537;p65"/>
            <p:cNvSpPr/>
            <p:nvPr/>
          </p:nvSpPr>
          <p:spPr>
            <a:xfrm>
              <a:off x="913015"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8" name="Google Shape;12538;p65"/>
            <p:cNvSpPr/>
            <p:nvPr/>
          </p:nvSpPr>
          <p:spPr>
            <a:xfrm>
              <a:off x="913015"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9" name="Google Shape;12539;p65"/>
            <p:cNvSpPr/>
            <p:nvPr/>
          </p:nvSpPr>
          <p:spPr>
            <a:xfrm>
              <a:off x="913015"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0" name="Google Shape;12540;p65"/>
            <p:cNvSpPr/>
            <p:nvPr/>
          </p:nvSpPr>
          <p:spPr>
            <a:xfrm>
              <a:off x="894428" y="2474908"/>
              <a:ext cx="69384" cy="167508"/>
            </a:xfrm>
            <a:custGeom>
              <a:avLst/>
              <a:gdLst/>
              <a:ahLst/>
              <a:cxnLst/>
              <a:rect l="l" t="t" r="r" b="b"/>
              <a:pathLst>
                <a:path w="2180" h="5263" extrusionOk="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1" name="Google Shape;12541;p65"/>
            <p:cNvSpPr/>
            <p:nvPr/>
          </p:nvSpPr>
          <p:spPr>
            <a:xfrm>
              <a:off x="1002068" y="2474145"/>
              <a:ext cx="69384" cy="168272"/>
            </a:xfrm>
            <a:custGeom>
              <a:avLst/>
              <a:gdLst/>
              <a:ahLst/>
              <a:cxnLst/>
              <a:rect l="l" t="t" r="r" b="b"/>
              <a:pathLst>
                <a:path w="2180" h="5287" extrusionOk="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2" name="Google Shape;12542;p65"/>
            <p:cNvSpPr/>
            <p:nvPr/>
          </p:nvSpPr>
          <p:spPr>
            <a:xfrm>
              <a:off x="1108531" y="2474145"/>
              <a:ext cx="69384" cy="168272"/>
            </a:xfrm>
            <a:custGeom>
              <a:avLst/>
              <a:gdLst/>
              <a:ahLst/>
              <a:cxnLst/>
              <a:rect l="l" t="t" r="r" b="b"/>
              <a:pathLst>
                <a:path w="2180" h="5287" extrusionOk="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3" name="Google Shape;12543;p65"/>
            <p:cNvSpPr/>
            <p:nvPr/>
          </p:nvSpPr>
          <p:spPr>
            <a:xfrm>
              <a:off x="1127118"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4" name="Google Shape;12544;p65"/>
            <p:cNvSpPr/>
            <p:nvPr/>
          </p:nvSpPr>
          <p:spPr>
            <a:xfrm>
              <a:off x="1127118"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5" name="Google Shape;12545;p65"/>
            <p:cNvSpPr/>
            <p:nvPr/>
          </p:nvSpPr>
          <p:spPr>
            <a:xfrm>
              <a:off x="1127118"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6" name="Google Shape;12546;p65"/>
            <p:cNvSpPr/>
            <p:nvPr/>
          </p:nvSpPr>
          <p:spPr>
            <a:xfrm>
              <a:off x="1020624" y="2504094"/>
              <a:ext cx="32241" cy="9867"/>
            </a:xfrm>
            <a:custGeom>
              <a:avLst/>
              <a:gdLst/>
              <a:ahLst/>
              <a:cxnLst/>
              <a:rect l="l" t="t" r="r" b="b"/>
              <a:pathLst>
                <a:path w="1013" h="310" extrusionOk="0">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7" name="Google Shape;12547;p65"/>
            <p:cNvSpPr/>
            <p:nvPr/>
          </p:nvSpPr>
          <p:spPr>
            <a:xfrm>
              <a:off x="1020624" y="2532898"/>
              <a:ext cx="32241" cy="10248"/>
            </a:xfrm>
            <a:custGeom>
              <a:avLst/>
              <a:gdLst/>
              <a:ahLst/>
              <a:cxnLst/>
              <a:rect l="l" t="t" r="r" b="b"/>
              <a:pathLst>
                <a:path w="1013" h="322" extrusionOk="0">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8" name="Google Shape;12548;p65"/>
            <p:cNvSpPr/>
            <p:nvPr/>
          </p:nvSpPr>
          <p:spPr>
            <a:xfrm>
              <a:off x="1020624" y="2562052"/>
              <a:ext cx="32241" cy="9898"/>
            </a:xfrm>
            <a:custGeom>
              <a:avLst/>
              <a:gdLst/>
              <a:ahLst/>
              <a:cxnLst/>
              <a:rect l="l" t="t" r="r" b="b"/>
              <a:pathLst>
                <a:path w="1013" h="311" extrusionOk="0">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9" name="Google Shape;12549;p65"/>
          <p:cNvGrpSpPr/>
          <p:nvPr/>
        </p:nvGrpSpPr>
        <p:grpSpPr>
          <a:xfrm>
            <a:off x="6644957" y="2282103"/>
            <a:ext cx="371395" cy="278904"/>
            <a:chOff x="6644957" y="2456353"/>
            <a:chExt cx="371395" cy="278904"/>
          </a:xfrm>
        </p:grpSpPr>
        <p:sp>
          <p:nvSpPr>
            <p:cNvPr id="12550" name="Google Shape;12550;p65"/>
            <p:cNvSpPr/>
            <p:nvPr/>
          </p:nvSpPr>
          <p:spPr>
            <a:xfrm>
              <a:off x="6644957" y="2456353"/>
              <a:ext cx="371395" cy="203123"/>
            </a:xfrm>
            <a:custGeom>
              <a:avLst/>
              <a:gdLst/>
              <a:ahLst/>
              <a:cxnLst/>
              <a:rect l="l" t="t" r="r" b="b"/>
              <a:pathLst>
                <a:path w="11669" h="6382" extrusionOk="0">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1" name="Google Shape;12551;p65"/>
            <p:cNvSpPr/>
            <p:nvPr/>
          </p:nvSpPr>
          <p:spPr>
            <a:xfrm>
              <a:off x="6761668" y="2549194"/>
              <a:ext cx="139850" cy="186064"/>
            </a:xfrm>
            <a:custGeom>
              <a:avLst/>
              <a:gdLst/>
              <a:ahLst/>
              <a:cxnLst/>
              <a:rect l="l" t="t" r="r" b="b"/>
              <a:pathLst>
                <a:path w="4394" h="5846" extrusionOk="0">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2" name="Google Shape;12552;p65"/>
            <p:cNvSpPr/>
            <p:nvPr/>
          </p:nvSpPr>
          <p:spPr>
            <a:xfrm>
              <a:off x="6802216" y="2625357"/>
              <a:ext cx="58754" cy="75431"/>
            </a:xfrm>
            <a:custGeom>
              <a:avLst/>
              <a:gdLst/>
              <a:ahLst/>
              <a:cxnLst/>
              <a:rect l="l" t="t" r="r" b="b"/>
              <a:pathLst>
                <a:path w="1846" h="2370" extrusionOk="0">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3" name="Google Shape;12553;p65"/>
            <p:cNvSpPr/>
            <p:nvPr/>
          </p:nvSpPr>
          <p:spPr>
            <a:xfrm>
              <a:off x="6802216" y="2480828"/>
              <a:ext cx="47009" cy="33132"/>
            </a:xfrm>
            <a:custGeom>
              <a:avLst/>
              <a:gdLst/>
              <a:ahLst/>
              <a:cxnLst/>
              <a:rect l="l" t="t" r="r" b="b"/>
              <a:pathLst>
                <a:path w="1477" h="1041" extrusionOk="0">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4" name="Google Shape;12554;p65"/>
            <p:cNvSpPr/>
            <p:nvPr/>
          </p:nvSpPr>
          <p:spPr>
            <a:xfrm>
              <a:off x="6895439" y="2517112"/>
              <a:ext cx="36793" cy="32114"/>
            </a:xfrm>
            <a:custGeom>
              <a:avLst/>
              <a:gdLst/>
              <a:ahLst/>
              <a:cxnLst/>
              <a:rect l="l" t="t" r="r" b="b"/>
              <a:pathLst>
                <a:path w="1156" h="1009" extrusionOk="0">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5" name="Google Shape;12555;p65"/>
          <p:cNvGrpSpPr/>
          <p:nvPr/>
        </p:nvGrpSpPr>
        <p:grpSpPr>
          <a:xfrm>
            <a:off x="5388757" y="2240409"/>
            <a:ext cx="260349" cy="362292"/>
            <a:chOff x="5388757" y="2414659"/>
            <a:chExt cx="260349" cy="362292"/>
          </a:xfrm>
        </p:grpSpPr>
        <p:sp>
          <p:nvSpPr>
            <p:cNvPr id="12556" name="Google Shape;12556;p65"/>
            <p:cNvSpPr/>
            <p:nvPr/>
          </p:nvSpPr>
          <p:spPr>
            <a:xfrm>
              <a:off x="5388757" y="2414659"/>
              <a:ext cx="260349" cy="362292"/>
            </a:xfrm>
            <a:custGeom>
              <a:avLst/>
              <a:gdLst/>
              <a:ahLst/>
              <a:cxnLst/>
              <a:rect l="l" t="t" r="r" b="b"/>
              <a:pathLst>
                <a:path w="8180" h="11383" extrusionOk="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7" name="Google Shape;12557;p65"/>
            <p:cNvSpPr/>
            <p:nvPr/>
          </p:nvSpPr>
          <p:spPr>
            <a:xfrm>
              <a:off x="5513425" y="2437384"/>
              <a:ext cx="10248" cy="10280"/>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8" name="Google Shape;12558;p65"/>
            <p:cNvSpPr/>
            <p:nvPr/>
          </p:nvSpPr>
          <p:spPr>
            <a:xfrm>
              <a:off x="5411100" y="2460140"/>
              <a:ext cx="214517" cy="283106"/>
            </a:xfrm>
            <a:custGeom>
              <a:avLst/>
              <a:gdLst/>
              <a:ahLst/>
              <a:cxnLst/>
              <a:rect l="l" t="t" r="r" b="b"/>
              <a:pathLst>
                <a:path w="6740" h="8895" extrusionOk="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9" name="Google Shape;12559;p65"/>
            <p:cNvSpPr/>
            <p:nvPr/>
          </p:nvSpPr>
          <p:spPr>
            <a:xfrm>
              <a:off x="5439904" y="2488562"/>
              <a:ext cx="78837" cy="106495"/>
            </a:xfrm>
            <a:custGeom>
              <a:avLst/>
              <a:gdLst/>
              <a:ahLst/>
              <a:cxnLst/>
              <a:rect l="l" t="t" r="r" b="b"/>
              <a:pathLst>
                <a:path w="2477" h="3346" extrusionOk="0">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0" name="Google Shape;12560;p65"/>
            <p:cNvSpPr/>
            <p:nvPr/>
          </p:nvSpPr>
          <p:spPr>
            <a:xfrm>
              <a:off x="5530103" y="2494228"/>
              <a:ext cx="67856" cy="33005"/>
            </a:xfrm>
            <a:custGeom>
              <a:avLst/>
              <a:gdLst/>
              <a:ahLst/>
              <a:cxnLst/>
              <a:rect l="l" t="t" r="r" b="b"/>
              <a:pathLst>
                <a:path w="2132" h="1037" extrusionOk="0">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1" name="Google Shape;12561;p65"/>
            <p:cNvSpPr/>
            <p:nvPr/>
          </p:nvSpPr>
          <p:spPr>
            <a:xfrm>
              <a:off x="5530103" y="2539709"/>
              <a:ext cx="67092" cy="10248"/>
            </a:xfrm>
            <a:custGeom>
              <a:avLst/>
              <a:gdLst/>
              <a:ahLst/>
              <a:cxnLst/>
              <a:rect l="l" t="t" r="r" b="b"/>
              <a:pathLst>
                <a:path w="2108" h="322" extrusionOk="0">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2" name="Google Shape;12562;p65"/>
            <p:cNvSpPr/>
            <p:nvPr/>
          </p:nvSpPr>
          <p:spPr>
            <a:xfrm>
              <a:off x="5530103" y="2562434"/>
              <a:ext cx="32973" cy="10280"/>
            </a:xfrm>
            <a:custGeom>
              <a:avLst/>
              <a:gdLst/>
              <a:ahLst/>
              <a:cxnLst/>
              <a:rect l="l" t="t" r="r" b="b"/>
              <a:pathLst>
                <a:path w="1036" h="323" extrusionOk="0">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3" name="Google Shape;12563;p65"/>
            <p:cNvSpPr/>
            <p:nvPr/>
          </p:nvSpPr>
          <p:spPr>
            <a:xfrm>
              <a:off x="5439522" y="2607534"/>
              <a:ext cx="158437" cy="10280"/>
            </a:xfrm>
            <a:custGeom>
              <a:avLst/>
              <a:gdLst/>
              <a:ahLst/>
              <a:cxnLst/>
              <a:rect l="l" t="t" r="r" b="b"/>
              <a:pathLst>
                <a:path w="4978" h="323" extrusionOk="0">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4" name="Google Shape;12564;p65"/>
            <p:cNvSpPr/>
            <p:nvPr/>
          </p:nvSpPr>
          <p:spPr>
            <a:xfrm>
              <a:off x="5439522" y="2630258"/>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5" name="Google Shape;12565;p65"/>
            <p:cNvSpPr/>
            <p:nvPr/>
          </p:nvSpPr>
          <p:spPr>
            <a:xfrm>
              <a:off x="5439522" y="2698497"/>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6" name="Google Shape;12566;p65"/>
            <p:cNvSpPr/>
            <p:nvPr/>
          </p:nvSpPr>
          <p:spPr>
            <a:xfrm>
              <a:off x="5439522" y="2675740"/>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7" name="Google Shape;12567;p65"/>
            <p:cNvSpPr/>
            <p:nvPr/>
          </p:nvSpPr>
          <p:spPr>
            <a:xfrm>
              <a:off x="5439522" y="2653015"/>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8" name="Google Shape;12568;p65"/>
            <p:cNvSpPr/>
            <p:nvPr/>
          </p:nvSpPr>
          <p:spPr>
            <a:xfrm>
              <a:off x="5473641" y="2630258"/>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9" name="Google Shape;12569;p65"/>
            <p:cNvSpPr/>
            <p:nvPr/>
          </p:nvSpPr>
          <p:spPr>
            <a:xfrm>
              <a:off x="5473641" y="2698497"/>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0" name="Google Shape;12570;p65"/>
            <p:cNvSpPr/>
            <p:nvPr/>
          </p:nvSpPr>
          <p:spPr>
            <a:xfrm>
              <a:off x="5473641" y="2675740"/>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1" name="Google Shape;12571;p65"/>
            <p:cNvSpPr/>
            <p:nvPr/>
          </p:nvSpPr>
          <p:spPr>
            <a:xfrm>
              <a:off x="5473641" y="2653015"/>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2" name="Google Shape;12572;p65"/>
            <p:cNvSpPr/>
            <p:nvPr/>
          </p:nvSpPr>
          <p:spPr>
            <a:xfrm>
              <a:off x="5558525" y="2653015"/>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3" name="Google Shape;12573;p65"/>
            <p:cNvSpPr/>
            <p:nvPr/>
          </p:nvSpPr>
          <p:spPr>
            <a:xfrm>
              <a:off x="5558525" y="2630258"/>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4" name="Google Shape;12574;p65"/>
            <p:cNvSpPr/>
            <p:nvPr/>
          </p:nvSpPr>
          <p:spPr>
            <a:xfrm>
              <a:off x="5558525" y="2675740"/>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5" name="Google Shape;12575;p65"/>
            <p:cNvSpPr/>
            <p:nvPr/>
          </p:nvSpPr>
          <p:spPr>
            <a:xfrm>
              <a:off x="5558525" y="2698497"/>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6" name="Google Shape;12576;p65"/>
          <p:cNvGrpSpPr/>
          <p:nvPr/>
        </p:nvGrpSpPr>
        <p:grpSpPr>
          <a:xfrm>
            <a:off x="3567142" y="2731507"/>
            <a:ext cx="348288" cy="340331"/>
            <a:chOff x="3567142" y="2905757"/>
            <a:chExt cx="348288" cy="340331"/>
          </a:xfrm>
        </p:grpSpPr>
        <p:sp>
          <p:nvSpPr>
            <p:cNvPr id="12577" name="Google Shape;12577;p65"/>
            <p:cNvSpPr/>
            <p:nvPr/>
          </p:nvSpPr>
          <p:spPr>
            <a:xfrm>
              <a:off x="3567142" y="2905757"/>
              <a:ext cx="348288" cy="340331"/>
            </a:xfrm>
            <a:custGeom>
              <a:avLst/>
              <a:gdLst/>
              <a:ahLst/>
              <a:cxnLst/>
              <a:rect l="l" t="t" r="r" b="b"/>
              <a:pathLst>
                <a:path w="10943" h="10693" extrusionOk="0">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8" name="Google Shape;12578;p65"/>
            <p:cNvSpPr/>
            <p:nvPr/>
          </p:nvSpPr>
          <p:spPr>
            <a:xfrm>
              <a:off x="3819534" y="3034977"/>
              <a:ext cx="73903" cy="48919"/>
            </a:xfrm>
            <a:custGeom>
              <a:avLst/>
              <a:gdLst/>
              <a:ahLst/>
              <a:cxnLst/>
              <a:rect l="l" t="t" r="r" b="b"/>
              <a:pathLst>
                <a:path w="2322" h="1537" extrusionOk="0">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9" name="Google Shape;12579;p65"/>
            <p:cNvSpPr/>
            <p:nvPr/>
          </p:nvSpPr>
          <p:spPr>
            <a:xfrm>
              <a:off x="3728571" y="3036123"/>
              <a:ext cx="67506" cy="45895"/>
            </a:xfrm>
            <a:custGeom>
              <a:avLst/>
              <a:gdLst/>
              <a:ahLst/>
              <a:cxnLst/>
              <a:rect l="l" t="t" r="r" b="b"/>
              <a:pathLst>
                <a:path w="2121" h="1442" extrusionOk="0">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0" name="Google Shape;12580;p65"/>
            <p:cNvSpPr/>
            <p:nvPr/>
          </p:nvSpPr>
          <p:spPr>
            <a:xfrm>
              <a:off x="3724783" y="3091439"/>
              <a:ext cx="170946" cy="30745"/>
            </a:xfrm>
            <a:custGeom>
              <a:avLst/>
              <a:gdLst/>
              <a:ahLst/>
              <a:cxnLst/>
              <a:rect l="l" t="t" r="r" b="b"/>
              <a:pathLst>
                <a:path w="5371" h="966" extrusionOk="0">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1" name="Google Shape;12581;p65"/>
            <p:cNvSpPr/>
            <p:nvPr/>
          </p:nvSpPr>
          <p:spPr>
            <a:xfrm>
              <a:off x="3597092" y="2940799"/>
              <a:ext cx="40580" cy="30936"/>
            </a:xfrm>
            <a:custGeom>
              <a:avLst/>
              <a:gdLst/>
              <a:ahLst/>
              <a:cxnLst/>
              <a:rect l="l" t="t" r="r" b="b"/>
              <a:pathLst>
                <a:path w="1275" h="972" extrusionOk="0">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2" name="Google Shape;12582;p65"/>
          <p:cNvGrpSpPr/>
          <p:nvPr/>
        </p:nvGrpSpPr>
        <p:grpSpPr>
          <a:xfrm>
            <a:off x="7967103" y="2240791"/>
            <a:ext cx="355863" cy="361911"/>
            <a:chOff x="7967103" y="2415041"/>
            <a:chExt cx="355863" cy="361911"/>
          </a:xfrm>
        </p:grpSpPr>
        <p:sp>
          <p:nvSpPr>
            <p:cNvPr id="12583" name="Google Shape;12583;p65"/>
            <p:cNvSpPr/>
            <p:nvPr/>
          </p:nvSpPr>
          <p:spPr>
            <a:xfrm>
              <a:off x="7967103" y="2584427"/>
              <a:ext cx="111810" cy="192525"/>
            </a:xfrm>
            <a:custGeom>
              <a:avLst/>
              <a:gdLst/>
              <a:ahLst/>
              <a:cxnLst/>
              <a:rect l="l" t="t" r="r" b="b"/>
              <a:pathLst>
                <a:path w="3513" h="6049" extrusionOk="0">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4" name="Google Shape;12584;p65"/>
            <p:cNvSpPr/>
            <p:nvPr/>
          </p:nvSpPr>
          <p:spPr>
            <a:xfrm>
              <a:off x="7989446" y="2750789"/>
              <a:ext cx="10280" cy="26162"/>
            </a:xfrm>
            <a:custGeom>
              <a:avLst/>
              <a:gdLst/>
              <a:ahLst/>
              <a:cxnLst/>
              <a:rect l="l" t="t" r="r" b="b"/>
              <a:pathLst>
                <a:path w="323" h="822" extrusionOk="0">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5" name="Google Shape;12585;p65"/>
            <p:cNvSpPr/>
            <p:nvPr/>
          </p:nvSpPr>
          <p:spPr>
            <a:xfrm>
              <a:off x="8045908" y="2750789"/>
              <a:ext cx="10662" cy="26162"/>
            </a:xfrm>
            <a:custGeom>
              <a:avLst/>
              <a:gdLst/>
              <a:ahLst/>
              <a:cxnLst/>
              <a:rect l="l" t="t" r="r" b="b"/>
              <a:pathLst>
                <a:path w="335" h="822" extrusionOk="0">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6" name="Google Shape;12586;p65"/>
            <p:cNvSpPr/>
            <p:nvPr/>
          </p:nvSpPr>
          <p:spPr>
            <a:xfrm>
              <a:off x="8073184" y="2595789"/>
              <a:ext cx="136858" cy="112956"/>
            </a:xfrm>
            <a:custGeom>
              <a:avLst/>
              <a:gdLst/>
              <a:ahLst/>
              <a:cxnLst/>
              <a:rect l="l" t="t" r="r" b="b"/>
              <a:pathLst>
                <a:path w="4300" h="3549" extrusionOk="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7" name="Google Shape;12587;p65"/>
            <p:cNvSpPr/>
            <p:nvPr/>
          </p:nvSpPr>
          <p:spPr>
            <a:xfrm>
              <a:off x="8085310" y="2415041"/>
              <a:ext cx="112956" cy="169036"/>
            </a:xfrm>
            <a:custGeom>
              <a:avLst/>
              <a:gdLst/>
              <a:ahLst/>
              <a:cxnLst/>
              <a:rect l="l" t="t" r="r" b="b"/>
              <a:pathLst>
                <a:path w="3549" h="5311" extrusionOk="0">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8" name="Google Shape;12588;p65"/>
            <p:cNvSpPr/>
            <p:nvPr/>
          </p:nvSpPr>
          <p:spPr>
            <a:xfrm>
              <a:off x="8108449"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9" name="Google Shape;12589;p65"/>
            <p:cNvSpPr/>
            <p:nvPr/>
          </p:nvSpPr>
          <p:spPr>
            <a:xfrm>
              <a:off x="8165293"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0" name="Google Shape;12590;p65"/>
            <p:cNvSpPr/>
            <p:nvPr/>
          </p:nvSpPr>
          <p:spPr>
            <a:xfrm>
              <a:off x="8238432" y="2635956"/>
              <a:ext cx="45481" cy="15946"/>
            </a:xfrm>
            <a:custGeom>
              <a:avLst/>
              <a:gdLst/>
              <a:ahLst/>
              <a:cxnLst/>
              <a:rect l="l" t="t" r="r" b="b"/>
              <a:pathLst>
                <a:path w="1429" h="501" extrusionOk="0">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1" name="Google Shape;12591;p65"/>
            <p:cNvSpPr/>
            <p:nvPr/>
          </p:nvSpPr>
          <p:spPr>
            <a:xfrm>
              <a:off x="8198998" y="2607534"/>
              <a:ext cx="123968" cy="169036"/>
            </a:xfrm>
            <a:custGeom>
              <a:avLst/>
              <a:gdLst/>
              <a:ahLst/>
              <a:cxnLst/>
              <a:rect l="l" t="t" r="r" b="b"/>
              <a:pathLst>
                <a:path w="3895" h="5311" extrusionOk="0">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2" name="Google Shape;12592;p65"/>
            <p:cNvSpPr/>
            <p:nvPr/>
          </p:nvSpPr>
          <p:spPr>
            <a:xfrm>
              <a:off x="8222137"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3" name="Google Shape;12593;p65"/>
            <p:cNvSpPr/>
            <p:nvPr/>
          </p:nvSpPr>
          <p:spPr>
            <a:xfrm>
              <a:off x="8289579" y="2743946"/>
              <a:ext cx="10630" cy="33005"/>
            </a:xfrm>
            <a:custGeom>
              <a:avLst/>
              <a:gdLst/>
              <a:ahLst/>
              <a:cxnLst/>
              <a:rect l="l" t="t" r="r" b="b"/>
              <a:pathLst>
                <a:path w="334" h="1037" extrusionOk="0">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4" name="Google Shape;12594;p65"/>
          <p:cNvGrpSpPr/>
          <p:nvPr/>
        </p:nvGrpSpPr>
        <p:grpSpPr>
          <a:xfrm>
            <a:off x="7529411" y="2240409"/>
            <a:ext cx="355863" cy="362292"/>
            <a:chOff x="7529411" y="2414659"/>
            <a:chExt cx="355863" cy="362292"/>
          </a:xfrm>
        </p:grpSpPr>
        <p:sp>
          <p:nvSpPr>
            <p:cNvPr id="12595" name="Google Shape;12595;p65"/>
            <p:cNvSpPr/>
            <p:nvPr/>
          </p:nvSpPr>
          <p:spPr>
            <a:xfrm>
              <a:off x="7687816" y="2443081"/>
              <a:ext cx="45481" cy="15946"/>
            </a:xfrm>
            <a:custGeom>
              <a:avLst/>
              <a:gdLst/>
              <a:ahLst/>
              <a:cxnLst/>
              <a:rect l="l" t="t" r="r" b="b"/>
              <a:pathLst>
                <a:path w="1429" h="501" extrusionOk="0">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6" name="Google Shape;12596;p65"/>
            <p:cNvSpPr/>
            <p:nvPr/>
          </p:nvSpPr>
          <p:spPr>
            <a:xfrm>
              <a:off x="7648764" y="2414659"/>
              <a:ext cx="123204" cy="168654"/>
            </a:xfrm>
            <a:custGeom>
              <a:avLst/>
              <a:gdLst/>
              <a:ahLst/>
              <a:cxnLst/>
              <a:rect l="l" t="t" r="r" b="b"/>
              <a:pathLst>
                <a:path w="3871" h="5299" extrusionOk="0">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7" name="Google Shape;12597;p65"/>
            <p:cNvSpPr/>
            <p:nvPr/>
          </p:nvSpPr>
          <p:spPr>
            <a:xfrm>
              <a:off x="7670757" y="2551072"/>
              <a:ext cx="10248" cy="33005"/>
            </a:xfrm>
            <a:custGeom>
              <a:avLst/>
              <a:gdLst/>
              <a:ahLst/>
              <a:cxnLst/>
              <a:rect l="l" t="t" r="r" b="b"/>
              <a:pathLst>
                <a:path w="322" h="1037" extrusionOk="0">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8" name="Google Shape;12598;p65"/>
            <p:cNvSpPr/>
            <p:nvPr/>
          </p:nvSpPr>
          <p:spPr>
            <a:xfrm>
              <a:off x="7738963" y="2551072"/>
              <a:ext cx="10280" cy="33005"/>
            </a:xfrm>
            <a:custGeom>
              <a:avLst/>
              <a:gdLst/>
              <a:ahLst/>
              <a:cxnLst/>
              <a:rect l="l" t="t" r="r" b="b"/>
              <a:pathLst>
                <a:path w="323" h="1037" extrusionOk="0">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9" name="Google Shape;12599;p65"/>
            <p:cNvSpPr/>
            <p:nvPr/>
          </p:nvSpPr>
          <p:spPr>
            <a:xfrm>
              <a:off x="7568432" y="2635956"/>
              <a:ext cx="45513" cy="15946"/>
            </a:xfrm>
            <a:custGeom>
              <a:avLst/>
              <a:gdLst/>
              <a:ahLst/>
              <a:cxnLst/>
              <a:rect l="l" t="t" r="r" b="b"/>
              <a:pathLst>
                <a:path w="1430" h="501" extrusionOk="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0" name="Google Shape;12600;p65"/>
            <p:cNvSpPr/>
            <p:nvPr/>
          </p:nvSpPr>
          <p:spPr>
            <a:xfrm>
              <a:off x="7529411" y="2607916"/>
              <a:ext cx="123172" cy="168654"/>
            </a:xfrm>
            <a:custGeom>
              <a:avLst/>
              <a:gdLst/>
              <a:ahLst/>
              <a:cxnLst/>
              <a:rect l="l" t="t" r="r" b="b"/>
              <a:pathLst>
                <a:path w="3870" h="5299" extrusionOk="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65"/>
            <p:cNvSpPr/>
            <p:nvPr/>
          </p:nvSpPr>
          <p:spPr>
            <a:xfrm>
              <a:off x="7551754" y="2743946"/>
              <a:ext cx="10280" cy="33005"/>
            </a:xfrm>
            <a:custGeom>
              <a:avLst/>
              <a:gdLst/>
              <a:ahLst/>
              <a:cxnLst/>
              <a:rect l="l" t="t" r="r" b="b"/>
              <a:pathLst>
                <a:path w="323" h="1037" extrusionOk="0">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2" name="Google Shape;12602;p65"/>
            <p:cNvSpPr/>
            <p:nvPr/>
          </p:nvSpPr>
          <p:spPr>
            <a:xfrm>
              <a:off x="7619610"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3" name="Google Shape;12603;p65"/>
            <p:cNvSpPr/>
            <p:nvPr/>
          </p:nvSpPr>
          <p:spPr>
            <a:xfrm>
              <a:off x="7773464" y="2584427"/>
              <a:ext cx="111810" cy="192525"/>
            </a:xfrm>
            <a:custGeom>
              <a:avLst/>
              <a:gdLst/>
              <a:ahLst/>
              <a:cxnLst/>
              <a:rect l="l" t="t" r="r" b="b"/>
              <a:pathLst>
                <a:path w="3513" h="6049" extrusionOk="0">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4" name="Google Shape;12604;p65"/>
            <p:cNvSpPr/>
            <p:nvPr/>
          </p:nvSpPr>
          <p:spPr>
            <a:xfrm>
              <a:off x="7795043" y="2750789"/>
              <a:ext cx="11012" cy="26162"/>
            </a:xfrm>
            <a:custGeom>
              <a:avLst/>
              <a:gdLst/>
              <a:ahLst/>
              <a:cxnLst/>
              <a:rect l="l" t="t" r="r" b="b"/>
              <a:pathLst>
                <a:path w="346"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5" name="Google Shape;12605;p65"/>
            <p:cNvSpPr/>
            <p:nvPr/>
          </p:nvSpPr>
          <p:spPr>
            <a:xfrm>
              <a:off x="7851887" y="2750789"/>
              <a:ext cx="10662" cy="26162"/>
            </a:xfrm>
            <a:custGeom>
              <a:avLst/>
              <a:gdLst/>
              <a:ahLst/>
              <a:cxnLst/>
              <a:rect l="l" t="t" r="r" b="b"/>
              <a:pathLst>
                <a:path w="335"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6" name="Google Shape;12606;p65"/>
            <p:cNvSpPr/>
            <p:nvPr/>
          </p:nvSpPr>
          <p:spPr>
            <a:xfrm>
              <a:off x="7641189" y="2595789"/>
              <a:ext cx="136826" cy="113147"/>
            </a:xfrm>
            <a:custGeom>
              <a:avLst/>
              <a:gdLst/>
              <a:ahLst/>
              <a:cxnLst/>
              <a:rect l="l" t="t" r="r" b="b"/>
              <a:pathLst>
                <a:path w="4299" h="3555" extrusionOk="0">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07" name="Google Shape;12607;p65"/>
          <p:cNvGrpSpPr/>
          <p:nvPr/>
        </p:nvGrpSpPr>
        <p:grpSpPr>
          <a:xfrm>
            <a:off x="5733194" y="2257468"/>
            <a:ext cx="446826" cy="327059"/>
            <a:chOff x="5733194" y="2431718"/>
            <a:chExt cx="446826" cy="327059"/>
          </a:xfrm>
        </p:grpSpPr>
        <p:sp>
          <p:nvSpPr>
            <p:cNvPr id="12608" name="Google Shape;12608;p65"/>
            <p:cNvSpPr/>
            <p:nvPr/>
          </p:nvSpPr>
          <p:spPr>
            <a:xfrm>
              <a:off x="6032946" y="2474145"/>
              <a:ext cx="56112" cy="20115"/>
            </a:xfrm>
            <a:custGeom>
              <a:avLst/>
              <a:gdLst/>
              <a:ahLst/>
              <a:cxnLst/>
              <a:rect l="l" t="t" r="r" b="b"/>
              <a:pathLst>
                <a:path w="1763" h="632" extrusionOk="0">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9" name="Google Shape;12609;p65"/>
            <p:cNvSpPr/>
            <p:nvPr/>
          </p:nvSpPr>
          <p:spPr>
            <a:xfrm>
              <a:off x="5733194" y="2431718"/>
              <a:ext cx="446826" cy="327059"/>
            </a:xfrm>
            <a:custGeom>
              <a:avLst/>
              <a:gdLst/>
              <a:ahLst/>
              <a:cxnLst/>
              <a:rect l="l" t="t" r="r" b="b"/>
              <a:pathLst>
                <a:path w="14039" h="10276" extrusionOk="0">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0" name="Google Shape;12610;p65"/>
            <p:cNvSpPr/>
            <p:nvPr/>
          </p:nvSpPr>
          <p:spPr>
            <a:xfrm>
              <a:off x="6019323" y="2641653"/>
              <a:ext cx="13272" cy="13272"/>
            </a:xfrm>
            <a:custGeom>
              <a:avLst/>
              <a:gdLst/>
              <a:ahLst/>
              <a:cxnLst/>
              <a:rect l="l" t="t" r="r" b="b"/>
              <a:pathLst>
                <a:path w="417" h="417" extrusionOk="0">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1" name="Google Shape;12611;p65"/>
          <p:cNvGrpSpPr/>
          <p:nvPr/>
        </p:nvGrpSpPr>
        <p:grpSpPr>
          <a:xfrm>
            <a:off x="4876780" y="2243814"/>
            <a:ext cx="407774" cy="356627"/>
            <a:chOff x="4876780" y="2418064"/>
            <a:chExt cx="407774" cy="356627"/>
          </a:xfrm>
        </p:grpSpPr>
        <p:sp>
          <p:nvSpPr>
            <p:cNvPr id="12612" name="Google Shape;12612;p65"/>
            <p:cNvSpPr/>
            <p:nvPr/>
          </p:nvSpPr>
          <p:spPr>
            <a:xfrm>
              <a:off x="4876780" y="2455589"/>
              <a:ext cx="407774" cy="319103"/>
            </a:xfrm>
            <a:custGeom>
              <a:avLst/>
              <a:gdLst/>
              <a:ahLst/>
              <a:cxnLst/>
              <a:rect l="l" t="t" r="r" b="b"/>
              <a:pathLst>
                <a:path w="12812" h="10026" extrusionOk="0">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3" name="Google Shape;12613;p65"/>
            <p:cNvSpPr/>
            <p:nvPr/>
          </p:nvSpPr>
          <p:spPr>
            <a:xfrm>
              <a:off x="5017012" y="2666287"/>
              <a:ext cx="25016" cy="12158"/>
            </a:xfrm>
            <a:custGeom>
              <a:avLst/>
              <a:gdLst/>
              <a:ahLst/>
              <a:cxnLst/>
              <a:rect l="l" t="t" r="r" b="b"/>
              <a:pathLst>
                <a:path w="786" h="382" extrusionOk="0">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4" name="Google Shape;12614;p65"/>
            <p:cNvSpPr/>
            <p:nvPr/>
          </p:nvSpPr>
          <p:spPr>
            <a:xfrm>
              <a:off x="5068159" y="2418064"/>
              <a:ext cx="203155" cy="198222"/>
            </a:xfrm>
            <a:custGeom>
              <a:avLst/>
              <a:gdLst/>
              <a:ahLst/>
              <a:cxnLst/>
              <a:rect l="l" t="t" r="r" b="b"/>
              <a:pathLst>
                <a:path w="6383" h="6228" extrusionOk="0">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5" name="Google Shape;12615;p65"/>
            <p:cNvSpPr/>
            <p:nvPr/>
          </p:nvSpPr>
          <p:spPr>
            <a:xfrm>
              <a:off x="5106415" y="2456353"/>
              <a:ext cx="31509" cy="12158"/>
            </a:xfrm>
            <a:custGeom>
              <a:avLst/>
              <a:gdLst/>
              <a:ahLst/>
              <a:cxnLst/>
              <a:rect l="l" t="t" r="r" b="b"/>
              <a:pathLst>
                <a:path w="990" h="382" extrusionOk="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6" name="Google Shape;12616;p65"/>
            <p:cNvSpPr/>
            <p:nvPr/>
          </p:nvSpPr>
          <p:spPr>
            <a:xfrm>
              <a:off x="5151133" y="2456353"/>
              <a:ext cx="82274" cy="12158"/>
            </a:xfrm>
            <a:custGeom>
              <a:avLst/>
              <a:gdLst/>
              <a:ahLst/>
              <a:cxnLst/>
              <a:rect l="l" t="t" r="r" b="b"/>
              <a:pathLst>
                <a:path w="2585" h="382" extrusionOk="0">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7" name="Google Shape;12617;p65"/>
            <p:cNvSpPr/>
            <p:nvPr/>
          </p:nvSpPr>
          <p:spPr>
            <a:xfrm>
              <a:off x="5106415" y="2488180"/>
              <a:ext cx="126992" cy="12158"/>
            </a:xfrm>
            <a:custGeom>
              <a:avLst/>
              <a:gdLst/>
              <a:ahLst/>
              <a:cxnLst/>
              <a:rect l="l" t="t" r="r" b="b"/>
              <a:pathLst>
                <a:path w="3990" h="382" extrusionOk="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65"/>
            <p:cNvSpPr/>
            <p:nvPr/>
          </p:nvSpPr>
          <p:spPr>
            <a:xfrm>
              <a:off x="5106415" y="2519626"/>
              <a:ext cx="82656" cy="12540"/>
            </a:xfrm>
            <a:custGeom>
              <a:avLst/>
              <a:gdLst/>
              <a:ahLst/>
              <a:cxnLst/>
              <a:rect l="l" t="t" r="r" b="b"/>
              <a:pathLst>
                <a:path w="2597" h="394" extrusionOk="0">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9" name="Google Shape;12619;p65"/>
            <p:cNvSpPr/>
            <p:nvPr/>
          </p:nvSpPr>
          <p:spPr>
            <a:xfrm>
              <a:off x="5202312" y="2519626"/>
              <a:ext cx="31095" cy="12540"/>
            </a:xfrm>
            <a:custGeom>
              <a:avLst/>
              <a:gdLst/>
              <a:ahLst/>
              <a:cxnLst/>
              <a:rect l="l" t="t" r="r" b="b"/>
              <a:pathLst>
                <a:path w="977" h="394" extrusionOk="0">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0" name="Google Shape;12620;p65"/>
          <p:cNvGrpSpPr/>
          <p:nvPr/>
        </p:nvGrpSpPr>
        <p:grpSpPr>
          <a:xfrm>
            <a:off x="7070872" y="2236621"/>
            <a:ext cx="398321" cy="371013"/>
            <a:chOff x="7070872" y="2410871"/>
            <a:chExt cx="398321" cy="371013"/>
          </a:xfrm>
        </p:grpSpPr>
        <p:sp>
          <p:nvSpPr>
            <p:cNvPr id="12621" name="Google Shape;12621;p65"/>
            <p:cNvSpPr/>
            <p:nvPr/>
          </p:nvSpPr>
          <p:spPr>
            <a:xfrm>
              <a:off x="7204643" y="2603364"/>
              <a:ext cx="123586" cy="107641"/>
            </a:xfrm>
            <a:custGeom>
              <a:avLst/>
              <a:gdLst/>
              <a:ahLst/>
              <a:cxnLst/>
              <a:rect l="l" t="t" r="r" b="b"/>
              <a:pathLst>
                <a:path w="3883" h="3382" extrusionOk="0">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2" name="Google Shape;12622;p65"/>
            <p:cNvSpPr/>
            <p:nvPr/>
          </p:nvSpPr>
          <p:spPr>
            <a:xfrm>
              <a:off x="7203147" y="2410871"/>
              <a:ext cx="133421" cy="178902"/>
            </a:xfrm>
            <a:custGeom>
              <a:avLst/>
              <a:gdLst/>
              <a:ahLst/>
              <a:cxnLst/>
              <a:rect l="l" t="t" r="r" b="b"/>
              <a:pathLst>
                <a:path w="4192" h="5621" extrusionOk="0">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3" name="Google Shape;12623;p65"/>
            <p:cNvSpPr/>
            <p:nvPr/>
          </p:nvSpPr>
          <p:spPr>
            <a:xfrm>
              <a:off x="7334245"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4" name="Google Shape;12624;p65"/>
            <p:cNvSpPr/>
            <p:nvPr/>
          </p:nvSpPr>
          <p:spPr>
            <a:xfrm>
              <a:off x="7070872"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25" name="Google Shape;12625;p65"/>
          <p:cNvSpPr/>
          <p:nvPr/>
        </p:nvSpPr>
        <p:spPr>
          <a:xfrm>
            <a:off x="6238328" y="2259346"/>
            <a:ext cx="316461" cy="324036"/>
          </a:xfrm>
          <a:custGeom>
            <a:avLst/>
            <a:gdLst/>
            <a:ahLst/>
            <a:cxnLst/>
            <a:rect l="l" t="t" r="r" b="b"/>
            <a:pathLst>
              <a:path w="9943" h="10181" extrusionOk="0">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26" name="Google Shape;12626;p65"/>
          <p:cNvGrpSpPr/>
          <p:nvPr/>
        </p:nvGrpSpPr>
        <p:grpSpPr>
          <a:xfrm>
            <a:off x="5318259" y="2807861"/>
            <a:ext cx="371013" cy="220787"/>
            <a:chOff x="5318259" y="2982111"/>
            <a:chExt cx="371013" cy="220787"/>
          </a:xfrm>
        </p:grpSpPr>
        <p:sp>
          <p:nvSpPr>
            <p:cNvPr id="12627" name="Google Shape;12627;p65"/>
            <p:cNvSpPr/>
            <p:nvPr/>
          </p:nvSpPr>
          <p:spPr>
            <a:xfrm>
              <a:off x="5364123" y="3021546"/>
              <a:ext cx="58372" cy="18396"/>
            </a:xfrm>
            <a:custGeom>
              <a:avLst/>
              <a:gdLst/>
              <a:ahLst/>
              <a:cxnLst/>
              <a:rect l="l" t="t" r="r" b="b"/>
              <a:pathLst>
                <a:path w="1834" h="578" extrusionOk="0">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8" name="Google Shape;12628;p65"/>
            <p:cNvSpPr/>
            <p:nvPr/>
          </p:nvSpPr>
          <p:spPr>
            <a:xfrm>
              <a:off x="5346681" y="3151338"/>
              <a:ext cx="11012" cy="39052"/>
            </a:xfrm>
            <a:custGeom>
              <a:avLst/>
              <a:gdLst/>
              <a:ahLst/>
              <a:cxnLst/>
              <a:rect l="l" t="t" r="r" b="b"/>
              <a:pathLst>
                <a:path w="346" h="1227" extrusionOk="0">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9" name="Google Shape;12629;p65"/>
            <p:cNvSpPr/>
            <p:nvPr/>
          </p:nvSpPr>
          <p:spPr>
            <a:xfrm>
              <a:off x="5318259" y="2988763"/>
              <a:ext cx="149717" cy="202773"/>
            </a:xfrm>
            <a:custGeom>
              <a:avLst/>
              <a:gdLst/>
              <a:ahLst/>
              <a:cxnLst/>
              <a:rect l="l" t="t" r="r" b="b"/>
              <a:pathLst>
                <a:path w="4704" h="6371" extrusionOk="0">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0" name="Google Shape;12630;p65"/>
            <p:cNvSpPr/>
            <p:nvPr/>
          </p:nvSpPr>
          <p:spPr>
            <a:xfrm>
              <a:off x="5548658" y="2982111"/>
              <a:ext cx="140614" cy="208279"/>
            </a:xfrm>
            <a:custGeom>
              <a:avLst/>
              <a:gdLst/>
              <a:ahLst/>
              <a:cxnLst/>
              <a:rect l="l" t="t" r="r" b="b"/>
              <a:pathLst>
                <a:path w="4418" h="6544" extrusionOk="0">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1" name="Google Shape;12631;p65"/>
            <p:cNvSpPr/>
            <p:nvPr/>
          </p:nvSpPr>
          <p:spPr>
            <a:xfrm>
              <a:off x="5655153" y="3157004"/>
              <a:ext cx="10630" cy="33387"/>
            </a:xfrm>
            <a:custGeom>
              <a:avLst/>
              <a:gdLst/>
              <a:ahLst/>
              <a:cxnLst/>
              <a:rect l="l" t="t" r="r" b="b"/>
              <a:pathLst>
                <a:path w="334" h="1049" extrusionOk="0">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2" name="Google Shape;12632;p65"/>
            <p:cNvSpPr/>
            <p:nvPr/>
          </p:nvSpPr>
          <p:spPr>
            <a:xfrm>
              <a:off x="5497893" y="3174445"/>
              <a:ext cx="11012" cy="10248"/>
            </a:xfrm>
            <a:custGeom>
              <a:avLst/>
              <a:gdLst/>
              <a:ahLst/>
              <a:cxnLst/>
              <a:rect l="l" t="t" r="r" b="b"/>
              <a:pathLst>
                <a:path w="346" h="322" extrusionOk="0">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3" name="Google Shape;12633;p65"/>
            <p:cNvSpPr/>
            <p:nvPr/>
          </p:nvSpPr>
          <p:spPr>
            <a:xfrm>
              <a:off x="5410718" y="3156972"/>
              <a:ext cx="74699" cy="45927"/>
            </a:xfrm>
            <a:custGeom>
              <a:avLst/>
              <a:gdLst/>
              <a:ahLst/>
              <a:cxnLst/>
              <a:rect l="l" t="t" r="r" b="b"/>
              <a:pathLst>
                <a:path w="2347" h="1443" extrusionOk="0">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4" name="Google Shape;12634;p65"/>
            <p:cNvSpPr/>
            <p:nvPr/>
          </p:nvSpPr>
          <p:spPr>
            <a:xfrm>
              <a:off x="5521382" y="3156590"/>
              <a:ext cx="75049" cy="45163"/>
            </a:xfrm>
            <a:custGeom>
              <a:avLst/>
              <a:gdLst/>
              <a:ahLst/>
              <a:cxnLst/>
              <a:rect l="l" t="t" r="r" b="b"/>
              <a:pathLst>
                <a:path w="2358" h="1419" extrusionOk="0">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35" name="Google Shape;12635;p65"/>
          <p:cNvGrpSpPr/>
          <p:nvPr/>
        </p:nvGrpSpPr>
        <p:grpSpPr>
          <a:xfrm>
            <a:off x="7073928" y="2731507"/>
            <a:ext cx="371395" cy="371809"/>
            <a:chOff x="7073928" y="2905757"/>
            <a:chExt cx="371395" cy="371809"/>
          </a:xfrm>
        </p:grpSpPr>
        <p:sp>
          <p:nvSpPr>
            <p:cNvPr id="12636" name="Google Shape;12636;p65"/>
            <p:cNvSpPr/>
            <p:nvPr/>
          </p:nvSpPr>
          <p:spPr>
            <a:xfrm>
              <a:off x="7073928" y="2905757"/>
              <a:ext cx="371395" cy="371809"/>
            </a:xfrm>
            <a:custGeom>
              <a:avLst/>
              <a:gdLst/>
              <a:ahLst/>
              <a:cxnLst/>
              <a:rect l="l" t="t" r="r" b="b"/>
              <a:pathLst>
                <a:path w="11669" h="11682" extrusionOk="0">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7" name="Google Shape;12637;p65"/>
            <p:cNvSpPr/>
            <p:nvPr/>
          </p:nvSpPr>
          <p:spPr>
            <a:xfrm>
              <a:off x="7281188" y="3188513"/>
              <a:ext cx="65596" cy="48473"/>
            </a:xfrm>
            <a:custGeom>
              <a:avLst/>
              <a:gdLst/>
              <a:ahLst/>
              <a:cxnLst/>
              <a:rect l="l" t="t" r="r" b="b"/>
              <a:pathLst>
                <a:path w="2061" h="1523" extrusionOk="0">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8" name="Google Shape;12638;p65"/>
            <p:cNvSpPr/>
            <p:nvPr/>
          </p:nvSpPr>
          <p:spPr>
            <a:xfrm>
              <a:off x="7252034" y="3168080"/>
              <a:ext cx="24634" cy="19287"/>
            </a:xfrm>
            <a:custGeom>
              <a:avLst/>
              <a:gdLst/>
              <a:ahLst/>
              <a:cxnLst/>
              <a:rect l="l" t="t" r="r" b="b"/>
              <a:pathLst>
                <a:path w="774" h="606" extrusionOk="0">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39" name="Google Shape;12639;p65"/>
          <p:cNvGrpSpPr/>
          <p:nvPr/>
        </p:nvGrpSpPr>
        <p:grpSpPr>
          <a:xfrm>
            <a:off x="6188327" y="2781158"/>
            <a:ext cx="371395" cy="272857"/>
            <a:chOff x="6188327" y="2955408"/>
            <a:chExt cx="371395" cy="272857"/>
          </a:xfrm>
        </p:grpSpPr>
        <p:sp>
          <p:nvSpPr>
            <p:cNvPr id="12640" name="Google Shape;12640;p65"/>
            <p:cNvSpPr/>
            <p:nvPr/>
          </p:nvSpPr>
          <p:spPr>
            <a:xfrm>
              <a:off x="6229990" y="2978897"/>
              <a:ext cx="289567" cy="197840"/>
            </a:xfrm>
            <a:custGeom>
              <a:avLst/>
              <a:gdLst/>
              <a:ahLst/>
              <a:cxnLst/>
              <a:rect l="l" t="t" r="r" b="b"/>
              <a:pathLst>
                <a:path w="9098" h="6216" extrusionOk="0">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1" name="Google Shape;12641;p65"/>
            <p:cNvSpPr/>
            <p:nvPr/>
          </p:nvSpPr>
          <p:spPr>
            <a:xfrm>
              <a:off x="6188327" y="2955408"/>
              <a:ext cx="371395" cy="272857"/>
            </a:xfrm>
            <a:custGeom>
              <a:avLst/>
              <a:gdLst/>
              <a:ahLst/>
              <a:cxnLst/>
              <a:rect l="l" t="t" r="r" b="b"/>
              <a:pathLst>
                <a:path w="11669" h="8573" extrusionOk="0">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42" name="Google Shape;12642;p65"/>
          <p:cNvGrpSpPr/>
          <p:nvPr/>
        </p:nvGrpSpPr>
        <p:grpSpPr>
          <a:xfrm>
            <a:off x="7521454" y="2731889"/>
            <a:ext cx="359651" cy="371013"/>
            <a:chOff x="7521454" y="2906139"/>
            <a:chExt cx="359651" cy="371013"/>
          </a:xfrm>
        </p:grpSpPr>
        <p:sp>
          <p:nvSpPr>
            <p:cNvPr id="12643" name="Google Shape;12643;p65"/>
            <p:cNvSpPr/>
            <p:nvPr/>
          </p:nvSpPr>
          <p:spPr>
            <a:xfrm>
              <a:off x="7614677"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4" name="Google Shape;12644;p65"/>
            <p:cNvSpPr/>
            <p:nvPr/>
          </p:nvSpPr>
          <p:spPr>
            <a:xfrm>
              <a:off x="7707518"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5" name="Google Shape;12645;p65"/>
            <p:cNvSpPr/>
            <p:nvPr/>
          </p:nvSpPr>
          <p:spPr>
            <a:xfrm>
              <a:off x="7800740" y="3138830"/>
              <a:ext cx="80364" cy="138322"/>
            </a:xfrm>
            <a:custGeom>
              <a:avLst/>
              <a:gdLst/>
              <a:ahLst/>
              <a:cxnLst/>
              <a:rect l="l" t="t" r="r" b="b"/>
              <a:pathLst>
                <a:path w="2525" h="4346" extrusionOk="0">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6" name="Google Shape;12646;p65"/>
            <p:cNvSpPr/>
            <p:nvPr/>
          </p:nvSpPr>
          <p:spPr>
            <a:xfrm>
              <a:off x="7521454" y="3138830"/>
              <a:ext cx="79983" cy="138322"/>
            </a:xfrm>
            <a:custGeom>
              <a:avLst/>
              <a:gdLst/>
              <a:ahLst/>
              <a:cxnLst/>
              <a:rect l="l" t="t" r="r" b="b"/>
              <a:pathLst>
                <a:path w="2513" h="4346" extrusionOk="0">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7" name="Google Shape;12647;p65"/>
            <p:cNvSpPr/>
            <p:nvPr/>
          </p:nvSpPr>
          <p:spPr>
            <a:xfrm>
              <a:off x="7555923" y="2906139"/>
              <a:ext cx="289949" cy="219833"/>
            </a:xfrm>
            <a:custGeom>
              <a:avLst/>
              <a:gdLst/>
              <a:ahLst/>
              <a:cxnLst/>
              <a:rect l="l" t="t" r="r" b="b"/>
              <a:pathLst>
                <a:path w="9110" h="6907" extrusionOk="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48" name="Google Shape;12648;p65"/>
          <p:cNvGrpSpPr/>
          <p:nvPr/>
        </p:nvGrpSpPr>
        <p:grpSpPr>
          <a:xfrm>
            <a:off x="5782845" y="2732271"/>
            <a:ext cx="301661" cy="371013"/>
            <a:chOff x="5782845" y="2906521"/>
            <a:chExt cx="301661" cy="371013"/>
          </a:xfrm>
        </p:grpSpPr>
        <p:sp>
          <p:nvSpPr>
            <p:cNvPr id="12649" name="Google Shape;12649;p65"/>
            <p:cNvSpPr/>
            <p:nvPr/>
          </p:nvSpPr>
          <p:spPr>
            <a:xfrm>
              <a:off x="5782845" y="3087651"/>
              <a:ext cx="301661" cy="189883"/>
            </a:xfrm>
            <a:custGeom>
              <a:avLst/>
              <a:gdLst/>
              <a:ahLst/>
              <a:cxnLst/>
              <a:rect l="l" t="t" r="r" b="b"/>
              <a:pathLst>
                <a:path w="9478" h="5966" extrusionOk="0">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0" name="Google Shape;12650;p65"/>
            <p:cNvSpPr/>
            <p:nvPr/>
          </p:nvSpPr>
          <p:spPr>
            <a:xfrm>
              <a:off x="5868111" y="2906521"/>
              <a:ext cx="127724" cy="172823"/>
            </a:xfrm>
            <a:custGeom>
              <a:avLst/>
              <a:gdLst/>
              <a:ahLst/>
              <a:cxnLst/>
              <a:rect l="l" t="t" r="r" b="b"/>
              <a:pathLst>
                <a:path w="4013" h="5430" extrusionOk="0">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1" name="Google Shape;12651;p65"/>
            <p:cNvSpPr/>
            <p:nvPr/>
          </p:nvSpPr>
          <p:spPr>
            <a:xfrm>
              <a:off x="5915088" y="3051655"/>
              <a:ext cx="34151" cy="10662"/>
            </a:xfrm>
            <a:custGeom>
              <a:avLst/>
              <a:gdLst/>
              <a:ahLst/>
              <a:cxnLst/>
              <a:rect l="l" t="t" r="r" b="b"/>
              <a:pathLst>
                <a:path w="1073" h="335" extrusionOk="0">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52" name="Google Shape;12652;p65"/>
          <p:cNvGrpSpPr/>
          <p:nvPr/>
        </p:nvGrpSpPr>
        <p:grpSpPr>
          <a:xfrm>
            <a:off x="6630539" y="2743252"/>
            <a:ext cx="371777" cy="349434"/>
            <a:chOff x="6630539" y="2917502"/>
            <a:chExt cx="371777" cy="349434"/>
          </a:xfrm>
        </p:grpSpPr>
        <p:sp>
          <p:nvSpPr>
            <p:cNvPr id="12653" name="Google Shape;12653;p65"/>
            <p:cNvSpPr/>
            <p:nvPr/>
          </p:nvSpPr>
          <p:spPr>
            <a:xfrm>
              <a:off x="6689292" y="3043093"/>
              <a:ext cx="92109" cy="30586"/>
            </a:xfrm>
            <a:custGeom>
              <a:avLst/>
              <a:gdLst/>
              <a:ahLst/>
              <a:cxnLst/>
              <a:rect l="l" t="t" r="r" b="b"/>
              <a:pathLst>
                <a:path w="2894" h="961" extrusionOk="0">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4" name="Google Shape;12654;p65"/>
            <p:cNvSpPr/>
            <p:nvPr/>
          </p:nvSpPr>
          <p:spPr>
            <a:xfrm>
              <a:off x="6630539" y="2993315"/>
              <a:ext cx="208852" cy="273621"/>
            </a:xfrm>
            <a:custGeom>
              <a:avLst/>
              <a:gdLst/>
              <a:ahLst/>
              <a:cxnLst/>
              <a:rect l="l" t="t" r="r" b="b"/>
              <a:pathLst>
                <a:path w="6562" h="8597" extrusionOk="0">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5" name="Google Shape;12655;p65"/>
            <p:cNvSpPr/>
            <p:nvPr/>
          </p:nvSpPr>
          <p:spPr>
            <a:xfrm>
              <a:off x="6665804" y="3232053"/>
              <a:ext cx="10630" cy="33737"/>
            </a:xfrm>
            <a:custGeom>
              <a:avLst/>
              <a:gdLst/>
              <a:ahLst/>
              <a:cxnLst/>
              <a:rect l="l" t="t" r="r" b="b"/>
              <a:pathLst>
                <a:path w="334" h="1060" extrusionOk="0">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6" name="Google Shape;12656;p65"/>
            <p:cNvSpPr/>
            <p:nvPr/>
          </p:nvSpPr>
          <p:spPr>
            <a:xfrm>
              <a:off x="6793877" y="3232053"/>
              <a:ext cx="10248" cy="33737"/>
            </a:xfrm>
            <a:custGeom>
              <a:avLst/>
              <a:gdLst/>
              <a:ahLst/>
              <a:cxnLst/>
              <a:rect l="l" t="t" r="r" b="b"/>
              <a:pathLst>
                <a:path w="322" h="1060" extrusionOk="0">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7" name="Google Shape;12657;p65"/>
            <p:cNvSpPr/>
            <p:nvPr/>
          </p:nvSpPr>
          <p:spPr>
            <a:xfrm>
              <a:off x="6828347" y="2952766"/>
              <a:ext cx="173969" cy="181162"/>
            </a:xfrm>
            <a:custGeom>
              <a:avLst/>
              <a:gdLst/>
              <a:ahLst/>
              <a:cxnLst/>
              <a:rect l="l" t="t" r="r" b="b"/>
              <a:pathLst>
                <a:path w="5466" h="5692" extrusionOk="0">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8" name="Google Shape;12658;p65"/>
            <p:cNvSpPr/>
            <p:nvPr/>
          </p:nvSpPr>
          <p:spPr>
            <a:xfrm>
              <a:off x="6898463" y="2917502"/>
              <a:ext cx="34151" cy="104999"/>
            </a:xfrm>
            <a:custGeom>
              <a:avLst/>
              <a:gdLst/>
              <a:ahLst/>
              <a:cxnLst/>
              <a:rect l="l" t="t" r="r" b="b"/>
              <a:pathLst>
                <a:path w="1073" h="3299" extrusionOk="0">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9" name="Google Shape;12659;p65"/>
            <p:cNvSpPr/>
            <p:nvPr/>
          </p:nvSpPr>
          <p:spPr>
            <a:xfrm>
              <a:off x="6898081" y="3028548"/>
              <a:ext cx="34151" cy="34119"/>
            </a:xfrm>
            <a:custGeom>
              <a:avLst/>
              <a:gdLst/>
              <a:ahLst/>
              <a:cxnLst/>
              <a:rect l="l" t="t" r="r" b="b"/>
              <a:pathLst>
                <a:path w="1073" h="1072" extrusionOk="0">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60" name="Google Shape;12660;p65"/>
          <p:cNvGrpSpPr/>
          <p:nvPr/>
        </p:nvGrpSpPr>
        <p:grpSpPr>
          <a:xfrm>
            <a:off x="2171474" y="3194979"/>
            <a:ext cx="408156" cy="343737"/>
            <a:chOff x="2171474" y="3369229"/>
            <a:chExt cx="408156" cy="343737"/>
          </a:xfrm>
        </p:grpSpPr>
        <p:sp>
          <p:nvSpPr>
            <p:cNvPr id="12661" name="Google Shape;12661;p65"/>
            <p:cNvSpPr/>
            <p:nvPr/>
          </p:nvSpPr>
          <p:spPr>
            <a:xfrm>
              <a:off x="2171474" y="3369229"/>
              <a:ext cx="408156" cy="343737"/>
            </a:xfrm>
            <a:custGeom>
              <a:avLst/>
              <a:gdLst/>
              <a:ahLst/>
              <a:cxnLst/>
              <a:rect l="l" t="t" r="r" b="b"/>
              <a:pathLst>
                <a:path w="12824" h="10800" extrusionOk="0">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2" name="Google Shape;12662;p65"/>
            <p:cNvSpPr/>
            <p:nvPr/>
          </p:nvSpPr>
          <p:spPr>
            <a:xfrm>
              <a:off x="2292737" y="3477220"/>
              <a:ext cx="164898" cy="164866"/>
            </a:xfrm>
            <a:custGeom>
              <a:avLst/>
              <a:gdLst/>
              <a:ahLst/>
              <a:cxnLst/>
              <a:rect l="l" t="t" r="r" b="b"/>
              <a:pathLst>
                <a:path w="5181" h="5180" extrusionOk="0">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65"/>
            <p:cNvSpPr/>
            <p:nvPr/>
          </p:nvSpPr>
          <p:spPr>
            <a:xfrm>
              <a:off x="2256358" y="3451503"/>
              <a:ext cx="188769" cy="177311"/>
            </a:xfrm>
            <a:custGeom>
              <a:avLst/>
              <a:gdLst/>
              <a:ahLst/>
              <a:cxnLst/>
              <a:rect l="l" t="t" r="r" b="b"/>
              <a:pathLst>
                <a:path w="5931" h="5571" extrusionOk="0">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4" name="Google Shape;12664;p65"/>
            <p:cNvSpPr/>
            <p:nvPr/>
          </p:nvSpPr>
          <p:spPr>
            <a:xfrm>
              <a:off x="2305245" y="3491160"/>
              <a:ext cx="189151" cy="176706"/>
            </a:xfrm>
            <a:custGeom>
              <a:avLst/>
              <a:gdLst/>
              <a:ahLst/>
              <a:cxnLst/>
              <a:rect l="l" t="t" r="r" b="b"/>
              <a:pathLst>
                <a:path w="5943" h="5552" extrusionOk="0">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65" name="Google Shape;12665;p65"/>
          <p:cNvGrpSpPr/>
          <p:nvPr/>
        </p:nvGrpSpPr>
        <p:grpSpPr>
          <a:xfrm>
            <a:off x="4891198" y="2750858"/>
            <a:ext cx="334634" cy="334634"/>
            <a:chOff x="4891198" y="2925108"/>
            <a:chExt cx="334634" cy="334634"/>
          </a:xfrm>
        </p:grpSpPr>
        <p:sp>
          <p:nvSpPr>
            <p:cNvPr id="12666" name="Google Shape;12666;p65"/>
            <p:cNvSpPr/>
            <p:nvPr/>
          </p:nvSpPr>
          <p:spPr>
            <a:xfrm>
              <a:off x="5001830" y="2925108"/>
              <a:ext cx="113338" cy="150831"/>
            </a:xfrm>
            <a:custGeom>
              <a:avLst/>
              <a:gdLst/>
              <a:ahLst/>
              <a:cxnLst/>
              <a:rect l="l" t="t" r="r" b="b"/>
              <a:pathLst>
                <a:path w="3561" h="4739" extrusionOk="0">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7" name="Google Shape;12667;p65"/>
            <p:cNvSpPr/>
            <p:nvPr/>
          </p:nvSpPr>
          <p:spPr>
            <a:xfrm>
              <a:off x="5102628" y="2933033"/>
              <a:ext cx="98188" cy="76991"/>
            </a:xfrm>
            <a:custGeom>
              <a:avLst/>
              <a:gdLst/>
              <a:ahLst/>
              <a:cxnLst/>
              <a:rect l="l" t="t" r="r" b="b"/>
              <a:pathLst>
                <a:path w="3085" h="2419" extrusionOk="0">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8" name="Google Shape;12668;p65"/>
            <p:cNvSpPr/>
            <p:nvPr/>
          </p:nvSpPr>
          <p:spPr>
            <a:xfrm>
              <a:off x="4915832" y="2932492"/>
              <a:ext cx="98920" cy="77532"/>
            </a:xfrm>
            <a:custGeom>
              <a:avLst/>
              <a:gdLst/>
              <a:ahLst/>
              <a:cxnLst/>
              <a:rect l="l" t="t" r="r" b="b"/>
              <a:pathLst>
                <a:path w="3108" h="2436" extrusionOk="0">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9" name="Google Shape;12669;p65"/>
            <p:cNvSpPr/>
            <p:nvPr/>
          </p:nvSpPr>
          <p:spPr>
            <a:xfrm>
              <a:off x="4915832" y="3174254"/>
              <a:ext cx="80746" cy="70689"/>
            </a:xfrm>
            <a:custGeom>
              <a:avLst/>
              <a:gdLst/>
              <a:ahLst/>
              <a:cxnLst/>
              <a:rect l="l" t="t" r="r" b="b"/>
              <a:pathLst>
                <a:path w="2537" h="2221" extrusionOk="0">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0" name="Google Shape;12670;p65"/>
            <p:cNvSpPr/>
            <p:nvPr/>
          </p:nvSpPr>
          <p:spPr>
            <a:xfrm>
              <a:off x="5121215" y="3173936"/>
              <a:ext cx="79601" cy="69511"/>
            </a:xfrm>
            <a:custGeom>
              <a:avLst/>
              <a:gdLst/>
              <a:ahLst/>
              <a:cxnLst/>
              <a:rect l="l" t="t" r="r" b="b"/>
              <a:pathLst>
                <a:path w="2501" h="2184" extrusionOk="0">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1" name="Google Shape;12671;p65"/>
            <p:cNvSpPr/>
            <p:nvPr/>
          </p:nvSpPr>
          <p:spPr>
            <a:xfrm>
              <a:off x="4891198"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2" name="Google Shape;12672;p65"/>
            <p:cNvSpPr/>
            <p:nvPr/>
          </p:nvSpPr>
          <p:spPr>
            <a:xfrm>
              <a:off x="5112876"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3" name="Google Shape;12673;p65"/>
            <p:cNvSpPr/>
            <p:nvPr/>
          </p:nvSpPr>
          <p:spPr>
            <a:xfrm>
              <a:off x="5001448" y="3108498"/>
              <a:ext cx="113338" cy="151244"/>
            </a:xfrm>
            <a:custGeom>
              <a:avLst/>
              <a:gdLst/>
              <a:ahLst/>
              <a:cxnLst/>
              <a:rect l="l" t="t" r="r" b="b"/>
              <a:pathLst>
                <a:path w="3561" h="4752" extrusionOk="0">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4" name="Google Shape;12674;p65"/>
          <p:cNvGrpSpPr/>
          <p:nvPr/>
        </p:nvGrpSpPr>
        <p:grpSpPr>
          <a:xfrm>
            <a:off x="7976174" y="2750858"/>
            <a:ext cx="334666" cy="334634"/>
            <a:chOff x="7976174" y="2925108"/>
            <a:chExt cx="334666" cy="334634"/>
          </a:xfrm>
        </p:grpSpPr>
        <p:sp>
          <p:nvSpPr>
            <p:cNvPr id="12675" name="Google Shape;12675;p65"/>
            <p:cNvSpPr/>
            <p:nvPr/>
          </p:nvSpPr>
          <p:spPr>
            <a:xfrm>
              <a:off x="8003100" y="3064545"/>
              <a:ext cx="10630" cy="14068"/>
            </a:xfrm>
            <a:custGeom>
              <a:avLst/>
              <a:gdLst/>
              <a:ahLst/>
              <a:cxnLst/>
              <a:rect l="l" t="t" r="r" b="b"/>
              <a:pathLst>
                <a:path w="334" h="442" extrusionOk="0">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6" name="Google Shape;12676;p65"/>
            <p:cNvSpPr/>
            <p:nvPr/>
          </p:nvSpPr>
          <p:spPr>
            <a:xfrm>
              <a:off x="8003100" y="3046371"/>
              <a:ext cx="10630" cy="14418"/>
            </a:xfrm>
            <a:custGeom>
              <a:avLst/>
              <a:gdLst/>
              <a:ahLst/>
              <a:cxnLst/>
              <a:rect l="l" t="t" r="r" b="b"/>
              <a:pathLst>
                <a:path w="334" h="453" extrusionOk="0">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7" name="Google Shape;12677;p65"/>
            <p:cNvSpPr/>
            <p:nvPr/>
          </p:nvSpPr>
          <p:spPr>
            <a:xfrm>
              <a:off x="8272519" y="3105093"/>
              <a:ext cx="10630" cy="14418"/>
            </a:xfrm>
            <a:custGeom>
              <a:avLst/>
              <a:gdLst/>
              <a:ahLst/>
              <a:cxnLst/>
              <a:rect l="l" t="t" r="r" b="b"/>
              <a:pathLst>
                <a:path w="334" h="453" extrusionOk="0">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8" name="Google Shape;12678;p65"/>
            <p:cNvSpPr/>
            <p:nvPr/>
          </p:nvSpPr>
          <p:spPr>
            <a:xfrm>
              <a:off x="8272519" y="3123266"/>
              <a:ext cx="10630" cy="14068"/>
            </a:xfrm>
            <a:custGeom>
              <a:avLst/>
              <a:gdLst/>
              <a:ahLst/>
              <a:cxnLst/>
              <a:rect l="l" t="t" r="r" b="b"/>
              <a:pathLst>
                <a:path w="334" h="442" extrusionOk="0">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9" name="Google Shape;12679;p65"/>
            <p:cNvSpPr/>
            <p:nvPr/>
          </p:nvSpPr>
          <p:spPr>
            <a:xfrm>
              <a:off x="7976174" y="2925108"/>
              <a:ext cx="334666" cy="334634"/>
            </a:xfrm>
            <a:custGeom>
              <a:avLst/>
              <a:gdLst/>
              <a:ahLst/>
              <a:cxnLst/>
              <a:rect l="l" t="t" r="r" b="b"/>
              <a:pathLst>
                <a:path w="10515" h="10514" extrusionOk="0">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0" name="Google Shape;12680;p65"/>
            <p:cNvSpPr/>
            <p:nvPr/>
          </p:nvSpPr>
          <p:spPr>
            <a:xfrm>
              <a:off x="8116024" y="3221804"/>
              <a:ext cx="14036" cy="10280"/>
            </a:xfrm>
            <a:custGeom>
              <a:avLst/>
              <a:gdLst/>
              <a:ahLst/>
              <a:cxnLst/>
              <a:rect l="l" t="t" r="r" b="b"/>
              <a:pathLst>
                <a:path w="441" h="323" extrusionOk="0">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1" name="Google Shape;12681;p65"/>
            <p:cNvSpPr/>
            <p:nvPr/>
          </p:nvSpPr>
          <p:spPr>
            <a:xfrm>
              <a:off x="8097818" y="3221804"/>
              <a:ext cx="14068" cy="10280"/>
            </a:xfrm>
            <a:custGeom>
              <a:avLst/>
              <a:gdLst/>
              <a:ahLst/>
              <a:cxnLst/>
              <a:rect l="l" t="t" r="r" b="b"/>
              <a:pathLst>
                <a:path w="442" h="323" extrusionOk="0">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2" name="Google Shape;12682;p65"/>
            <p:cNvSpPr/>
            <p:nvPr/>
          </p:nvSpPr>
          <p:spPr>
            <a:xfrm>
              <a:off x="8156190" y="2951621"/>
              <a:ext cx="14036" cy="10630"/>
            </a:xfrm>
            <a:custGeom>
              <a:avLst/>
              <a:gdLst/>
              <a:ahLst/>
              <a:cxnLst/>
              <a:rect l="l" t="t" r="r" b="b"/>
              <a:pathLst>
                <a:path w="441" h="334" extrusionOk="0">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3" name="Google Shape;12683;p65"/>
            <p:cNvSpPr/>
            <p:nvPr/>
          </p:nvSpPr>
          <p:spPr>
            <a:xfrm>
              <a:off x="8173982" y="2952385"/>
              <a:ext cx="14450" cy="10248"/>
            </a:xfrm>
            <a:custGeom>
              <a:avLst/>
              <a:gdLst/>
              <a:ahLst/>
              <a:cxnLst/>
              <a:rect l="l" t="t" r="r" b="b"/>
              <a:pathLst>
                <a:path w="454" h="322" extrusionOk="0">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4" name="Google Shape;12684;p65"/>
          <p:cNvGrpSpPr/>
          <p:nvPr/>
        </p:nvGrpSpPr>
        <p:grpSpPr>
          <a:xfrm>
            <a:off x="3091957" y="3199881"/>
            <a:ext cx="354717" cy="332757"/>
            <a:chOff x="3091957" y="3374131"/>
            <a:chExt cx="354717" cy="332757"/>
          </a:xfrm>
        </p:grpSpPr>
        <p:sp>
          <p:nvSpPr>
            <p:cNvPr id="12685" name="Google Shape;12685;p65"/>
            <p:cNvSpPr/>
            <p:nvPr/>
          </p:nvSpPr>
          <p:spPr>
            <a:xfrm>
              <a:off x="3091957" y="3374131"/>
              <a:ext cx="354717" cy="332757"/>
            </a:xfrm>
            <a:custGeom>
              <a:avLst/>
              <a:gdLst/>
              <a:ahLst/>
              <a:cxnLst/>
              <a:rect l="l" t="t" r="r" b="b"/>
              <a:pathLst>
                <a:path w="11145" h="10455" extrusionOk="0">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6" name="Google Shape;12686;p65"/>
            <p:cNvSpPr/>
            <p:nvPr/>
          </p:nvSpPr>
          <p:spPr>
            <a:xfrm>
              <a:off x="3248835" y="3434380"/>
              <a:ext cx="40580" cy="40962"/>
            </a:xfrm>
            <a:custGeom>
              <a:avLst/>
              <a:gdLst/>
              <a:ahLst/>
              <a:cxnLst/>
              <a:rect l="l" t="t" r="r" b="b"/>
              <a:pathLst>
                <a:path w="1275" h="1287" extrusionOk="0">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7" name="Google Shape;12687;p65"/>
            <p:cNvSpPr/>
            <p:nvPr/>
          </p:nvSpPr>
          <p:spPr>
            <a:xfrm>
              <a:off x="3183270" y="3524197"/>
              <a:ext cx="181544" cy="115629"/>
            </a:xfrm>
            <a:custGeom>
              <a:avLst/>
              <a:gdLst/>
              <a:ahLst/>
              <a:cxnLst/>
              <a:rect l="l" t="t" r="r" b="b"/>
              <a:pathLst>
                <a:path w="5704" h="3633" extrusionOk="0">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8" name="Google Shape;12688;p65"/>
            <p:cNvSpPr/>
            <p:nvPr/>
          </p:nvSpPr>
          <p:spPr>
            <a:xfrm>
              <a:off x="3157872" y="3516050"/>
              <a:ext cx="34915" cy="33578"/>
            </a:xfrm>
            <a:custGeom>
              <a:avLst/>
              <a:gdLst/>
              <a:ahLst/>
              <a:cxnLst/>
              <a:rect l="l" t="t" r="r" b="b"/>
              <a:pathLst>
                <a:path w="1097" h="1055" extrusionOk="0">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9" name="Google Shape;12689;p65"/>
            <p:cNvSpPr/>
            <p:nvPr/>
          </p:nvSpPr>
          <p:spPr>
            <a:xfrm>
              <a:off x="3351892" y="3605485"/>
              <a:ext cx="35297" cy="33578"/>
            </a:xfrm>
            <a:custGeom>
              <a:avLst/>
              <a:gdLst/>
              <a:ahLst/>
              <a:cxnLst/>
              <a:rect l="l" t="t" r="r" b="b"/>
              <a:pathLst>
                <a:path w="1109" h="1055" extrusionOk="0">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0" name="Google Shape;12690;p65"/>
            <p:cNvSpPr/>
            <p:nvPr/>
          </p:nvSpPr>
          <p:spPr>
            <a:xfrm>
              <a:off x="3254882" y="3531231"/>
              <a:ext cx="35297" cy="33546"/>
            </a:xfrm>
            <a:custGeom>
              <a:avLst/>
              <a:gdLst/>
              <a:ahLst/>
              <a:cxnLst/>
              <a:rect l="l" t="t" r="r" b="b"/>
              <a:pathLst>
                <a:path w="1109" h="1054" extrusionOk="0">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91" name="Google Shape;12691;p65"/>
          <p:cNvGrpSpPr/>
          <p:nvPr/>
        </p:nvGrpSpPr>
        <p:grpSpPr>
          <a:xfrm>
            <a:off x="3988156" y="3205960"/>
            <a:ext cx="353954" cy="318880"/>
            <a:chOff x="3988156" y="3380210"/>
            <a:chExt cx="353954" cy="318880"/>
          </a:xfrm>
        </p:grpSpPr>
        <p:sp>
          <p:nvSpPr>
            <p:cNvPr id="12692" name="Google Shape;12692;p65"/>
            <p:cNvSpPr/>
            <p:nvPr/>
          </p:nvSpPr>
          <p:spPr>
            <a:xfrm>
              <a:off x="4134053" y="3446156"/>
              <a:ext cx="28454" cy="49269"/>
            </a:xfrm>
            <a:custGeom>
              <a:avLst/>
              <a:gdLst/>
              <a:ahLst/>
              <a:cxnLst/>
              <a:rect l="l" t="t" r="r" b="b"/>
              <a:pathLst>
                <a:path w="894" h="1548" extrusionOk="0">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3" name="Google Shape;12693;p65"/>
            <p:cNvSpPr/>
            <p:nvPr/>
          </p:nvSpPr>
          <p:spPr>
            <a:xfrm>
              <a:off x="4188988" y="3398001"/>
              <a:ext cx="81510" cy="81510"/>
            </a:xfrm>
            <a:custGeom>
              <a:avLst/>
              <a:gdLst/>
              <a:ahLst/>
              <a:cxnLst/>
              <a:rect l="l" t="t" r="r" b="b"/>
              <a:pathLst>
                <a:path w="2561" h="2561" extrusionOk="0">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4" name="Google Shape;12694;p65"/>
            <p:cNvSpPr/>
            <p:nvPr/>
          </p:nvSpPr>
          <p:spPr>
            <a:xfrm>
              <a:off x="4090863" y="3380210"/>
              <a:ext cx="195930" cy="146311"/>
            </a:xfrm>
            <a:custGeom>
              <a:avLst/>
              <a:gdLst/>
              <a:ahLst/>
              <a:cxnLst/>
              <a:rect l="l" t="t" r="r" b="b"/>
              <a:pathLst>
                <a:path w="6156" h="4597" extrusionOk="0">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5" name="Google Shape;12695;p65"/>
            <p:cNvSpPr/>
            <p:nvPr/>
          </p:nvSpPr>
          <p:spPr>
            <a:xfrm>
              <a:off x="4215914" y="3415061"/>
              <a:ext cx="28072" cy="49301"/>
            </a:xfrm>
            <a:custGeom>
              <a:avLst/>
              <a:gdLst/>
              <a:ahLst/>
              <a:cxnLst/>
              <a:rect l="l" t="t" r="r" b="b"/>
              <a:pathLst>
                <a:path w="882" h="1549" extrusionOk="0">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6" name="Google Shape;12696;p65"/>
            <p:cNvSpPr/>
            <p:nvPr/>
          </p:nvSpPr>
          <p:spPr>
            <a:xfrm>
              <a:off x="3988156" y="3495935"/>
              <a:ext cx="353954" cy="203155"/>
            </a:xfrm>
            <a:custGeom>
              <a:avLst/>
              <a:gdLst/>
              <a:ahLst/>
              <a:cxnLst/>
              <a:rect l="l" t="t" r="r" b="b"/>
              <a:pathLst>
                <a:path w="11121" h="6383" extrusionOk="0">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97" name="Google Shape;12697;p65"/>
          <p:cNvGrpSpPr/>
          <p:nvPr/>
        </p:nvGrpSpPr>
        <p:grpSpPr>
          <a:xfrm>
            <a:off x="3541011" y="3193070"/>
            <a:ext cx="348257" cy="346188"/>
            <a:chOff x="3541011" y="3367320"/>
            <a:chExt cx="348257" cy="346188"/>
          </a:xfrm>
        </p:grpSpPr>
        <p:sp>
          <p:nvSpPr>
            <p:cNvPr id="12698" name="Google Shape;12698;p65"/>
            <p:cNvSpPr/>
            <p:nvPr/>
          </p:nvSpPr>
          <p:spPr>
            <a:xfrm>
              <a:off x="3541011" y="3367320"/>
              <a:ext cx="347906" cy="346188"/>
            </a:xfrm>
            <a:custGeom>
              <a:avLst/>
              <a:gdLst/>
              <a:ahLst/>
              <a:cxnLst/>
              <a:rect l="l" t="t" r="r" b="b"/>
              <a:pathLst>
                <a:path w="10931" h="10877" extrusionOk="0">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9" name="Google Shape;12699;p65"/>
            <p:cNvSpPr/>
            <p:nvPr/>
          </p:nvSpPr>
          <p:spPr>
            <a:xfrm>
              <a:off x="3658105" y="3389599"/>
              <a:ext cx="208820" cy="199431"/>
            </a:xfrm>
            <a:custGeom>
              <a:avLst/>
              <a:gdLst/>
              <a:ahLst/>
              <a:cxnLst/>
              <a:rect l="l" t="t" r="r" b="b"/>
              <a:pathLst>
                <a:path w="6561" h="6266" extrusionOk="0">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0" name="Google Shape;12700;p65"/>
            <p:cNvSpPr/>
            <p:nvPr/>
          </p:nvSpPr>
          <p:spPr>
            <a:xfrm>
              <a:off x="3720614" y="3426805"/>
              <a:ext cx="95164" cy="116011"/>
            </a:xfrm>
            <a:custGeom>
              <a:avLst/>
              <a:gdLst/>
              <a:ahLst/>
              <a:cxnLst/>
              <a:rect l="l" t="t" r="r" b="b"/>
              <a:pathLst>
                <a:path w="2990" h="3645" extrusionOk="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1" name="Google Shape;12701;p65"/>
            <p:cNvSpPr/>
            <p:nvPr/>
          </p:nvSpPr>
          <p:spPr>
            <a:xfrm>
              <a:off x="3773671" y="3496030"/>
              <a:ext cx="115597" cy="114993"/>
            </a:xfrm>
            <a:custGeom>
              <a:avLst/>
              <a:gdLst/>
              <a:ahLst/>
              <a:cxnLst/>
              <a:rect l="l" t="t" r="r" b="b"/>
              <a:pathLst>
                <a:path w="3632" h="3613" extrusionOk="0">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2" name="Google Shape;12702;p65"/>
          <p:cNvGrpSpPr/>
          <p:nvPr/>
        </p:nvGrpSpPr>
        <p:grpSpPr>
          <a:xfrm>
            <a:off x="850092" y="3178684"/>
            <a:ext cx="369517" cy="375660"/>
            <a:chOff x="850092" y="3352934"/>
            <a:chExt cx="369517" cy="375660"/>
          </a:xfrm>
        </p:grpSpPr>
        <p:sp>
          <p:nvSpPr>
            <p:cNvPr id="12703" name="Google Shape;12703;p65"/>
            <p:cNvSpPr/>
            <p:nvPr/>
          </p:nvSpPr>
          <p:spPr>
            <a:xfrm>
              <a:off x="969859" y="3475692"/>
              <a:ext cx="53088" cy="53088"/>
            </a:xfrm>
            <a:custGeom>
              <a:avLst/>
              <a:gdLst/>
              <a:ahLst/>
              <a:cxnLst/>
              <a:rect l="l" t="t" r="r" b="b"/>
              <a:pathLst>
                <a:path w="1668" h="1668" extrusionOk="0">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4" name="Google Shape;12704;p65"/>
            <p:cNvSpPr/>
            <p:nvPr/>
          </p:nvSpPr>
          <p:spPr>
            <a:xfrm>
              <a:off x="1046786" y="3552237"/>
              <a:ext cx="53088" cy="53088"/>
            </a:xfrm>
            <a:custGeom>
              <a:avLst/>
              <a:gdLst/>
              <a:ahLst/>
              <a:cxnLst/>
              <a:rect l="l" t="t" r="r" b="b"/>
              <a:pathLst>
                <a:path w="1668" h="1668" extrusionOk="0">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5" name="Google Shape;12705;p65"/>
            <p:cNvSpPr/>
            <p:nvPr/>
          </p:nvSpPr>
          <p:spPr>
            <a:xfrm>
              <a:off x="984245" y="3485272"/>
              <a:ext cx="106527" cy="104999"/>
            </a:xfrm>
            <a:custGeom>
              <a:avLst/>
              <a:gdLst/>
              <a:ahLst/>
              <a:cxnLst/>
              <a:rect l="l" t="t" r="r" b="b"/>
              <a:pathLst>
                <a:path w="3347" h="3299" extrusionOk="0">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6" name="Google Shape;12706;p65"/>
            <p:cNvSpPr/>
            <p:nvPr/>
          </p:nvSpPr>
          <p:spPr>
            <a:xfrm>
              <a:off x="922850" y="3428715"/>
              <a:ext cx="223620" cy="223620"/>
            </a:xfrm>
            <a:custGeom>
              <a:avLst/>
              <a:gdLst/>
              <a:ahLst/>
              <a:cxnLst/>
              <a:rect l="l" t="t" r="r" b="b"/>
              <a:pathLst>
                <a:path w="7026" h="7026" extrusionOk="0">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7" name="Google Shape;12707;p65"/>
            <p:cNvSpPr/>
            <p:nvPr/>
          </p:nvSpPr>
          <p:spPr>
            <a:xfrm>
              <a:off x="850092" y="3352934"/>
              <a:ext cx="369517" cy="375660"/>
            </a:xfrm>
            <a:custGeom>
              <a:avLst/>
              <a:gdLst/>
              <a:ahLst/>
              <a:cxnLst/>
              <a:rect l="l" t="t" r="r" b="b"/>
              <a:pathLst>
                <a:path w="11610" h="11803" extrusionOk="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8" name="Google Shape;12708;p65"/>
          <p:cNvGrpSpPr/>
          <p:nvPr/>
        </p:nvGrpSpPr>
        <p:grpSpPr>
          <a:xfrm>
            <a:off x="1314678" y="3183967"/>
            <a:ext cx="334666" cy="365348"/>
            <a:chOff x="1314678" y="3358217"/>
            <a:chExt cx="334666" cy="365348"/>
          </a:xfrm>
        </p:grpSpPr>
        <p:sp>
          <p:nvSpPr>
            <p:cNvPr id="12709" name="Google Shape;12709;p65"/>
            <p:cNvSpPr/>
            <p:nvPr/>
          </p:nvSpPr>
          <p:spPr>
            <a:xfrm>
              <a:off x="1316588" y="3358217"/>
              <a:ext cx="332757" cy="365348"/>
            </a:xfrm>
            <a:custGeom>
              <a:avLst/>
              <a:gdLst/>
              <a:ahLst/>
              <a:cxnLst/>
              <a:rect l="l" t="t" r="r" b="b"/>
              <a:pathLst>
                <a:path w="10455" h="11479" extrusionOk="0">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0" name="Google Shape;12710;p65"/>
            <p:cNvSpPr/>
            <p:nvPr/>
          </p:nvSpPr>
          <p:spPr>
            <a:xfrm>
              <a:off x="1314678" y="3358981"/>
              <a:ext cx="79632" cy="254684"/>
            </a:xfrm>
            <a:custGeom>
              <a:avLst/>
              <a:gdLst/>
              <a:ahLst/>
              <a:cxnLst/>
              <a:rect l="l" t="t" r="r" b="b"/>
              <a:pathLst>
                <a:path w="2502" h="8002" extrusionOk="0">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1" name="Google Shape;12711;p65"/>
            <p:cNvSpPr/>
            <p:nvPr/>
          </p:nvSpPr>
          <p:spPr>
            <a:xfrm>
              <a:off x="1411688" y="3629546"/>
              <a:ext cx="139118" cy="10662"/>
            </a:xfrm>
            <a:custGeom>
              <a:avLst/>
              <a:gdLst/>
              <a:ahLst/>
              <a:cxnLst/>
              <a:rect l="l" t="t" r="r" b="b"/>
              <a:pathLst>
                <a:path w="4371" h="335" extrusionOk="0">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2" name="Google Shape;12712;p65"/>
            <p:cNvSpPr/>
            <p:nvPr/>
          </p:nvSpPr>
          <p:spPr>
            <a:xfrm>
              <a:off x="1412070" y="3652303"/>
              <a:ext cx="139118" cy="10630"/>
            </a:xfrm>
            <a:custGeom>
              <a:avLst/>
              <a:gdLst/>
              <a:ahLst/>
              <a:cxnLst/>
              <a:rect l="l" t="t" r="r" b="b"/>
              <a:pathLst>
                <a:path w="4371" h="334" extrusionOk="0">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3" name="Google Shape;12713;p65"/>
            <p:cNvSpPr/>
            <p:nvPr/>
          </p:nvSpPr>
          <p:spPr>
            <a:xfrm>
              <a:off x="1432153" y="3417352"/>
              <a:ext cx="83802" cy="191379"/>
            </a:xfrm>
            <a:custGeom>
              <a:avLst/>
              <a:gdLst/>
              <a:ahLst/>
              <a:cxnLst/>
              <a:rect l="l" t="t" r="r" b="b"/>
              <a:pathLst>
                <a:path w="2633" h="6013" extrusionOk="0">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14" name="Google Shape;12714;p65"/>
          <p:cNvGrpSpPr/>
          <p:nvPr/>
        </p:nvGrpSpPr>
        <p:grpSpPr>
          <a:xfrm>
            <a:off x="1748582" y="3198385"/>
            <a:ext cx="359269" cy="335780"/>
            <a:chOff x="1748582" y="3372635"/>
            <a:chExt cx="359269" cy="335780"/>
          </a:xfrm>
        </p:grpSpPr>
        <p:sp>
          <p:nvSpPr>
            <p:cNvPr id="12715" name="Google Shape;12715;p65"/>
            <p:cNvSpPr/>
            <p:nvPr/>
          </p:nvSpPr>
          <p:spPr>
            <a:xfrm>
              <a:off x="2080161" y="3535210"/>
              <a:ext cx="27690" cy="10630"/>
            </a:xfrm>
            <a:custGeom>
              <a:avLst/>
              <a:gdLst/>
              <a:ahLst/>
              <a:cxnLst/>
              <a:rect l="l" t="t" r="r" b="b"/>
              <a:pathLst>
                <a:path w="870" h="334" extrusionOk="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16" name="Google Shape;12716;p65"/>
            <p:cNvGrpSpPr/>
            <p:nvPr/>
          </p:nvGrpSpPr>
          <p:grpSpPr>
            <a:xfrm>
              <a:off x="1748582" y="3372635"/>
              <a:ext cx="333520" cy="335780"/>
              <a:chOff x="1748582" y="3372635"/>
              <a:chExt cx="333520" cy="335780"/>
            </a:xfrm>
          </p:grpSpPr>
          <p:sp>
            <p:nvSpPr>
              <p:cNvPr id="12717" name="Google Shape;12717;p65"/>
              <p:cNvSpPr/>
              <p:nvPr/>
            </p:nvSpPr>
            <p:spPr>
              <a:xfrm>
                <a:off x="1748582" y="3372635"/>
                <a:ext cx="308504" cy="335780"/>
              </a:xfrm>
              <a:custGeom>
                <a:avLst/>
                <a:gdLst/>
                <a:ahLst/>
                <a:cxnLst/>
                <a:rect l="l" t="t" r="r" b="b"/>
                <a:pathLst>
                  <a:path w="9693" h="10550" extrusionOk="0">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8" name="Google Shape;12718;p65"/>
              <p:cNvSpPr/>
              <p:nvPr/>
            </p:nvSpPr>
            <p:spPr>
              <a:xfrm>
                <a:off x="2057054" y="3472000"/>
                <a:ext cx="25048" cy="22311"/>
              </a:xfrm>
              <a:custGeom>
                <a:avLst/>
                <a:gdLst/>
                <a:ahLst/>
                <a:cxnLst/>
                <a:rect l="l" t="t" r="r" b="b"/>
                <a:pathLst>
                  <a:path w="787" h="701" extrusionOk="0">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9" name="Google Shape;12719;p65"/>
              <p:cNvSpPr/>
              <p:nvPr/>
            </p:nvSpPr>
            <p:spPr>
              <a:xfrm>
                <a:off x="2058550" y="3586834"/>
                <a:ext cx="23552" cy="22629"/>
              </a:xfrm>
              <a:custGeom>
                <a:avLst/>
                <a:gdLst/>
                <a:ahLst/>
                <a:cxnLst/>
                <a:rect l="l" t="t" r="r" b="b"/>
                <a:pathLst>
                  <a:path w="740" h="711" extrusionOk="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720" name="Google Shape;12720;p65"/>
          <p:cNvGrpSpPr/>
          <p:nvPr/>
        </p:nvGrpSpPr>
        <p:grpSpPr>
          <a:xfrm>
            <a:off x="2640993" y="3183585"/>
            <a:ext cx="365348" cy="364966"/>
            <a:chOff x="2640993" y="3357835"/>
            <a:chExt cx="365348" cy="364966"/>
          </a:xfrm>
        </p:grpSpPr>
        <p:sp>
          <p:nvSpPr>
            <p:cNvPr id="12721" name="Google Shape;12721;p65"/>
            <p:cNvSpPr/>
            <p:nvPr/>
          </p:nvSpPr>
          <p:spPr>
            <a:xfrm>
              <a:off x="2640993" y="3455227"/>
              <a:ext cx="365348" cy="267574"/>
            </a:xfrm>
            <a:custGeom>
              <a:avLst/>
              <a:gdLst/>
              <a:ahLst/>
              <a:cxnLst/>
              <a:rect l="l" t="t" r="r" b="b"/>
              <a:pathLst>
                <a:path w="11479" h="8407" extrusionOk="0">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2" name="Google Shape;12722;p65"/>
            <p:cNvSpPr/>
            <p:nvPr/>
          </p:nvSpPr>
          <p:spPr>
            <a:xfrm>
              <a:off x="2724763" y="3357835"/>
              <a:ext cx="280050" cy="136476"/>
            </a:xfrm>
            <a:custGeom>
              <a:avLst/>
              <a:gdLst/>
              <a:ahLst/>
              <a:cxnLst/>
              <a:rect l="l" t="t" r="r" b="b"/>
              <a:pathLst>
                <a:path w="8799" h="4288" extrusionOk="0">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3" name="Google Shape;12723;p65"/>
            <p:cNvSpPr/>
            <p:nvPr/>
          </p:nvSpPr>
          <p:spPr>
            <a:xfrm>
              <a:off x="2771359" y="3655327"/>
              <a:ext cx="10280" cy="21611"/>
            </a:xfrm>
            <a:custGeom>
              <a:avLst/>
              <a:gdLst/>
              <a:ahLst/>
              <a:cxnLst/>
              <a:rect l="l" t="t" r="r" b="b"/>
              <a:pathLst>
                <a:path w="323" h="679" extrusionOk="0">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4" name="Google Shape;12724;p65"/>
            <p:cNvSpPr/>
            <p:nvPr/>
          </p:nvSpPr>
          <p:spPr>
            <a:xfrm>
              <a:off x="2794084" y="3655327"/>
              <a:ext cx="10280" cy="21611"/>
            </a:xfrm>
            <a:custGeom>
              <a:avLst/>
              <a:gdLst/>
              <a:ahLst/>
              <a:cxnLst/>
              <a:rect l="l" t="t" r="r" b="b"/>
              <a:pathLst>
                <a:path w="323" h="679" extrusionOk="0">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5" name="Google Shape;12725;p65"/>
            <p:cNvSpPr/>
            <p:nvPr/>
          </p:nvSpPr>
          <p:spPr>
            <a:xfrm>
              <a:off x="2816840"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6" name="Google Shape;12726;p65"/>
            <p:cNvSpPr/>
            <p:nvPr/>
          </p:nvSpPr>
          <p:spPr>
            <a:xfrm>
              <a:off x="2839947" y="3655327"/>
              <a:ext cx="10630" cy="21611"/>
            </a:xfrm>
            <a:custGeom>
              <a:avLst/>
              <a:gdLst/>
              <a:ahLst/>
              <a:cxnLst/>
              <a:rect l="l" t="t" r="r" b="b"/>
              <a:pathLst>
                <a:path w="334" h="679" extrusionOk="0">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7" name="Google Shape;12727;p65"/>
            <p:cNvSpPr/>
            <p:nvPr/>
          </p:nvSpPr>
          <p:spPr>
            <a:xfrm>
              <a:off x="2862672" y="3655327"/>
              <a:ext cx="10662" cy="21611"/>
            </a:xfrm>
            <a:custGeom>
              <a:avLst/>
              <a:gdLst/>
              <a:ahLst/>
              <a:cxnLst/>
              <a:rect l="l" t="t" r="r" b="b"/>
              <a:pathLst>
                <a:path w="335" h="679" extrusionOk="0">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8" name="Google Shape;12728;p65"/>
            <p:cNvSpPr/>
            <p:nvPr/>
          </p:nvSpPr>
          <p:spPr>
            <a:xfrm>
              <a:off x="2885429"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9" name="Google Shape;12729;p65"/>
            <p:cNvSpPr/>
            <p:nvPr/>
          </p:nvSpPr>
          <p:spPr>
            <a:xfrm>
              <a:off x="2908535" y="3655327"/>
              <a:ext cx="10630" cy="21611"/>
            </a:xfrm>
            <a:custGeom>
              <a:avLst/>
              <a:gdLst/>
              <a:ahLst/>
              <a:cxnLst/>
              <a:rect l="l" t="t" r="r" b="b"/>
              <a:pathLst>
                <a:path w="334" h="679" extrusionOk="0">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0" name="Google Shape;12730;p65"/>
            <p:cNvSpPr/>
            <p:nvPr/>
          </p:nvSpPr>
          <p:spPr>
            <a:xfrm>
              <a:off x="2931292" y="3655327"/>
              <a:ext cx="10630" cy="21611"/>
            </a:xfrm>
            <a:custGeom>
              <a:avLst/>
              <a:gdLst/>
              <a:ahLst/>
              <a:cxnLst/>
              <a:rect l="l" t="t" r="r" b="b"/>
              <a:pathLst>
                <a:path w="334" h="679" extrusionOk="0">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1" name="Google Shape;12731;p65"/>
          <p:cNvGrpSpPr/>
          <p:nvPr/>
        </p:nvGrpSpPr>
        <p:grpSpPr>
          <a:xfrm>
            <a:off x="4886264" y="3191924"/>
            <a:ext cx="350548" cy="350198"/>
            <a:chOff x="4886264" y="3366174"/>
            <a:chExt cx="350548" cy="350198"/>
          </a:xfrm>
        </p:grpSpPr>
        <p:sp>
          <p:nvSpPr>
            <p:cNvPr id="12732" name="Google Shape;12732;p65"/>
            <p:cNvSpPr/>
            <p:nvPr/>
          </p:nvSpPr>
          <p:spPr>
            <a:xfrm>
              <a:off x="4946132" y="3426614"/>
              <a:ext cx="230431" cy="289758"/>
            </a:xfrm>
            <a:custGeom>
              <a:avLst/>
              <a:gdLst/>
              <a:ahLst/>
              <a:cxnLst/>
              <a:rect l="l" t="t" r="r" b="b"/>
              <a:pathLst>
                <a:path w="7240" h="9104" extrusionOk="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3" name="Google Shape;12733;p65"/>
            <p:cNvSpPr/>
            <p:nvPr/>
          </p:nvSpPr>
          <p:spPr>
            <a:xfrm>
              <a:off x="4886264" y="3536706"/>
              <a:ext cx="48919" cy="10662"/>
            </a:xfrm>
            <a:custGeom>
              <a:avLst/>
              <a:gdLst/>
              <a:ahLst/>
              <a:cxnLst/>
              <a:rect l="l" t="t" r="r" b="b"/>
              <a:pathLst>
                <a:path w="1537" h="335" extrusionOk="0">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4" name="Google Shape;12734;p65"/>
            <p:cNvSpPr/>
            <p:nvPr/>
          </p:nvSpPr>
          <p:spPr>
            <a:xfrm>
              <a:off x="5187894" y="3536706"/>
              <a:ext cx="48919" cy="10662"/>
            </a:xfrm>
            <a:custGeom>
              <a:avLst/>
              <a:gdLst/>
              <a:ahLst/>
              <a:cxnLst/>
              <a:rect l="l" t="t" r="r" b="b"/>
              <a:pathLst>
                <a:path w="1537" h="335" extrusionOk="0">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5" name="Google Shape;12735;p65"/>
            <p:cNvSpPr/>
            <p:nvPr/>
          </p:nvSpPr>
          <p:spPr>
            <a:xfrm>
              <a:off x="5056414" y="3366174"/>
              <a:ext cx="10248" cy="48919"/>
            </a:xfrm>
            <a:custGeom>
              <a:avLst/>
              <a:gdLst/>
              <a:ahLst/>
              <a:cxnLst/>
              <a:rect l="l" t="t" r="r" b="b"/>
              <a:pathLst>
                <a:path w="322" h="1537" extrusionOk="0">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6" name="Google Shape;12736;p65"/>
            <p:cNvSpPr/>
            <p:nvPr/>
          </p:nvSpPr>
          <p:spPr>
            <a:xfrm>
              <a:off x="4978723" y="3650744"/>
              <a:ext cx="22757" cy="29249"/>
            </a:xfrm>
            <a:custGeom>
              <a:avLst/>
              <a:gdLst/>
              <a:ahLst/>
              <a:cxnLst/>
              <a:rect l="l" t="t" r="r" b="b"/>
              <a:pathLst>
                <a:path w="715" h="919" extrusionOk="0">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7" name="Google Shape;12737;p65"/>
            <p:cNvSpPr/>
            <p:nvPr/>
          </p:nvSpPr>
          <p:spPr>
            <a:xfrm>
              <a:off x="5121597" y="3403380"/>
              <a:ext cx="22757" cy="29154"/>
            </a:xfrm>
            <a:custGeom>
              <a:avLst/>
              <a:gdLst/>
              <a:ahLst/>
              <a:cxnLst/>
              <a:rect l="l" t="t" r="r" b="b"/>
              <a:pathLst>
                <a:path w="715" h="916" extrusionOk="0">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8" name="Google Shape;12738;p65"/>
            <p:cNvSpPr/>
            <p:nvPr/>
          </p:nvSpPr>
          <p:spPr>
            <a:xfrm>
              <a:off x="4922643" y="3459842"/>
              <a:ext cx="31095" cy="21197"/>
            </a:xfrm>
            <a:custGeom>
              <a:avLst/>
              <a:gdLst/>
              <a:ahLst/>
              <a:cxnLst/>
              <a:rect l="l" t="t" r="r" b="b"/>
              <a:pathLst>
                <a:path w="977" h="666" extrusionOk="0">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9" name="Google Shape;12739;p65"/>
            <p:cNvSpPr/>
            <p:nvPr/>
          </p:nvSpPr>
          <p:spPr>
            <a:xfrm>
              <a:off x="5169720" y="3602334"/>
              <a:ext cx="30714" cy="21197"/>
            </a:xfrm>
            <a:custGeom>
              <a:avLst/>
              <a:gdLst/>
              <a:ahLst/>
              <a:cxnLst/>
              <a:rect l="l" t="t" r="r" b="b"/>
              <a:pathLst>
                <a:path w="965" h="666" extrusionOk="0">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0" name="Google Shape;12740;p65"/>
            <p:cNvSpPr/>
            <p:nvPr/>
          </p:nvSpPr>
          <p:spPr>
            <a:xfrm>
              <a:off x="5121597" y="3650744"/>
              <a:ext cx="22757" cy="29249"/>
            </a:xfrm>
            <a:custGeom>
              <a:avLst/>
              <a:gdLst/>
              <a:ahLst/>
              <a:cxnLst/>
              <a:rect l="l" t="t" r="r" b="b"/>
              <a:pathLst>
                <a:path w="715" h="919" extrusionOk="0">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1" name="Google Shape;12741;p65"/>
            <p:cNvSpPr/>
            <p:nvPr/>
          </p:nvSpPr>
          <p:spPr>
            <a:xfrm>
              <a:off x="4978723" y="3403380"/>
              <a:ext cx="22757" cy="29154"/>
            </a:xfrm>
            <a:custGeom>
              <a:avLst/>
              <a:gdLst/>
              <a:ahLst/>
              <a:cxnLst/>
              <a:rect l="l" t="t" r="r" b="b"/>
              <a:pathLst>
                <a:path w="715" h="916" extrusionOk="0">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2" name="Google Shape;12742;p65"/>
            <p:cNvSpPr/>
            <p:nvPr/>
          </p:nvSpPr>
          <p:spPr>
            <a:xfrm>
              <a:off x="5169720" y="3459842"/>
              <a:ext cx="30714" cy="21197"/>
            </a:xfrm>
            <a:custGeom>
              <a:avLst/>
              <a:gdLst/>
              <a:ahLst/>
              <a:cxnLst/>
              <a:rect l="l" t="t" r="r" b="b"/>
              <a:pathLst>
                <a:path w="965" h="666" extrusionOk="0">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3" name="Google Shape;12743;p65"/>
            <p:cNvSpPr/>
            <p:nvPr/>
          </p:nvSpPr>
          <p:spPr>
            <a:xfrm>
              <a:off x="4922643" y="3602334"/>
              <a:ext cx="31095" cy="21197"/>
            </a:xfrm>
            <a:custGeom>
              <a:avLst/>
              <a:gdLst/>
              <a:ahLst/>
              <a:cxnLst/>
              <a:rect l="l" t="t" r="r" b="b"/>
              <a:pathLst>
                <a:path w="977" h="666" extrusionOk="0">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4" name="Google Shape;12744;p65"/>
            <p:cNvSpPr/>
            <p:nvPr/>
          </p:nvSpPr>
          <p:spPr>
            <a:xfrm>
              <a:off x="5077993" y="3451758"/>
              <a:ext cx="70912" cy="62637"/>
            </a:xfrm>
            <a:custGeom>
              <a:avLst/>
              <a:gdLst/>
              <a:ahLst/>
              <a:cxnLst/>
              <a:rect l="l" t="t" r="r" b="b"/>
              <a:pathLst>
                <a:path w="2228" h="1968" extrusionOk="0">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5" name="Google Shape;12745;p65"/>
          <p:cNvGrpSpPr/>
          <p:nvPr/>
        </p:nvGrpSpPr>
        <p:grpSpPr>
          <a:xfrm>
            <a:off x="5331913" y="3239697"/>
            <a:ext cx="347143" cy="254684"/>
            <a:chOff x="5331913" y="3413947"/>
            <a:chExt cx="347143" cy="254684"/>
          </a:xfrm>
        </p:grpSpPr>
        <p:sp>
          <p:nvSpPr>
            <p:cNvPr id="12746" name="Google Shape;12746;p65"/>
            <p:cNvSpPr/>
            <p:nvPr/>
          </p:nvSpPr>
          <p:spPr>
            <a:xfrm>
              <a:off x="5597163" y="3523083"/>
              <a:ext cx="43222" cy="15564"/>
            </a:xfrm>
            <a:custGeom>
              <a:avLst/>
              <a:gdLst/>
              <a:ahLst/>
              <a:cxnLst/>
              <a:rect l="l" t="t" r="r" b="b"/>
              <a:pathLst>
                <a:path w="1358" h="489" extrusionOk="0">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7" name="Google Shape;12747;p65"/>
            <p:cNvSpPr/>
            <p:nvPr/>
          </p:nvSpPr>
          <p:spPr>
            <a:xfrm>
              <a:off x="5331913" y="3413947"/>
              <a:ext cx="347143" cy="253538"/>
            </a:xfrm>
            <a:custGeom>
              <a:avLst/>
              <a:gdLst/>
              <a:ahLst/>
              <a:cxnLst/>
              <a:rect l="l" t="t" r="r" b="b"/>
              <a:pathLst>
                <a:path w="10907" h="7966" extrusionOk="0">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8" name="Google Shape;12748;p65"/>
            <p:cNvSpPr/>
            <p:nvPr/>
          </p:nvSpPr>
          <p:spPr>
            <a:xfrm>
              <a:off x="5645669" y="3625759"/>
              <a:ext cx="10248" cy="42872"/>
            </a:xfrm>
            <a:custGeom>
              <a:avLst/>
              <a:gdLst/>
              <a:ahLst/>
              <a:cxnLst/>
              <a:rect l="l" t="t" r="r" b="b"/>
              <a:pathLst>
                <a:path w="322" h="1347" extrusionOk="0">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9" name="Google Shape;12749;p65"/>
            <p:cNvSpPr/>
            <p:nvPr/>
          </p:nvSpPr>
          <p:spPr>
            <a:xfrm>
              <a:off x="5462247" y="3461115"/>
              <a:ext cx="86825" cy="29759"/>
            </a:xfrm>
            <a:custGeom>
              <a:avLst/>
              <a:gdLst/>
              <a:ahLst/>
              <a:cxnLst/>
              <a:rect l="l" t="t" r="r" b="b"/>
              <a:pathLst>
                <a:path w="2728" h="935" extrusionOk="0">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0" name="Google Shape;12750;p65"/>
            <p:cNvSpPr/>
            <p:nvPr/>
          </p:nvSpPr>
          <p:spPr>
            <a:xfrm>
              <a:off x="5441050" y="3636389"/>
              <a:ext cx="10248" cy="32241"/>
            </a:xfrm>
            <a:custGeom>
              <a:avLst/>
              <a:gdLst/>
              <a:ahLst/>
              <a:cxnLst/>
              <a:rect l="l" t="t" r="r" b="b"/>
              <a:pathLst>
                <a:path w="322" h="1013" extrusionOk="0">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1" name="Google Shape;12751;p65"/>
            <p:cNvSpPr/>
            <p:nvPr/>
          </p:nvSpPr>
          <p:spPr>
            <a:xfrm>
              <a:off x="5559257" y="3636389"/>
              <a:ext cx="10662" cy="32241"/>
            </a:xfrm>
            <a:custGeom>
              <a:avLst/>
              <a:gdLst/>
              <a:ahLst/>
              <a:cxnLst/>
              <a:rect l="l" t="t" r="r" b="b"/>
              <a:pathLst>
                <a:path w="335" h="1013" extrusionOk="0">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2" name="Google Shape;12752;p65"/>
          <p:cNvGrpSpPr/>
          <p:nvPr/>
        </p:nvGrpSpPr>
        <p:grpSpPr>
          <a:xfrm>
            <a:off x="5776798" y="3235528"/>
            <a:ext cx="346379" cy="264518"/>
            <a:chOff x="5776798" y="3409778"/>
            <a:chExt cx="346379" cy="264518"/>
          </a:xfrm>
        </p:grpSpPr>
        <p:sp>
          <p:nvSpPr>
            <p:cNvPr id="12753" name="Google Shape;12753;p65"/>
            <p:cNvSpPr/>
            <p:nvPr/>
          </p:nvSpPr>
          <p:spPr>
            <a:xfrm>
              <a:off x="5890104" y="3642055"/>
              <a:ext cx="10248" cy="32241"/>
            </a:xfrm>
            <a:custGeom>
              <a:avLst/>
              <a:gdLst/>
              <a:ahLst/>
              <a:cxnLst/>
              <a:rect l="l" t="t" r="r" b="b"/>
              <a:pathLst>
                <a:path w="322" h="1013" extrusionOk="0">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4" name="Google Shape;12754;p65"/>
            <p:cNvSpPr/>
            <p:nvPr/>
          </p:nvSpPr>
          <p:spPr>
            <a:xfrm>
              <a:off x="5998094" y="3642055"/>
              <a:ext cx="10248" cy="32241"/>
            </a:xfrm>
            <a:custGeom>
              <a:avLst/>
              <a:gdLst/>
              <a:ahLst/>
              <a:cxnLst/>
              <a:rect l="l" t="t" r="r" b="b"/>
              <a:pathLst>
                <a:path w="322" h="1013" extrusionOk="0">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5" name="Google Shape;12755;p65"/>
            <p:cNvSpPr/>
            <p:nvPr/>
          </p:nvSpPr>
          <p:spPr>
            <a:xfrm>
              <a:off x="5814673" y="3528367"/>
              <a:ext cx="43222" cy="15564"/>
            </a:xfrm>
            <a:custGeom>
              <a:avLst/>
              <a:gdLst/>
              <a:ahLst/>
              <a:cxnLst/>
              <a:rect l="l" t="t" r="r" b="b"/>
              <a:pathLst>
                <a:path w="1358" h="489" extrusionOk="0">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6" name="Google Shape;12756;p65"/>
            <p:cNvSpPr/>
            <p:nvPr/>
          </p:nvSpPr>
          <p:spPr>
            <a:xfrm>
              <a:off x="5797995" y="3631074"/>
              <a:ext cx="10662" cy="42458"/>
            </a:xfrm>
            <a:custGeom>
              <a:avLst/>
              <a:gdLst/>
              <a:ahLst/>
              <a:cxnLst/>
              <a:rect l="l" t="t" r="r" b="b"/>
              <a:pathLst>
                <a:path w="335" h="1334" extrusionOk="0">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7" name="Google Shape;12757;p65"/>
            <p:cNvSpPr/>
            <p:nvPr/>
          </p:nvSpPr>
          <p:spPr>
            <a:xfrm>
              <a:off x="5776798" y="3409778"/>
              <a:ext cx="346379" cy="264136"/>
            </a:xfrm>
            <a:custGeom>
              <a:avLst/>
              <a:gdLst/>
              <a:ahLst/>
              <a:cxnLst/>
              <a:rect l="l" t="t" r="r" b="b"/>
              <a:pathLst>
                <a:path w="10883" h="8299" extrusionOk="0">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8" name="Google Shape;12758;p65"/>
            <p:cNvSpPr/>
            <p:nvPr/>
          </p:nvSpPr>
          <p:spPr>
            <a:xfrm>
              <a:off x="6089408" y="3637503"/>
              <a:ext cx="10662" cy="36029"/>
            </a:xfrm>
            <a:custGeom>
              <a:avLst/>
              <a:gdLst/>
              <a:ahLst/>
              <a:cxnLst/>
              <a:rect l="l" t="t" r="r" b="b"/>
              <a:pathLst>
                <a:path w="335" h="1132" extrusionOk="0">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9" name="Google Shape;12759;p65"/>
          <p:cNvGrpSpPr/>
          <p:nvPr/>
        </p:nvGrpSpPr>
        <p:grpSpPr>
          <a:xfrm>
            <a:off x="7108015" y="3222255"/>
            <a:ext cx="344883" cy="290299"/>
            <a:chOff x="7108015" y="3396505"/>
            <a:chExt cx="344883" cy="290299"/>
          </a:xfrm>
        </p:grpSpPr>
        <p:sp>
          <p:nvSpPr>
            <p:cNvPr id="12760" name="Google Shape;12760;p65"/>
            <p:cNvSpPr/>
            <p:nvPr/>
          </p:nvSpPr>
          <p:spPr>
            <a:xfrm>
              <a:off x="7108015" y="3396505"/>
              <a:ext cx="344883" cy="290299"/>
            </a:xfrm>
            <a:custGeom>
              <a:avLst/>
              <a:gdLst/>
              <a:ahLst/>
              <a:cxnLst/>
              <a:rect l="l" t="t" r="r" b="b"/>
              <a:pathLst>
                <a:path w="10836" h="9121" extrusionOk="0">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1" name="Google Shape;12761;p65"/>
            <p:cNvSpPr/>
            <p:nvPr/>
          </p:nvSpPr>
          <p:spPr>
            <a:xfrm>
              <a:off x="7211104" y="3487819"/>
              <a:ext cx="139468" cy="139500"/>
            </a:xfrm>
            <a:custGeom>
              <a:avLst/>
              <a:gdLst/>
              <a:ahLst/>
              <a:cxnLst/>
              <a:rect l="l" t="t" r="r" b="b"/>
              <a:pathLst>
                <a:path w="4382" h="4383" extrusionOk="0">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2" name="Google Shape;12762;p65"/>
            <p:cNvSpPr/>
            <p:nvPr/>
          </p:nvSpPr>
          <p:spPr>
            <a:xfrm>
              <a:off x="7180009" y="3466271"/>
              <a:ext cx="159201" cy="149685"/>
            </a:xfrm>
            <a:custGeom>
              <a:avLst/>
              <a:gdLst/>
              <a:ahLst/>
              <a:cxnLst/>
              <a:rect l="l" t="t" r="r" b="b"/>
              <a:pathLst>
                <a:path w="5002" h="4703" extrusionOk="0">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3" name="Google Shape;12763;p65"/>
            <p:cNvSpPr/>
            <p:nvPr/>
          </p:nvSpPr>
          <p:spPr>
            <a:xfrm>
              <a:off x="7222085" y="3499690"/>
              <a:ext cx="158819" cy="148825"/>
            </a:xfrm>
            <a:custGeom>
              <a:avLst/>
              <a:gdLst/>
              <a:ahLst/>
              <a:cxnLst/>
              <a:rect l="l" t="t" r="r" b="b"/>
              <a:pathLst>
                <a:path w="4990" h="4676" extrusionOk="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64" name="Google Shape;12764;p65"/>
          <p:cNvGrpSpPr/>
          <p:nvPr/>
        </p:nvGrpSpPr>
        <p:grpSpPr>
          <a:xfrm>
            <a:off x="7551754" y="3216558"/>
            <a:ext cx="344883" cy="301311"/>
            <a:chOff x="7551754" y="3390808"/>
            <a:chExt cx="344883" cy="301311"/>
          </a:xfrm>
        </p:grpSpPr>
        <p:sp>
          <p:nvSpPr>
            <p:cNvPr id="12765" name="Google Shape;12765;p65"/>
            <p:cNvSpPr/>
            <p:nvPr/>
          </p:nvSpPr>
          <p:spPr>
            <a:xfrm>
              <a:off x="7551754" y="3390808"/>
              <a:ext cx="344883" cy="301311"/>
            </a:xfrm>
            <a:custGeom>
              <a:avLst/>
              <a:gdLst/>
              <a:ahLst/>
              <a:cxnLst/>
              <a:rect l="l" t="t" r="r" b="b"/>
              <a:pathLst>
                <a:path w="10836" h="9467" extrusionOk="0">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6" name="Google Shape;12766;p65"/>
            <p:cNvSpPr/>
            <p:nvPr/>
          </p:nvSpPr>
          <p:spPr>
            <a:xfrm>
              <a:off x="7584345" y="3509811"/>
              <a:ext cx="117889" cy="150098"/>
            </a:xfrm>
            <a:custGeom>
              <a:avLst/>
              <a:gdLst/>
              <a:ahLst/>
              <a:cxnLst/>
              <a:rect l="l" t="t" r="r" b="b"/>
              <a:pathLst>
                <a:path w="3704" h="4716" extrusionOk="0">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7" name="Google Shape;12767;p65"/>
            <p:cNvSpPr/>
            <p:nvPr/>
          </p:nvSpPr>
          <p:spPr>
            <a:xfrm>
              <a:off x="7724959" y="3509811"/>
              <a:ext cx="139468" cy="31859"/>
            </a:xfrm>
            <a:custGeom>
              <a:avLst/>
              <a:gdLst/>
              <a:ahLst/>
              <a:cxnLst/>
              <a:rect l="l" t="t" r="r" b="b"/>
              <a:pathLst>
                <a:path w="4382" h="1001" extrusionOk="0">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8" name="Google Shape;12768;p65"/>
            <p:cNvSpPr/>
            <p:nvPr/>
          </p:nvSpPr>
          <p:spPr>
            <a:xfrm>
              <a:off x="7724577" y="3553001"/>
              <a:ext cx="107259" cy="31477"/>
            </a:xfrm>
            <a:custGeom>
              <a:avLst/>
              <a:gdLst/>
              <a:ahLst/>
              <a:cxnLst/>
              <a:rect l="l" t="t" r="r" b="b"/>
              <a:pathLst>
                <a:path w="3370" h="989" extrusionOk="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9" name="Google Shape;12769;p65"/>
            <p:cNvSpPr/>
            <p:nvPr/>
          </p:nvSpPr>
          <p:spPr>
            <a:xfrm>
              <a:off x="7724577" y="3595841"/>
              <a:ext cx="64451" cy="10630"/>
            </a:xfrm>
            <a:custGeom>
              <a:avLst/>
              <a:gdLst/>
              <a:ahLst/>
              <a:cxnLst/>
              <a:rect l="l" t="t" r="r" b="b"/>
              <a:pathLst>
                <a:path w="2025" h="334" extrusionOk="0">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0" name="Google Shape;12770;p65"/>
            <p:cNvSpPr/>
            <p:nvPr/>
          </p:nvSpPr>
          <p:spPr>
            <a:xfrm>
              <a:off x="7799977" y="3595841"/>
              <a:ext cx="32241" cy="10630"/>
            </a:xfrm>
            <a:custGeom>
              <a:avLst/>
              <a:gdLst/>
              <a:ahLst/>
              <a:cxnLst/>
              <a:rect l="l" t="t" r="r" b="b"/>
              <a:pathLst>
                <a:path w="1013" h="334" extrusionOk="0">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1" name="Google Shape;12771;p65"/>
            <p:cNvSpPr/>
            <p:nvPr/>
          </p:nvSpPr>
          <p:spPr>
            <a:xfrm>
              <a:off x="7724577" y="3628051"/>
              <a:ext cx="21229" cy="10630"/>
            </a:xfrm>
            <a:custGeom>
              <a:avLst/>
              <a:gdLst/>
              <a:ahLst/>
              <a:cxnLst/>
              <a:rect l="l" t="t" r="r" b="b"/>
              <a:pathLst>
                <a:path w="667" h="334" extrusionOk="0">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2" name="Google Shape;12772;p65"/>
            <p:cNvSpPr/>
            <p:nvPr/>
          </p:nvSpPr>
          <p:spPr>
            <a:xfrm>
              <a:off x="7756787" y="3628051"/>
              <a:ext cx="53438" cy="10630"/>
            </a:xfrm>
            <a:custGeom>
              <a:avLst/>
              <a:gdLst/>
              <a:ahLst/>
              <a:cxnLst/>
              <a:rect l="l" t="t" r="r" b="b"/>
              <a:pathLst>
                <a:path w="1679" h="334" extrusionOk="0">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3" name="Google Shape;12773;p65"/>
            <p:cNvSpPr/>
            <p:nvPr/>
          </p:nvSpPr>
          <p:spPr>
            <a:xfrm>
              <a:off x="7724577" y="3650012"/>
              <a:ext cx="21229" cy="10280"/>
            </a:xfrm>
            <a:custGeom>
              <a:avLst/>
              <a:gdLst/>
              <a:ahLst/>
              <a:cxnLst/>
              <a:rect l="l" t="t" r="r" b="b"/>
              <a:pathLst>
                <a:path w="667" h="323" extrusionOk="0">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4" name="Google Shape;12774;p65"/>
            <p:cNvSpPr/>
            <p:nvPr/>
          </p:nvSpPr>
          <p:spPr>
            <a:xfrm>
              <a:off x="7756787" y="3650012"/>
              <a:ext cx="53438" cy="10280"/>
            </a:xfrm>
            <a:custGeom>
              <a:avLst/>
              <a:gdLst/>
              <a:ahLst/>
              <a:cxnLst/>
              <a:rect l="l" t="t" r="r" b="b"/>
              <a:pathLst>
                <a:path w="1679" h="323" extrusionOk="0">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5" name="Google Shape;12775;p65"/>
            <p:cNvSpPr/>
            <p:nvPr/>
          </p:nvSpPr>
          <p:spPr>
            <a:xfrm>
              <a:off x="7719262" y="3466621"/>
              <a:ext cx="10630" cy="10630"/>
            </a:xfrm>
            <a:custGeom>
              <a:avLst/>
              <a:gdLst/>
              <a:ahLst/>
              <a:cxnLst/>
              <a:rect l="l" t="t" r="r" b="b"/>
              <a:pathLst>
                <a:path w="334" h="334" extrusionOk="0">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6" name="Google Shape;12776;p65"/>
          <p:cNvGrpSpPr/>
          <p:nvPr/>
        </p:nvGrpSpPr>
        <p:grpSpPr>
          <a:xfrm>
            <a:off x="6707084" y="3213153"/>
            <a:ext cx="261145" cy="308504"/>
            <a:chOff x="6707084" y="3387403"/>
            <a:chExt cx="261145" cy="308504"/>
          </a:xfrm>
        </p:grpSpPr>
        <p:sp>
          <p:nvSpPr>
            <p:cNvPr id="12777" name="Google Shape;12777;p65"/>
            <p:cNvSpPr/>
            <p:nvPr/>
          </p:nvSpPr>
          <p:spPr>
            <a:xfrm>
              <a:off x="6726053" y="3542403"/>
              <a:ext cx="68238" cy="153504"/>
            </a:xfrm>
            <a:custGeom>
              <a:avLst/>
              <a:gdLst/>
              <a:ahLst/>
              <a:cxnLst/>
              <a:rect l="l" t="t" r="r" b="b"/>
              <a:pathLst>
                <a:path w="2144" h="4823" extrusionOk="0">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8" name="Google Shape;12778;p65"/>
            <p:cNvSpPr/>
            <p:nvPr/>
          </p:nvSpPr>
          <p:spPr>
            <a:xfrm>
              <a:off x="6803362" y="3542403"/>
              <a:ext cx="68238" cy="153504"/>
            </a:xfrm>
            <a:custGeom>
              <a:avLst/>
              <a:gdLst/>
              <a:ahLst/>
              <a:cxnLst/>
              <a:rect l="l" t="t" r="r" b="b"/>
              <a:pathLst>
                <a:path w="2144" h="4823" extrusionOk="0">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9" name="Google Shape;12779;p65"/>
            <p:cNvSpPr/>
            <p:nvPr/>
          </p:nvSpPr>
          <p:spPr>
            <a:xfrm>
              <a:off x="6880289" y="3542403"/>
              <a:ext cx="68620" cy="153504"/>
            </a:xfrm>
            <a:custGeom>
              <a:avLst/>
              <a:gdLst/>
              <a:ahLst/>
              <a:cxnLst/>
              <a:rect l="l" t="t" r="r" b="b"/>
              <a:pathLst>
                <a:path w="2156" h="4823" extrusionOk="0">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0" name="Google Shape;12780;p65"/>
            <p:cNvSpPr/>
            <p:nvPr/>
          </p:nvSpPr>
          <p:spPr>
            <a:xfrm>
              <a:off x="6707084" y="3387403"/>
              <a:ext cx="261145" cy="183072"/>
            </a:xfrm>
            <a:custGeom>
              <a:avLst/>
              <a:gdLst/>
              <a:ahLst/>
              <a:cxnLst/>
              <a:rect l="l" t="t" r="r" b="b"/>
              <a:pathLst>
                <a:path w="8205" h="5752" extrusionOk="0">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1" name="Google Shape;12781;p65"/>
          <p:cNvGrpSpPr/>
          <p:nvPr/>
        </p:nvGrpSpPr>
        <p:grpSpPr>
          <a:xfrm>
            <a:off x="848978" y="4123387"/>
            <a:ext cx="377824" cy="324418"/>
            <a:chOff x="848978" y="4297637"/>
            <a:chExt cx="377824" cy="324418"/>
          </a:xfrm>
        </p:grpSpPr>
        <p:sp>
          <p:nvSpPr>
            <p:cNvPr id="12782" name="Google Shape;12782;p65"/>
            <p:cNvSpPr/>
            <p:nvPr/>
          </p:nvSpPr>
          <p:spPr>
            <a:xfrm>
              <a:off x="848978" y="4297637"/>
              <a:ext cx="377824" cy="324418"/>
            </a:xfrm>
            <a:custGeom>
              <a:avLst/>
              <a:gdLst/>
              <a:ahLst/>
              <a:cxnLst/>
              <a:rect l="l" t="t" r="r" b="b"/>
              <a:pathLst>
                <a:path w="11871" h="10193" extrusionOk="0">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3" name="Google Shape;12783;p65"/>
            <p:cNvSpPr/>
            <p:nvPr/>
          </p:nvSpPr>
          <p:spPr>
            <a:xfrm>
              <a:off x="1002450" y="4457157"/>
              <a:ext cx="70116" cy="34533"/>
            </a:xfrm>
            <a:custGeom>
              <a:avLst/>
              <a:gdLst/>
              <a:ahLst/>
              <a:cxnLst/>
              <a:rect l="l" t="t" r="r" b="b"/>
              <a:pathLst>
                <a:path w="2203" h="1085" extrusionOk="0">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4" name="Google Shape;12784;p65"/>
          <p:cNvGrpSpPr/>
          <p:nvPr/>
        </p:nvGrpSpPr>
        <p:grpSpPr>
          <a:xfrm>
            <a:off x="1754279" y="4112343"/>
            <a:ext cx="351439" cy="345965"/>
            <a:chOff x="1754279" y="4286593"/>
            <a:chExt cx="351439" cy="345965"/>
          </a:xfrm>
        </p:grpSpPr>
        <p:sp>
          <p:nvSpPr>
            <p:cNvPr id="12785" name="Google Shape;12785;p65"/>
            <p:cNvSpPr/>
            <p:nvPr/>
          </p:nvSpPr>
          <p:spPr>
            <a:xfrm>
              <a:off x="1799379" y="4550857"/>
              <a:ext cx="28422" cy="27117"/>
            </a:xfrm>
            <a:custGeom>
              <a:avLst/>
              <a:gdLst/>
              <a:ahLst/>
              <a:cxnLst/>
              <a:rect l="l" t="t" r="r" b="b"/>
              <a:pathLst>
                <a:path w="893" h="852" extrusionOk="0">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6" name="Google Shape;12786;p65"/>
            <p:cNvSpPr/>
            <p:nvPr/>
          </p:nvSpPr>
          <p:spPr>
            <a:xfrm>
              <a:off x="1833084" y="4584594"/>
              <a:ext cx="27690" cy="27117"/>
            </a:xfrm>
            <a:custGeom>
              <a:avLst/>
              <a:gdLst/>
              <a:ahLst/>
              <a:cxnLst/>
              <a:rect l="l" t="t" r="r" b="b"/>
              <a:pathLst>
                <a:path w="870" h="852" extrusionOk="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7" name="Google Shape;12787;p65"/>
            <p:cNvSpPr/>
            <p:nvPr/>
          </p:nvSpPr>
          <p:spPr>
            <a:xfrm>
              <a:off x="1816407" y="4567917"/>
              <a:ext cx="28072" cy="27117"/>
            </a:xfrm>
            <a:custGeom>
              <a:avLst/>
              <a:gdLst/>
              <a:ahLst/>
              <a:cxnLst/>
              <a:rect l="l" t="t" r="r" b="b"/>
              <a:pathLst>
                <a:path w="882" h="852" extrusionOk="0">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8" name="Google Shape;12788;p65"/>
            <p:cNvSpPr/>
            <p:nvPr/>
          </p:nvSpPr>
          <p:spPr>
            <a:xfrm>
              <a:off x="1754279" y="4286593"/>
              <a:ext cx="351439" cy="345965"/>
            </a:xfrm>
            <a:custGeom>
              <a:avLst/>
              <a:gdLst/>
              <a:ahLst/>
              <a:cxnLst/>
              <a:rect l="l" t="t" r="r" b="b"/>
              <a:pathLst>
                <a:path w="11042" h="10870" extrusionOk="0">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9" name="Google Shape;12789;p65"/>
            <p:cNvSpPr/>
            <p:nvPr/>
          </p:nvSpPr>
          <p:spPr>
            <a:xfrm>
              <a:off x="1951705" y="4367117"/>
              <a:ext cx="86062" cy="65437"/>
            </a:xfrm>
            <a:custGeom>
              <a:avLst/>
              <a:gdLst/>
              <a:ahLst/>
              <a:cxnLst/>
              <a:rect l="l" t="t" r="r" b="b"/>
              <a:pathLst>
                <a:path w="2704" h="2056" extrusionOk="0">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90" name="Google Shape;12790;p65"/>
          <p:cNvGrpSpPr/>
          <p:nvPr/>
        </p:nvGrpSpPr>
        <p:grpSpPr>
          <a:xfrm>
            <a:off x="3996113" y="4116926"/>
            <a:ext cx="336512" cy="335048"/>
            <a:chOff x="3996113" y="4291176"/>
            <a:chExt cx="336512" cy="335048"/>
          </a:xfrm>
        </p:grpSpPr>
        <p:sp>
          <p:nvSpPr>
            <p:cNvPr id="12791" name="Google Shape;12791;p65"/>
            <p:cNvSpPr/>
            <p:nvPr/>
          </p:nvSpPr>
          <p:spPr>
            <a:xfrm>
              <a:off x="4082143" y="4323386"/>
              <a:ext cx="111810" cy="219833"/>
            </a:xfrm>
            <a:custGeom>
              <a:avLst/>
              <a:gdLst/>
              <a:ahLst/>
              <a:cxnLst/>
              <a:rect l="l" t="t" r="r" b="b"/>
              <a:pathLst>
                <a:path w="3513" h="6907" extrusionOk="0">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2" name="Google Shape;12792;p65"/>
            <p:cNvSpPr/>
            <p:nvPr/>
          </p:nvSpPr>
          <p:spPr>
            <a:xfrm>
              <a:off x="4226894" y="4523485"/>
              <a:ext cx="52324" cy="51942"/>
            </a:xfrm>
            <a:custGeom>
              <a:avLst/>
              <a:gdLst/>
              <a:ahLst/>
              <a:cxnLst/>
              <a:rect l="l" t="t" r="r" b="b"/>
              <a:pathLst>
                <a:path w="1644" h="1632" extrusionOk="0">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3" name="Google Shape;12793;p65"/>
            <p:cNvSpPr/>
            <p:nvPr/>
          </p:nvSpPr>
          <p:spPr>
            <a:xfrm>
              <a:off x="3996113" y="4291176"/>
              <a:ext cx="336512" cy="335048"/>
            </a:xfrm>
            <a:custGeom>
              <a:avLst/>
              <a:gdLst/>
              <a:ahLst/>
              <a:cxnLst/>
              <a:rect l="l" t="t" r="r" b="b"/>
              <a:pathLst>
                <a:path w="10573" h="10527" extrusionOk="0">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794" name="Google Shape;12794;p65"/>
          <p:cNvSpPr/>
          <p:nvPr/>
        </p:nvSpPr>
        <p:spPr>
          <a:xfrm>
            <a:off x="1331737" y="4133127"/>
            <a:ext cx="304716" cy="304048"/>
          </a:xfrm>
          <a:custGeom>
            <a:avLst/>
            <a:gdLst/>
            <a:ahLst/>
            <a:cxnLst/>
            <a:rect l="l" t="t" r="r" b="b"/>
            <a:pathLst>
              <a:path w="9574" h="9553" extrusionOk="0">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95" name="Google Shape;12795;p65"/>
          <p:cNvGrpSpPr/>
          <p:nvPr/>
        </p:nvGrpSpPr>
        <p:grpSpPr>
          <a:xfrm>
            <a:off x="2179081" y="4111261"/>
            <a:ext cx="397525" cy="348670"/>
            <a:chOff x="2179081" y="4285511"/>
            <a:chExt cx="397525" cy="348670"/>
          </a:xfrm>
        </p:grpSpPr>
        <p:sp>
          <p:nvSpPr>
            <p:cNvPr id="12796" name="Google Shape;12796;p65"/>
            <p:cNvSpPr/>
            <p:nvPr/>
          </p:nvSpPr>
          <p:spPr>
            <a:xfrm>
              <a:off x="2262437" y="4354322"/>
              <a:ext cx="230813" cy="210507"/>
            </a:xfrm>
            <a:custGeom>
              <a:avLst/>
              <a:gdLst/>
              <a:ahLst/>
              <a:cxnLst/>
              <a:rect l="l" t="t" r="r" b="b"/>
              <a:pathLst>
                <a:path w="7252" h="6614" extrusionOk="0">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7" name="Google Shape;12797;p65"/>
            <p:cNvSpPr/>
            <p:nvPr/>
          </p:nvSpPr>
          <p:spPr>
            <a:xfrm>
              <a:off x="2179081" y="4285511"/>
              <a:ext cx="397525" cy="348670"/>
            </a:xfrm>
            <a:custGeom>
              <a:avLst/>
              <a:gdLst/>
              <a:ahLst/>
              <a:cxnLst/>
              <a:rect l="l" t="t" r="r" b="b"/>
              <a:pathLst>
                <a:path w="12490" h="10955" extrusionOk="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98" name="Google Shape;12798;p65"/>
          <p:cNvGrpSpPr/>
          <p:nvPr/>
        </p:nvGrpSpPr>
        <p:grpSpPr>
          <a:xfrm>
            <a:off x="3584201" y="4120746"/>
            <a:ext cx="267574" cy="329415"/>
            <a:chOff x="3584201" y="4294996"/>
            <a:chExt cx="267574" cy="329415"/>
          </a:xfrm>
        </p:grpSpPr>
        <p:sp>
          <p:nvSpPr>
            <p:cNvPr id="12799" name="Google Shape;12799;p65"/>
            <p:cNvSpPr/>
            <p:nvPr/>
          </p:nvSpPr>
          <p:spPr>
            <a:xfrm>
              <a:off x="3584201" y="4294996"/>
              <a:ext cx="267574" cy="329415"/>
            </a:xfrm>
            <a:custGeom>
              <a:avLst/>
              <a:gdLst/>
              <a:ahLst/>
              <a:cxnLst/>
              <a:rect l="l" t="t" r="r" b="b"/>
              <a:pathLst>
                <a:path w="8407" h="10350" extrusionOk="0">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0" name="Google Shape;12800;p65"/>
            <p:cNvSpPr/>
            <p:nvPr/>
          </p:nvSpPr>
          <p:spPr>
            <a:xfrm>
              <a:off x="3604666" y="4315811"/>
              <a:ext cx="226644" cy="281610"/>
            </a:xfrm>
            <a:custGeom>
              <a:avLst/>
              <a:gdLst/>
              <a:ahLst/>
              <a:cxnLst/>
              <a:rect l="l" t="t" r="r" b="b"/>
              <a:pathLst>
                <a:path w="7121" h="8848" extrusionOk="0">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1" name="Google Shape;12801;p65"/>
            <p:cNvSpPr/>
            <p:nvPr/>
          </p:nvSpPr>
          <p:spPr>
            <a:xfrm>
              <a:off x="3645597" y="4362056"/>
              <a:ext cx="144019" cy="144019"/>
            </a:xfrm>
            <a:custGeom>
              <a:avLst/>
              <a:gdLst/>
              <a:ahLst/>
              <a:cxnLst/>
              <a:rect l="l" t="t" r="r" b="b"/>
              <a:pathLst>
                <a:path w="4525" h="4525" extrusionOk="0">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2" name="Google Shape;12802;p65"/>
            <p:cNvSpPr/>
            <p:nvPr/>
          </p:nvSpPr>
          <p:spPr>
            <a:xfrm>
              <a:off x="3692574" y="4377970"/>
              <a:ext cx="51561" cy="112574"/>
            </a:xfrm>
            <a:custGeom>
              <a:avLst/>
              <a:gdLst/>
              <a:ahLst/>
              <a:cxnLst/>
              <a:rect l="l" t="t" r="r" b="b"/>
              <a:pathLst>
                <a:path w="1620" h="3537" extrusionOk="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03" name="Google Shape;12803;p65"/>
          <p:cNvGrpSpPr/>
          <p:nvPr/>
        </p:nvGrpSpPr>
        <p:grpSpPr>
          <a:xfrm>
            <a:off x="3082855" y="4121478"/>
            <a:ext cx="375946" cy="327823"/>
            <a:chOff x="3082855" y="4295728"/>
            <a:chExt cx="375946" cy="327823"/>
          </a:xfrm>
        </p:grpSpPr>
        <p:sp>
          <p:nvSpPr>
            <p:cNvPr id="12804" name="Google Shape;12804;p65"/>
            <p:cNvSpPr/>
            <p:nvPr/>
          </p:nvSpPr>
          <p:spPr>
            <a:xfrm>
              <a:off x="3082855" y="4295728"/>
              <a:ext cx="375946" cy="327823"/>
            </a:xfrm>
            <a:custGeom>
              <a:avLst/>
              <a:gdLst/>
              <a:ahLst/>
              <a:cxnLst/>
              <a:rect l="l" t="t" r="r" b="b"/>
              <a:pathLst>
                <a:path w="11812" h="10300" extrusionOk="0">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5" name="Google Shape;12805;p65"/>
            <p:cNvSpPr/>
            <p:nvPr/>
          </p:nvSpPr>
          <p:spPr>
            <a:xfrm>
              <a:off x="3118852" y="4424947"/>
              <a:ext cx="128488" cy="163371"/>
            </a:xfrm>
            <a:custGeom>
              <a:avLst/>
              <a:gdLst/>
              <a:ahLst/>
              <a:cxnLst/>
              <a:rect l="l" t="t" r="r" b="b"/>
              <a:pathLst>
                <a:path w="4037" h="5133" extrusionOk="0">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6" name="Google Shape;12806;p65"/>
            <p:cNvSpPr/>
            <p:nvPr/>
          </p:nvSpPr>
          <p:spPr>
            <a:xfrm>
              <a:off x="3271178" y="4424947"/>
              <a:ext cx="152008" cy="34533"/>
            </a:xfrm>
            <a:custGeom>
              <a:avLst/>
              <a:gdLst/>
              <a:ahLst/>
              <a:cxnLst/>
              <a:rect l="l" t="t" r="r" b="b"/>
              <a:pathLst>
                <a:path w="4776" h="1085" extrusionOk="0">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7" name="Google Shape;12807;p65"/>
            <p:cNvSpPr/>
            <p:nvPr/>
          </p:nvSpPr>
          <p:spPr>
            <a:xfrm>
              <a:off x="3271560" y="4471957"/>
              <a:ext cx="116393" cy="34501"/>
            </a:xfrm>
            <a:custGeom>
              <a:avLst/>
              <a:gdLst/>
              <a:ahLst/>
              <a:cxnLst/>
              <a:rect l="l" t="t" r="r" b="b"/>
              <a:pathLst>
                <a:path w="3657" h="1084" extrusionOk="0">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8" name="Google Shape;12808;p65"/>
            <p:cNvSpPr/>
            <p:nvPr/>
          </p:nvSpPr>
          <p:spPr>
            <a:xfrm>
              <a:off x="3271178" y="4518552"/>
              <a:ext cx="70148" cy="11394"/>
            </a:xfrm>
            <a:custGeom>
              <a:avLst/>
              <a:gdLst/>
              <a:ahLst/>
              <a:cxnLst/>
              <a:rect l="l" t="t" r="r" b="b"/>
              <a:pathLst>
                <a:path w="2204" h="358" extrusionOk="0">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9" name="Google Shape;12809;p65"/>
            <p:cNvSpPr/>
            <p:nvPr/>
          </p:nvSpPr>
          <p:spPr>
            <a:xfrm>
              <a:off x="3353038" y="4518552"/>
              <a:ext cx="34915" cy="11394"/>
            </a:xfrm>
            <a:custGeom>
              <a:avLst/>
              <a:gdLst/>
              <a:ahLst/>
              <a:cxnLst/>
              <a:rect l="l" t="t" r="r" b="b"/>
              <a:pathLst>
                <a:path w="1097" h="358" extrusionOk="0">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0" name="Google Shape;12810;p65"/>
            <p:cNvSpPr/>
            <p:nvPr/>
          </p:nvSpPr>
          <p:spPr>
            <a:xfrm>
              <a:off x="3271178" y="4554167"/>
              <a:ext cx="23170" cy="11426"/>
            </a:xfrm>
            <a:custGeom>
              <a:avLst/>
              <a:gdLst/>
              <a:ahLst/>
              <a:cxnLst/>
              <a:rect l="l" t="t" r="r" b="b"/>
              <a:pathLst>
                <a:path w="728" h="359" extrusionOk="0">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1" name="Google Shape;12811;p65"/>
            <p:cNvSpPr/>
            <p:nvPr/>
          </p:nvSpPr>
          <p:spPr>
            <a:xfrm>
              <a:off x="3306443" y="4554167"/>
              <a:ext cx="58372" cy="11426"/>
            </a:xfrm>
            <a:custGeom>
              <a:avLst/>
              <a:gdLst/>
              <a:ahLst/>
              <a:cxnLst/>
              <a:rect l="l" t="t" r="r" b="b"/>
              <a:pathLst>
                <a:path w="1834" h="359" extrusionOk="0">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2" name="Google Shape;12812;p65"/>
            <p:cNvSpPr/>
            <p:nvPr/>
          </p:nvSpPr>
          <p:spPr>
            <a:xfrm>
              <a:off x="3271178" y="4577306"/>
              <a:ext cx="23170" cy="11394"/>
            </a:xfrm>
            <a:custGeom>
              <a:avLst/>
              <a:gdLst/>
              <a:ahLst/>
              <a:cxnLst/>
              <a:rect l="l" t="t" r="r" b="b"/>
              <a:pathLst>
                <a:path w="728" h="358" extrusionOk="0">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3" name="Google Shape;12813;p65"/>
            <p:cNvSpPr/>
            <p:nvPr/>
          </p:nvSpPr>
          <p:spPr>
            <a:xfrm>
              <a:off x="3306443" y="4577306"/>
              <a:ext cx="58372" cy="11394"/>
            </a:xfrm>
            <a:custGeom>
              <a:avLst/>
              <a:gdLst/>
              <a:ahLst/>
              <a:cxnLst/>
              <a:rect l="l" t="t" r="r" b="b"/>
              <a:pathLst>
                <a:path w="1834" h="358" extrusionOk="0">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4" name="Google Shape;12814;p65"/>
            <p:cNvSpPr/>
            <p:nvPr/>
          </p:nvSpPr>
          <p:spPr>
            <a:xfrm>
              <a:off x="3265513" y="4377970"/>
              <a:ext cx="11394" cy="11394"/>
            </a:xfrm>
            <a:custGeom>
              <a:avLst/>
              <a:gdLst/>
              <a:ahLst/>
              <a:cxnLst/>
              <a:rect l="l" t="t" r="r" b="b"/>
              <a:pathLst>
                <a:path w="358" h="358" extrusionOk="0">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5" name="Google Shape;12815;p65"/>
          <p:cNvGrpSpPr/>
          <p:nvPr/>
        </p:nvGrpSpPr>
        <p:grpSpPr>
          <a:xfrm>
            <a:off x="2749016" y="4116926"/>
            <a:ext cx="150831" cy="336926"/>
            <a:chOff x="2749016" y="4291176"/>
            <a:chExt cx="150831" cy="336926"/>
          </a:xfrm>
        </p:grpSpPr>
        <p:sp>
          <p:nvSpPr>
            <p:cNvPr id="12816" name="Google Shape;12816;p65"/>
            <p:cNvSpPr/>
            <p:nvPr/>
          </p:nvSpPr>
          <p:spPr>
            <a:xfrm>
              <a:off x="2799399" y="4307472"/>
              <a:ext cx="51942" cy="114865"/>
            </a:xfrm>
            <a:custGeom>
              <a:avLst/>
              <a:gdLst/>
              <a:ahLst/>
              <a:cxnLst/>
              <a:rect l="l" t="t" r="r" b="b"/>
              <a:pathLst>
                <a:path w="1632" h="3609" extrusionOk="0">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7" name="Google Shape;12817;p65"/>
            <p:cNvSpPr/>
            <p:nvPr/>
          </p:nvSpPr>
          <p:spPr>
            <a:xfrm>
              <a:off x="2750894" y="4291176"/>
              <a:ext cx="147075" cy="336926"/>
            </a:xfrm>
            <a:custGeom>
              <a:avLst/>
              <a:gdLst/>
              <a:ahLst/>
              <a:cxnLst/>
              <a:rect l="l" t="t" r="r" b="b"/>
              <a:pathLst>
                <a:path w="4621" h="10586" extrusionOk="0">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8" name="Google Shape;12818;p65"/>
            <p:cNvSpPr/>
            <p:nvPr/>
          </p:nvSpPr>
          <p:spPr>
            <a:xfrm>
              <a:off x="2749016" y="4443917"/>
              <a:ext cx="69734" cy="52706"/>
            </a:xfrm>
            <a:custGeom>
              <a:avLst/>
              <a:gdLst/>
              <a:ahLst/>
              <a:cxnLst/>
              <a:rect l="l" t="t" r="r" b="b"/>
              <a:pathLst>
                <a:path w="2191" h="1656" extrusionOk="0">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9" name="Google Shape;12819;p65"/>
            <p:cNvSpPr/>
            <p:nvPr/>
          </p:nvSpPr>
          <p:spPr>
            <a:xfrm>
              <a:off x="2829731" y="4443917"/>
              <a:ext cx="70116" cy="52706"/>
            </a:xfrm>
            <a:custGeom>
              <a:avLst/>
              <a:gdLst/>
              <a:ahLst/>
              <a:cxnLst/>
              <a:rect l="l" t="t" r="r" b="b"/>
              <a:pathLst>
                <a:path w="2203" h="1656" extrusionOk="0">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20" name="Google Shape;12820;p65"/>
          <p:cNvGrpSpPr/>
          <p:nvPr/>
        </p:nvGrpSpPr>
        <p:grpSpPr>
          <a:xfrm>
            <a:off x="7127716" y="4105182"/>
            <a:ext cx="248254" cy="361942"/>
            <a:chOff x="7127716" y="4279432"/>
            <a:chExt cx="248254" cy="361942"/>
          </a:xfrm>
        </p:grpSpPr>
        <p:sp>
          <p:nvSpPr>
            <p:cNvPr id="12821" name="Google Shape;12821;p65"/>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2" name="Google Shape;12822;p65"/>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3" name="Google Shape;12823;p65"/>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4" name="Google Shape;12824;p65"/>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5" name="Google Shape;12825;p65"/>
            <p:cNvSpPr/>
            <p:nvPr/>
          </p:nvSpPr>
          <p:spPr>
            <a:xfrm>
              <a:off x="7235357" y="4608369"/>
              <a:ext cx="33005" cy="33005"/>
            </a:xfrm>
            <a:custGeom>
              <a:avLst/>
              <a:gdLst/>
              <a:ahLst/>
              <a:cxnLst/>
              <a:rect l="l" t="t" r="r" b="b"/>
              <a:pathLst>
                <a:path w="1037" h="1037" extrusionOk="0">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6" name="Google Shape;12826;p65"/>
            <p:cNvSpPr/>
            <p:nvPr/>
          </p:nvSpPr>
          <p:spPr>
            <a:xfrm>
              <a:off x="7127716" y="4608369"/>
              <a:ext cx="33387" cy="33005"/>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7" name="Google Shape;12827;p65"/>
            <p:cNvSpPr/>
            <p:nvPr/>
          </p:nvSpPr>
          <p:spPr>
            <a:xfrm>
              <a:off x="7342965" y="4608369"/>
              <a:ext cx="33005" cy="33005"/>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8" name="Google Shape;12828;p65"/>
            <p:cNvSpPr/>
            <p:nvPr/>
          </p:nvSpPr>
          <p:spPr>
            <a:xfrm>
              <a:off x="7159194" y="4517788"/>
              <a:ext cx="186064" cy="84916"/>
            </a:xfrm>
            <a:custGeom>
              <a:avLst/>
              <a:gdLst/>
              <a:ahLst/>
              <a:cxnLst/>
              <a:rect l="l" t="t" r="r" b="b"/>
              <a:pathLst>
                <a:path w="5846" h="2668" extrusionOk="0">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9" name="Google Shape;12829;p65"/>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0" name="Google Shape;12830;p65"/>
          <p:cNvGrpSpPr/>
          <p:nvPr/>
        </p:nvGrpSpPr>
        <p:grpSpPr>
          <a:xfrm>
            <a:off x="7565408" y="4105182"/>
            <a:ext cx="248255" cy="361942"/>
            <a:chOff x="7565408" y="4279432"/>
            <a:chExt cx="248255" cy="361942"/>
          </a:xfrm>
        </p:grpSpPr>
        <p:sp>
          <p:nvSpPr>
            <p:cNvPr id="12831" name="Google Shape;12831;p65"/>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2" name="Google Shape;12832;p65"/>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3" name="Google Shape;12833;p65"/>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4" name="Google Shape;12834;p65"/>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5" name="Google Shape;12835;p65"/>
            <p:cNvSpPr/>
            <p:nvPr/>
          </p:nvSpPr>
          <p:spPr>
            <a:xfrm>
              <a:off x="7673017" y="4608369"/>
              <a:ext cx="33005" cy="33005"/>
            </a:xfrm>
            <a:custGeom>
              <a:avLst/>
              <a:gdLst/>
              <a:ahLst/>
              <a:cxnLst/>
              <a:rect l="l" t="t" r="r" b="b"/>
              <a:pathLst>
                <a:path w="1037" h="1037" extrusionOk="0">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6" name="Google Shape;12836;p65"/>
            <p:cNvSpPr/>
            <p:nvPr/>
          </p:nvSpPr>
          <p:spPr>
            <a:xfrm>
              <a:off x="7565408" y="4608369"/>
              <a:ext cx="33387" cy="33005"/>
            </a:xfrm>
            <a:custGeom>
              <a:avLst/>
              <a:gdLst/>
              <a:ahLst/>
              <a:cxnLst/>
              <a:rect l="l" t="t" r="r" b="b"/>
              <a:pathLst>
                <a:path w="1049" h="1037" extrusionOk="0">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7" name="Google Shape;12837;p65"/>
            <p:cNvSpPr/>
            <p:nvPr/>
          </p:nvSpPr>
          <p:spPr>
            <a:xfrm>
              <a:off x="7780657" y="4608369"/>
              <a:ext cx="33005" cy="33005"/>
            </a:xfrm>
            <a:custGeom>
              <a:avLst/>
              <a:gdLst/>
              <a:ahLst/>
              <a:cxnLst/>
              <a:rect l="l" t="t" r="r" b="b"/>
              <a:pathLst>
                <a:path w="1037" h="1037" extrusionOk="0">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8" name="Google Shape;12838;p65"/>
            <p:cNvSpPr/>
            <p:nvPr/>
          </p:nvSpPr>
          <p:spPr>
            <a:xfrm>
              <a:off x="7596090" y="4528801"/>
              <a:ext cx="186859" cy="73362"/>
            </a:xfrm>
            <a:custGeom>
              <a:avLst/>
              <a:gdLst/>
              <a:ahLst/>
              <a:cxnLst/>
              <a:rect l="l" t="t" r="r" b="b"/>
              <a:pathLst>
                <a:path w="5871" h="2305" extrusionOk="0">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9" name="Google Shape;12839;p65"/>
          <p:cNvGrpSpPr/>
          <p:nvPr/>
        </p:nvGrpSpPr>
        <p:grpSpPr>
          <a:xfrm>
            <a:off x="6264109" y="4105182"/>
            <a:ext cx="225498" cy="361560"/>
            <a:chOff x="6264109" y="4279432"/>
            <a:chExt cx="225498" cy="361560"/>
          </a:xfrm>
        </p:grpSpPr>
        <p:sp>
          <p:nvSpPr>
            <p:cNvPr id="12840" name="Google Shape;12840;p65"/>
            <p:cNvSpPr/>
            <p:nvPr/>
          </p:nvSpPr>
          <p:spPr>
            <a:xfrm>
              <a:off x="6264109" y="4279432"/>
              <a:ext cx="225498" cy="361560"/>
            </a:xfrm>
            <a:custGeom>
              <a:avLst/>
              <a:gdLst/>
              <a:ahLst/>
              <a:cxnLst/>
              <a:rect l="l" t="t" r="r" b="b"/>
              <a:pathLst>
                <a:path w="7085" h="11360" extrusionOk="0">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1" name="Google Shape;12841;p65"/>
            <p:cNvSpPr/>
            <p:nvPr/>
          </p:nvSpPr>
          <p:spPr>
            <a:xfrm>
              <a:off x="6303129" y="4370395"/>
              <a:ext cx="146693" cy="106495"/>
            </a:xfrm>
            <a:custGeom>
              <a:avLst/>
              <a:gdLst/>
              <a:ahLst/>
              <a:cxnLst/>
              <a:rect l="l" t="t" r="r" b="b"/>
              <a:pathLst>
                <a:path w="4609" h="3346" extrusionOk="0">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42" name="Google Shape;12842;p65"/>
          <p:cNvGrpSpPr/>
          <p:nvPr/>
        </p:nvGrpSpPr>
        <p:grpSpPr>
          <a:xfrm>
            <a:off x="7929578" y="4110115"/>
            <a:ext cx="395266" cy="351312"/>
            <a:chOff x="7929578" y="4284365"/>
            <a:chExt cx="395266" cy="351312"/>
          </a:xfrm>
        </p:grpSpPr>
        <p:sp>
          <p:nvSpPr>
            <p:cNvPr id="12843" name="Google Shape;12843;p65"/>
            <p:cNvSpPr/>
            <p:nvPr/>
          </p:nvSpPr>
          <p:spPr>
            <a:xfrm>
              <a:off x="7954213" y="4588668"/>
              <a:ext cx="11394" cy="47009"/>
            </a:xfrm>
            <a:custGeom>
              <a:avLst/>
              <a:gdLst/>
              <a:ahLst/>
              <a:cxnLst/>
              <a:rect l="l" t="t" r="r" b="b"/>
              <a:pathLst>
                <a:path w="358" h="1477" extrusionOk="0">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4" name="Google Shape;12844;p65"/>
            <p:cNvSpPr/>
            <p:nvPr/>
          </p:nvSpPr>
          <p:spPr>
            <a:xfrm>
              <a:off x="7929578" y="4432522"/>
              <a:ext cx="213372" cy="203155"/>
            </a:xfrm>
            <a:custGeom>
              <a:avLst/>
              <a:gdLst/>
              <a:ahLst/>
              <a:cxnLst/>
              <a:rect l="l" t="t" r="r" b="b"/>
              <a:pathLst>
                <a:path w="6704" h="6383" extrusionOk="0">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5" name="Google Shape;12845;p65"/>
            <p:cNvSpPr/>
            <p:nvPr/>
          </p:nvSpPr>
          <p:spPr>
            <a:xfrm>
              <a:off x="8090243" y="4284365"/>
              <a:ext cx="234601" cy="196344"/>
            </a:xfrm>
            <a:custGeom>
              <a:avLst/>
              <a:gdLst/>
              <a:ahLst/>
              <a:cxnLst/>
              <a:rect l="l" t="t" r="r" b="b"/>
              <a:pathLst>
                <a:path w="7371" h="6169" extrusionOk="0">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6" name="Google Shape;12846;p65"/>
            <p:cNvSpPr/>
            <p:nvPr/>
          </p:nvSpPr>
          <p:spPr>
            <a:xfrm>
              <a:off x="8145591" y="4309382"/>
              <a:ext cx="136063" cy="135299"/>
            </a:xfrm>
            <a:custGeom>
              <a:avLst/>
              <a:gdLst/>
              <a:ahLst/>
              <a:cxnLst/>
              <a:rect l="l" t="t" r="r" b="b"/>
              <a:pathLst>
                <a:path w="4275" h="4251" extrusionOk="0">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47" name="Google Shape;12847;p65"/>
          <p:cNvGrpSpPr/>
          <p:nvPr/>
        </p:nvGrpSpPr>
        <p:grpSpPr>
          <a:xfrm>
            <a:off x="6595502" y="4149527"/>
            <a:ext cx="426315" cy="332826"/>
            <a:chOff x="6639652" y="4323777"/>
            <a:chExt cx="426315" cy="332826"/>
          </a:xfrm>
        </p:grpSpPr>
        <p:sp>
          <p:nvSpPr>
            <p:cNvPr id="12848" name="Google Shape;12848;p65"/>
            <p:cNvSpPr/>
            <p:nvPr/>
          </p:nvSpPr>
          <p:spPr>
            <a:xfrm>
              <a:off x="6639652" y="4323777"/>
              <a:ext cx="426315" cy="332826"/>
            </a:xfrm>
            <a:custGeom>
              <a:avLst/>
              <a:gdLst/>
              <a:ahLst/>
              <a:cxnLst/>
              <a:rect l="l" t="t" r="r" b="b"/>
              <a:pathLst>
                <a:path w="10967" h="8562" extrusionOk="0">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9" name="Google Shape;12849;p65"/>
            <p:cNvSpPr/>
            <p:nvPr/>
          </p:nvSpPr>
          <p:spPr>
            <a:xfrm>
              <a:off x="6830793" y="4458937"/>
              <a:ext cx="41244" cy="85675"/>
            </a:xfrm>
            <a:custGeom>
              <a:avLst/>
              <a:gdLst/>
              <a:ahLst/>
              <a:cxnLst/>
              <a:rect l="l" t="t" r="r" b="b"/>
              <a:pathLst>
                <a:path w="1061" h="2204" extrusionOk="0">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0" name="Google Shape;12850;p65"/>
            <p:cNvSpPr/>
            <p:nvPr/>
          </p:nvSpPr>
          <p:spPr>
            <a:xfrm>
              <a:off x="6879423" y="4426556"/>
              <a:ext cx="41205" cy="118522"/>
            </a:xfrm>
            <a:custGeom>
              <a:avLst/>
              <a:gdLst/>
              <a:ahLst/>
              <a:cxnLst/>
              <a:rect l="l" t="t" r="r" b="b"/>
              <a:pathLst>
                <a:path w="1060" h="3049" extrusionOk="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1" name="Google Shape;12851;p65"/>
            <p:cNvSpPr/>
            <p:nvPr/>
          </p:nvSpPr>
          <p:spPr>
            <a:xfrm>
              <a:off x="6927549" y="4443194"/>
              <a:ext cx="41205" cy="101418"/>
            </a:xfrm>
            <a:custGeom>
              <a:avLst/>
              <a:gdLst/>
              <a:ahLst/>
              <a:cxnLst/>
              <a:rect l="l" t="t" r="r" b="b"/>
              <a:pathLst>
                <a:path w="1060" h="2609" extrusionOk="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2" name="Google Shape;12852;p65"/>
            <p:cNvSpPr/>
            <p:nvPr/>
          </p:nvSpPr>
          <p:spPr>
            <a:xfrm>
              <a:off x="6976141" y="4387645"/>
              <a:ext cx="41244" cy="156967"/>
            </a:xfrm>
            <a:custGeom>
              <a:avLst/>
              <a:gdLst/>
              <a:ahLst/>
              <a:cxnLst/>
              <a:rect l="l" t="t" r="r" b="b"/>
              <a:pathLst>
                <a:path w="1061" h="4038" extrusionOk="0">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3" name="Google Shape;12853;p65"/>
            <p:cNvSpPr/>
            <p:nvPr/>
          </p:nvSpPr>
          <p:spPr>
            <a:xfrm>
              <a:off x="6745193" y="4404321"/>
              <a:ext cx="50029" cy="13916"/>
            </a:xfrm>
            <a:custGeom>
              <a:avLst/>
              <a:gdLst/>
              <a:ahLst/>
              <a:cxnLst/>
              <a:rect l="l" t="t" r="r" b="b"/>
              <a:pathLst>
                <a:path w="1287" h="358" extrusionOk="0">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4" name="Google Shape;12854;p65"/>
            <p:cNvSpPr/>
            <p:nvPr/>
          </p:nvSpPr>
          <p:spPr>
            <a:xfrm>
              <a:off x="6745193" y="4426090"/>
              <a:ext cx="69465" cy="13916"/>
            </a:xfrm>
            <a:custGeom>
              <a:avLst/>
              <a:gdLst/>
              <a:ahLst/>
              <a:cxnLst/>
              <a:rect l="l" t="t" r="r" b="b"/>
              <a:pathLst>
                <a:path w="1787" h="358" extrusionOk="0">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5" name="Google Shape;12855;p65"/>
            <p:cNvSpPr/>
            <p:nvPr/>
          </p:nvSpPr>
          <p:spPr>
            <a:xfrm>
              <a:off x="6745193" y="4447353"/>
              <a:ext cx="69465" cy="13955"/>
            </a:xfrm>
            <a:custGeom>
              <a:avLst/>
              <a:gdLst/>
              <a:ahLst/>
              <a:cxnLst/>
              <a:rect l="l" t="t" r="r" b="b"/>
              <a:pathLst>
                <a:path w="1787" h="359" extrusionOk="0">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6" name="Google Shape;12856;p65"/>
            <p:cNvSpPr/>
            <p:nvPr/>
          </p:nvSpPr>
          <p:spPr>
            <a:xfrm>
              <a:off x="6745193" y="4468189"/>
              <a:ext cx="69465" cy="13916"/>
            </a:xfrm>
            <a:custGeom>
              <a:avLst/>
              <a:gdLst/>
              <a:ahLst/>
              <a:cxnLst/>
              <a:rect l="l" t="t" r="r" b="b"/>
              <a:pathLst>
                <a:path w="1787" h="358" extrusionOk="0">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7" name="Google Shape;12857;p65"/>
            <p:cNvSpPr/>
            <p:nvPr/>
          </p:nvSpPr>
          <p:spPr>
            <a:xfrm>
              <a:off x="6684551" y="4528830"/>
              <a:ext cx="83809" cy="83809"/>
            </a:xfrm>
            <a:custGeom>
              <a:avLst/>
              <a:gdLst/>
              <a:ahLst/>
              <a:cxnLst/>
              <a:rect l="l" t="t" r="r" b="b"/>
              <a:pathLst>
                <a:path w="2156" h="2156" extrusionOk="0">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8" name="Google Shape;12858;p65"/>
          <p:cNvGrpSpPr/>
          <p:nvPr/>
        </p:nvGrpSpPr>
        <p:grpSpPr>
          <a:xfrm>
            <a:off x="5357662" y="4123387"/>
            <a:ext cx="287275" cy="326296"/>
            <a:chOff x="5357662" y="4297637"/>
            <a:chExt cx="287275" cy="326296"/>
          </a:xfrm>
        </p:grpSpPr>
        <p:sp>
          <p:nvSpPr>
            <p:cNvPr id="12859" name="Google Shape;12859;p65"/>
            <p:cNvSpPr/>
            <p:nvPr/>
          </p:nvSpPr>
          <p:spPr>
            <a:xfrm>
              <a:off x="5357662" y="4385545"/>
              <a:ext cx="287275" cy="238388"/>
            </a:xfrm>
            <a:custGeom>
              <a:avLst/>
              <a:gdLst/>
              <a:ahLst/>
              <a:cxnLst/>
              <a:rect l="l" t="t" r="r" b="b"/>
              <a:pathLst>
                <a:path w="9026" h="7490" extrusionOk="0">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0" name="Google Shape;12860;p65"/>
            <p:cNvSpPr/>
            <p:nvPr/>
          </p:nvSpPr>
          <p:spPr>
            <a:xfrm>
              <a:off x="5377363" y="4576542"/>
              <a:ext cx="62191" cy="10248"/>
            </a:xfrm>
            <a:custGeom>
              <a:avLst/>
              <a:gdLst/>
              <a:ahLst/>
              <a:cxnLst/>
              <a:rect l="l" t="t" r="r" b="b"/>
              <a:pathLst>
                <a:path w="1954" h="322" extrusionOk="0">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1" name="Google Shape;12861;p65"/>
            <p:cNvSpPr/>
            <p:nvPr/>
          </p:nvSpPr>
          <p:spPr>
            <a:xfrm>
              <a:off x="5470204" y="4495827"/>
              <a:ext cx="62191" cy="10630"/>
            </a:xfrm>
            <a:custGeom>
              <a:avLst/>
              <a:gdLst/>
              <a:ahLst/>
              <a:cxnLst/>
              <a:rect l="l" t="t" r="r" b="b"/>
              <a:pathLst>
                <a:path w="1954" h="334" extrusionOk="0">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2" name="Google Shape;12862;p65"/>
            <p:cNvSpPr/>
            <p:nvPr/>
          </p:nvSpPr>
          <p:spPr>
            <a:xfrm>
              <a:off x="5562694" y="4409798"/>
              <a:ext cx="62159" cy="10280"/>
            </a:xfrm>
            <a:custGeom>
              <a:avLst/>
              <a:gdLst/>
              <a:ahLst/>
              <a:cxnLst/>
              <a:rect l="l" t="t" r="r" b="b"/>
              <a:pathLst>
                <a:path w="1953" h="323" extrusionOk="0">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3" name="Google Shape;12863;p65"/>
            <p:cNvSpPr/>
            <p:nvPr/>
          </p:nvSpPr>
          <p:spPr>
            <a:xfrm>
              <a:off x="5358043" y="4297637"/>
              <a:ext cx="238388" cy="237624"/>
            </a:xfrm>
            <a:custGeom>
              <a:avLst/>
              <a:gdLst/>
              <a:ahLst/>
              <a:cxnLst/>
              <a:rect l="l" t="t" r="r" b="b"/>
              <a:pathLst>
                <a:path w="7490" h="7466" extrusionOk="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4" name="Google Shape;12864;p65"/>
          <p:cNvGrpSpPr/>
          <p:nvPr/>
        </p:nvGrpSpPr>
        <p:grpSpPr>
          <a:xfrm>
            <a:off x="5774124" y="4120300"/>
            <a:ext cx="331611" cy="331674"/>
            <a:chOff x="5774124" y="4294550"/>
            <a:chExt cx="331611" cy="331674"/>
          </a:xfrm>
        </p:grpSpPr>
        <p:sp>
          <p:nvSpPr>
            <p:cNvPr id="12865" name="Google Shape;12865;p65"/>
            <p:cNvSpPr/>
            <p:nvPr/>
          </p:nvSpPr>
          <p:spPr>
            <a:xfrm>
              <a:off x="5774124" y="4419664"/>
              <a:ext cx="331611" cy="206560"/>
            </a:xfrm>
            <a:custGeom>
              <a:avLst/>
              <a:gdLst/>
              <a:ahLst/>
              <a:cxnLst/>
              <a:rect l="l" t="t" r="r" b="b"/>
              <a:pathLst>
                <a:path w="10419" h="6490" extrusionOk="0">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6" name="Google Shape;12866;p65"/>
            <p:cNvSpPr/>
            <p:nvPr/>
          </p:nvSpPr>
          <p:spPr>
            <a:xfrm>
              <a:off x="5778294" y="4294550"/>
              <a:ext cx="316461" cy="191442"/>
            </a:xfrm>
            <a:custGeom>
              <a:avLst/>
              <a:gdLst/>
              <a:ahLst/>
              <a:cxnLst/>
              <a:rect l="l" t="t" r="r" b="b"/>
              <a:pathLst>
                <a:path w="9943" h="6015" extrusionOk="0">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7" name="Google Shape;12867;p65"/>
          <p:cNvGrpSpPr/>
          <p:nvPr/>
        </p:nvGrpSpPr>
        <p:grpSpPr>
          <a:xfrm>
            <a:off x="4890434" y="4113139"/>
            <a:ext cx="345997" cy="346029"/>
            <a:chOff x="4890434" y="4287389"/>
            <a:chExt cx="345997" cy="346029"/>
          </a:xfrm>
        </p:grpSpPr>
        <p:sp>
          <p:nvSpPr>
            <p:cNvPr id="12868" name="Google Shape;12868;p65"/>
            <p:cNvSpPr/>
            <p:nvPr/>
          </p:nvSpPr>
          <p:spPr>
            <a:xfrm>
              <a:off x="5111349" y="4400695"/>
              <a:ext cx="54998" cy="54998"/>
            </a:xfrm>
            <a:custGeom>
              <a:avLst/>
              <a:gdLst/>
              <a:ahLst/>
              <a:cxnLst/>
              <a:rect l="l" t="t" r="r" b="b"/>
              <a:pathLst>
                <a:path w="1728" h="1728" extrusionOk="0">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9" name="Google Shape;12869;p65"/>
            <p:cNvSpPr/>
            <p:nvPr/>
          </p:nvSpPr>
          <p:spPr>
            <a:xfrm>
              <a:off x="5113640" y="4466642"/>
              <a:ext cx="70498" cy="51179"/>
            </a:xfrm>
            <a:custGeom>
              <a:avLst/>
              <a:gdLst/>
              <a:ahLst/>
              <a:cxnLst/>
              <a:rect l="l" t="t" r="r" b="b"/>
              <a:pathLst>
                <a:path w="2215" h="1608" extrusionOk="0">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0" name="Google Shape;12870;p65"/>
            <p:cNvSpPr/>
            <p:nvPr/>
          </p:nvSpPr>
          <p:spPr>
            <a:xfrm>
              <a:off x="4943490" y="4467023"/>
              <a:ext cx="70880" cy="51179"/>
            </a:xfrm>
            <a:custGeom>
              <a:avLst/>
              <a:gdLst/>
              <a:ahLst/>
              <a:cxnLst/>
              <a:rect l="l" t="t" r="r" b="b"/>
              <a:pathLst>
                <a:path w="2227" h="1608" extrusionOk="0">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1" name="Google Shape;12871;p65"/>
            <p:cNvSpPr/>
            <p:nvPr/>
          </p:nvSpPr>
          <p:spPr>
            <a:xfrm>
              <a:off x="4961282" y="4400695"/>
              <a:ext cx="54616" cy="54998"/>
            </a:xfrm>
            <a:custGeom>
              <a:avLst/>
              <a:gdLst/>
              <a:ahLst/>
              <a:cxnLst/>
              <a:rect l="l" t="t" r="r" b="b"/>
              <a:pathLst>
                <a:path w="1716" h="1728" extrusionOk="0">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2" name="Google Shape;12872;p65"/>
            <p:cNvSpPr/>
            <p:nvPr/>
          </p:nvSpPr>
          <p:spPr>
            <a:xfrm>
              <a:off x="5028374" y="4386691"/>
              <a:ext cx="71262" cy="70880"/>
            </a:xfrm>
            <a:custGeom>
              <a:avLst/>
              <a:gdLst/>
              <a:ahLst/>
              <a:cxnLst/>
              <a:rect l="l" t="t" r="r" b="b"/>
              <a:pathLst>
                <a:path w="2239" h="2227" extrusionOk="0">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3" name="Google Shape;12873;p65"/>
            <p:cNvSpPr/>
            <p:nvPr/>
          </p:nvSpPr>
          <p:spPr>
            <a:xfrm>
              <a:off x="5004122" y="4468901"/>
              <a:ext cx="120149" cy="65596"/>
            </a:xfrm>
            <a:custGeom>
              <a:avLst/>
              <a:gdLst/>
              <a:ahLst/>
              <a:cxnLst/>
              <a:rect l="l" t="t" r="r" b="b"/>
              <a:pathLst>
                <a:path w="3775" h="2061" extrusionOk="0">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4" name="Google Shape;12874;p65"/>
            <p:cNvSpPr/>
            <p:nvPr/>
          </p:nvSpPr>
          <p:spPr>
            <a:xfrm>
              <a:off x="4890434" y="4287389"/>
              <a:ext cx="345997" cy="346029"/>
            </a:xfrm>
            <a:custGeom>
              <a:avLst/>
              <a:gdLst/>
              <a:ahLst/>
              <a:cxnLst/>
              <a:rect l="l" t="t" r="r" b="b"/>
              <a:pathLst>
                <a:path w="10871" h="10872" extrusionOk="0">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5" name="Google Shape;12875;p65"/>
          <p:cNvGrpSpPr/>
          <p:nvPr/>
        </p:nvGrpSpPr>
        <p:grpSpPr>
          <a:xfrm>
            <a:off x="2165809" y="3636809"/>
            <a:ext cx="422542" cy="342973"/>
            <a:chOff x="2165809" y="3811059"/>
            <a:chExt cx="422542" cy="342973"/>
          </a:xfrm>
        </p:grpSpPr>
        <p:sp>
          <p:nvSpPr>
            <p:cNvPr id="12876" name="Google Shape;12876;p65"/>
            <p:cNvSpPr/>
            <p:nvPr/>
          </p:nvSpPr>
          <p:spPr>
            <a:xfrm>
              <a:off x="2165809" y="3811059"/>
              <a:ext cx="422542" cy="342973"/>
            </a:xfrm>
            <a:custGeom>
              <a:avLst/>
              <a:gdLst/>
              <a:ahLst/>
              <a:cxnLst/>
              <a:rect l="l" t="t" r="r" b="b"/>
              <a:pathLst>
                <a:path w="13276" h="10776" extrusionOk="0">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7" name="Google Shape;12877;p65"/>
            <p:cNvSpPr/>
            <p:nvPr/>
          </p:nvSpPr>
          <p:spPr>
            <a:xfrm>
              <a:off x="2193085" y="3877387"/>
              <a:ext cx="368753" cy="12158"/>
            </a:xfrm>
            <a:custGeom>
              <a:avLst/>
              <a:gdLst/>
              <a:ahLst/>
              <a:cxnLst/>
              <a:rect l="l" t="t" r="r" b="b"/>
              <a:pathLst>
                <a:path w="11586" h="382" extrusionOk="0">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8" name="Google Shape;12878;p65"/>
            <p:cNvSpPr/>
            <p:nvPr/>
          </p:nvSpPr>
          <p:spPr>
            <a:xfrm>
              <a:off x="2212404" y="3930062"/>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9" name="Google Shape;12879;p65"/>
            <p:cNvSpPr/>
            <p:nvPr/>
          </p:nvSpPr>
          <p:spPr>
            <a:xfrm>
              <a:off x="2305245" y="3930062"/>
              <a:ext cx="51974" cy="12158"/>
            </a:xfrm>
            <a:custGeom>
              <a:avLst/>
              <a:gdLst/>
              <a:ahLst/>
              <a:cxnLst/>
              <a:rect l="l" t="t" r="r" b="b"/>
              <a:pathLst>
                <a:path w="1633"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0" name="Google Shape;12880;p65"/>
            <p:cNvSpPr/>
            <p:nvPr/>
          </p:nvSpPr>
          <p:spPr>
            <a:xfrm>
              <a:off x="2489813" y="3930062"/>
              <a:ext cx="52324" cy="12158"/>
            </a:xfrm>
            <a:custGeom>
              <a:avLst/>
              <a:gdLst/>
              <a:ahLst/>
              <a:cxnLst/>
              <a:rect l="l" t="t" r="r" b="b"/>
              <a:pathLst>
                <a:path w="1644" h="382" extrusionOk="0">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1" name="Google Shape;12881;p65"/>
            <p:cNvSpPr/>
            <p:nvPr/>
          </p:nvSpPr>
          <p:spPr>
            <a:xfrm>
              <a:off x="2212404" y="3983118"/>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2" name="Google Shape;12882;p65"/>
            <p:cNvSpPr/>
            <p:nvPr/>
          </p:nvSpPr>
          <p:spPr>
            <a:xfrm>
              <a:off x="2397736" y="3983118"/>
              <a:ext cx="51942" cy="12158"/>
            </a:xfrm>
            <a:custGeom>
              <a:avLst/>
              <a:gdLst/>
              <a:ahLst/>
              <a:cxnLst/>
              <a:rect l="l" t="t" r="r" b="b"/>
              <a:pathLst>
                <a:path w="1632" h="382" extrusionOk="0">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3" name="Google Shape;12883;p65"/>
            <p:cNvSpPr/>
            <p:nvPr/>
          </p:nvSpPr>
          <p:spPr>
            <a:xfrm>
              <a:off x="2212404" y="4036175"/>
              <a:ext cx="51942" cy="12158"/>
            </a:xfrm>
            <a:custGeom>
              <a:avLst/>
              <a:gdLst/>
              <a:ahLst/>
              <a:cxnLst/>
              <a:rect l="l" t="t" r="r" b="b"/>
              <a:pathLst>
                <a:path w="1632"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4" name="Google Shape;12884;p65"/>
            <p:cNvSpPr/>
            <p:nvPr/>
          </p:nvSpPr>
          <p:spPr>
            <a:xfrm>
              <a:off x="2305245" y="4036175"/>
              <a:ext cx="51974" cy="12158"/>
            </a:xfrm>
            <a:custGeom>
              <a:avLst/>
              <a:gdLst/>
              <a:ahLst/>
              <a:cxnLst/>
              <a:rect l="l" t="t" r="r" b="b"/>
              <a:pathLst>
                <a:path w="1633"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5" name="Google Shape;12885;p65"/>
            <p:cNvSpPr/>
            <p:nvPr/>
          </p:nvSpPr>
          <p:spPr>
            <a:xfrm>
              <a:off x="2489813" y="4036175"/>
              <a:ext cx="52324" cy="12158"/>
            </a:xfrm>
            <a:custGeom>
              <a:avLst/>
              <a:gdLst/>
              <a:ahLst/>
              <a:cxnLst/>
              <a:rect l="l" t="t" r="r" b="b"/>
              <a:pathLst>
                <a:path w="1644" h="382" extrusionOk="0">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6" name="Google Shape;12886;p65"/>
            <p:cNvSpPr/>
            <p:nvPr/>
          </p:nvSpPr>
          <p:spPr>
            <a:xfrm>
              <a:off x="2305245" y="4088467"/>
              <a:ext cx="51974" cy="12540"/>
            </a:xfrm>
            <a:custGeom>
              <a:avLst/>
              <a:gdLst/>
              <a:ahLst/>
              <a:cxnLst/>
              <a:rect l="l" t="t" r="r" b="b"/>
              <a:pathLst>
                <a:path w="1633" h="394" extrusionOk="0">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7" name="Google Shape;12887;p65"/>
            <p:cNvSpPr/>
            <p:nvPr/>
          </p:nvSpPr>
          <p:spPr>
            <a:xfrm>
              <a:off x="2397736" y="4088467"/>
              <a:ext cx="51942" cy="12540"/>
            </a:xfrm>
            <a:custGeom>
              <a:avLst/>
              <a:gdLst/>
              <a:ahLst/>
              <a:cxnLst/>
              <a:rect l="l" t="t" r="r" b="b"/>
              <a:pathLst>
                <a:path w="1632" h="394" extrusionOk="0">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8" name="Google Shape;12888;p65"/>
            <p:cNvSpPr/>
            <p:nvPr/>
          </p:nvSpPr>
          <p:spPr>
            <a:xfrm>
              <a:off x="2489813" y="4088467"/>
              <a:ext cx="52324" cy="12540"/>
            </a:xfrm>
            <a:custGeom>
              <a:avLst/>
              <a:gdLst/>
              <a:ahLst/>
              <a:cxnLst/>
              <a:rect l="l" t="t" r="r" b="b"/>
              <a:pathLst>
                <a:path w="1644" h="394" extrusionOk="0">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9" name="Google Shape;12889;p65"/>
            <p:cNvSpPr/>
            <p:nvPr/>
          </p:nvSpPr>
          <p:spPr>
            <a:xfrm>
              <a:off x="2304863" y="3969751"/>
              <a:ext cx="53088" cy="38766"/>
            </a:xfrm>
            <a:custGeom>
              <a:avLst/>
              <a:gdLst/>
              <a:ahLst/>
              <a:cxnLst/>
              <a:rect l="l" t="t" r="r" b="b"/>
              <a:pathLst>
                <a:path w="1668" h="1218" extrusionOk="0">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0" name="Google Shape;12890;p65"/>
            <p:cNvSpPr/>
            <p:nvPr/>
          </p:nvSpPr>
          <p:spPr>
            <a:xfrm>
              <a:off x="2489813" y="3969751"/>
              <a:ext cx="53088" cy="38766"/>
            </a:xfrm>
            <a:custGeom>
              <a:avLst/>
              <a:gdLst/>
              <a:ahLst/>
              <a:cxnLst/>
              <a:rect l="l" t="t" r="r" b="b"/>
              <a:pathLst>
                <a:path w="1668" h="1218" extrusionOk="0">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1" name="Google Shape;12891;p65"/>
            <p:cNvSpPr/>
            <p:nvPr/>
          </p:nvSpPr>
          <p:spPr>
            <a:xfrm>
              <a:off x="2396972" y="4022807"/>
              <a:ext cx="53088" cy="38766"/>
            </a:xfrm>
            <a:custGeom>
              <a:avLst/>
              <a:gdLst/>
              <a:ahLst/>
              <a:cxnLst/>
              <a:rect l="l" t="t" r="r" b="b"/>
              <a:pathLst>
                <a:path w="1668" h="1218" extrusionOk="0">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2" name="Google Shape;12892;p65"/>
            <p:cNvSpPr/>
            <p:nvPr/>
          </p:nvSpPr>
          <p:spPr>
            <a:xfrm>
              <a:off x="2212404" y="4075386"/>
              <a:ext cx="53088" cy="38861"/>
            </a:xfrm>
            <a:custGeom>
              <a:avLst/>
              <a:gdLst/>
              <a:ahLst/>
              <a:cxnLst/>
              <a:rect l="l" t="t" r="r" b="b"/>
              <a:pathLst>
                <a:path w="1668" h="1221" extrusionOk="0">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3" name="Google Shape;12893;p65"/>
            <p:cNvSpPr/>
            <p:nvPr/>
          </p:nvSpPr>
          <p:spPr>
            <a:xfrm>
              <a:off x="2396972" y="3916694"/>
              <a:ext cx="53088" cy="38798"/>
            </a:xfrm>
            <a:custGeom>
              <a:avLst/>
              <a:gdLst/>
              <a:ahLst/>
              <a:cxnLst/>
              <a:rect l="l" t="t" r="r" b="b"/>
              <a:pathLst>
                <a:path w="1668" h="1219" extrusionOk="0">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94" name="Google Shape;12894;p65"/>
          <p:cNvSpPr/>
          <p:nvPr/>
        </p:nvSpPr>
        <p:spPr>
          <a:xfrm>
            <a:off x="6217513" y="3223401"/>
            <a:ext cx="347524" cy="289917"/>
          </a:xfrm>
          <a:custGeom>
            <a:avLst/>
            <a:gdLst/>
            <a:ahLst/>
            <a:cxnLst/>
            <a:rect l="l" t="t" r="r" b="b"/>
            <a:pathLst>
              <a:path w="10919" h="9109" extrusionOk="0">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95" name="Google Shape;12895;p65"/>
          <p:cNvGrpSpPr/>
          <p:nvPr/>
        </p:nvGrpSpPr>
        <p:grpSpPr>
          <a:xfrm>
            <a:off x="903530" y="3631875"/>
            <a:ext cx="264550" cy="353222"/>
            <a:chOff x="903530" y="3806125"/>
            <a:chExt cx="264550" cy="353222"/>
          </a:xfrm>
        </p:grpSpPr>
        <p:sp>
          <p:nvSpPr>
            <p:cNvPr id="12896" name="Google Shape;12896;p65"/>
            <p:cNvSpPr/>
            <p:nvPr/>
          </p:nvSpPr>
          <p:spPr>
            <a:xfrm>
              <a:off x="926637" y="3839321"/>
              <a:ext cx="173237" cy="162002"/>
            </a:xfrm>
            <a:custGeom>
              <a:avLst/>
              <a:gdLst/>
              <a:ahLst/>
              <a:cxnLst/>
              <a:rect l="l" t="t" r="r" b="b"/>
              <a:pathLst>
                <a:path w="5443" h="5090" extrusionOk="0">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7" name="Google Shape;12897;p65"/>
            <p:cNvSpPr/>
            <p:nvPr/>
          </p:nvSpPr>
          <p:spPr>
            <a:xfrm>
              <a:off x="903530" y="3806125"/>
              <a:ext cx="264550" cy="353222"/>
            </a:xfrm>
            <a:custGeom>
              <a:avLst/>
              <a:gdLst/>
              <a:ahLst/>
              <a:cxnLst/>
              <a:rect l="l" t="t" r="r" b="b"/>
              <a:pathLst>
                <a:path w="8312" h="11098" extrusionOk="0">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8" name="Google Shape;12898;p65"/>
            <p:cNvSpPr/>
            <p:nvPr/>
          </p:nvSpPr>
          <p:spPr>
            <a:xfrm>
              <a:off x="1008879" y="3904059"/>
              <a:ext cx="54966" cy="18460"/>
            </a:xfrm>
            <a:custGeom>
              <a:avLst/>
              <a:gdLst/>
              <a:ahLst/>
              <a:cxnLst/>
              <a:rect l="l" t="t" r="r" b="b"/>
              <a:pathLst>
                <a:path w="1727" h="580" extrusionOk="0">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9" name="Google Shape;12899;p65"/>
            <p:cNvSpPr/>
            <p:nvPr/>
          </p:nvSpPr>
          <p:spPr>
            <a:xfrm>
              <a:off x="972118" y="3872072"/>
              <a:ext cx="172473" cy="164866"/>
            </a:xfrm>
            <a:custGeom>
              <a:avLst/>
              <a:gdLst/>
              <a:ahLst/>
              <a:cxnLst/>
              <a:rect l="l" t="t" r="r" b="b"/>
              <a:pathLst>
                <a:path w="5419" h="5180" extrusionOk="0">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0" name="Google Shape;12900;p65"/>
          <p:cNvGrpSpPr/>
          <p:nvPr/>
        </p:nvGrpSpPr>
        <p:grpSpPr>
          <a:xfrm>
            <a:off x="2611458" y="3642124"/>
            <a:ext cx="426329" cy="332375"/>
            <a:chOff x="2611458" y="3816374"/>
            <a:chExt cx="426329" cy="332375"/>
          </a:xfrm>
        </p:grpSpPr>
        <p:sp>
          <p:nvSpPr>
            <p:cNvPr id="12901" name="Google Shape;12901;p65"/>
            <p:cNvSpPr/>
            <p:nvPr/>
          </p:nvSpPr>
          <p:spPr>
            <a:xfrm>
              <a:off x="2611458" y="3816374"/>
              <a:ext cx="426329" cy="332375"/>
            </a:xfrm>
            <a:custGeom>
              <a:avLst/>
              <a:gdLst/>
              <a:ahLst/>
              <a:cxnLst/>
              <a:rect l="l" t="t" r="r" b="b"/>
              <a:pathLst>
                <a:path w="13395" h="10443" extrusionOk="0">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2" name="Google Shape;12902;p65"/>
            <p:cNvSpPr/>
            <p:nvPr/>
          </p:nvSpPr>
          <p:spPr>
            <a:xfrm>
              <a:off x="2803568" y="3950909"/>
              <a:ext cx="40198" cy="85648"/>
            </a:xfrm>
            <a:custGeom>
              <a:avLst/>
              <a:gdLst/>
              <a:ahLst/>
              <a:cxnLst/>
              <a:rect l="l" t="t" r="r" b="b"/>
              <a:pathLst>
                <a:path w="1263" h="2691" extrusionOk="0">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3" name="Google Shape;12903;p65"/>
            <p:cNvSpPr/>
            <p:nvPr/>
          </p:nvSpPr>
          <p:spPr>
            <a:xfrm>
              <a:off x="2851691" y="3917935"/>
              <a:ext cx="40580" cy="118621"/>
            </a:xfrm>
            <a:custGeom>
              <a:avLst/>
              <a:gdLst/>
              <a:ahLst/>
              <a:cxnLst/>
              <a:rect l="l" t="t" r="r" b="b"/>
              <a:pathLst>
                <a:path w="1275" h="3727" extrusionOk="0">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4" name="Google Shape;12904;p65"/>
            <p:cNvSpPr/>
            <p:nvPr/>
          </p:nvSpPr>
          <p:spPr>
            <a:xfrm>
              <a:off x="2900197" y="3934995"/>
              <a:ext cx="40198" cy="101562"/>
            </a:xfrm>
            <a:custGeom>
              <a:avLst/>
              <a:gdLst/>
              <a:ahLst/>
              <a:cxnLst/>
              <a:rect l="l" t="t" r="r" b="b"/>
              <a:pathLst>
                <a:path w="1263" h="3191" extrusionOk="0">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5" name="Google Shape;12905;p65"/>
            <p:cNvSpPr/>
            <p:nvPr/>
          </p:nvSpPr>
          <p:spPr>
            <a:xfrm>
              <a:off x="2948320" y="3879265"/>
              <a:ext cx="40580" cy="156941"/>
            </a:xfrm>
            <a:custGeom>
              <a:avLst/>
              <a:gdLst/>
              <a:ahLst/>
              <a:cxnLst/>
              <a:rect l="l" t="t" r="r" b="b"/>
              <a:pathLst>
                <a:path w="1275" h="4931" extrusionOk="0">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6" name="Google Shape;12906;p65"/>
            <p:cNvSpPr/>
            <p:nvPr/>
          </p:nvSpPr>
          <p:spPr>
            <a:xfrm>
              <a:off x="2716807" y="3896325"/>
              <a:ext cx="49269" cy="13304"/>
            </a:xfrm>
            <a:custGeom>
              <a:avLst/>
              <a:gdLst/>
              <a:ahLst/>
              <a:cxnLst/>
              <a:rect l="l" t="t" r="r" b="b"/>
              <a:pathLst>
                <a:path w="1548" h="418" extrusionOk="0">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7" name="Google Shape;12907;p65"/>
            <p:cNvSpPr/>
            <p:nvPr/>
          </p:nvSpPr>
          <p:spPr>
            <a:xfrm>
              <a:off x="2717157" y="3917553"/>
              <a:ext cx="69002" cy="13304"/>
            </a:xfrm>
            <a:custGeom>
              <a:avLst/>
              <a:gdLst/>
              <a:ahLst/>
              <a:cxnLst/>
              <a:rect l="l" t="t" r="r" b="b"/>
              <a:pathLst>
                <a:path w="2168" h="418" extrusionOk="0">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8" name="Google Shape;12908;p65"/>
            <p:cNvSpPr/>
            <p:nvPr/>
          </p:nvSpPr>
          <p:spPr>
            <a:xfrm>
              <a:off x="2717157" y="3938782"/>
              <a:ext cx="69002" cy="13272"/>
            </a:xfrm>
            <a:custGeom>
              <a:avLst/>
              <a:gdLst/>
              <a:ahLst/>
              <a:cxnLst/>
              <a:rect l="l" t="t" r="r" b="b"/>
              <a:pathLst>
                <a:path w="2168" h="417" extrusionOk="0">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9" name="Google Shape;12909;p65"/>
            <p:cNvSpPr/>
            <p:nvPr/>
          </p:nvSpPr>
          <p:spPr>
            <a:xfrm>
              <a:off x="2717157" y="3960361"/>
              <a:ext cx="69002" cy="13304"/>
            </a:xfrm>
            <a:custGeom>
              <a:avLst/>
              <a:gdLst/>
              <a:ahLst/>
              <a:cxnLst/>
              <a:rect l="l" t="t" r="r" b="b"/>
              <a:pathLst>
                <a:path w="2168" h="418" extrusionOk="0">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0" name="Google Shape;12910;p65"/>
            <p:cNvSpPr/>
            <p:nvPr/>
          </p:nvSpPr>
          <p:spPr>
            <a:xfrm>
              <a:off x="2655793" y="4020993"/>
              <a:ext cx="84152" cy="82656"/>
            </a:xfrm>
            <a:custGeom>
              <a:avLst/>
              <a:gdLst/>
              <a:ahLst/>
              <a:cxnLst/>
              <a:rect l="l" t="t" r="r" b="b"/>
              <a:pathLst>
                <a:path w="2644" h="2597" extrusionOk="0">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911" name="Google Shape;12911;p65"/>
          <p:cNvSpPr/>
          <p:nvPr/>
        </p:nvSpPr>
        <p:spPr>
          <a:xfrm>
            <a:off x="1752752" y="3629616"/>
            <a:ext cx="356245" cy="356627"/>
          </a:xfrm>
          <a:custGeom>
            <a:avLst/>
            <a:gdLst/>
            <a:ahLst/>
            <a:cxnLst/>
            <a:rect l="l" t="t" r="r" b="b"/>
            <a:pathLst>
              <a:path w="11193" h="11205" extrusionOk="0">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12" name="Google Shape;12912;p65"/>
          <p:cNvGrpSpPr/>
          <p:nvPr/>
        </p:nvGrpSpPr>
        <p:grpSpPr>
          <a:xfrm>
            <a:off x="4019984" y="3631143"/>
            <a:ext cx="293704" cy="353954"/>
            <a:chOff x="4019984" y="3805393"/>
            <a:chExt cx="293704" cy="353954"/>
          </a:xfrm>
        </p:grpSpPr>
        <p:sp>
          <p:nvSpPr>
            <p:cNvPr id="12913" name="Google Shape;12913;p65"/>
            <p:cNvSpPr/>
            <p:nvPr/>
          </p:nvSpPr>
          <p:spPr>
            <a:xfrm>
              <a:off x="4019984" y="3805393"/>
              <a:ext cx="293704" cy="353954"/>
            </a:xfrm>
            <a:custGeom>
              <a:avLst/>
              <a:gdLst/>
              <a:ahLst/>
              <a:cxnLst/>
              <a:rect l="l" t="t" r="r" b="b"/>
              <a:pathLst>
                <a:path w="9228" h="11121" extrusionOk="0">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4" name="Google Shape;12914;p65"/>
            <p:cNvSpPr/>
            <p:nvPr/>
          </p:nvSpPr>
          <p:spPr>
            <a:xfrm>
              <a:off x="4118903" y="3867139"/>
              <a:ext cx="93987" cy="87971"/>
            </a:xfrm>
            <a:custGeom>
              <a:avLst/>
              <a:gdLst/>
              <a:ahLst/>
              <a:cxnLst/>
              <a:rect l="l" t="t" r="r" b="b"/>
              <a:pathLst>
                <a:path w="2953" h="2764" extrusionOk="0">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15" name="Google Shape;12915;p65"/>
          <p:cNvGrpSpPr/>
          <p:nvPr/>
        </p:nvGrpSpPr>
        <p:grpSpPr>
          <a:xfrm>
            <a:off x="8006505" y="3215794"/>
            <a:ext cx="323654" cy="303189"/>
            <a:chOff x="8006505" y="3390044"/>
            <a:chExt cx="323654" cy="303189"/>
          </a:xfrm>
        </p:grpSpPr>
        <p:sp>
          <p:nvSpPr>
            <p:cNvPr id="12916" name="Google Shape;12916;p65"/>
            <p:cNvSpPr/>
            <p:nvPr/>
          </p:nvSpPr>
          <p:spPr>
            <a:xfrm>
              <a:off x="8006505" y="3390044"/>
              <a:ext cx="323654" cy="303189"/>
            </a:xfrm>
            <a:custGeom>
              <a:avLst/>
              <a:gdLst/>
              <a:ahLst/>
              <a:cxnLst/>
              <a:rect l="l" t="t" r="r" b="b"/>
              <a:pathLst>
                <a:path w="10169" h="9526" extrusionOk="0">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7" name="Google Shape;12917;p65"/>
            <p:cNvSpPr/>
            <p:nvPr/>
          </p:nvSpPr>
          <p:spPr>
            <a:xfrm>
              <a:off x="8148997" y="3444247"/>
              <a:ext cx="37907" cy="37938"/>
            </a:xfrm>
            <a:custGeom>
              <a:avLst/>
              <a:gdLst/>
              <a:ahLst/>
              <a:cxnLst/>
              <a:rect l="l" t="t" r="r" b="b"/>
              <a:pathLst>
                <a:path w="1191" h="1192" extrusionOk="0">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8" name="Google Shape;12918;p65"/>
            <p:cNvSpPr/>
            <p:nvPr/>
          </p:nvSpPr>
          <p:spPr>
            <a:xfrm>
              <a:off x="8089861" y="3526871"/>
              <a:ext cx="165630" cy="104617"/>
            </a:xfrm>
            <a:custGeom>
              <a:avLst/>
              <a:gdLst/>
              <a:ahLst/>
              <a:cxnLst/>
              <a:rect l="l" t="t" r="r" b="b"/>
              <a:pathLst>
                <a:path w="5204" h="3287" extrusionOk="0">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9" name="Google Shape;12919;p65"/>
            <p:cNvSpPr/>
            <p:nvPr/>
          </p:nvSpPr>
          <p:spPr>
            <a:xfrm>
              <a:off x="8067519" y="3519742"/>
              <a:ext cx="32241" cy="30268"/>
            </a:xfrm>
            <a:custGeom>
              <a:avLst/>
              <a:gdLst/>
              <a:ahLst/>
              <a:cxnLst/>
              <a:rect l="l" t="t" r="r" b="b"/>
              <a:pathLst>
                <a:path w="1013" h="951" extrusionOk="0">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0" name="Google Shape;12920;p65"/>
            <p:cNvSpPr/>
            <p:nvPr/>
          </p:nvSpPr>
          <p:spPr>
            <a:xfrm>
              <a:off x="8244479" y="3601602"/>
              <a:ext cx="32623" cy="30268"/>
            </a:xfrm>
            <a:custGeom>
              <a:avLst/>
              <a:gdLst/>
              <a:ahLst/>
              <a:cxnLst/>
              <a:rect l="l" t="t" r="r" b="b"/>
              <a:pathLst>
                <a:path w="1025" h="951" extrusionOk="0">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1" name="Google Shape;12921;p65"/>
            <p:cNvSpPr/>
            <p:nvPr/>
          </p:nvSpPr>
          <p:spPr>
            <a:xfrm>
              <a:off x="8156190" y="3533396"/>
              <a:ext cx="32241" cy="30236"/>
            </a:xfrm>
            <a:custGeom>
              <a:avLst/>
              <a:gdLst/>
              <a:ahLst/>
              <a:cxnLst/>
              <a:rect l="l" t="t" r="r" b="b"/>
              <a:pathLst>
                <a:path w="1013" h="950" extrusionOk="0">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22" name="Google Shape;12922;p65"/>
          <p:cNvGrpSpPr/>
          <p:nvPr/>
        </p:nvGrpSpPr>
        <p:grpSpPr>
          <a:xfrm>
            <a:off x="1299146" y="3632257"/>
            <a:ext cx="367990" cy="351312"/>
            <a:chOff x="1299146" y="3806507"/>
            <a:chExt cx="367990" cy="351312"/>
          </a:xfrm>
        </p:grpSpPr>
        <p:sp>
          <p:nvSpPr>
            <p:cNvPr id="12923" name="Google Shape;12923;p65"/>
            <p:cNvSpPr/>
            <p:nvPr/>
          </p:nvSpPr>
          <p:spPr>
            <a:xfrm>
              <a:off x="1299146" y="3844414"/>
              <a:ext cx="321012" cy="313405"/>
            </a:xfrm>
            <a:custGeom>
              <a:avLst/>
              <a:gdLst/>
              <a:ahLst/>
              <a:cxnLst/>
              <a:rect l="l" t="t" r="r" b="b"/>
              <a:pathLst>
                <a:path w="10086" h="9847" extrusionOk="0">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4" name="Google Shape;12924;p65"/>
            <p:cNvSpPr/>
            <p:nvPr/>
          </p:nvSpPr>
          <p:spPr>
            <a:xfrm>
              <a:off x="1345391" y="3806507"/>
              <a:ext cx="321744" cy="313819"/>
            </a:xfrm>
            <a:custGeom>
              <a:avLst/>
              <a:gdLst/>
              <a:ahLst/>
              <a:cxnLst/>
              <a:rect l="l" t="t" r="r" b="b"/>
              <a:pathLst>
                <a:path w="10109" h="9860" extrusionOk="0">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925" name="Google Shape;12925;p65"/>
          <p:cNvSpPr/>
          <p:nvPr/>
        </p:nvSpPr>
        <p:spPr>
          <a:xfrm>
            <a:off x="3524716" y="3629934"/>
            <a:ext cx="389187" cy="355927"/>
          </a:xfrm>
          <a:custGeom>
            <a:avLst/>
            <a:gdLst/>
            <a:ahLst/>
            <a:cxnLst/>
            <a:rect l="l" t="t" r="r" b="b"/>
            <a:pathLst>
              <a:path w="12228" h="11183" extrusionOk="0">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26" name="Google Shape;12926;p65"/>
          <p:cNvGrpSpPr/>
          <p:nvPr/>
        </p:nvGrpSpPr>
        <p:grpSpPr>
          <a:xfrm>
            <a:off x="3095745" y="3631143"/>
            <a:ext cx="352840" cy="354717"/>
            <a:chOff x="3095745" y="3805393"/>
            <a:chExt cx="352840" cy="354717"/>
          </a:xfrm>
        </p:grpSpPr>
        <p:sp>
          <p:nvSpPr>
            <p:cNvPr id="12927" name="Google Shape;12927;p65"/>
            <p:cNvSpPr/>
            <p:nvPr/>
          </p:nvSpPr>
          <p:spPr>
            <a:xfrm>
              <a:off x="3095745" y="3805393"/>
              <a:ext cx="272093" cy="271711"/>
            </a:xfrm>
            <a:custGeom>
              <a:avLst/>
              <a:gdLst/>
              <a:ahLst/>
              <a:cxnLst/>
              <a:rect l="l" t="t" r="r" b="b"/>
              <a:pathLst>
                <a:path w="8549" h="8537" extrusionOk="0">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8" name="Google Shape;12928;p65"/>
            <p:cNvSpPr/>
            <p:nvPr/>
          </p:nvSpPr>
          <p:spPr>
            <a:xfrm>
              <a:off x="3184798" y="3878883"/>
              <a:ext cx="109550" cy="94018"/>
            </a:xfrm>
            <a:custGeom>
              <a:avLst/>
              <a:gdLst/>
              <a:ahLst/>
              <a:cxnLst/>
              <a:rect l="l" t="t" r="r" b="b"/>
              <a:pathLst>
                <a:path w="3442" h="2954" extrusionOk="0">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9" name="Google Shape;12929;p65"/>
            <p:cNvSpPr/>
            <p:nvPr/>
          </p:nvSpPr>
          <p:spPr>
            <a:xfrm>
              <a:off x="3168120" y="3917331"/>
              <a:ext cx="102707" cy="87016"/>
            </a:xfrm>
            <a:custGeom>
              <a:avLst/>
              <a:gdLst/>
              <a:ahLst/>
              <a:cxnLst/>
              <a:rect l="l" t="t" r="r" b="b"/>
              <a:pathLst>
                <a:path w="3227" h="2734" extrusionOk="0">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0" name="Google Shape;12930;p65"/>
            <p:cNvSpPr/>
            <p:nvPr/>
          </p:nvSpPr>
          <p:spPr>
            <a:xfrm>
              <a:off x="3264749" y="3976275"/>
              <a:ext cx="183836" cy="183836"/>
            </a:xfrm>
            <a:custGeom>
              <a:avLst/>
              <a:gdLst/>
              <a:ahLst/>
              <a:cxnLst/>
              <a:rect l="l" t="t" r="r" b="b"/>
              <a:pathLst>
                <a:path w="5776" h="5776" extrusionOk="0">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1" name="Google Shape;12931;p65"/>
            <p:cNvSpPr/>
            <p:nvPr/>
          </p:nvSpPr>
          <p:spPr>
            <a:xfrm>
              <a:off x="3326526" y="4036907"/>
              <a:ext cx="62541" cy="62573"/>
            </a:xfrm>
            <a:custGeom>
              <a:avLst/>
              <a:gdLst/>
              <a:ahLst/>
              <a:cxnLst/>
              <a:rect l="l" t="t" r="r" b="b"/>
              <a:pathLst>
                <a:path w="1965" h="1966" extrusionOk="0">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2" name="Google Shape;12932;p65"/>
            <p:cNvSpPr/>
            <p:nvPr/>
          </p:nvSpPr>
          <p:spPr>
            <a:xfrm>
              <a:off x="3196542" y="3907687"/>
              <a:ext cx="68238" cy="68238"/>
            </a:xfrm>
            <a:custGeom>
              <a:avLst/>
              <a:gdLst/>
              <a:ahLst/>
              <a:cxnLst/>
              <a:rect l="l" t="t" r="r" b="b"/>
              <a:pathLst>
                <a:path w="2144" h="2144" extrusionOk="0">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3" name="Google Shape;12933;p65"/>
          <p:cNvGrpSpPr/>
          <p:nvPr/>
        </p:nvGrpSpPr>
        <p:grpSpPr>
          <a:xfrm>
            <a:off x="7550258" y="3658420"/>
            <a:ext cx="371395" cy="301279"/>
            <a:chOff x="7550258" y="3832670"/>
            <a:chExt cx="371395" cy="301279"/>
          </a:xfrm>
        </p:grpSpPr>
        <p:sp>
          <p:nvSpPr>
            <p:cNvPr id="12934" name="Google Shape;12934;p65"/>
            <p:cNvSpPr/>
            <p:nvPr/>
          </p:nvSpPr>
          <p:spPr>
            <a:xfrm>
              <a:off x="7550258" y="3832670"/>
              <a:ext cx="371395" cy="301279"/>
            </a:xfrm>
            <a:custGeom>
              <a:avLst/>
              <a:gdLst/>
              <a:ahLst/>
              <a:cxnLst/>
              <a:rect l="l" t="t" r="r" b="b"/>
              <a:pathLst>
                <a:path w="11669" h="9466" extrusionOk="0">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5" name="Google Shape;12935;p65"/>
            <p:cNvSpPr/>
            <p:nvPr/>
          </p:nvSpPr>
          <p:spPr>
            <a:xfrm>
              <a:off x="7574129" y="3891009"/>
              <a:ext cx="324418" cy="10662"/>
            </a:xfrm>
            <a:custGeom>
              <a:avLst/>
              <a:gdLst/>
              <a:ahLst/>
              <a:cxnLst/>
              <a:rect l="l" t="t" r="r" b="b"/>
              <a:pathLst>
                <a:path w="10193" h="335" extrusionOk="0">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6" name="Google Shape;12936;p65"/>
            <p:cNvSpPr/>
            <p:nvPr/>
          </p:nvSpPr>
          <p:spPr>
            <a:xfrm>
              <a:off x="7591188" y="3937637"/>
              <a:ext cx="45481" cy="10248"/>
            </a:xfrm>
            <a:custGeom>
              <a:avLst/>
              <a:gdLst/>
              <a:ahLst/>
              <a:cxnLst/>
              <a:rect l="l" t="t" r="r" b="b"/>
              <a:pathLst>
                <a:path w="1429" h="322" extrusionOk="0">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7" name="Google Shape;12937;p65"/>
            <p:cNvSpPr/>
            <p:nvPr/>
          </p:nvSpPr>
          <p:spPr>
            <a:xfrm>
              <a:off x="7672667" y="3937637"/>
              <a:ext cx="45481" cy="10248"/>
            </a:xfrm>
            <a:custGeom>
              <a:avLst/>
              <a:gdLst/>
              <a:ahLst/>
              <a:cxnLst/>
              <a:rect l="l" t="t" r="r" b="b"/>
              <a:pathLst>
                <a:path w="1429" h="322" extrusionOk="0">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8" name="Google Shape;12938;p65"/>
            <p:cNvSpPr/>
            <p:nvPr/>
          </p:nvSpPr>
          <p:spPr>
            <a:xfrm>
              <a:off x="7835592" y="3937637"/>
              <a:ext cx="45131" cy="10248"/>
            </a:xfrm>
            <a:custGeom>
              <a:avLst/>
              <a:gdLst/>
              <a:ahLst/>
              <a:cxnLst/>
              <a:rect l="l" t="t" r="r" b="b"/>
              <a:pathLst>
                <a:path w="1418" h="322" extrusionOk="0">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9" name="Google Shape;12939;p65"/>
            <p:cNvSpPr/>
            <p:nvPr/>
          </p:nvSpPr>
          <p:spPr>
            <a:xfrm>
              <a:off x="7591188" y="3984232"/>
              <a:ext cx="45481" cy="10662"/>
            </a:xfrm>
            <a:custGeom>
              <a:avLst/>
              <a:gdLst/>
              <a:ahLst/>
              <a:cxnLst/>
              <a:rect l="l" t="t" r="r" b="b"/>
              <a:pathLst>
                <a:path w="1429" h="335" extrusionOk="0">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0" name="Google Shape;12940;p65"/>
            <p:cNvSpPr/>
            <p:nvPr/>
          </p:nvSpPr>
          <p:spPr>
            <a:xfrm>
              <a:off x="7754113" y="3984232"/>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1" name="Google Shape;12941;p65"/>
            <p:cNvSpPr/>
            <p:nvPr/>
          </p:nvSpPr>
          <p:spPr>
            <a:xfrm>
              <a:off x="7591188" y="4030859"/>
              <a:ext cx="45481" cy="10248"/>
            </a:xfrm>
            <a:custGeom>
              <a:avLst/>
              <a:gdLst/>
              <a:ahLst/>
              <a:cxnLst/>
              <a:rect l="l" t="t" r="r" b="b"/>
              <a:pathLst>
                <a:path w="1429" h="322" extrusionOk="0">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2" name="Google Shape;12942;p65"/>
            <p:cNvSpPr/>
            <p:nvPr/>
          </p:nvSpPr>
          <p:spPr>
            <a:xfrm>
              <a:off x="7672667" y="4030859"/>
              <a:ext cx="45481" cy="10248"/>
            </a:xfrm>
            <a:custGeom>
              <a:avLst/>
              <a:gdLst/>
              <a:ahLst/>
              <a:cxnLst/>
              <a:rect l="l" t="t" r="r" b="b"/>
              <a:pathLst>
                <a:path w="1429" h="322" extrusionOk="0">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3" name="Google Shape;12943;p65"/>
            <p:cNvSpPr/>
            <p:nvPr/>
          </p:nvSpPr>
          <p:spPr>
            <a:xfrm>
              <a:off x="7835592" y="4030859"/>
              <a:ext cx="45131" cy="10248"/>
            </a:xfrm>
            <a:custGeom>
              <a:avLst/>
              <a:gdLst/>
              <a:ahLst/>
              <a:cxnLst/>
              <a:rect l="l" t="t" r="r" b="b"/>
              <a:pathLst>
                <a:path w="1418" h="322" extrusionOk="0">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4" name="Google Shape;12944;p65"/>
            <p:cNvSpPr/>
            <p:nvPr/>
          </p:nvSpPr>
          <p:spPr>
            <a:xfrm>
              <a:off x="7672667" y="4077073"/>
              <a:ext cx="45481" cy="10662"/>
            </a:xfrm>
            <a:custGeom>
              <a:avLst/>
              <a:gdLst/>
              <a:ahLst/>
              <a:cxnLst/>
              <a:rect l="l" t="t" r="r" b="b"/>
              <a:pathLst>
                <a:path w="1429" h="335" extrusionOk="0">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5" name="Google Shape;12945;p65"/>
            <p:cNvSpPr/>
            <p:nvPr/>
          </p:nvSpPr>
          <p:spPr>
            <a:xfrm>
              <a:off x="7754113" y="4077073"/>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6" name="Google Shape;12946;p65"/>
            <p:cNvSpPr/>
            <p:nvPr/>
          </p:nvSpPr>
          <p:spPr>
            <a:xfrm>
              <a:off x="7835592" y="4077073"/>
              <a:ext cx="45131" cy="10662"/>
            </a:xfrm>
            <a:custGeom>
              <a:avLst/>
              <a:gdLst/>
              <a:ahLst/>
              <a:cxnLst/>
              <a:rect l="l" t="t" r="r" b="b"/>
              <a:pathLst>
                <a:path w="1418" h="335" extrusionOk="0">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7" name="Google Shape;12947;p65"/>
            <p:cNvSpPr/>
            <p:nvPr/>
          </p:nvSpPr>
          <p:spPr>
            <a:xfrm>
              <a:off x="7672667" y="3972583"/>
              <a:ext cx="46245" cy="34055"/>
            </a:xfrm>
            <a:custGeom>
              <a:avLst/>
              <a:gdLst/>
              <a:ahLst/>
              <a:cxnLst/>
              <a:rect l="l" t="t" r="r" b="b"/>
              <a:pathLst>
                <a:path w="1453" h="1070" extrusionOk="0">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8" name="Google Shape;12948;p65"/>
            <p:cNvSpPr/>
            <p:nvPr/>
          </p:nvSpPr>
          <p:spPr>
            <a:xfrm>
              <a:off x="7835592" y="3972583"/>
              <a:ext cx="45895" cy="34055"/>
            </a:xfrm>
            <a:custGeom>
              <a:avLst/>
              <a:gdLst/>
              <a:ahLst/>
              <a:cxnLst/>
              <a:rect l="l" t="t" r="r" b="b"/>
              <a:pathLst>
                <a:path w="1442" h="1070" extrusionOk="0">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9" name="Google Shape;12949;p65"/>
            <p:cNvSpPr/>
            <p:nvPr/>
          </p:nvSpPr>
          <p:spPr>
            <a:xfrm>
              <a:off x="7754113" y="4019592"/>
              <a:ext cx="46277" cy="34024"/>
            </a:xfrm>
            <a:custGeom>
              <a:avLst/>
              <a:gdLst/>
              <a:ahLst/>
              <a:cxnLst/>
              <a:rect l="l" t="t" r="r" b="b"/>
              <a:pathLst>
                <a:path w="1454" h="1069" extrusionOk="0">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0" name="Google Shape;12950;p65"/>
            <p:cNvSpPr/>
            <p:nvPr/>
          </p:nvSpPr>
          <p:spPr>
            <a:xfrm>
              <a:off x="7591188" y="4065806"/>
              <a:ext cx="46245" cy="34055"/>
            </a:xfrm>
            <a:custGeom>
              <a:avLst/>
              <a:gdLst/>
              <a:ahLst/>
              <a:cxnLst/>
              <a:rect l="l" t="t" r="r" b="b"/>
              <a:pathLst>
                <a:path w="1453" h="1070" extrusionOk="0">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1" name="Google Shape;12951;p65"/>
            <p:cNvSpPr/>
            <p:nvPr/>
          </p:nvSpPr>
          <p:spPr>
            <a:xfrm>
              <a:off x="7754113" y="3925988"/>
              <a:ext cx="46277" cy="34406"/>
            </a:xfrm>
            <a:custGeom>
              <a:avLst/>
              <a:gdLst/>
              <a:ahLst/>
              <a:cxnLst/>
              <a:rect l="l" t="t" r="r" b="b"/>
              <a:pathLst>
                <a:path w="1454" h="1081" extrusionOk="0">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952" name="Google Shape;12952;p65"/>
          <p:cNvSpPr/>
          <p:nvPr/>
        </p:nvSpPr>
        <p:spPr>
          <a:xfrm>
            <a:off x="7114476" y="3634549"/>
            <a:ext cx="350548" cy="350548"/>
          </a:xfrm>
          <a:custGeom>
            <a:avLst/>
            <a:gdLst/>
            <a:ahLst/>
            <a:cxnLst/>
            <a:rect l="l" t="t" r="r" b="b"/>
            <a:pathLst>
              <a:path w="11014" h="11014" extrusionOk="0">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53" name="Google Shape;12953;p65"/>
          <p:cNvGrpSpPr/>
          <p:nvPr/>
        </p:nvGrpSpPr>
        <p:grpSpPr>
          <a:xfrm>
            <a:off x="6659725" y="3633785"/>
            <a:ext cx="367608" cy="350548"/>
            <a:chOff x="6659725" y="3808035"/>
            <a:chExt cx="367608" cy="350548"/>
          </a:xfrm>
        </p:grpSpPr>
        <p:sp>
          <p:nvSpPr>
            <p:cNvPr id="12954" name="Google Shape;12954;p65"/>
            <p:cNvSpPr/>
            <p:nvPr/>
          </p:nvSpPr>
          <p:spPr>
            <a:xfrm>
              <a:off x="6659725" y="3845942"/>
              <a:ext cx="321394" cy="312642"/>
            </a:xfrm>
            <a:custGeom>
              <a:avLst/>
              <a:gdLst/>
              <a:ahLst/>
              <a:cxnLst/>
              <a:rect l="l" t="t" r="r" b="b"/>
              <a:pathLst>
                <a:path w="10098" h="9823" extrusionOk="0">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5" name="Google Shape;12955;p65"/>
            <p:cNvSpPr/>
            <p:nvPr/>
          </p:nvSpPr>
          <p:spPr>
            <a:xfrm>
              <a:off x="6705588" y="3808035"/>
              <a:ext cx="321744" cy="313787"/>
            </a:xfrm>
            <a:custGeom>
              <a:avLst/>
              <a:gdLst/>
              <a:ahLst/>
              <a:cxnLst/>
              <a:rect l="l" t="t" r="r" b="b"/>
              <a:pathLst>
                <a:path w="10109" h="9859" extrusionOk="0">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56" name="Google Shape;12956;p65"/>
          <p:cNvGrpSpPr/>
          <p:nvPr/>
        </p:nvGrpSpPr>
        <p:grpSpPr>
          <a:xfrm>
            <a:off x="6219391" y="3642506"/>
            <a:ext cx="356627" cy="334252"/>
            <a:chOff x="6219391" y="3816756"/>
            <a:chExt cx="356627" cy="334252"/>
          </a:xfrm>
        </p:grpSpPr>
        <p:sp>
          <p:nvSpPr>
            <p:cNvPr id="12957" name="Google Shape;12957;p65"/>
            <p:cNvSpPr/>
            <p:nvPr/>
          </p:nvSpPr>
          <p:spPr>
            <a:xfrm>
              <a:off x="6219391" y="3816756"/>
              <a:ext cx="306594" cy="334252"/>
            </a:xfrm>
            <a:custGeom>
              <a:avLst/>
              <a:gdLst/>
              <a:ahLst/>
              <a:cxnLst/>
              <a:rect l="l" t="t" r="r" b="b"/>
              <a:pathLst>
                <a:path w="9633" h="10502" extrusionOk="0">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8" name="Google Shape;12958;p65"/>
            <p:cNvSpPr/>
            <p:nvPr/>
          </p:nvSpPr>
          <p:spPr>
            <a:xfrm>
              <a:off x="6549060" y="3978567"/>
              <a:ext cx="26958" cy="10630"/>
            </a:xfrm>
            <a:custGeom>
              <a:avLst/>
              <a:gdLst/>
              <a:ahLst/>
              <a:cxnLst/>
              <a:rect l="l" t="t" r="r" b="b"/>
              <a:pathLst>
                <a:path w="847" h="334" extrusionOk="0">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9" name="Google Shape;12959;p65"/>
            <p:cNvSpPr/>
            <p:nvPr/>
          </p:nvSpPr>
          <p:spPr>
            <a:xfrm>
              <a:off x="6525572" y="3915357"/>
              <a:ext cx="24666" cy="22311"/>
            </a:xfrm>
            <a:custGeom>
              <a:avLst/>
              <a:gdLst/>
              <a:ahLst/>
              <a:cxnLst/>
              <a:rect l="l" t="t" r="r" b="b"/>
              <a:pathLst>
                <a:path w="775" h="701" extrusionOk="0">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0" name="Google Shape;12960;p65"/>
            <p:cNvSpPr/>
            <p:nvPr/>
          </p:nvSpPr>
          <p:spPr>
            <a:xfrm>
              <a:off x="6527099" y="4030191"/>
              <a:ext cx="23139" cy="22661"/>
            </a:xfrm>
            <a:custGeom>
              <a:avLst/>
              <a:gdLst/>
              <a:ahLst/>
              <a:cxnLst/>
              <a:rect l="l" t="t" r="r" b="b"/>
              <a:pathLst>
                <a:path w="727" h="712" extrusionOk="0">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1" name="Google Shape;12961;p65"/>
          <p:cNvGrpSpPr/>
          <p:nvPr/>
        </p:nvGrpSpPr>
        <p:grpSpPr>
          <a:xfrm>
            <a:off x="5778676" y="3652722"/>
            <a:ext cx="349052" cy="313055"/>
            <a:chOff x="5778676" y="3826972"/>
            <a:chExt cx="349052" cy="313055"/>
          </a:xfrm>
        </p:grpSpPr>
        <p:sp>
          <p:nvSpPr>
            <p:cNvPr id="12962" name="Google Shape;12962;p65"/>
            <p:cNvSpPr/>
            <p:nvPr/>
          </p:nvSpPr>
          <p:spPr>
            <a:xfrm>
              <a:off x="5923045" y="3890659"/>
              <a:ext cx="27690" cy="48155"/>
            </a:xfrm>
            <a:custGeom>
              <a:avLst/>
              <a:gdLst/>
              <a:ahLst/>
              <a:cxnLst/>
              <a:rect l="l" t="t" r="r" b="b"/>
              <a:pathLst>
                <a:path w="870" h="1513" extrusionOk="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3" name="Google Shape;12963;p65"/>
            <p:cNvSpPr/>
            <p:nvPr/>
          </p:nvSpPr>
          <p:spPr>
            <a:xfrm>
              <a:off x="5976866" y="3843268"/>
              <a:ext cx="80364" cy="80364"/>
            </a:xfrm>
            <a:custGeom>
              <a:avLst/>
              <a:gdLst/>
              <a:ahLst/>
              <a:cxnLst/>
              <a:rect l="l" t="t" r="r" b="b"/>
              <a:pathLst>
                <a:path w="2525" h="2525" extrusionOk="0">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4" name="Google Shape;12964;p65"/>
            <p:cNvSpPr/>
            <p:nvPr/>
          </p:nvSpPr>
          <p:spPr>
            <a:xfrm>
              <a:off x="5879473" y="3826972"/>
              <a:ext cx="193288" cy="144051"/>
            </a:xfrm>
            <a:custGeom>
              <a:avLst/>
              <a:gdLst/>
              <a:ahLst/>
              <a:cxnLst/>
              <a:rect l="l" t="t" r="r" b="b"/>
              <a:pathLst>
                <a:path w="6073" h="4526" extrusionOk="0">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5" name="Google Shape;12965;p65"/>
            <p:cNvSpPr/>
            <p:nvPr/>
          </p:nvSpPr>
          <p:spPr>
            <a:xfrm>
              <a:off x="6003760" y="3859946"/>
              <a:ext cx="26958" cy="47773"/>
            </a:xfrm>
            <a:custGeom>
              <a:avLst/>
              <a:gdLst/>
              <a:ahLst/>
              <a:cxnLst/>
              <a:rect l="l" t="t" r="r" b="b"/>
              <a:pathLst>
                <a:path w="847" h="1501" extrusionOk="0">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6" name="Google Shape;12966;p65"/>
            <p:cNvSpPr/>
            <p:nvPr/>
          </p:nvSpPr>
          <p:spPr>
            <a:xfrm>
              <a:off x="5778676" y="3939865"/>
              <a:ext cx="349052" cy="200163"/>
            </a:xfrm>
            <a:custGeom>
              <a:avLst/>
              <a:gdLst/>
              <a:ahLst/>
              <a:cxnLst/>
              <a:rect l="l" t="t" r="r" b="b"/>
              <a:pathLst>
                <a:path w="10967" h="6289" extrusionOk="0">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7" name="Google Shape;12967;p65"/>
          <p:cNvGrpSpPr/>
          <p:nvPr/>
        </p:nvGrpSpPr>
        <p:grpSpPr>
          <a:xfrm>
            <a:off x="5355784" y="3660297"/>
            <a:ext cx="299019" cy="297905"/>
            <a:chOff x="5355784" y="3834547"/>
            <a:chExt cx="299019" cy="297905"/>
          </a:xfrm>
        </p:grpSpPr>
        <p:sp>
          <p:nvSpPr>
            <p:cNvPr id="12968" name="Google Shape;12968;p65"/>
            <p:cNvSpPr/>
            <p:nvPr/>
          </p:nvSpPr>
          <p:spPr>
            <a:xfrm>
              <a:off x="5355784" y="3834547"/>
              <a:ext cx="299019" cy="297905"/>
            </a:xfrm>
            <a:custGeom>
              <a:avLst/>
              <a:gdLst/>
              <a:ahLst/>
              <a:cxnLst/>
              <a:rect l="l" t="t" r="r" b="b"/>
              <a:pathLst>
                <a:path w="9395" h="9360" extrusionOk="0">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9" name="Google Shape;12969;p65"/>
            <p:cNvSpPr/>
            <p:nvPr/>
          </p:nvSpPr>
          <p:spPr>
            <a:xfrm>
              <a:off x="5455054" y="3854280"/>
              <a:ext cx="179666" cy="171296"/>
            </a:xfrm>
            <a:custGeom>
              <a:avLst/>
              <a:gdLst/>
              <a:ahLst/>
              <a:cxnLst/>
              <a:rect l="l" t="t" r="r" b="b"/>
              <a:pathLst>
                <a:path w="5645" h="5382" extrusionOk="0">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0" name="Google Shape;12970;p65"/>
            <p:cNvSpPr/>
            <p:nvPr/>
          </p:nvSpPr>
          <p:spPr>
            <a:xfrm>
              <a:off x="5508110" y="3886490"/>
              <a:ext cx="81510" cy="99302"/>
            </a:xfrm>
            <a:custGeom>
              <a:avLst/>
              <a:gdLst/>
              <a:ahLst/>
              <a:cxnLst/>
              <a:rect l="l" t="t" r="r" b="b"/>
              <a:pathLst>
                <a:path w="2561" h="3120" extrusionOk="0">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1" name="Google Shape;12971;p65"/>
            <p:cNvSpPr/>
            <p:nvPr/>
          </p:nvSpPr>
          <p:spPr>
            <a:xfrm>
              <a:off x="5554706" y="3945530"/>
              <a:ext cx="98952" cy="98251"/>
            </a:xfrm>
            <a:custGeom>
              <a:avLst/>
              <a:gdLst/>
              <a:ahLst/>
              <a:cxnLst/>
              <a:rect l="l" t="t" r="r" b="b"/>
              <a:pathLst>
                <a:path w="3109" h="3087" extrusionOk="0">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72" name="Google Shape;12972;p65"/>
          <p:cNvGrpSpPr/>
          <p:nvPr/>
        </p:nvGrpSpPr>
        <p:grpSpPr>
          <a:xfrm>
            <a:off x="8036455" y="3633021"/>
            <a:ext cx="292176" cy="353985"/>
            <a:chOff x="8036455" y="3807271"/>
            <a:chExt cx="292176" cy="353985"/>
          </a:xfrm>
        </p:grpSpPr>
        <p:sp>
          <p:nvSpPr>
            <p:cNvPr id="12973" name="Google Shape;12973;p65"/>
            <p:cNvSpPr/>
            <p:nvPr/>
          </p:nvSpPr>
          <p:spPr>
            <a:xfrm>
              <a:off x="8039479" y="3807271"/>
              <a:ext cx="289153" cy="330465"/>
            </a:xfrm>
            <a:custGeom>
              <a:avLst/>
              <a:gdLst/>
              <a:ahLst/>
              <a:cxnLst/>
              <a:rect l="l" t="t" r="r" b="b"/>
              <a:pathLst>
                <a:path w="9085" h="10383" extrusionOk="0">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4" name="Google Shape;12974;p65"/>
            <p:cNvSpPr/>
            <p:nvPr/>
          </p:nvSpPr>
          <p:spPr>
            <a:xfrm>
              <a:off x="8036455" y="3934613"/>
              <a:ext cx="291795" cy="226644"/>
            </a:xfrm>
            <a:custGeom>
              <a:avLst/>
              <a:gdLst/>
              <a:ahLst/>
              <a:cxnLst/>
              <a:rect l="l" t="t" r="r" b="b"/>
              <a:pathLst>
                <a:path w="9168" h="7121" extrusionOk="0">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75" name="Google Shape;12975;p65"/>
          <p:cNvGrpSpPr/>
          <p:nvPr/>
        </p:nvGrpSpPr>
        <p:grpSpPr>
          <a:xfrm>
            <a:off x="4874902" y="3634549"/>
            <a:ext cx="345615" cy="350835"/>
            <a:chOff x="4874902" y="3808799"/>
            <a:chExt cx="345615" cy="350835"/>
          </a:xfrm>
        </p:grpSpPr>
        <p:sp>
          <p:nvSpPr>
            <p:cNvPr id="12976" name="Google Shape;12976;p65"/>
            <p:cNvSpPr/>
            <p:nvPr/>
          </p:nvSpPr>
          <p:spPr>
            <a:xfrm>
              <a:off x="4874902" y="3808799"/>
              <a:ext cx="345615" cy="350835"/>
            </a:xfrm>
            <a:custGeom>
              <a:avLst/>
              <a:gdLst/>
              <a:ahLst/>
              <a:cxnLst/>
              <a:rect l="l" t="t" r="r" b="b"/>
              <a:pathLst>
                <a:path w="10859" h="11023" extrusionOk="0">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7" name="Google Shape;12977;p65"/>
            <p:cNvSpPr/>
            <p:nvPr/>
          </p:nvSpPr>
          <p:spPr>
            <a:xfrm>
              <a:off x="4939321" y="4009630"/>
              <a:ext cx="145929" cy="123618"/>
            </a:xfrm>
            <a:custGeom>
              <a:avLst/>
              <a:gdLst/>
              <a:ahLst/>
              <a:cxnLst/>
              <a:rect l="l" t="t" r="r" b="b"/>
              <a:pathLst>
                <a:path w="4585" h="3884" extrusionOk="0">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8" name="Google Shape;12978;p65"/>
            <p:cNvSpPr/>
            <p:nvPr/>
          </p:nvSpPr>
          <p:spPr>
            <a:xfrm>
              <a:off x="4942344" y="3897629"/>
              <a:ext cx="205033" cy="101816"/>
            </a:xfrm>
            <a:custGeom>
              <a:avLst/>
              <a:gdLst/>
              <a:ahLst/>
              <a:cxnLst/>
              <a:rect l="l" t="t" r="r" b="b"/>
              <a:pathLst>
                <a:path w="6442" h="3199" extrusionOk="0">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9" name="Google Shape;12979;p65"/>
            <p:cNvSpPr/>
            <p:nvPr/>
          </p:nvSpPr>
          <p:spPr>
            <a:xfrm>
              <a:off x="5092729" y="3950240"/>
              <a:ext cx="84597" cy="175465"/>
            </a:xfrm>
            <a:custGeom>
              <a:avLst/>
              <a:gdLst/>
              <a:ahLst/>
              <a:cxnLst/>
              <a:rect l="l" t="t" r="r" b="b"/>
              <a:pathLst>
                <a:path w="2658" h="5513" extrusionOk="0">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0" name="Google Shape;12980;p65"/>
            <p:cNvSpPr/>
            <p:nvPr/>
          </p:nvSpPr>
          <p:spPr>
            <a:xfrm>
              <a:off x="5004886" y="3993717"/>
              <a:ext cx="81478" cy="55348"/>
            </a:xfrm>
            <a:custGeom>
              <a:avLst/>
              <a:gdLst/>
              <a:ahLst/>
              <a:cxnLst/>
              <a:rect l="l" t="t" r="r" b="b"/>
              <a:pathLst>
                <a:path w="2560" h="1739" extrusionOk="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1" name="Google Shape;12981;p65"/>
            <p:cNvSpPr/>
            <p:nvPr/>
          </p:nvSpPr>
          <p:spPr>
            <a:xfrm>
              <a:off x="5053391" y="3915262"/>
              <a:ext cx="10630" cy="29982"/>
            </a:xfrm>
            <a:custGeom>
              <a:avLst/>
              <a:gdLst/>
              <a:ahLst/>
              <a:cxnLst/>
              <a:rect l="l" t="t" r="r" b="b"/>
              <a:pathLst>
                <a:path w="334" h="942" extrusionOk="0">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2" name="Google Shape;12982;p65"/>
            <p:cNvSpPr/>
            <p:nvPr/>
          </p:nvSpPr>
          <p:spPr>
            <a:xfrm>
              <a:off x="5005236" y="3928216"/>
              <a:ext cx="21261" cy="26894"/>
            </a:xfrm>
            <a:custGeom>
              <a:avLst/>
              <a:gdLst/>
              <a:ahLst/>
              <a:cxnLst/>
              <a:rect l="l" t="t" r="r" b="b"/>
              <a:pathLst>
                <a:path w="668" h="845" extrusionOk="0">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3" name="Google Shape;12983;p65"/>
            <p:cNvSpPr/>
            <p:nvPr/>
          </p:nvSpPr>
          <p:spPr>
            <a:xfrm>
              <a:off x="4970766" y="3962876"/>
              <a:ext cx="28454" cy="19510"/>
            </a:xfrm>
            <a:custGeom>
              <a:avLst/>
              <a:gdLst/>
              <a:ahLst/>
              <a:cxnLst/>
              <a:rect l="l" t="t" r="r" b="b"/>
              <a:pathLst>
                <a:path w="894" h="613" extrusionOk="0">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4" name="Google Shape;12984;p65"/>
            <p:cNvSpPr/>
            <p:nvPr/>
          </p:nvSpPr>
          <p:spPr>
            <a:xfrm>
              <a:off x="4958258" y="4010012"/>
              <a:ext cx="29982" cy="10248"/>
            </a:xfrm>
            <a:custGeom>
              <a:avLst/>
              <a:gdLst/>
              <a:ahLst/>
              <a:cxnLst/>
              <a:rect l="l" t="t" r="r" b="b"/>
              <a:pathLst>
                <a:path w="942" h="322" extrusionOk="0">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5" name="Google Shape;12985;p65"/>
            <p:cNvSpPr/>
            <p:nvPr/>
          </p:nvSpPr>
          <p:spPr>
            <a:xfrm>
              <a:off x="4969239" y="4047601"/>
              <a:ext cx="30363" cy="20051"/>
            </a:xfrm>
            <a:custGeom>
              <a:avLst/>
              <a:gdLst/>
              <a:ahLst/>
              <a:cxnLst/>
              <a:rect l="l" t="t" r="r" b="b"/>
              <a:pathLst>
                <a:path w="954" h="630" extrusionOk="0">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6" name="Google Shape;12986;p65"/>
            <p:cNvSpPr/>
            <p:nvPr/>
          </p:nvSpPr>
          <p:spPr>
            <a:xfrm>
              <a:off x="5005236" y="4075641"/>
              <a:ext cx="21261" cy="26862"/>
            </a:xfrm>
            <a:custGeom>
              <a:avLst/>
              <a:gdLst/>
              <a:ahLst/>
              <a:cxnLst/>
              <a:rect l="l" t="t" r="r" b="b"/>
              <a:pathLst>
                <a:path w="668" h="844" extrusionOk="0">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7" name="Google Shape;12987;p65"/>
            <p:cNvSpPr/>
            <p:nvPr/>
          </p:nvSpPr>
          <p:spPr>
            <a:xfrm>
              <a:off x="5053391" y="4085794"/>
              <a:ext cx="10630" cy="29982"/>
            </a:xfrm>
            <a:custGeom>
              <a:avLst/>
              <a:gdLst/>
              <a:ahLst/>
              <a:cxnLst/>
              <a:rect l="l" t="t" r="r" b="b"/>
              <a:pathLst>
                <a:path w="334" h="942" extrusionOk="0">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8" name="Google Shape;12988;p65"/>
            <p:cNvSpPr/>
            <p:nvPr/>
          </p:nvSpPr>
          <p:spPr>
            <a:xfrm>
              <a:off x="5090501" y="4075641"/>
              <a:ext cx="21261" cy="26894"/>
            </a:xfrm>
            <a:custGeom>
              <a:avLst/>
              <a:gdLst/>
              <a:ahLst/>
              <a:cxnLst/>
              <a:rect l="l" t="t" r="r" b="b"/>
              <a:pathLst>
                <a:path w="668" h="845" extrusionOk="0">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9" name="Google Shape;12989;p65"/>
            <p:cNvSpPr/>
            <p:nvPr/>
          </p:nvSpPr>
          <p:spPr>
            <a:xfrm>
              <a:off x="5117809" y="4048142"/>
              <a:ext cx="28454" cy="19510"/>
            </a:xfrm>
            <a:custGeom>
              <a:avLst/>
              <a:gdLst/>
              <a:ahLst/>
              <a:cxnLst/>
              <a:rect l="l" t="t" r="r" b="b"/>
              <a:pathLst>
                <a:path w="894" h="613" extrusionOk="0">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0" name="Google Shape;12990;p65"/>
            <p:cNvSpPr/>
            <p:nvPr/>
          </p:nvSpPr>
          <p:spPr>
            <a:xfrm>
              <a:off x="5128790" y="4010012"/>
              <a:ext cx="29950" cy="10248"/>
            </a:xfrm>
            <a:custGeom>
              <a:avLst/>
              <a:gdLst/>
              <a:ahLst/>
              <a:cxnLst/>
              <a:rect l="l" t="t" r="r" b="b"/>
              <a:pathLst>
                <a:path w="941" h="322" extrusionOk="0">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1" name="Google Shape;12991;p65"/>
            <p:cNvSpPr/>
            <p:nvPr/>
          </p:nvSpPr>
          <p:spPr>
            <a:xfrm>
              <a:off x="5117809" y="3962717"/>
              <a:ext cx="28454" cy="19669"/>
            </a:xfrm>
            <a:custGeom>
              <a:avLst/>
              <a:gdLst/>
              <a:ahLst/>
              <a:cxnLst/>
              <a:rect l="l" t="t" r="r" b="b"/>
              <a:pathLst>
                <a:path w="894" h="618" extrusionOk="0">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2" name="Google Shape;12992;p65"/>
            <p:cNvSpPr/>
            <p:nvPr/>
          </p:nvSpPr>
          <p:spPr>
            <a:xfrm>
              <a:off x="5090501" y="3928152"/>
              <a:ext cx="20879" cy="26958"/>
            </a:xfrm>
            <a:custGeom>
              <a:avLst/>
              <a:gdLst/>
              <a:ahLst/>
              <a:cxnLst/>
              <a:rect l="l" t="t" r="r" b="b"/>
              <a:pathLst>
                <a:path w="656" h="847" extrusionOk="0">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993" name="Google Shape;12993;p65"/>
          <p:cNvSpPr txBox="1"/>
          <p:nvPr/>
        </p:nvSpPr>
        <p:spPr>
          <a:xfrm>
            <a:off x="849675" y="71597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Business Icons</a:t>
            </a:r>
            <a:endParaRPr sz="2400">
              <a:solidFill>
                <a:srgbClr val="FFFFFF"/>
              </a:solidFill>
            </a:endParaRPr>
          </a:p>
        </p:txBody>
      </p:sp>
      <p:sp>
        <p:nvSpPr>
          <p:cNvPr id="12994" name="Google Shape;12994;p65"/>
          <p:cNvSpPr txBox="1"/>
          <p:nvPr/>
        </p:nvSpPr>
        <p:spPr>
          <a:xfrm>
            <a:off x="4858400" y="71597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Teamwork Icons</a:t>
            </a:r>
            <a:endParaRPr sz="2400">
              <a:solidFill>
                <a:srgbClr val="FFFFFF"/>
              </a:solidFill>
            </a:endParaRPr>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998"/>
        <p:cNvGrpSpPr/>
        <p:nvPr/>
      </p:nvGrpSpPr>
      <p:grpSpPr>
        <a:xfrm>
          <a:off x="0" y="0"/>
          <a:ext cx="0" cy="0"/>
          <a:chOff x="0" y="0"/>
          <a:chExt cx="0" cy="0"/>
        </a:xfrm>
      </p:grpSpPr>
      <p:grpSp>
        <p:nvGrpSpPr>
          <p:cNvPr id="12999" name="Google Shape;12999;p66"/>
          <p:cNvGrpSpPr/>
          <p:nvPr/>
        </p:nvGrpSpPr>
        <p:grpSpPr>
          <a:xfrm>
            <a:off x="2704005" y="4083381"/>
            <a:ext cx="342144" cy="362704"/>
            <a:chOff x="2704005" y="4258781"/>
            <a:chExt cx="342144" cy="362704"/>
          </a:xfrm>
        </p:grpSpPr>
        <p:sp>
          <p:nvSpPr>
            <p:cNvPr id="13000" name="Google Shape;13000;p66"/>
            <p:cNvSpPr/>
            <p:nvPr/>
          </p:nvSpPr>
          <p:spPr>
            <a:xfrm>
              <a:off x="2704005" y="4258781"/>
              <a:ext cx="173543" cy="183554"/>
            </a:xfrm>
            <a:custGeom>
              <a:avLst/>
              <a:gdLst/>
              <a:ahLst/>
              <a:cxnLst/>
              <a:rect l="l" t="t" r="r" b="b"/>
              <a:pathLst>
                <a:path w="5478" h="5794" extrusionOk="0">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1" name="Google Shape;13001;p66"/>
            <p:cNvSpPr/>
            <p:nvPr/>
          </p:nvSpPr>
          <p:spPr>
            <a:xfrm>
              <a:off x="2733816" y="4278961"/>
              <a:ext cx="112052" cy="122633"/>
            </a:xfrm>
            <a:custGeom>
              <a:avLst/>
              <a:gdLst/>
              <a:ahLst/>
              <a:cxnLst/>
              <a:rect l="l" t="t" r="r" b="b"/>
              <a:pathLst>
                <a:path w="3537" h="3871" extrusionOk="0">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2" name="Google Shape;13002;p66"/>
            <p:cNvSpPr/>
            <p:nvPr/>
          </p:nvSpPr>
          <p:spPr>
            <a:xfrm>
              <a:off x="2759445" y="4322711"/>
              <a:ext cx="33993" cy="44542"/>
            </a:xfrm>
            <a:custGeom>
              <a:avLst/>
              <a:gdLst/>
              <a:ahLst/>
              <a:cxnLst/>
              <a:rect l="l" t="t" r="r" b="b"/>
              <a:pathLst>
                <a:path w="1073" h="1406" extrusionOk="0">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3" name="Google Shape;13003;p66"/>
            <p:cNvSpPr/>
            <p:nvPr/>
          </p:nvSpPr>
          <p:spPr>
            <a:xfrm>
              <a:off x="2791885" y="4321951"/>
              <a:ext cx="26073" cy="44922"/>
            </a:xfrm>
            <a:custGeom>
              <a:avLst/>
              <a:gdLst/>
              <a:ahLst/>
              <a:cxnLst/>
              <a:rect l="l" t="t" r="r" b="b"/>
              <a:pathLst>
                <a:path w="823" h="1418" extrusionOk="0">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4" name="Google Shape;13004;p66"/>
            <p:cNvSpPr/>
            <p:nvPr/>
          </p:nvSpPr>
          <p:spPr>
            <a:xfrm>
              <a:off x="2828095" y="4322648"/>
              <a:ext cx="218053" cy="170597"/>
            </a:xfrm>
            <a:custGeom>
              <a:avLst/>
              <a:gdLst/>
              <a:ahLst/>
              <a:cxnLst/>
              <a:rect l="l" t="t" r="r" b="b"/>
              <a:pathLst>
                <a:path w="6883" h="5385" extrusionOk="0">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5" name="Google Shape;13005;p66"/>
            <p:cNvSpPr/>
            <p:nvPr/>
          </p:nvSpPr>
          <p:spPr>
            <a:xfrm>
              <a:off x="2746995" y="4480034"/>
              <a:ext cx="232404" cy="141451"/>
            </a:xfrm>
            <a:custGeom>
              <a:avLst/>
              <a:gdLst/>
              <a:ahLst/>
              <a:cxnLst/>
              <a:rect l="l" t="t" r="r" b="b"/>
              <a:pathLst>
                <a:path w="7336" h="4465" extrusionOk="0">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6" name="Google Shape;13006;p66"/>
            <p:cNvSpPr/>
            <p:nvPr/>
          </p:nvSpPr>
          <p:spPr>
            <a:xfrm>
              <a:off x="2889206" y="4345046"/>
              <a:ext cx="46411" cy="47488"/>
            </a:xfrm>
            <a:custGeom>
              <a:avLst/>
              <a:gdLst/>
              <a:ahLst/>
              <a:cxnLst/>
              <a:rect l="l" t="t" r="r" b="b"/>
              <a:pathLst>
                <a:path w="1465" h="1499" extrusionOk="0">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07" name="Google Shape;13007;p66"/>
          <p:cNvGrpSpPr/>
          <p:nvPr/>
        </p:nvGrpSpPr>
        <p:grpSpPr>
          <a:xfrm>
            <a:off x="2157462" y="4083096"/>
            <a:ext cx="347435" cy="363370"/>
            <a:chOff x="2157462" y="4258496"/>
            <a:chExt cx="347435" cy="363370"/>
          </a:xfrm>
        </p:grpSpPr>
        <p:sp>
          <p:nvSpPr>
            <p:cNvPr id="13008" name="Google Shape;13008;p66"/>
            <p:cNvSpPr/>
            <p:nvPr/>
          </p:nvSpPr>
          <p:spPr>
            <a:xfrm>
              <a:off x="2296252" y="4258496"/>
              <a:ext cx="208644" cy="220778"/>
            </a:xfrm>
            <a:custGeom>
              <a:avLst/>
              <a:gdLst/>
              <a:ahLst/>
              <a:cxnLst/>
              <a:rect l="l" t="t" r="r" b="b"/>
              <a:pathLst>
                <a:path w="6586" h="6969" extrusionOk="0">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9" name="Google Shape;13009;p66"/>
            <p:cNvSpPr/>
            <p:nvPr/>
          </p:nvSpPr>
          <p:spPr>
            <a:xfrm>
              <a:off x="2157462" y="4323313"/>
              <a:ext cx="300643" cy="298552"/>
            </a:xfrm>
            <a:custGeom>
              <a:avLst/>
              <a:gdLst/>
              <a:ahLst/>
              <a:cxnLst/>
              <a:rect l="l" t="t" r="r" b="b"/>
              <a:pathLst>
                <a:path w="9490" h="9424" extrusionOk="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0" name="Google Shape;13010;p66"/>
            <p:cNvSpPr/>
            <p:nvPr/>
          </p:nvSpPr>
          <p:spPr>
            <a:xfrm>
              <a:off x="2339653" y="4297463"/>
              <a:ext cx="123362" cy="123742"/>
            </a:xfrm>
            <a:custGeom>
              <a:avLst/>
              <a:gdLst/>
              <a:ahLst/>
              <a:cxnLst/>
              <a:rect l="l" t="t" r="r" b="b"/>
              <a:pathLst>
                <a:path w="3894" h="3906" extrusionOk="0">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11" name="Google Shape;13011;p66"/>
          <p:cNvGrpSpPr/>
          <p:nvPr/>
        </p:nvGrpSpPr>
        <p:grpSpPr>
          <a:xfrm>
            <a:off x="4010963" y="3588381"/>
            <a:ext cx="343665" cy="363211"/>
            <a:chOff x="4010963" y="3763781"/>
            <a:chExt cx="343665" cy="363211"/>
          </a:xfrm>
        </p:grpSpPr>
        <p:sp>
          <p:nvSpPr>
            <p:cNvPr id="13012" name="Google Shape;13012;p66"/>
            <p:cNvSpPr/>
            <p:nvPr/>
          </p:nvSpPr>
          <p:spPr>
            <a:xfrm>
              <a:off x="4152415" y="3763781"/>
              <a:ext cx="202213" cy="221760"/>
            </a:xfrm>
            <a:custGeom>
              <a:avLst/>
              <a:gdLst/>
              <a:ahLst/>
              <a:cxnLst/>
              <a:rect l="l" t="t" r="r" b="b"/>
              <a:pathLst>
                <a:path w="6383" h="7000" extrusionOk="0">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3" name="Google Shape;13013;p66"/>
            <p:cNvSpPr/>
            <p:nvPr/>
          </p:nvSpPr>
          <p:spPr>
            <a:xfrm>
              <a:off x="4010963" y="3828662"/>
              <a:ext cx="299154" cy="298331"/>
            </a:xfrm>
            <a:custGeom>
              <a:avLst/>
              <a:gdLst/>
              <a:ahLst/>
              <a:cxnLst/>
              <a:rect l="l" t="t" r="r" b="b"/>
              <a:pathLst>
                <a:path w="9443" h="9417" extrusionOk="0">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4" name="Google Shape;13014;p66"/>
            <p:cNvSpPr/>
            <p:nvPr/>
          </p:nvSpPr>
          <p:spPr>
            <a:xfrm>
              <a:off x="4187104" y="3787731"/>
              <a:ext cx="133943" cy="146520"/>
            </a:xfrm>
            <a:custGeom>
              <a:avLst/>
              <a:gdLst/>
              <a:ahLst/>
              <a:cxnLst/>
              <a:rect l="l" t="t" r="r" b="b"/>
              <a:pathLst>
                <a:path w="4228" h="4625" extrusionOk="0">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5" name="Google Shape;13015;p66"/>
            <p:cNvSpPr/>
            <p:nvPr/>
          </p:nvSpPr>
          <p:spPr>
            <a:xfrm>
              <a:off x="4220685" y="3840669"/>
              <a:ext cx="39632" cy="52462"/>
            </a:xfrm>
            <a:custGeom>
              <a:avLst/>
              <a:gdLst/>
              <a:ahLst/>
              <a:cxnLst/>
              <a:rect l="l" t="t" r="r" b="b"/>
              <a:pathLst>
                <a:path w="1251" h="1656" extrusionOk="0">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6" name="Google Shape;13016;p66"/>
            <p:cNvSpPr/>
            <p:nvPr/>
          </p:nvSpPr>
          <p:spPr>
            <a:xfrm>
              <a:off x="4259905" y="3840669"/>
              <a:ext cx="29082" cy="52082"/>
            </a:xfrm>
            <a:custGeom>
              <a:avLst/>
              <a:gdLst/>
              <a:ahLst/>
              <a:cxnLst/>
              <a:rect l="l" t="t" r="r" b="b"/>
              <a:pathLst>
                <a:path w="918" h="1644" extrusionOk="0">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17" name="Google Shape;13017;p66"/>
          <p:cNvGrpSpPr/>
          <p:nvPr/>
        </p:nvGrpSpPr>
        <p:grpSpPr>
          <a:xfrm>
            <a:off x="2214042" y="3635109"/>
            <a:ext cx="368153" cy="311193"/>
            <a:chOff x="2214042" y="3810509"/>
            <a:chExt cx="368153" cy="311193"/>
          </a:xfrm>
        </p:grpSpPr>
        <p:sp>
          <p:nvSpPr>
            <p:cNvPr id="13018" name="Google Shape;13018;p66"/>
            <p:cNvSpPr/>
            <p:nvPr/>
          </p:nvSpPr>
          <p:spPr>
            <a:xfrm>
              <a:off x="2214042" y="3810509"/>
              <a:ext cx="368153" cy="311193"/>
            </a:xfrm>
            <a:custGeom>
              <a:avLst/>
              <a:gdLst/>
              <a:ahLst/>
              <a:cxnLst/>
              <a:rect l="l" t="t" r="r" b="b"/>
              <a:pathLst>
                <a:path w="11621" h="9823" extrusionOk="0">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9" name="Google Shape;13019;p66"/>
            <p:cNvSpPr/>
            <p:nvPr/>
          </p:nvSpPr>
          <p:spPr>
            <a:xfrm>
              <a:off x="2451674" y="3927060"/>
              <a:ext cx="70932" cy="32092"/>
            </a:xfrm>
            <a:custGeom>
              <a:avLst/>
              <a:gdLst/>
              <a:ahLst/>
              <a:cxnLst/>
              <a:rect l="l" t="t" r="r" b="b"/>
              <a:pathLst>
                <a:path w="2239" h="1013" extrusionOk="0">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0" name="Google Shape;13020;p66"/>
          <p:cNvGrpSpPr/>
          <p:nvPr/>
        </p:nvGrpSpPr>
        <p:grpSpPr>
          <a:xfrm>
            <a:off x="1768938" y="3606819"/>
            <a:ext cx="367805" cy="367773"/>
            <a:chOff x="1768938" y="3782219"/>
            <a:chExt cx="367805" cy="367773"/>
          </a:xfrm>
        </p:grpSpPr>
        <p:sp>
          <p:nvSpPr>
            <p:cNvPr id="13021" name="Google Shape;13021;p66"/>
            <p:cNvSpPr/>
            <p:nvPr/>
          </p:nvSpPr>
          <p:spPr>
            <a:xfrm>
              <a:off x="1884380" y="3782219"/>
              <a:ext cx="252363" cy="198412"/>
            </a:xfrm>
            <a:custGeom>
              <a:avLst/>
              <a:gdLst/>
              <a:ahLst/>
              <a:cxnLst/>
              <a:rect l="l" t="t" r="r" b="b"/>
              <a:pathLst>
                <a:path w="7966" h="6263" extrusionOk="0">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2" name="Google Shape;13022;p66"/>
            <p:cNvSpPr/>
            <p:nvPr/>
          </p:nvSpPr>
          <p:spPr>
            <a:xfrm>
              <a:off x="2034480" y="3821914"/>
              <a:ext cx="31743" cy="31236"/>
            </a:xfrm>
            <a:custGeom>
              <a:avLst/>
              <a:gdLst/>
              <a:ahLst/>
              <a:cxnLst/>
              <a:rect l="l" t="t" r="r" b="b"/>
              <a:pathLst>
                <a:path w="1002" h="986" extrusionOk="0">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3" name="Google Shape;13023;p66"/>
            <p:cNvSpPr/>
            <p:nvPr/>
          </p:nvSpPr>
          <p:spPr>
            <a:xfrm>
              <a:off x="2065431" y="3852359"/>
              <a:ext cx="31712" cy="31332"/>
            </a:xfrm>
            <a:custGeom>
              <a:avLst/>
              <a:gdLst/>
              <a:ahLst/>
              <a:cxnLst/>
              <a:rect l="l" t="t" r="r" b="b"/>
              <a:pathLst>
                <a:path w="1001" h="989" extrusionOk="0">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4" name="Google Shape;13024;p66"/>
            <p:cNvSpPr/>
            <p:nvPr/>
          </p:nvSpPr>
          <p:spPr>
            <a:xfrm>
              <a:off x="1768938" y="3922625"/>
              <a:ext cx="281413" cy="227367"/>
            </a:xfrm>
            <a:custGeom>
              <a:avLst/>
              <a:gdLst/>
              <a:ahLst/>
              <a:cxnLst/>
              <a:rect l="l" t="t" r="r" b="b"/>
              <a:pathLst>
                <a:path w="8883" h="7177" extrusionOk="0">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5" name="Google Shape;13025;p66"/>
            <p:cNvSpPr/>
            <p:nvPr/>
          </p:nvSpPr>
          <p:spPr>
            <a:xfrm>
              <a:off x="1847790" y="3937704"/>
              <a:ext cx="143352" cy="127417"/>
            </a:xfrm>
            <a:custGeom>
              <a:avLst/>
              <a:gdLst/>
              <a:ahLst/>
              <a:cxnLst/>
              <a:rect l="l" t="t" r="r" b="b"/>
              <a:pathLst>
                <a:path w="4525" h="4022" extrusionOk="0">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6" name="Google Shape;13026;p66"/>
          <p:cNvGrpSpPr/>
          <p:nvPr/>
        </p:nvGrpSpPr>
        <p:grpSpPr>
          <a:xfrm>
            <a:off x="2681385" y="3623039"/>
            <a:ext cx="325544" cy="327413"/>
            <a:chOff x="2681385" y="3798439"/>
            <a:chExt cx="325544" cy="327413"/>
          </a:xfrm>
        </p:grpSpPr>
        <p:sp>
          <p:nvSpPr>
            <p:cNvPr id="13027" name="Google Shape;13027;p66"/>
            <p:cNvSpPr/>
            <p:nvPr/>
          </p:nvSpPr>
          <p:spPr>
            <a:xfrm>
              <a:off x="2713826" y="3830975"/>
              <a:ext cx="58101" cy="56866"/>
            </a:xfrm>
            <a:custGeom>
              <a:avLst/>
              <a:gdLst/>
              <a:ahLst/>
              <a:cxnLst/>
              <a:rect l="l" t="t" r="r" b="b"/>
              <a:pathLst>
                <a:path w="1834" h="1795" extrusionOk="0">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8" name="Google Shape;13028;p66"/>
            <p:cNvSpPr/>
            <p:nvPr/>
          </p:nvSpPr>
          <p:spPr>
            <a:xfrm>
              <a:off x="2683255" y="3880110"/>
              <a:ext cx="75462" cy="28100"/>
            </a:xfrm>
            <a:custGeom>
              <a:avLst/>
              <a:gdLst/>
              <a:ahLst/>
              <a:cxnLst/>
              <a:rect l="l" t="t" r="r" b="b"/>
              <a:pathLst>
                <a:path w="2382" h="887" extrusionOk="0">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9" name="Google Shape;13029;p66"/>
            <p:cNvSpPr/>
            <p:nvPr/>
          </p:nvSpPr>
          <p:spPr>
            <a:xfrm>
              <a:off x="2681385" y="3918918"/>
              <a:ext cx="75082" cy="29272"/>
            </a:xfrm>
            <a:custGeom>
              <a:avLst/>
              <a:gdLst/>
              <a:ahLst/>
              <a:cxnLst/>
              <a:rect l="l" t="t" r="r" b="b"/>
              <a:pathLst>
                <a:path w="2370" h="924" extrusionOk="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0" name="Google Shape;13030;p66"/>
            <p:cNvSpPr/>
            <p:nvPr/>
          </p:nvSpPr>
          <p:spPr>
            <a:xfrm>
              <a:off x="2762835" y="3800340"/>
              <a:ext cx="29462" cy="74321"/>
            </a:xfrm>
            <a:custGeom>
              <a:avLst/>
              <a:gdLst/>
              <a:ahLst/>
              <a:cxnLst/>
              <a:rect l="l" t="t" r="r" b="b"/>
              <a:pathLst>
                <a:path w="930" h="2346" extrusionOk="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1" name="Google Shape;13031;p66"/>
            <p:cNvSpPr/>
            <p:nvPr/>
          </p:nvSpPr>
          <p:spPr>
            <a:xfrm>
              <a:off x="2801326" y="3798439"/>
              <a:ext cx="30951" cy="73941"/>
            </a:xfrm>
            <a:custGeom>
              <a:avLst/>
              <a:gdLst/>
              <a:ahLst/>
              <a:cxnLst/>
              <a:rect l="l" t="t" r="r" b="b"/>
              <a:pathLst>
                <a:path w="977" h="2334" extrusionOk="0">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2" name="Google Shape;13032;p66"/>
            <p:cNvSpPr/>
            <p:nvPr/>
          </p:nvSpPr>
          <p:spPr>
            <a:xfrm>
              <a:off x="2851095" y="3944262"/>
              <a:ext cx="124534" cy="127670"/>
            </a:xfrm>
            <a:custGeom>
              <a:avLst/>
              <a:gdLst/>
              <a:ahLst/>
              <a:cxnLst/>
              <a:rect l="l" t="t" r="r" b="b"/>
              <a:pathLst>
                <a:path w="3931" h="4030" extrusionOk="0">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3" name="Google Shape;13033;p66"/>
            <p:cNvSpPr/>
            <p:nvPr/>
          </p:nvSpPr>
          <p:spPr>
            <a:xfrm>
              <a:off x="2750416" y="3870163"/>
              <a:ext cx="256513" cy="255689"/>
            </a:xfrm>
            <a:custGeom>
              <a:avLst/>
              <a:gdLst/>
              <a:ahLst/>
              <a:cxnLst/>
              <a:rect l="l" t="t" r="r" b="b"/>
              <a:pathLst>
                <a:path w="8097" h="8071" extrusionOk="0">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34" name="Google Shape;13034;p66"/>
          <p:cNvGrpSpPr/>
          <p:nvPr/>
        </p:nvGrpSpPr>
        <p:grpSpPr>
          <a:xfrm>
            <a:off x="6243928" y="4088102"/>
            <a:ext cx="274254" cy="350824"/>
            <a:chOff x="6243928" y="4263502"/>
            <a:chExt cx="274254" cy="350824"/>
          </a:xfrm>
        </p:grpSpPr>
        <p:sp>
          <p:nvSpPr>
            <p:cNvPr id="13035" name="Google Shape;13035;p66"/>
            <p:cNvSpPr/>
            <p:nvPr/>
          </p:nvSpPr>
          <p:spPr>
            <a:xfrm>
              <a:off x="6342390" y="4373653"/>
              <a:ext cx="10581" cy="15872"/>
            </a:xfrm>
            <a:custGeom>
              <a:avLst/>
              <a:gdLst/>
              <a:ahLst/>
              <a:cxnLst/>
              <a:rect l="l" t="t" r="r" b="b"/>
              <a:pathLst>
                <a:path w="334" h="501" extrusionOk="0">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6" name="Google Shape;13036;p66"/>
            <p:cNvSpPr/>
            <p:nvPr/>
          </p:nvSpPr>
          <p:spPr>
            <a:xfrm>
              <a:off x="6407999" y="4373653"/>
              <a:ext cx="10233" cy="15872"/>
            </a:xfrm>
            <a:custGeom>
              <a:avLst/>
              <a:gdLst/>
              <a:ahLst/>
              <a:cxnLst/>
              <a:rect l="l" t="t" r="r" b="b"/>
              <a:pathLst>
                <a:path w="323" h="501" extrusionOk="0">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7" name="Google Shape;13037;p66"/>
            <p:cNvSpPr/>
            <p:nvPr/>
          </p:nvSpPr>
          <p:spPr>
            <a:xfrm>
              <a:off x="6336719" y="4357053"/>
              <a:ext cx="21162" cy="10201"/>
            </a:xfrm>
            <a:custGeom>
              <a:avLst/>
              <a:gdLst/>
              <a:ahLst/>
              <a:cxnLst/>
              <a:rect l="l" t="t" r="r" b="b"/>
              <a:pathLst>
                <a:path w="668" h="322" extrusionOk="0">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8" name="Google Shape;13038;p66"/>
            <p:cNvSpPr/>
            <p:nvPr/>
          </p:nvSpPr>
          <p:spPr>
            <a:xfrm>
              <a:off x="6402740" y="4357053"/>
              <a:ext cx="21131" cy="10201"/>
            </a:xfrm>
            <a:custGeom>
              <a:avLst/>
              <a:gdLst/>
              <a:ahLst/>
              <a:cxnLst/>
              <a:rect l="l" t="t" r="r" b="b"/>
              <a:pathLst>
                <a:path w="667" h="322" extrusionOk="0">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9" name="Google Shape;13039;p66"/>
            <p:cNvSpPr/>
            <p:nvPr/>
          </p:nvSpPr>
          <p:spPr>
            <a:xfrm>
              <a:off x="6243928" y="4263502"/>
              <a:ext cx="274254" cy="350824"/>
            </a:xfrm>
            <a:custGeom>
              <a:avLst/>
              <a:gdLst/>
              <a:ahLst/>
              <a:cxnLst/>
              <a:rect l="l" t="t" r="r" b="b"/>
              <a:pathLst>
                <a:path w="8657" h="11074" extrusionOk="0">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0" name="Google Shape;13040;p66"/>
            <p:cNvSpPr/>
            <p:nvPr/>
          </p:nvSpPr>
          <p:spPr>
            <a:xfrm>
              <a:off x="6375559" y="4549033"/>
              <a:ext cx="10233" cy="10201"/>
            </a:xfrm>
            <a:custGeom>
              <a:avLst/>
              <a:gdLst/>
              <a:ahLst/>
              <a:cxnLst/>
              <a:rect l="l" t="t" r="r" b="b"/>
              <a:pathLst>
                <a:path w="323" h="322" extrusionOk="0">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1" name="Google Shape;13041;p66"/>
            <p:cNvSpPr/>
            <p:nvPr/>
          </p:nvSpPr>
          <p:spPr>
            <a:xfrm>
              <a:off x="6375559" y="4587493"/>
              <a:ext cx="10233" cy="10613"/>
            </a:xfrm>
            <a:custGeom>
              <a:avLst/>
              <a:gdLst/>
              <a:ahLst/>
              <a:cxnLst/>
              <a:rect l="l" t="t" r="r" b="b"/>
              <a:pathLst>
                <a:path w="323" h="335" extrusionOk="0">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2" name="Google Shape;13042;p66"/>
            <p:cNvSpPr/>
            <p:nvPr/>
          </p:nvSpPr>
          <p:spPr>
            <a:xfrm>
              <a:off x="6342009" y="4406442"/>
              <a:ext cx="76222" cy="32472"/>
            </a:xfrm>
            <a:custGeom>
              <a:avLst/>
              <a:gdLst/>
              <a:ahLst/>
              <a:cxnLst/>
              <a:rect l="l" t="t" r="r" b="b"/>
              <a:pathLst>
                <a:path w="2406" h="1025" extrusionOk="0">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3" name="Google Shape;13043;p66"/>
          <p:cNvGrpSpPr/>
          <p:nvPr/>
        </p:nvGrpSpPr>
        <p:grpSpPr>
          <a:xfrm>
            <a:off x="3560600" y="3587938"/>
            <a:ext cx="352345" cy="363655"/>
            <a:chOff x="3560600" y="3763338"/>
            <a:chExt cx="352345" cy="363655"/>
          </a:xfrm>
        </p:grpSpPr>
        <p:sp>
          <p:nvSpPr>
            <p:cNvPr id="13044" name="Google Shape;13044;p66"/>
            <p:cNvSpPr/>
            <p:nvPr/>
          </p:nvSpPr>
          <p:spPr>
            <a:xfrm>
              <a:off x="3665841" y="3763338"/>
              <a:ext cx="143352" cy="173543"/>
            </a:xfrm>
            <a:custGeom>
              <a:avLst/>
              <a:gdLst/>
              <a:ahLst/>
              <a:cxnLst/>
              <a:rect l="l" t="t" r="r" b="b"/>
              <a:pathLst>
                <a:path w="4525" h="5478" extrusionOk="0">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5" name="Google Shape;13045;p66"/>
            <p:cNvSpPr/>
            <p:nvPr/>
          </p:nvSpPr>
          <p:spPr>
            <a:xfrm>
              <a:off x="3696761" y="3794099"/>
              <a:ext cx="82653" cy="78661"/>
            </a:xfrm>
            <a:custGeom>
              <a:avLst/>
              <a:gdLst/>
              <a:ahLst/>
              <a:cxnLst/>
              <a:rect l="l" t="t" r="r" b="b"/>
              <a:pathLst>
                <a:path w="2609" h="2483" extrusionOk="0">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6" name="Google Shape;13046;p66"/>
            <p:cNvSpPr/>
            <p:nvPr/>
          </p:nvSpPr>
          <p:spPr>
            <a:xfrm>
              <a:off x="3560600" y="3916574"/>
              <a:ext cx="352345" cy="210419"/>
            </a:xfrm>
            <a:custGeom>
              <a:avLst/>
              <a:gdLst/>
              <a:ahLst/>
              <a:cxnLst/>
              <a:rect l="l" t="t" r="r" b="b"/>
              <a:pathLst>
                <a:path w="11122" h="6642" extrusionOk="0">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7" name="Google Shape;13047;p66"/>
          <p:cNvGrpSpPr/>
          <p:nvPr/>
        </p:nvGrpSpPr>
        <p:grpSpPr>
          <a:xfrm>
            <a:off x="5790556" y="4085852"/>
            <a:ext cx="279513" cy="356083"/>
            <a:chOff x="5790556" y="4261252"/>
            <a:chExt cx="279513" cy="356083"/>
          </a:xfrm>
        </p:grpSpPr>
        <p:sp>
          <p:nvSpPr>
            <p:cNvPr id="13048" name="Google Shape;13048;p66"/>
            <p:cNvSpPr/>
            <p:nvPr/>
          </p:nvSpPr>
          <p:spPr>
            <a:xfrm>
              <a:off x="5892027" y="4400423"/>
              <a:ext cx="10581" cy="15872"/>
            </a:xfrm>
            <a:custGeom>
              <a:avLst/>
              <a:gdLst/>
              <a:ahLst/>
              <a:cxnLst/>
              <a:rect l="l" t="t" r="r" b="b"/>
              <a:pathLst>
                <a:path w="334" h="501" extrusionOk="0">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9" name="Google Shape;13049;p66"/>
            <p:cNvSpPr/>
            <p:nvPr/>
          </p:nvSpPr>
          <p:spPr>
            <a:xfrm>
              <a:off x="5959157" y="4400423"/>
              <a:ext cx="10201" cy="15872"/>
            </a:xfrm>
            <a:custGeom>
              <a:avLst/>
              <a:gdLst/>
              <a:ahLst/>
              <a:cxnLst/>
              <a:rect l="l" t="t" r="r" b="b"/>
              <a:pathLst>
                <a:path w="322" h="501" extrusionOk="0">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0" name="Google Shape;13050;p66"/>
            <p:cNvSpPr/>
            <p:nvPr/>
          </p:nvSpPr>
          <p:spPr>
            <a:xfrm>
              <a:off x="5907867" y="4450667"/>
              <a:ext cx="45651" cy="16157"/>
            </a:xfrm>
            <a:custGeom>
              <a:avLst/>
              <a:gdLst/>
              <a:ahLst/>
              <a:cxnLst/>
              <a:rect l="l" t="t" r="r" b="b"/>
              <a:pathLst>
                <a:path w="1441" h="510" extrusionOk="0">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1" name="Google Shape;13051;p66"/>
            <p:cNvSpPr/>
            <p:nvPr/>
          </p:nvSpPr>
          <p:spPr>
            <a:xfrm>
              <a:off x="5790556" y="4261252"/>
              <a:ext cx="279513" cy="356083"/>
            </a:xfrm>
            <a:custGeom>
              <a:avLst/>
              <a:gdLst/>
              <a:ahLst/>
              <a:cxnLst/>
              <a:rect l="l" t="t" r="r" b="b"/>
              <a:pathLst>
                <a:path w="8823" h="11240" extrusionOk="0">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2" name="Google Shape;13052;p66"/>
            <p:cNvSpPr/>
            <p:nvPr/>
          </p:nvSpPr>
          <p:spPr>
            <a:xfrm>
              <a:off x="5875807" y="4562244"/>
              <a:ext cx="10201" cy="55092"/>
            </a:xfrm>
            <a:custGeom>
              <a:avLst/>
              <a:gdLst/>
              <a:ahLst/>
              <a:cxnLst/>
              <a:rect l="l" t="t" r="r" b="b"/>
              <a:pathLst>
                <a:path w="322" h="1739" extrusionOk="0">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3" name="Google Shape;13053;p66"/>
            <p:cNvSpPr/>
            <p:nvPr/>
          </p:nvSpPr>
          <p:spPr>
            <a:xfrm>
              <a:off x="5925576" y="4567883"/>
              <a:ext cx="10613" cy="10233"/>
            </a:xfrm>
            <a:custGeom>
              <a:avLst/>
              <a:gdLst/>
              <a:ahLst/>
              <a:cxnLst/>
              <a:rect l="l" t="t" r="r" b="b"/>
              <a:pathLst>
                <a:path w="335" h="323" extrusionOk="0">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4" name="Google Shape;13054;p66"/>
            <p:cNvSpPr/>
            <p:nvPr/>
          </p:nvSpPr>
          <p:spPr>
            <a:xfrm>
              <a:off x="5925576" y="4600703"/>
              <a:ext cx="10613" cy="10613"/>
            </a:xfrm>
            <a:custGeom>
              <a:avLst/>
              <a:gdLst/>
              <a:ahLst/>
              <a:cxnLst/>
              <a:rect l="l" t="t" r="r" b="b"/>
              <a:pathLst>
                <a:path w="335" h="335" extrusionOk="0">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5" name="Google Shape;13055;p66"/>
          <p:cNvGrpSpPr/>
          <p:nvPr/>
        </p:nvGrpSpPr>
        <p:grpSpPr>
          <a:xfrm>
            <a:off x="5341333" y="4085852"/>
            <a:ext cx="278752" cy="356463"/>
            <a:chOff x="5341333" y="4261252"/>
            <a:chExt cx="278752" cy="356463"/>
          </a:xfrm>
        </p:grpSpPr>
        <p:sp>
          <p:nvSpPr>
            <p:cNvPr id="13056" name="Google Shape;13056;p66"/>
            <p:cNvSpPr/>
            <p:nvPr/>
          </p:nvSpPr>
          <p:spPr>
            <a:xfrm>
              <a:off x="5442773" y="4383442"/>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7" name="Google Shape;13057;p66"/>
            <p:cNvSpPr/>
            <p:nvPr/>
          </p:nvSpPr>
          <p:spPr>
            <a:xfrm>
              <a:off x="5509174" y="4383442"/>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8" name="Google Shape;13058;p66"/>
            <p:cNvSpPr/>
            <p:nvPr/>
          </p:nvSpPr>
          <p:spPr>
            <a:xfrm>
              <a:off x="5458232" y="4422377"/>
              <a:ext cx="45302" cy="16157"/>
            </a:xfrm>
            <a:custGeom>
              <a:avLst/>
              <a:gdLst/>
              <a:ahLst/>
              <a:cxnLst/>
              <a:rect l="l" t="t" r="r" b="b"/>
              <a:pathLst>
                <a:path w="1430" h="510" extrusionOk="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9" name="Google Shape;13059;p66"/>
            <p:cNvSpPr/>
            <p:nvPr/>
          </p:nvSpPr>
          <p:spPr>
            <a:xfrm>
              <a:off x="5437134" y="4572793"/>
              <a:ext cx="10581" cy="44162"/>
            </a:xfrm>
            <a:custGeom>
              <a:avLst/>
              <a:gdLst/>
              <a:ahLst/>
              <a:cxnLst/>
              <a:rect l="l" t="t" r="r" b="b"/>
              <a:pathLst>
                <a:path w="334" h="1394" extrusionOk="0">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0" name="Google Shape;13060;p66"/>
            <p:cNvSpPr/>
            <p:nvPr/>
          </p:nvSpPr>
          <p:spPr>
            <a:xfrm>
              <a:off x="5341333" y="4261252"/>
              <a:ext cx="278752" cy="356463"/>
            </a:xfrm>
            <a:custGeom>
              <a:avLst/>
              <a:gdLst/>
              <a:ahLst/>
              <a:cxnLst/>
              <a:rect l="l" t="t" r="r" b="b"/>
              <a:pathLst>
                <a:path w="8799" h="11252" extrusionOk="0">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1" name="Google Shape;13061;p66"/>
            <p:cNvSpPr/>
            <p:nvPr/>
          </p:nvSpPr>
          <p:spPr>
            <a:xfrm>
              <a:off x="5436753" y="4366842"/>
              <a:ext cx="21511" cy="10613"/>
            </a:xfrm>
            <a:custGeom>
              <a:avLst/>
              <a:gdLst/>
              <a:ahLst/>
              <a:cxnLst/>
              <a:rect l="l" t="t" r="r" b="b"/>
              <a:pathLst>
                <a:path w="679" h="335" extrusionOk="0">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2" name="Google Shape;13062;p66"/>
            <p:cNvSpPr/>
            <p:nvPr/>
          </p:nvSpPr>
          <p:spPr>
            <a:xfrm>
              <a:off x="5503503" y="4366842"/>
              <a:ext cx="21923" cy="10613"/>
            </a:xfrm>
            <a:custGeom>
              <a:avLst/>
              <a:gdLst/>
              <a:ahLst/>
              <a:cxnLst/>
              <a:rect l="l" t="t" r="r" b="b"/>
              <a:pathLst>
                <a:path w="692" h="335" extrusionOk="0">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63" name="Google Shape;13063;p66"/>
          <p:cNvSpPr/>
          <p:nvPr/>
        </p:nvSpPr>
        <p:spPr>
          <a:xfrm>
            <a:off x="1322345" y="3661182"/>
            <a:ext cx="367805" cy="259871"/>
          </a:xfrm>
          <a:custGeom>
            <a:avLst/>
            <a:gdLst/>
            <a:ahLst/>
            <a:cxnLst/>
            <a:rect l="l" t="t" r="r" b="b"/>
            <a:pathLst>
              <a:path w="11610" h="8203" extrusionOk="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64" name="Google Shape;13064;p66"/>
          <p:cNvGrpSpPr/>
          <p:nvPr/>
        </p:nvGrpSpPr>
        <p:grpSpPr>
          <a:xfrm>
            <a:off x="3103646" y="3590676"/>
            <a:ext cx="360233" cy="362451"/>
            <a:chOff x="3107608" y="3763401"/>
            <a:chExt cx="360233" cy="362451"/>
          </a:xfrm>
        </p:grpSpPr>
        <p:sp>
          <p:nvSpPr>
            <p:cNvPr id="13065" name="Google Shape;13065;p66"/>
            <p:cNvSpPr/>
            <p:nvPr/>
          </p:nvSpPr>
          <p:spPr>
            <a:xfrm>
              <a:off x="3323349" y="3763401"/>
              <a:ext cx="144492" cy="152729"/>
            </a:xfrm>
            <a:custGeom>
              <a:avLst/>
              <a:gdLst/>
              <a:ahLst/>
              <a:cxnLst/>
              <a:rect l="l" t="t" r="r" b="b"/>
              <a:pathLst>
                <a:path w="4561" h="4821" extrusionOk="0">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6" name="Google Shape;13066;p66"/>
            <p:cNvSpPr/>
            <p:nvPr/>
          </p:nvSpPr>
          <p:spPr>
            <a:xfrm>
              <a:off x="3107608" y="3863256"/>
              <a:ext cx="333844" cy="262596"/>
            </a:xfrm>
            <a:custGeom>
              <a:avLst/>
              <a:gdLst/>
              <a:ahLst/>
              <a:cxnLst/>
              <a:rect l="l" t="t" r="r" b="b"/>
              <a:pathLst>
                <a:path w="10538" h="8289" extrusionOk="0">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7" name="Google Shape;13067;p66"/>
            <p:cNvSpPr/>
            <p:nvPr/>
          </p:nvSpPr>
          <p:spPr>
            <a:xfrm>
              <a:off x="3361840" y="3799453"/>
              <a:ext cx="74701" cy="71438"/>
            </a:xfrm>
            <a:custGeom>
              <a:avLst/>
              <a:gdLst/>
              <a:ahLst/>
              <a:cxnLst/>
              <a:rect l="l" t="t" r="r" b="b"/>
              <a:pathLst>
                <a:path w="2358" h="2255" extrusionOk="0">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68" name="Google Shape;13068;p66"/>
          <p:cNvGrpSpPr/>
          <p:nvPr/>
        </p:nvGrpSpPr>
        <p:grpSpPr>
          <a:xfrm>
            <a:off x="889343" y="3625827"/>
            <a:ext cx="351585" cy="339705"/>
            <a:chOff x="889343" y="3801227"/>
            <a:chExt cx="351585" cy="339705"/>
          </a:xfrm>
        </p:grpSpPr>
        <p:sp>
          <p:nvSpPr>
            <p:cNvPr id="13069" name="Google Shape;13069;p66"/>
            <p:cNvSpPr/>
            <p:nvPr/>
          </p:nvSpPr>
          <p:spPr>
            <a:xfrm>
              <a:off x="1014954" y="4068479"/>
              <a:ext cx="35862" cy="10233"/>
            </a:xfrm>
            <a:custGeom>
              <a:avLst/>
              <a:gdLst/>
              <a:ahLst/>
              <a:cxnLst/>
              <a:rect l="l" t="t" r="r" b="b"/>
              <a:pathLst>
                <a:path w="1132" h="323" extrusionOk="0">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0" name="Google Shape;13070;p66"/>
            <p:cNvSpPr/>
            <p:nvPr/>
          </p:nvSpPr>
          <p:spPr>
            <a:xfrm>
              <a:off x="889343" y="3801227"/>
              <a:ext cx="351585" cy="339705"/>
            </a:xfrm>
            <a:custGeom>
              <a:avLst/>
              <a:gdLst/>
              <a:ahLst/>
              <a:cxnLst/>
              <a:rect l="l" t="t" r="r" b="b"/>
              <a:pathLst>
                <a:path w="11098" h="10723" extrusionOk="0">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1" name="Google Shape;13071;p66"/>
            <p:cNvSpPr/>
            <p:nvPr/>
          </p:nvSpPr>
          <p:spPr>
            <a:xfrm>
              <a:off x="1148865" y="3851598"/>
              <a:ext cx="27181" cy="51733"/>
            </a:xfrm>
            <a:custGeom>
              <a:avLst/>
              <a:gdLst/>
              <a:ahLst/>
              <a:cxnLst/>
              <a:rect l="l" t="t" r="r" b="b"/>
              <a:pathLst>
                <a:path w="858" h="1633" extrusionOk="0">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2" name="Google Shape;13072;p66"/>
            <p:cNvSpPr/>
            <p:nvPr/>
          </p:nvSpPr>
          <p:spPr>
            <a:xfrm>
              <a:off x="1152255" y="3836138"/>
              <a:ext cx="15111" cy="15111"/>
            </a:xfrm>
            <a:custGeom>
              <a:avLst/>
              <a:gdLst/>
              <a:ahLst/>
              <a:cxnLst/>
              <a:rect l="l" t="t" r="r" b="b"/>
              <a:pathLst>
                <a:path w="477" h="477" extrusionOk="0">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3" name="Google Shape;13073;p66"/>
            <p:cNvSpPr/>
            <p:nvPr/>
          </p:nvSpPr>
          <p:spPr>
            <a:xfrm>
              <a:off x="1022494" y="3867438"/>
              <a:ext cx="19642" cy="29843"/>
            </a:xfrm>
            <a:custGeom>
              <a:avLst/>
              <a:gdLst/>
              <a:ahLst/>
              <a:cxnLst/>
              <a:rect l="l" t="t" r="r" b="b"/>
              <a:pathLst>
                <a:path w="620" h="942" extrusionOk="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4" name="Google Shape;13074;p66"/>
          <p:cNvGrpSpPr/>
          <p:nvPr/>
        </p:nvGrpSpPr>
        <p:grpSpPr>
          <a:xfrm>
            <a:off x="4896609" y="4085472"/>
            <a:ext cx="278784" cy="355323"/>
            <a:chOff x="4896609" y="4260872"/>
            <a:chExt cx="278784" cy="355323"/>
          </a:xfrm>
        </p:grpSpPr>
        <p:sp>
          <p:nvSpPr>
            <p:cNvPr id="13075" name="Google Shape;13075;p66"/>
            <p:cNvSpPr/>
            <p:nvPr/>
          </p:nvSpPr>
          <p:spPr>
            <a:xfrm>
              <a:off x="4997700" y="4378151"/>
              <a:ext cx="10201" cy="16252"/>
            </a:xfrm>
            <a:custGeom>
              <a:avLst/>
              <a:gdLst/>
              <a:ahLst/>
              <a:cxnLst/>
              <a:rect l="l" t="t" r="r" b="b"/>
              <a:pathLst>
                <a:path w="322" h="513" extrusionOk="0">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6" name="Google Shape;13076;p66"/>
            <p:cNvSpPr/>
            <p:nvPr/>
          </p:nvSpPr>
          <p:spPr>
            <a:xfrm>
              <a:off x="5064830" y="4378151"/>
              <a:ext cx="10233" cy="16252"/>
            </a:xfrm>
            <a:custGeom>
              <a:avLst/>
              <a:gdLst/>
              <a:ahLst/>
              <a:cxnLst/>
              <a:rect l="l" t="t" r="r" b="b"/>
              <a:pathLst>
                <a:path w="323" h="513" extrusionOk="0">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7" name="Google Shape;13077;p66"/>
            <p:cNvSpPr/>
            <p:nvPr/>
          </p:nvSpPr>
          <p:spPr>
            <a:xfrm>
              <a:off x="5013160" y="4417498"/>
              <a:ext cx="46063" cy="15777"/>
            </a:xfrm>
            <a:custGeom>
              <a:avLst/>
              <a:gdLst/>
              <a:ahLst/>
              <a:cxnLst/>
              <a:rect l="l" t="t" r="r" b="b"/>
              <a:pathLst>
                <a:path w="1454" h="498" extrusionOk="0">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8" name="Google Shape;13078;p66"/>
            <p:cNvSpPr/>
            <p:nvPr/>
          </p:nvSpPr>
          <p:spPr>
            <a:xfrm>
              <a:off x="4896609" y="4260872"/>
              <a:ext cx="278784" cy="355323"/>
            </a:xfrm>
            <a:custGeom>
              <a:avLst/>
              <a:gdLst/>
              <a:ahLst/>
              <a:cxnLst/>
              <a:rect l="l" t="t" r="r" b="b"/>
              <a:pathLst>
                <a:path w="8800" h="11216" extrusionOk="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9" name="Google Shape;13079;p66"/>
            <p:cNvSpPr/>
            <p:nvPr/>
          </p:nvSpPr>
          <p:spPr>
            <a:xfrm>
              <a:off x="4992030" y="4361203"/>
              <a:ext cx="21923" cy="10581"/>
            </a:xfrm>
            <a:custGeom>
              <a:avLst/>
              <a:gdLst/>
              <a:ahLst/>
              <a:cxnLst/>
              <a:rect l="l" t="t" r="r" b="b"/>
              <a:pathLst>
                <a:path w="692" h="334" extrusionOk="0">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0" name="Google Shape;13080;p66"/>
            <p:cNvSpPr/>
            <p:nvPr/>
          </p:nvSpPr>
          <p:spPr>
            <a:xfrm>
              <a:off x="5059191" y="4361203"/>
              <a:ext cx="21511" cy="10581"/>
            </a:xfrm>
            <a:custGeom>
              <a:avLst/>
              <a:gdLst/>
              <a:ahLst/>
              <a:cxnLst/>
              <a:rect l="l" t="t" r="r" b="b"/>
              <a:pathLst>
                <a:path w="679" h="334" extrusionOk="0">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81" name="Google Shape;13081;p66"/>
          <p:cNvGrpSpPr/>
          <p:nvPr/>
        </p:nvGrpSpPr>
        <p:grpSpPr>
          <a:xfrm>
            <a:off x="7598438" y="4090731"/>
            <a:ext cx="260283" cy="345914"/>
            <a:chOff x="7598438" y="4266131"/>
            <a:chExt cx="260283" cy="345914"/>
          </a:xfrm>
        </p:grpSpPr>
        <p:sp>
          <p:nvSpPr>
            <p:cNvPr id="13082" name="Google Shape;13082;p66"/>
            <p:cNvSpPr/>
            <p:nvPr/>
          </p:nvSpPr>
          <p:spPr>
            <a:xfrm>
              <a:off x="7598438" y="4266131"/>
              <a:ext cx="260283" cy="345914"/>
            </a:xfrm>
            <a:custGeom>
              <a:avLst/>
              <a:gdLst/>
              <a:ahLst/>
              <a:cxnLst/>
              <a:rect l="l" t="t" r="r" b="b"/>
              <a:pathLst>
                <a:path w="8216" h="10919" extrusionOk="0">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3" name="Google Shape;13083;p66"/>
            <p:cNvSpPr/>
            <p:nvPr/>
          </p:nvSpPr>
          <p:spPr>
            <a:xfrm>
              <a:off x="7686319" y="4368743"/>
              <a:ext cx="21131" cy="10581"/>
            </a:xfrm>
            <a:custGeom>
              <a:avLst/>
              <a:gdLst/>
              <a:ahLst/>
              <a:cxnLst/>
              <a:rect l="l" t="t" r="r" b="b"/>
              <a:pathLst>
                <a:path w="667" h="334" extrusionOk="0">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4" name="Google Shape;13084;p66"/>
            <p:cNvSpPr/>
            <p:nvPr/>
          </p:nvSpPr>
          <p:spPr>
            <a:xfrm>
              <a:off x="7751199" y="4368743"/>
              <a:ext cx="21131" cy="10581"/>
            </a:xfrm>
            <a:custGeom>
              <a:avLst/>
              <a:gdLst/>
              <a:ahLst/>
              <a:cxnLst/>
              <a:rect l="l" t="t" r="r" b="b"/>
              <a:pathLst>
                <a:path w="667" h="334" extrusionOk="0">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5" name="Google Shape;13085;p66"/>
            <p:cNvSpPr/>
            <p:nvPr/>
          </p:nvSpPr>
          <p:spPr>
            <a:xfrm>
              <a:off x="7794189" y="4558474"/>
              <a:ext cx="37731" cy="37731"/>
            </a:xfrm>
            <a:custGeom>
              <a:avLst/>
              <a:gdLst/>
              <a:ahLst/>
              <a:cxnLst/>
              <a:rect l="l" t="t" r="r" b="b"/>
              <a:pathLst>
                <a:path w="1191" h="1191" extrusionOk="0">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6" name="Google Shape;13086;p66"/>
            <p:cNvSpPr/>
            <p:nvPr/>
          </p:nvSpPr>
          <p:spPr>
            <a:xfrm>
              <a:off x="7691197" y="4385343"/>
              <a:ext cx="10613" cy="15492"/>
            </a:xfrm>
            <a:custGeom>
              <a:avLst/>
              <a:gdLst/>
              <a:ahLst/>
              <a:cxnLst/>
              <a:rect l="l" t="t" r="r" b="b"/>
              <a:pathLst>
                <a:path w="335" h="489" extrusionOk="0">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7" name="Google Shape;13087;p66"/>
            <p:cNvSpPr/>
            <p:nvPr/>
          </p:nvSpPr>
          <p:spPr>
            <a:xfrm>
              <a:off x="7756458" y="4385343"/>
              <a:ext cx="10233" cy="15492"/>
            </a:xfrm>
            <a:custGeom>
              <a:avLst/>
              <a:gdLst/>
              <a:ahLst/>
              <a:cxnLst/>
              <a:rect l="l" t="t" r="r" b="b"/>
              <a:pathLst>
                <a:path w="323" h="489" extrusionOk="0">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8" name="Google Shape;13088;p66"/>
            <p:cNvSpPr/>
            <p:nvPr/>
          </p:nvSpPr>
          <p:spPr>
            <a:xfrm>
              <a:off x="7699878" y="4415122"/>
              <a:ext cx="58893" cy="32092"/>
            </a:xfrm>
            <a:custGeom>
              <a:avLst/>
              <a:gdLst/>
              <a:ahLst/>
              <a:cxnLst/>
              <a:rect l="l" t="t" r="r" b="b"/>
              <a:pathLst>
                <a:path w="1859" h="1013" extrusionOk="0">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89" name="Google Shape;13089;p66"/>
          <p:cNvGrpSpPr/>
          <p:nvPr/>
        </p:nvGrpSpPr>
        <p:grpSpPr>
          <a:xfrm>
            <a:off x="1767069" y="3184746"/>
            <a:ext cx="286324" cy="348163"/>
            <a:chOff x="1767069" y="3360146"/>
            <a:chExt cx="286324" cy="348163"/>
          </a:xfrm>
        </p:grpSpPr>
        <p:sp>
          <p:nvSpPr>
            <p:cNvPr id="13090" name="Google Shape;13090;p66"/>
            <p:cNvSpPr/>
            <p:nvPr/>
          </p:nvSpPr>
          <p:spPr>
            <a:xfrm>
              <a:off x="1767069" y="3404277"/>
              <a:ext cx="228223" cy="304033"/>
            </a:xfrm>
            <a:custGeom>
              <a:avLst/>
              <a:gdLst/>
              <a:ahLst/>
              <a:cxnLst/>
              <a:rect l="l" t="t" r="r" b="b"/>
              <a:pathLst>
                <a:path w="7204" h="9597" extrusionOk="0">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1" name="Google Shape;13091;p66"/>
            <p:cNvSpPr/>
            <p:nvPr/>
          </p:nvSpPr>
          <p:spPr>
            <a:xfrm>
              <a:off x="1799509" y="3360146"/>
              <a:ext cx="253884" cy="276883"/>
            </a:xfrm>
            <a:custGeom>
              <a:avLst/>
              <a:gdLst/>
              <a:ahLst/>
              <a:cxnLst/>
              <a:rect l="l" t="t" r="r" b="b"/>
              <a:pathLst>
                <a:path w="8014" h="8740" extrusionOk="0">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2" name="Google Shape;13092;p66"/>
            <p:cNvSpPr/>
            <p:nvPr/>
          </p:nvSpPr>
          <p:spPr>
            <a:xfrm>
              <a:off x="1948120" y="3388532"/>
              <a:ext cx="78852" cy="75367"/>
            </a:xfrm>
            <a:custGeom>
              <a:avLst/>
              <a:gdLst/>
              <a:ahLst/>
              <a:cxnLst/>
              <a:rect l="l" t="t" r="r" b="b"/>
              <a:pathLst>
                <a:path w="2489" h="2379" extrusionOk="0">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3" name="Google Shape;13093;p66"/>
            <p:cNvSpPr/>
            <p:nvPr/>
          </p:nvSpPr>
          <p:spPr>
            <a:xfrm>
              <a:off x="1800270" y="3513636"/>
              <a:ext cx="162582" cy="10233"/>
            </a:xfrm>
            <a:custGeom>
              <a:avLst/>
              <a:gdLst/>
              <a:ahLst/>
              <a:cxnLst/>
              <a:rect l="l" t="t" r="r" b="b"/>
              <a:pathLst>
                <a:path w="5132" h="323" extrusionOk="0">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4" name="Google Shape;13094;p66"/>
            <p:cNvSpPr/>
            <p:nvPr/>
          </p:nvSpPr>
          <p:spPr>
            <a:xfrm>
              <a:off x="1800270" y="3536287"/>
              <a:ext cx="162582" cy="10201"/>
            </a:xfrm>
            <a:custGeom>
              <a:avLst/>
              <a:gdLst/>
              <a:ahLst/>
              <a:cxnLst/>
              <a:rect l="l" t="t" r="r" b="b"/>
              <a:pathLst>
                <a:path w="5132" h="322" extrusionOk="0">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5" name="Google Shape;13095;p66"/>
            <p:cNvSpPr/>
            <p:nvPr/>
          </p:nvSpPr>
          <p:spPr>
            <a:xfrm>
              <a:off x="1800270" y="3558146"/>
              <a:ext cx="162582" cy="10613"/>
            </a:xfrm>
            <a:custGeom>
              <a:avLst/>
              <a:gdLst/>
              <a:ahLst/>
              <a:cxnLst/>
              <a:rect l="l" t="t" r="r" b="b"/>
              <a:pathLst>
                <a:path w="5132" h="335" extrusionOk="0">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6" name="Google Shape;13096;p66"/>
            <p:cNvSpPr/>
            <p:nvPr/>
          </p:nvSpPr>
          <p:spPr>
            <a:xfrm>
              <a:off x="1800270" y="3580798"/>
              <a:ext cx="162582" cy="10581"/>
            </a:xfrm>
            <a:custGeom>
              <a:avLst/>
              <a:gdLst/>
              <a:ahLst/>
              <a:cxnLst/>
              <a:rect l="l" t="t" r="r" b="b"/>
              <a:pathLst>
                <a:path w="5132" h="334" extrusionOk="0">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97" name="Google Shape;13097;p66"/>
          <p:cNvGrpSpPr/>
          <p:nvPr/>
        </p:nvGrpSpPr>
        <p:grpSpPr>
          <a:xfrm>
            <a:off x="7149944" y="4090731"/>
            <a:ext cx="260283" cy="345914"/>
            <a:chOff x="7149944" y="4266131"/>
            <a:chExt cx="260283" cy="345914"/>
          </a:xfrm>
        </p:grpSpPr>
        <p:sp>
          <p:nvSpPr>
            <p:cNvPr id="13098" name="Google Shape;13098;p66"/>
            <p:cNvSpPr/>
            <p:nvPr/>
          </p:nvSpPr>
          <p:spPr>
            <a:xfrm>
              <a:off x="7149944" y="4266131"/>
              <a:ext cx="260283" cy="345914"/>
            </a:xfrm>
            <a:custGeom>
              <a:avLst/>
              <a:gdLst/>
              <a:ahLst/>
              <a:cxnLst/>
              <a:rect l="l" t="t" r="r" b="b"/>
              <a:pathLst>
                <a:path w="8216" h="10919" extrusionOk="0">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9" name="Google Shape;13099;p66"/>
            <p:cNvSpPr/>
            <p:nvPr/>
          </p:nvSpPr>
          <p:spPr>
            <a:xfrm>
              <a:off x="7257815" y="4428808"/>
              <a:ext cx="43782" cy="15396"/>
            </a:xfrm>
            <a:custGeom>
              <a:avLst/>
              <a:gdLst/>
              <a:ahLst/>
              <a:cxnLst/>
              <a:rect l="l" t="t" r="r" b="b"/>
              <a:pathLst>
                <a:path w="1382" h="486" extrusionOk="0">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0" name="Google Shape;13100;p66"/>
            <p:cNvSpPr/>
            <p:nvPr/>
          </p:nvSpPr>
          <p:spPr>
            <a:xfrm>
              <a:off x="7241975" y="4390602"/>
              <a:ext cx="10581" cy="15523"/>
            </a:xfrm>
            <a:custGeom>
              <a:avLst/>
              <a:gdLst/>
              <a:ahLst/>
              <a:cxnLst/>
              <a:rect l="l" t="t" r="r" b="b"/>
              <a:pathLst>
                <a:path w="334" h="490" extrusionOk="0">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1" name="Google Shape;13101;p66"/>
            <p:cNvSpPr/>
            <p:nvPr/>
          </p:nvSpPr>
          <p:spPr>
            <a:xfrm>
              <a:off x="7307236" y="4390602"/>
              <a:ext cx="10201" cy="15523"/>
            </a:xfrm>
            <a:custGeom>
              <a:avLst/>
              <a:gdLst/>
              <a:ahLst/>
              <a:cxnLst/>
              <a:rect l="l" t="t" r="r" b="b"/>
              <a:pathLst>
                <a:path w="322" h="490" extrusionOk="0">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2" name="Google Shape;13102;p66"/>
            <p:cNvSpPr/>
            <p:nvPr/>
          </p:nvSpPr>
          <p:spPr>
            <a:xfrm>
              <a:off x="7236336" y="4374382"/>
              <a:ext cx="21131" cy="10613"/>
            </a:xfrm>
            <a:custGeom>
              <a:avLst/>
              <a:gdLst/>
              <a:ahLst/>
              <a:cxnLst/>
              <a:rect l="l" t="t" r="r" b="b"/>
              <a:pathLst>
                <a:path w="667" h="335" extrusionOk="0">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3" name="Google Shape;13103;p66"/>
            <p:cNvSpPr/>
            <p:nvPr/>
          </p:nvSpPr>
          <p:spPr>
            <a:xfrm>
              <a:off x="7301565" y="4374382"/>
              <a:ext cx="21162" cy="10613"/>
            </a:xfrm>
            <a:custGeom>
              <a:avLst/>
              <a:gdLst/>
              <a:ahLst/>
              <a:cxnLst/>
              <a:rect l="l" t="t" r="r" b="b"/>
              <a:pathLst>
                <a:path w="668" h="335" extrusionOk="0">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04" name="Google Shape;13104;p66"/>
          <p:cNvGrpSpPr/>
          <p:nvPr/>
        </p:nvGrpSpPr>
        <p:grpSpPr>
          <a:xfrm>
            <a:off x="6695051" y="4083951"/>
            <a:ext cx="270104" cy="360233"/>
            <a:chOff x="6695051" y="4259351"/>
            <a:chExt cx="270104" cy="360233"/>
          </a:xfrm>
        </p:grpSpPr>
        <p:sp>
          <p:nvSpPr>
            <p:cNvPr id="13105" name="Google Shape;13105;p66"/>
            <p:cNvSpPr/>
            <p:nvPr/>
          </p:nvSpPr>
          <p:spPr>
            <a:xfrm>
              <a:off x="6790852" y="4383442"/>
              <a:ext cx="10233" cy="15872"/>
            </a:xfrm>
            <a:custGeom>
              <a:avLst/>
              <a:gdLst/>
              <a:ahLst/>
              <a:cxnLst/>
              <a:rect l="l" t="t" r="r" b="b"/>
              <a:pathLst>
                <a:path w="323" h="501" extrusionOk="0">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6" name="Google Shape;13106;p66"/>
            <p:cNvSpPr/>
            <p:nvPr/>
          </p:nvSpPr>
          <p:spPr>
            <a:xfrm>
              <a:off x="6858742" y="4383442"/>
              <a:ext cx="10233" cy="15872"/>
            </a:xfrm>
            <a:custGeom>
              <a:avLst/>
              <a:gdLst/>
              <a:ahLst/>
              <a:cxnLst/>
              <a:rect l="l" t="t" r="r" b="b"/>
              <a:pathLst>
                <a:path w="323"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7" name="Google Shape;13107;p66"/>
            <p:cNvSpPr/>
            <p:nvPr/>
          </p:nvSpPr>
          <p:spPr>
            <a:xfrm>
              <a:off x="6695051" y="4259351"/>
              <a:ext cx="270104" cy="360233"/>
            </a:xfrm>
            <a:custGeom>
              <a:avLst/>
              <a:gdLst/>
              <a:ahLst/>
              <a:cxnLst/>
              <a:rect l="l" t="t" r="r" b="b"/>
              <a:pathLst>
                <a:path w="8526" h="11371" extrusionOk="0">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8" name="Google Shape;13108;p66"/>
            <p:cNvSpPr/>
            <p:nvPr/>
          </p:nvSpPr>
          <p:spPr>
            <a:xfrm>
              <a:off x="6799152" y="4414362"/>
              <a:ext cx="61523" cy="33232"/>
            </a:xfrm>
            <a:custGeom>
              <a:avLst/>
              <a:gdLst/>
              <a:ahLst/>
              <a:cxnLst/>
              <a:rect l="l" t="t" r="r" b="b"/>
              <a:pathLst>
                <a:path w="1942" h="1049" extrusionOk="0">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09" name="Google Shape;13109;p66"/>
          <p:cNvGrpSpPr/>
          <p:nvPr/>
        </p:nvGrpSpPr>
        <p:grpSpPr>
          <a:xfrm>
            <a:off x="8047661" y="4082051"/>
            <a:ext cx="277263" cy="362514"/>
            <a:chOff x="8047661" y="4257451"/>
            <a:chExt cx="277263" cy="362514"/>
          </a:xfrm>
        </p:grpSpPr>
        <p:sp>
          <p:nvSpPr>
            <p:cNvPr id="13110" name="Google Shape;13110;p66"/>
            <p:cNvSpPr/>
            <p:nvPr/>
          </p:nvSpPr>
          <p:spPr>
            <a:xfrm>
              <a:off x="8164211" y="4425418"/>
              <a:ext cx="44542" cy="16157"/>
            </a:xfrm>
            <a:custGeom>
              <a:avLst/>
              <a:gdLst/>
              <a:ahLst/>
              <a:cxnLst/>
              <a:rect l="l" t="t" r="r" b="b"/>
              <a:pathLst>
                <a:path w="1406" h="510" extrusionOk="0">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1" name="Google Shape;13111;p66"/>
            <p:cNvSpPr/>
            <p:nvPr/>
          </p:nvSpPr>
          <p:spPr>
            <a:xfrm>
              <a:off x="8141940" y="4575423"/>
              <a:ext cx="10613" cy="43813"/>
            </a:xfrm>
            <a:custGeom>
              <a:avLst/>
              <a:gdLst/>
              <a:ahLst/>
              <a:cxnLst/>
              <a:rect l="l" t="t" r="r" b="b"/>
              <a:pathLst>
                <a:path w="335" h="1383" extrusionOk="0">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2" name="Google Shape;13112;p66"/>
            <p:cNvSpPr/>
            <p:nvPr/>
          </p:nvSpPr>
          <p:spPr>
            <a:xfrm>
              <a:off x="8125720" y="4375522"/>
              <a:ext cx="121873" cy="42293"/>
            </a:xfrm>
            <a:custGeom>
              <a:avLst/>
              <a:gdLst/>
              <a:ahLst/>
              <a:cxnLst/>
              <a:rect l="l" t="t" r="r" b="b"/>
              <a:pathLst>
                <a:path w="3847" h="1335" extrusionOk="0">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3" name="Google Shape;13113;p66"/>
            <p:cNvSpPr/>
            <p:nvPr/>
          </p:nvSpPr>
          <p:spPr>
            <a:xfrm>
              <a:off x="8047661" y="4257451"/>
              <a:ext cx="277263" cy="362514"/>
            </a:xfrm>
            <a:custGeom>
              <a:avLst/>
              <a:gdLst/>
              <a:ahLst/>
              <a:cxnLst/>
              <a:rect l="l" t="t" r="r" b="b"/>
              <a:pathLst>
                <a:path w="8752" h="11443" extrusionOk="0">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14" name="Google Shape;13114;p66"/>
          <p:cNvGrpSpPr/>
          <p:nvPr/>
        </p:nvGrpSpPr>
        <p:grpSpPr>
          <a:xfrm>
            <a:off x="6248078" y="3609068"/>
            <a:ext cx="277263" cy="356115"/>
            <a:chOff x="6248078" y="3784468"/>
            <a:chExt cx="277263" cy="356115"/>
          </a:xfrm>
        </p:grpSpPr>
        <p:sp>
          <p:nvSpPr>
            <p:cNvPr id="13115" name="Google Shape;13115;p66"/>
            <p:cNvSpPr/>
            <p:nvPr/>
          </p:nvSpPr>
          <p:spPr>
            <a:xfrm>
              <a:off x="6337099" y="3874630"/>
              <a:ext cx="43402" cy="43402"/>
            </a:xfrm>
            <a:custGeom>
              <a:avLst/>
              <a:gdLst/>
              <a:ahLst/>
              <a:cxnLst/>
              <a:rect l="l" t="t" r="r" b="b"/>
              <a:pathLst>
                <a:path w="1370" h="1370" extrusionOk="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6" name="Google Shape;13116;p66"/>
            <p:cNvSpPr/>
            <p:nvPr/>
          </p:nvSpPr>
          <p:spPr>
            <a:xfrm>
              <a:off x="6392919" y="3874630"/>
              <a:ext cx="43402" cy="43402"/>
            </a:xfrm>
            <a:custGeom>
              <a:avLst/>
              <a:gdLst/>
              <a:ahLst/>
              <a:cxnLst/>
              <a:rect l="l" t="t" r="r" b="b"/>
              <a:pathLst>
                <a:path w="1370" h="1370" extrusionOk="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7" name="Google Shape;13117;p66"/>
            <p:cNvSpPr/>
            <p:nvPr/>
          </p:nvSpPr>
          <p:spPr>
            <a:xfrm>
              <a:off x="6381609" y="3913469"/>
              <a:ext cx="10201" cy="15872"/>
            </a:xfrm>
            <a:custGeom>
              <a:avLst/>
              <a:gdLst/>
              <a:ahLst/>
              <a:cxnLst/>
              <a:rect l="l" t="t" r="r" b="b"/>
              <a:pathLst>
                <a:path w="322" h="501" extrusionOk="0">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8" name="Google Shape;13118;p66"/>
            <p:cNvSpPr/>
            <p:nvPr/>
          </p:nvSpPr>
          <p:spPr>
            <a:xfrm>
              <a:off x="6248078" y="3784468"/>
              <a:ext cx="277263" cy="356115"/>
            </a:xfrm>
            <a:custGeom>
              <a:avLst/>
              <a:gdLst/>
              <a:ahLst/>
              <a:cxnLst/>
              <a:rect l="l" t="t" r="r" b="b"/>
              <a:pathLst>
                <a:path w="8752" h="11241" extrusionOk="0">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9" name="Google Shape;13119;p66"/>
            <p:cNvSpPr/>
            <p:nvPr/>
          </p:nvSpPr>
          <p:spPr>
            <a:xfrm>
              <a:off x="6381609" y="4085840"/>
              <a:ext cx="10201" cy="54743"/>
            </a:xfrm>
            <a:custGeom>
              <a:avLst/>
              <a:gdLst/>
              <a:ahLst/>
              <a:cxnLst/>
              <a:rect l="l" t="t" r="r" b="b"/>
              <a:pathLst>
                <a:path w="322" h="1728" extrusionOk="0">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20" name="Google Shape;13120;p66"/>
          <p:cNvGrpSpPr/>
          <p:nvPr/>
        </p:nvGrpSpPr>
        <p:grpSpPr>
          <a:xfrm>
            <a:off x="5800725" y="3610589"/>
            <a:ext cx="277644" cy="354594"/>
            <a:chOff x="5800725" y="3785989"/>
            <a:chExt cx="277644" cy="354594"/>
          </a:xfrm>
        </p:grpSpPr>
        <p:sp>
          <p:nvSpPr>
            <p:cNvPr id="13121" name="Google Shape;13121;p66"/>
            <p:cNvSpPr/>
            <p:nvPr/>
          </p:nvSpPr>
          <p:spPr>
            <a:xfrm>
              <a:off x="5901055" y="3896869"/>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2" name="Google Shape;13122;p66"/>
            <p:cNvSpPr/>
            <p:nvPr/>
          </p:nvSpPr>
          <p:spPr>
            <a:xfrm>
              <a:off x="5968217" y="3896869"/>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3" name="Google Shape;13123;p66"/>
            <p:cNvSpPr/>
            <p:nvPr/>
          </p:nvSpPr>
          <p:spPr>
            <a:xfrm>
              <a:off x="5916547" y="3935804"/>
              <a:ext cx="45271" cy="16157"/>
            </a:xfrm>
            <a:custGeom>
              <a:avLst/>
              <a:gdLst/>
              <a:ahLst/>
              <a:cxnLst/>
              <a:rect l="l" t="t" r="r" b="b"/>
              <a:pathLst>
                <a:path w="1429" h="510" extrusionOk="0">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4" name="Google Shape;13124;p66"/>
            <p:cNvSpPr/>
            <p:nvPr/>
          </p:nvSpPr>
          <p:spPr>
            <a:xfrm>
              <a:off x="5895416" y="3879888"/>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5" name="Google Shape;13125;p66"/>
            <p:cNvSpPr/>
            <p:nvPr/>
          </p:nvSpPr>
          <p:spPr>
            <a:xfrm>
              <a:off x="5961786" y="3879888"/>
              <a:ext cx="21923" cy="10233"/>
            </a:xfrm>
            <a:custGeom>
              <a:avLst/>
              <a:gdLst/>
              <a:ahLst/>
              <a:cxnLst/>
              <a:rect l="l" t="t" r="r" b="b"/>
              <a:pathLst>
                <a:path w="692" h="323" extrusionOk="0">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6" name="Google Shape;13126;p66"/>
            <p:cNvSpPr/>
            <p:nvPr/>
          </p:nvSpPr>
          <p:spPr>
            <a:xfrm>
              <a:off x="5800725" y="3785989"/>
              <a:ext cx="277644" cy="354594"/>
            </a:xfrm>
            <a:custGeom>
              <a:avLst/>
              <a:gdLst/>
              <a:ahLst/>
              <a:cxnLst/>
              <a:rect l="l" t="t" r="r" b="b"/>
              <a:pathLst>
                <a:path w="8764" h="11193" extrusionOk="0">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7" name="Google Shape;13127;p66"/>
            <p:cNvSpPr/>
            <p:nvPr/>
          </p:nvSpPr>
          <p:spPr>
            <a:xfrm>
              <a:off x="6012727" y="4085840"/>
              <a:ext cx="37731" cy="37763"/>
            </a:xfrm>
            <a:custGeom>
              <a:avLst/>
              <a:gdLst/>
              <a:ahLst/>
              <a:cxnLst/>
              <a:rect l="l" t="t" r="r" b="b"/>
              <a:pathLst>
                <a:path w="1191" h="1192" extrusionOk="0">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28" name="Google Shape;13128;p66"/>
          <p:cNvGrpSpPr/>
          <p:nvPr/>
        </p:nvGrpSpPr>
        <p:grpSpPr>
          <a:xfrm>
            <a:off x="2206122" y="3185348"/>
            <a:ext cx="308183" cy="347561"/>
            <a:chOff x="2206122" y="3360748"/>
            <a:chExt cx="308183" cy="347561"/>
          </a:xfrm>
        </p:grpSpPr>
        <p:sp>
          <p:nvSpPr>
            <p:cNvPr id="13129" name="Google Shape;13129;p66"/>
            <p:cNvSpPr/>
            <p:nvPr/>
          </p:nvSpPr>
          <p:spPr>
            <a:xfrm>
              <a:off x="2206122" y="3543859"/>
              <a:ext cx="199932" cy="164451"/>
            </a:xfrm>
            <a:custGeom>
              <a:avLst/>
              <a:gdLst/>
              <a:ahLst/>
              <a:cxnLst/>
              <a:rect l="l" t="t" r="r" b="b"/>
              <a:pathLst>
                <a:path w="6311" h="5191" extrusionOk="0">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0" name="Google Shape;13130;p66"/>
            <p:cNvSpPr/>
            <p:nvPr/>
          </p:nvSpPr>
          <p:spPr>
            <a:xfrm>
              <a:off x="2216291" y="3360748"/>
              <a:ext cx="298014" cy="312872"/>
            </a:xfrm>
            <a:custGeom>
              <a:avLst/>
              <a:gdLst/>
              <a:ahLst/>
              <a:cxnLst/>
              <a:rect l="l" t="t" r="r" b="b"/>
              <a:pathLst>
                <a:path w="9407" h="9876" extrusionOk="0">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1" name="Google Shape;13131;p66"/>
            <p:cNvSpPr/>
            <p:nvPr/>
          </p:nvSpPr>
          <p:spPr>
            <a:xfrm>
              <a:off x="2392812" y="3401615"/>
              <a:ext cx="83033" cy="80372"/>
            </a:xfrm>
            <a:custGeom>
              <a:avLst/>
              <a:gdLst/>
              <a:ahLst/>
              <a:cxnLst/>
              <a:rect l="l" t="t" r="r" b="b"/>
              <a:pathLst>
                <a:path w="2621" h="2537" extrusionOk="0">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2" name="Google Shape;13132;p66"/>
            <p:cNvSpPr/>
            <p:nvPr/>
          </p:nvSpPr>
          <p:spPr>
            <a:xfrm>
              <a:off x="2229502" y="3535147"/>
              <a:ext cx="201833" cy="94723"/>
            </a:xfrm>
            <a:custGeom>
              <a:avLst/>
              <a:gdLst/>
              <a:ahLst/>
              <a:cxnLst/>
              <a:rect l="l" t="t" r="r" b="b"/>
              <a:pathLst>
                <a:path w="6371" h="2990" extrusionOk="0">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3" name="Google Shape;13133;p66"/>
            <p:cNvSpPr/>
            <p:nvPr/>
          </p:nvSpPr>
          <p:spPr>
            <a:xfrm>
              <a:off x="2236281" y="3609215"/>
              <a:ext cx="81893" cy="38364"/>
            </a:xfrm>
            <a:custGeom>
              <a:avLst/>
              <a:gdLst/>
              <a:ahLst/>
              <a:cxnLst/>
              <a:rect l="l" t="t" r="r" b="b"/>
              <a:pathLst>
                <a:path w="2585" h="1211" extrusionOk="0">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34" name="Google Shape;13134;p66"/>
          <p:cNvGrpSpPr/>
          <p:nvPr/>
        </p:nvGrpSpPr>
        <p:grpSpPr>
          <a:xfrm>
            <a:off x="5353403" y="3610209"/>
            <a:ext cx="277992" cy="354974"/>
            <a:chOff x="5353403" y="3785609"/>
            <a:chExt cx="277992" cy="354974"/>
          </a:xfrm>
        </p:grpSpPr>
        <p:sp>
          <p:nvSpPr>
            <p:cNvPr id="13135" name="Google Shape;13135;p66"/>
            <p:cNvSpPr/>
            <p:nvPr/>
          </p:nvSpPr>
          <p:spPr>
            <a:xfrm>
              <a:off x="5476734" y="3952562"/>
              <a:ext cx="33232" cy="15998"/>
            </a:xfrm>
            <a:custGeom>
              <a:avLst/>
              <a:gdLst/>
              <a:ahLst/>
              <a:cxnLst/>
              <a:rect l="l" t="t" r="r" b="b"/>
              <a:pathLst>
                <a:path w="1049" h="505" extrusionOk="0">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6" name="Google Shape;13136;p66"/>
            <p:cNvSpPr/>
            <p:nvPr/>
          </p:nvSpPr>
          <p:spPr>
            <a:xfrm>
              <a:off x="5457124" y="3902540"/>
              <a:ext cx="10201" cy="15872"/>
            </a:xfrm>
            <a:custGeom>
              <a:avLst/>
              <a:gdLst/>
              <a:ahLst/>
              <a:cxnLst/>
              <a:rect l="l" t="t" r="r" b="b"/>
              <a:pathLst>
                <a:path w="322" h="501" extrusionOk="0">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7" name="Google Shape;13137;p66"/>
            <p:cNvSpPr/>
            <p:nvPr/>
          </p:nvSpPr>
          <p:spPr>
            <a:xfrm>
              <a:off x="5518234" y="3902540"/>
              <a:ext cx="10581" cy="15872"/>
            </a:xfrm>
            <a:custGeom>
              <a:avLst/>
              <a:gdLst/>
              <a:ahLst/>
              <a:cxnLst/>
              <a:rect l="l" t="t" r="r" b="b"/>
              <a:pathLst>
                <a:path w="334" h="501" extrusionOk="0">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8" name="Google Shape;13138;p66"/>
            <p:cNvSpPr/>
            <p:nvPr/>
          </p:nvSpPr>
          <p:spPr>
            <a:xfrm>
              <a:off x="5353403" y="3785609"/>
              <a:ext cx="277992" cy="354974"/>
            </a:xfrm>
            <a:custGeom>
              <a:avLst/>
              <a:gdLst/>
              <a:ahLst/>
              <a:cxnLst/>
              <a:rect l="l" t="t" r="r" b="b"/>
              <a:pathLst>
                <a:path w="8775" h="11205" extrusionOk="0">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9" name="Google Shape;13139;p66"/>
            <p:cNvSpPr/>
            <p:nvPr/>
          </p:nvSpPr>
          <p:spPr>
            <a:xfrm>
              <a:off x="5420533" y="4102440"/>
              <a:ext cx="10581" cy="10201"/>
            </a:xfrm>
            <a:custGeom>
              <a:avLst/>
              <a:gdLst/>
              <a:ahLst/>
              <a:cxnLst/>
              <a:rect l="l" t="t" r="r" b="b"/>
              <a:pathLst>
                <a:path w="334" h="322" extrusionOk="0">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0" name="Google Shape;13140;p66"/>
            <p:cNvSpPr/>
            <p:nvPr/>
          </p:nvSpPr>
          <p:spPr>
            <a:xfrm>
              <a:off x="5554064" y="4102440"/>
              <a:ext cx="10201" cy="10201"/>
            </a:xfrm>
            <a:custGeom>
              <a:avLst/>
              <a:gdLst/>
              <a:ahLst/>
              <a:cxnLst/>
              <a:rect l="l" t="t" r="r" b="b"/>
              <a:pathLst>
                <a:path w="322" h="322" extrusionOk="0">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1" name="Google Shape;13141;p66"/>
          <p:cNvGrpSpPr/>
          <p:nvPr/>
        </p:nvGrpSpPr>
        <p:grpSpPr>
          <a:xfrm>
            <a:off x="4896229" y="3610589"/>
            <a:ext cx="278784" cy="354594"/>
            <a:chOff x="4896229" y="3785989"/>
            <a:chExt cx="278784" cy="354594"/>
          </a:xfrm>
        </p:grpSpPr>
        <p:sp>
          <p:nvSpPr>
            <p:cNvPr id="13142" name="Google Shape;13142;p66"/>
            <p:cNvSpPr/>
            <p:nvPr/>
          </p:nvSpPr>
          <p:spPr>
            <a:xfrm>
              <a:off x="4896229" y="3785989"/>
              <a:ext cx="278784" cy="354594"/>
            </a:xfrm>
            <a:custGeom>
              <a:avLst/>
              <a:gdLst/>
              <a:ahLst/>
              <a:cxnLst/>
              <a:rect l="l" t="t" r="r" b="b"/>
              <a:pathLst>
                <a:path w="8800" h="11193" extrusionOk="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3" name="Google Shape;13143;p66"/>
            <p:cNvSpPr/>
            <p:nvPr/>
          </p:nvSpPr>
          <p:spPr>
            <a:xfrm>
              <a:off x="4997700" y="3932319"/>
              <a:ext cx="10201" cy="15872"/>
            </a:xfrm>
            <a:custGeom>
              <a:avLst/>
              <a:gdLst/>
              <a:ahLst/>
              <a:cxnLst/>
              <a:rect l="l" t="t" r="r" b="b"/>
              <a:pathLst>
                <a:path w="322" h="501" extrusionOk="0">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4" name="Google Shape;13144;p66"/>
            <p:cNvSpPr/>
            <p:nvPr/>
          </p:nvSpPr>
          <p:spPr>
            <a:xfrm>
              <a:off x="5064830" y="3932319"/>
              <a:ext cx="10233" cy="15872"/>
            </a:xfrm>
            <a:custGeom>
              <a:avLst/>
              <a:gdLst/>
              <a:ahLst/>
              <a:cxnLst/>
              <a:rect l="l" t="t" r="r" b="b"/>
              <a:pathLst>
                <a:path w="323" h="501" extrusionOk="0">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5" name="Google Shape;13145;p66"/>
            <p:cNvSpPr/>
            <p:nvPr/>
          </p:nvSpPr>
          <p:spPr>
            <a:xfrm>
              <a:off x="5013160" y="3970905"/>
              <a:ext cx="46063" cy="16157"/>
            </a:xfrm>
            <a:custGeom>
              <a:avLst/>
              <a:gdLst/>
              <a:ahLst/>
              <a:cxnLst/>
              <a:rect l="l" t="t" r="r" b="b"/>
              <a:pathLst>
                <a:path w="1454" h="510" extrusionOk="0">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6" name="Google Shape;13146;p66"/>
            <p:cNvSpPr/>
            <p:nvPr/>
          </p:nvSpPr>
          <p:spPr>
            <a:xfrm>
              <a:off x="4991649" y="3915370"/>
              <a:ext cx="28322" cy="16252"/>
            </a:xfrm>
            <a:custGeom>
              <a:avLst/>
              <a:gdLst/>
              <a:ahLst/>
              <a:cxnLst/>
              <a:rect l="l" t="t" r="r" b="b"/>
              <a:pathLst>
                <a:path w="894" h="513" extrusionOk="0">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7" name="Google Shape;13147;p66"/>
            <p:cNvSpPr/>
            <p:nvPr/>
          </p:nvSpPr>
          <p:spPr>
            <a:xfrm>
              <a:off x="5052760" y="3915370"/>
              <a:ext cx="28322" cy="16252"/>
            </a:xfrm>
            <a:custGeom>
              <a:avLst/>
              <a:gdLst/>
              <a:ahLst/>
              <a:cxnLst/>
              <a:rect l="l" t="t" r="r" b="b"/>
              <a:pathLst>
                <a:path w="894" h="513" extrusionOk="0">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8" name="Google Shape;13148;p66"/>
          <p:cNvGrpSpPr/>
          <p:nvPr/>
        </p:nvGrpSpPr>
        <p:grpSpPr>
          <a:xfrm>
            <a:off x="7592387" y="3612458"/>
            <a:ext cx="273874" cy="351204"/>
            <a:chOff x="7592387" y="3787858"/>
            <a:chExt cx="273874" cy="351204"/>
          </a:xfrm>
        </p:grpSpPr>
        <p:sp>
          <p:nvSpPr>
            <p:cNvPr id="13149" name="Google Shape;13149;p66"/>
            <p:cNvSpPr/>
            <p:nvPr/>
          </p:nvSpPr>
          <p:spPr>
            <a:xfrm>
              <a:off x="7592387" y="3787858"/>
              <a:ext cx="273874" cy="351204"/>
            </a:xfrm>
            <a:custGeom>
              <a:avLst/>
              <a:gdLst/>
              <a:ahLst/>
              <a:cxnLst/>
              <a:rect l="l" t="t" r="r" b="b"/>
              <a:pathLst>
                <a:path w="8645" h="11086" extrusionOk="0">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0" name="Google Shape;13150;p66"/>
            <p:cNvSpPr/>
            <p:nvPr/>
          </p:nvSpPr>
          <p:spPr>
            <a:xfrm>
              <a:off x="7691197" y="3930830"/>
              <a:ext cx="10613" cy="15872"/>
            </a:xfrm>
            <a:custGeom>
              <a:avLst/>
              <a:gdLst/>
              <a:ahLst/>
              <a:cxnLst/>
              <a:rect l="l" t="t" r="r" b="b"/>
              <a:pathLst>
                <a:path w="335" h="501" extrusionOk="0">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1" name="Google Shape;13151;p66"/>
            <p:cNvSpPr/>
            <p:nvPr/>
          </p:nvSpPr>
          <p:spPr>
            <a:xfrm>
              <a:off x="7757218" y="3930830"/>
              <a:ext cx="10581" cy="15872"/>
            </a:xfrm>
            <a:custGeom>
              <a:avLst/>
              <a:gdLst/>
              <a:ahLst/>
              <a:cxnLst/>
              <a:rect l="l" t="t" r="r" b="b"/>
              <a:pathLst>
                <a:path w="334"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2" name="Google Shape;13152;p66"/>
            <p:cNvSpPr/>
            <p:nvPr/>
          </p:nvSpPr>
          <p:spPr>
            <a:xfrm>
              <a:off x="7713088" y="3974580"/>
              <a:ext cx="32472" cy="10581"/>
            </a:xfrm>
            <a:custGeom>
              <a:avLst/>
              <a:gdLst/>
              <a:ahLst/>
              <a:cxnLst/>
              <a:rect l="l" t="t" r="r" b="b"/>
              <a:pathLst>
                <a:path w="1025" h="334" extrusionOk="0">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53" name="Google Shape;13153;p66"/>
          <p:cNvGrpSpPr/>
          <p:nvPr/>
        </p:nvGrpSpPr>
        <p:grpSpPr>
          <a:xfrm>
            <a:off x="7145794" y="3612458"/>
            <a:ext cx="274254" cy="350444"/>
            <a:chOff x="7145794" y="3787858"/>
            <a:chExt cx="274254" cy="350444"/>
          </a:xfrm>
        </p:grpSpPr>
        <p:sp>
          <p:nvSpPr>
            <p:cNvPr id="13154" name="Google Shape;13154;p66"/>
            <p:cNvSpPr/>
            <p:nvPr/>
          </p:nvSpPr>
          <p:spPr>
            <a:xfrm>
              <a:off x="7247265"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5" name="Google Shape;13155;p66"/>
            <p:cNvSpPr/>
            <p:nvPr/>
          </p:nvSpPr>
          <p:spPr>
            <a:xfrm>
              <a:off x="7307616"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6" name="Google Shape;13156;p66"/>
            <p:cNvSpPr/>
            <p:nvPr/>
          </p:nvSpPr>
          <p:spPr>
            <a:xfrm>
              <a:off x="7145794" y="3787858"/>
              <a:ext cx="274254" cy="350444"/>
            </a:xfrm>
            <a:custGeom>
              <a:avLst/>
              <a:gdLst/>
              <a:ahLst/>
              <a:cxnLst/>
              <a:rect l="l" t="t" r="r" b="b"/>
              <a:pathLst>
                <a:path w="8657" h="11062" extrusionOk="0">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7" name="Google Shape;13157;p66"/>
            <p:cNvSpPr/>
            <p:nvPr/>
          </p:nvSpPr>
          <p:spPr>
            <a:xfrm>
              <a:off x="7260824" y="3930925"/>
              <a:ext cx="43813" cy="15396"/>
            </a:xfrm>
            <a:custGeom>
              <a:avLst/>
              <a:gdLst/>
              <a:ahLst/>
              <a:cxnLst/>
              <a:rect l="l" t="t" r="r" b="b"/>
              <a:pathLst>
                <a:path w="1383" h="486" extrusionOk="0">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8" name="Google Shape;13158;p66"/>
            <p:cNvSpPr/>
            <p:nvPr/>
          </p:nvSpPr>
          <p:spPr>
            <a:xfrm>
              <a:off x="7260476" y="3837532"/>
              <a:ext cx="44162" cy="21289"/>
            </a:xfrm>
            <a:custGeom>
              <a:avLst/>
              <a:gdLst/>
              <a:ahLst/>
              <a:cxnLst/>
              <a:rect l="l" t="t" r="r" b="b"/>
              <a:pathLst>
                <a:path w="1394" h="672" extrusionOk="0">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9" name="Google Shape;13159;p66"/>
            <p:cNvSpPr/>
            <p:nvPr/>
          </p:nvSpPr>
          <p:spPr>
            <a:xfrm>
              <a:off x="7277425" y="3821059"/>
              <a:ext cx="10233" cy="15872"/>
            </a:xfrm>
            <a:custGeom>
              <a:avLst/>
              <a:gdLst/>
              <a:ahLst/>
              <a:cxnLst/>
              <a:rect l="l" t="t" r="r" b="b"/>
              <a:pathLst>
                <a:path w="323" h="501" extrusionOk="0">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60" name="Google Shape;13160;p66"/>
          <p:cNvGrpSpPr/>
          <p:nvPr/>
        </p:nvGrpSpPr>
        <p:grpSpPr>
          <a:xfrm>
            <a:off x="8054060" y="3611698"/>
            <a:ext cx="266334" cy="353834"/>
            <a:chOff x="8054060" y="3787098"/>
            <a:chExt cx="266334" cy="353834"/>
          </a:xfrm>
        </p:grpSpPr>
        <p:sp>
          <p:nvSpPr>
            <p:cNvPr id="13161" name="Google Shape;13161;p66"/>
            <p:cNvSpPr/>
            <p:nvPr/>
          </p:nvSpPr>
          <p:spPr>
            <a:xfrm>
              <a:off x="8164972" y="3974675"/>
              <a:ext cx="43782" cy="15396"/>
            </a:xfrm>
            <a:custGeom>
              <a:avLst/>
              <a:gdLst/>
              <a:ahLst/>
              <a:cxnLst/>
              <a:rect l="l" t="t" r="r" b="b"/>
              <a:pathLst>
                <a:path w="1382" h="486" extrusionOk="0">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2" name="Google Shape;13162;p66"/>
            <p:cNvSpPr/>
            <p:nvPr/>
          </p:nvSpPr>
          <p:spPr>
            <a:xfrm>
              <a:off x="8148371" y="3930450"/>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3" name="Google Shape;13163;p66"/>
            <p:cNvSpPr/>
            <p:nvPr/>
          </p:nvSpPr>
          <p:spPr>
            <a:xfrm>
              <a:off x="8214361" y="3930450"/>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4" name="Google Shape;13164;p66"/>
            <p:cNvSpPr/>
            <p:nvPr/>
          </p:nvSpPr>
          <p:spPr>
            <a:xfrm>
              <a:off x="8054060" y="3787098"/>
              <a:ext cx="266334" cy="353834"/>
            </a:xfrm>
            <a:custGeom>
              <a:avLst/>
              <a:gdLst/>
              <a:ahLst/>
              <a:cxnLst/>
              <a:rect l="l" t="t" r="r" b="b"/>
              <a:pathLst>
                <a:path w="8407" h="11169" extrusionOk="0">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65" name="Google Shape;13165;p66"/>
          <p:cNvGrpSpPr/>
          <p:nvPr/>
        </p:nvGrpSpPr>
        <p:grpSpPr>
          <a:xfrm>
            <a:off x="6702211" y="3607199"/>
            <a:ext cx="270104" cy="361754"/>
            <a:chOff x="6702211" y="3782599"/>
            <a:chExt cx="270104" cy="361754"/>
          </a:xfrm>
        </p:grpSpPr>
        <p:sp>
          <p:nvSpPr>
            <p:cNvPr id="13166" name="Google Shape;13166;p66"/>
            <p:cNvSpPr/>
            <p:nvPr/>
          </p:nvSpPr>
          <p:spPr>
            <a:xfrm>
              <a:off x="6798011" y="3907070"/>
              <a:ext cx="10233" cy="16252"/>
            </a:xfrm>
            <a:custGeom>
              <a:avLst/>
              <a:gdLst/>
              <a:ahLst/>
              <a:cxnLst/>
              <a:rect l="l" t="t" r="r" b="b"/>
              <a:pathLst>
                <a:path w="323" h="513" extrusionOk="0">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7" name="Google Shape;13167;p66"/>
            <p:cNvSpPr/>
            <p:nvPr/>
          </p:nvSpPr>
          <p:spPr>
            <a:xfrm>
              <a:off x="6865933" y="3907070"/>
              <a:ext cx="10201" cy="16252"/>
            </a:xfrm>
            <a:custGeom>
              <a:avLst/>
              <a:gdLst/>
              <a:ahLst/>
              <a:cxnLst/>
              <a:rect l="l" t="t" r="r" b="b"/>
              <a:pathLst>
                <a:path w="322" h="513" extrusionOk="0">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8" name="Google Shape;13168;p66"/>
            <p:cNvSpPr/>
            <p:nvPr/>
          </p:nvSpPr>
          <p:spPr>
            <a:xfrm>
              <a:off x="6814231" y="3946765"/>
              <a:ext cx="45302" cy="16157"/>
            </a:xfrm>
            <a:custGeom>
              <a:avLst/>
              <a:gdLst/>
              <a:ahLst/>
              <a:cxnLst/>
              <a:rect l="l" t="t" r="r" b="b"/>
              <a:pathLst>
                <a:path w="1430" h="510" extrusionOk="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9" name="Google Shape;13169;p66"/>
            <p:cNvSpPr/>
            <p:nvPr/>
          </p:nvSpPr>
          <p:spPr>
            <a:xfrm>
              <a:off x="6702211" y="3782599"/>
              <a:ext cx="270104" cy="361754"/>
            </a:xfrm>
            <a:custGeom>
              <a:avLst/>
              <a:gdLst/>
              <a:ahLst/>
              <a:cxnLst/>
              <a:rect l="l" t="t" r="r" b="b"/>
              <a:pathLst>
                <a:path w="8526" h="11419" extrusionOk="0">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0" name="Google Shape;13170;p66"/>
            <p:cNvSpPr/>
            <p:nvPr/>
          </p:nvSpPr>
          <p:spPr>
            <a:xfrm>
              <a:off x="6785941" y="3884229"/>
              <a:ext cx="29082" cy="16442"/>
            </a:xfrm>
            <a:custGeom>
              <a:avLst/>
              <a:gdLst/>
              <a:ahLst/>
              <a:cxnLst/>
              <a:rect l="l" t="t" r="r" b="b"/>
              <a:pathLst>
                <a:path w="918" h="519" extrusionOk="0">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71" name="Google Shape;13171;p66"/>
          <p:cNvGrpSpPr/>
          <p:nvPr/>
        </p:nvGrpSpPr>
        <p:grpSpPr>
          <a:xfrm>
            <a:off x="3516886" y="3263327"/>
            <a:ext cx="391854" cy="269922"/>
            <a:chOff x="3516850" y="3406526"/>
            <a:chExt cx="369674" cy="254644"/>
          </a:xfrm>
        </p:grpSpPr>
        <p:sp>
          <p:nvSpPr>
            <p:cNvPr id="13172" name="Google Shape;13172;p66"/>
            <p:cNvSpPr/>
            <p:nvPr/>
          </p:nvSpPr>
          <p:spPr>
            <a:xfrm>
              <a:off x="3570421" y="3564577"/>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3" name="Google Shape;13173;p66"/>
            <p:cNvSpPr/>
            <p:nvPr/>
          </p:nvSpPr>
          <p:spPr>
            <a:xfrm>
              <a:off x="3516850" y="3406526"/>
              <a:ext cx="184473" cy="253503"/>
            </a:xfrm>
            <a:custGeom>
              <a:avLst/>
              <a:gdLst/>
              <a:ahLst/>
              <a:cxnLst/>
              <a:rect l="l" t="t" r="r" b="b"/>
              <a:pathLst>
                <a:path w="5823" h="8002" extrusionOk="0">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4" name="Google Shape;13174;p66"/>
            <p:cNvSpPr/>
            <p:nvPr/>
          </p:nvSpPr>
          <p:spPr>
            <a:xfrm>
              <a:off x="3768073" y="3480087"/>
              <a:ext cx="11341" cy="37731"/>
            </a:xfrm>
            <a:custGeom>
              <a:avLst/>
              <a:gdLst/>
              <a:ahLst/>
              <a:cxnLst/>
              <a:rect l="l" t="t" r="r" b="b"/>
              <a:pathLst>
                <a:path w="358" h="1191" extrusionOk="0">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5" name="Google Shape;13175;p66"/>
            <p:cNvSpPr/>
            <p:nvPr/>
          </p:nvSpPr>
          <p:spPr>
            <a:xfrm>
              <a:off x="3705061" y="3407286"/>
              <a:ext cx="181463" cy="253884"/>
            </a:xfrm>
            <a:custGeom>
              <a:avLst/>
              <a:gdLst/>
              <a:ahLst/>
              <a:cxnLst/>
              <a:rect l="l" t="t" r="r" b="b"/>
              <a:pathLst>
                <a:path w="5728" h="8014" extrusionOk="0">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76" name="Google Shape;13176;p66"/>
          <p:cNvGrpSpPr/>
          <p:nvPr/>
        </p:nvGrpSpPr>
        <p:grpSpPr>
          <a:xfrm>
            <a:off x="1310655" y="3185127"/>
            <a:ext cx="306314" cy="347403"/>
            <a:chOff x="1310655" y="3360527"/>
            <a:chExt cx="306314" cy="347403"/>
          </a:xfrm>
        </p:grpSpPr>
        <p:sp>
          <p:nvSpPr>
            <p:cNvPr id="13177" name="Google Shape;13177;p66"/>
            <p:cNvSpPr/>
            <p:nvPr/>
          </p:nvSpPr>
          <p:spPr>
            <a:xfrm>
              <a:off x="1440416" y="3531630"/>
              <a:ext cx="151652" cy="176299"/>
            </a:xfrm>
            <a:custGeom>
              <a:avLst/>
              <a:gdLst/>
              <a:ahLst/>
              <a:cxnLst/>
              <a:rect l="l" t="t" r="r" b="b"/>
              <a:pathLst>
                <a:path w="4787" h="5565" extrusionOk="0">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8" name="Google Shape;13178;p66"/>
            <p:cNvSpPr/>
            <p:nvPr/>
          </p:nvSpPr>
          <p:spPr>
            <a:xfrm>
              <a:off x="1486447" y="3589478"/>
              <a:ext cx="64152" cy="75842"/>
            </a:xfrm>
            <a:custGeom>
              <a:avLst/>
              <a:gdLst/>
              <a:ahLst/>
              <a:cxnLst/>
              <a:rect l="l" t="t" r="r" b="b"/>
              <a:pathLst>
                <a:path w="2025" h="2394" extrusionOk="0">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9" name="Google Shape;13179;p66"/>
            <p:cNvSpPr/>
            <p:nvPr/>
          </p:nvSpPr>
          <p:spPr>
            <a:xfrm>
              <a:off x="1310655" y="3360527"/>
              <a:ext cx="306314" cy="334572"/>
            </a:xfrm>
            <a:custGeom>
              <a:avLst/>
              <a:gdLst/>
              <a:ahLst/>
              <a:cxnLst/>
              <a:rect l="l" t="t" r="r" b="b"/>
              <a:pathLst>
                <a:path w="9669" h="10561" extrusionOk="0">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0" name="Google Shape;13180;p66"/>
            <p:cNvSpPr/>
            <p:nvPr/>
          </p:nvSpPr>
          <p:spPr>
            <a:xfrm>
              <a:off x="1474377" y="3380453"/>
              <a:ext cx="122221" cy="118895"/>
            </a:xfrm>
            <a:custGeom>
              <a:avLst/>
              <a:gdLst/>
              <a:ahLst/>
              <a:cxnLst/>
              <a:rect l="l" t="t" r="r" b="b"/>
              <a:pathLst>
                <a:path w="3858" h="3753" extrusionOk="0">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1" name="Google Shape;13181;p66"/>
            <p:cNvSpPr/>
            <p:nvPr/>
          </p:nvSpPr>
          <p:spPr>
            <a:xfrm>
              <a:off x="1510207" y="3632848"/>
              <a:ext cx="15492" cy="17741"/>
            </a:xfrm>
            <a:custGeom>
              <a:avLst/>
              <a:gdLst/>
              <a:ahLst/>
              <a:cxnLst/>
              <a:rect l="l" t="t" r="r" b="b"/>
              <a:pathLst>
                <a:path w="489" h="560" extrusionOk="0">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82" name="Google Shape;13182;p66"/>
          <p:cNvGrpSpPr/>
          <p:nvPr/>
        </p:nvGrpSpPr>
        <p:grpSpPr>
          <a:xfrm>
            <a:off x="3119678" y="3184746"/>
            <a:ext cx="269343" cy="348543"/>
            <a:chOff x="3119678" y="3360146"/>
            <a:chExt cx="269343" cy="348543"/>
          </a:xfrm>
        </p:grpSpPr>
        <p:sp>
          <p:nvSpPr>
            <p:cNvPr id="13183" name="Google Shape;13183;p66"/>
            <p:cNvSpPr/>
            <p:nvPr/>
          </p:nvSpPr>
          <p:spPr>
            <a:xfrm>
              <a:off x="3268289" y="3498271"/>
              <a:ext cx="43782" cy="46728"/>
            </a:xfrm>
            <a:custGeom>
              <a:avLst/>
              <a:gdLst/>
              <a:ahLst/>
              <a:cxnLst/>
              <a:rect l="l" t="t" r="r" b="b"/>
              <a:pathLst>
                <a:path w="1382" h="1475" extrusionOk="0">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4" name="Google Shape;13184;p66"/>
            <p:cNvSpPr/>
            <p:nvPr/>
          </p:nvSpPr>
          <p:spPr>
            <a:xfrm>
              <a:off x="3147208" y="3475176"/>
              <a:ext cx="214664" cy="233513"/>
            </a:xfrm>
            <a:custGeom>
              <a:avLst/>
              <a:gdLst/>
              <a:ahLst/>
              <a:cxnLst/>
              <a:rect l="l" t="t" r="r" b="b"/>
              <a:pathLst>
                <a:path w="6776" h="7371" extrusionOk="0">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5" name="Google Shape;13185;p66"/>
            <p:cNvSpPr/>
            <p:nvPr/>
          </p:nvSpPr>
          <p:spPr>
            <a:xfrm>
              <a:off x="3249408" y="3360146"/>
              <a:ext cx="10613" cy="97321"/>
            </a:xfrm>
            <a:custGeom>
              <a:avLst/>
              <a:gdLst/>
              <a:ahLst/>
              <a:cxnLst/>
              <a:rect l="l" t="t" r="r" b="b"/>
              <a:pathLst>
                <a:path w="335" h="3072" extrusionOk="0">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6" name="Google Shape;13186;p66"/>
            <p:cNvSpPr/>
            <p:nvPr/>
          </p:nvSpPr>
          <p:spPr>
            <a:xfrm>
              <a:off x="3175879" y="3377919"/>
              <a:ext cx="54331" cy="86740"/>
            </a:xfrm>
            <a:custGeom>
              <a:avLst/>
              <a:gdLst/>
              <a:ahLst/>
              <a:cxnLst/>
              <a:rect l="l" t="t" r="r" b="b"/>
              <a:pathLst>
                <a:path w="1715" h="2738" extrusionOk="0">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7" name="Google Shape;13187;p66"/>
            <p:cNvSpPr/>
            <p:nvPr/>
          </p:nvSpPr>
          <p:spPr>
            <a:xfrm>
              <a:off x="3119678" y="3429399"/>
              <a:ext cx="89401" cy="50720"/>
            </a:xfrm>
            <a:custGeom>
              <a:avLst/>
              <a:gdLst/>
              <a:ahLst/>
              <a:cxnLst/>
              <a:rect l="l" t="t" r="r" b="b"/>
              <a:pathLst>
                <a:path w="2822" h="1601" extrusionOk="0">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8" name="Google Shape;13188;p66"/>
            <p:cNvSpPr/>
            <p:nvPr/>
          </p:nvSpPr>
          <p:spPr>
            <a:xfrm>
              <a:off x="3279219" y="3377919"/>
              <a:ext cx="54363" cy="85980"/>
            </a:xfrm>
            <a:custGeom>
              <a:avLst/>
              <a:gdLst/>
              <a:ahLst/>
              <a:cxnLst/>
              <a:rect l="l" t="t" r="r" b="b"/>
              <a:pathLst>
                <a:path w="1716" h="2714" extrusionOk="0">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9" name="Google Shape;13189;p66"/>
            <p:cNvSpPr/>
            <p:nvPr/>
          </p:nvSpPr>
          <p:spPr>
            <a:xfrm>
              <a:off x="3300349" y="3429399"/>
              <a:ext cx="88672" cy="51100"/>
            </a:xfrm>
            <a:custGeom>
              <a:avLst/>
              <a:gdLst/>
              <a:ahLst/>
              <a:cxnLst/>
              <a:rect l="l" t="t" r="r" b="b"/>
              <a:pathLst>
                <a:path w="2799" h="1613" extrusionOk="0">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90" name="Google Shape;13190;p66"/>
          <p:cNvGrpSpPr/>
          <p:nvPr/>
        </p:nvGrpSpPr>
        <p:grpSpPr>
          <a:xfrm>
            <a:off x="3967213" y="3181547"/>
            <a:ext cx="368185" cy="354753"/>
            <a:chOff x="3967213" y="3356947"/>
            <a:chExt cx="368185" cy="354753"/>
          </a:xfrm>
        </p:grpSpPr>
        <p:sp>
          <p:nvSpPr>
            <p:cNvPr id="13191" name="Google Shape;13191;p66"/>
            <p:cNvSpPr/>
            <p:nvPr/>
          </p:nvSpPr>
          <p:spPr>
            <a:xfrm>
              <a:off x="4180705" y="3356947"/>
              <a:ext cx="154693" cy="164292"/>
            </a:xfrm>
            <a:custGeom>
              <a:avLst/>
              <a:gdLst/>
              <a:ahLst/>
              <a:cxnLst/>
              <a:rect l="l" t="t" r="r" b="b"/>
              <a:pathLst>
                <a:path w="4883" h="5186" extrusionOk="0">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2" name="Google Shape;13192;p66"/>
            <p:cNvSpPr/>
            <p:nvPr/>
          </p:nvSpPr>
          <p:spPr>
            <a:xfrm>
              <a:off x="4093585" y="3484237"/>
              <a:ext cx="21891" cy="37002"/>
            </a:xfrm>
            <a:custGeom>
              <a:avLst/>
              <a:gdLst/>
              <a:ahLst/>
              <a:cxnLst/>
              <a:rect l="l" t="t" r="r" b="b"/>
              <a:pathLst>
                <a:path w="691" h="1168" extrusionOk="0">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3" name="Google Shape;13193;p66"/>
            <p:cNvSpPr/>
            <p:nvPr/>
          </p:nvSpPr>
          <p:spPr>
            <a:xfrm>
              <a:off x="3967213" y="3408047"/>
              <a:ext cx="275394" cy="303653"/>
            </a:xfrm>
            <a:custGeom>
              <a:avLst/>
              <a:gdLst/>
              <a:ahLst/>
              <a:cxnLst/>
              <a:rect l="l" t="t" r="r" b="b"/>
              <a:pathLst>
                <a:path w="8693" h="9585" extrusionOk="0">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4" name="Google Shape;13194;p66"/>
            <p:cNvSpPr/>
            <p:nvPr/>
          </p:nvSpPr>
          <p:spPr>
            <a:xfrm>
              <a:off x="4239154" y="3387518"/>
              <a:ext cx="44922" cy="65071"/>
            </a:xfrm>
            <a:custGeom>
              <a:avLst/>
              <a:gdLst/>
              <a:ahLst/>
              <a:cxnLst/>
              <a:rect l="l" t="t" r="r" b="b"/>
              <a:pathLst>
                <a:path w="1418" h="2054" extrusionOk="0">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5" name="Google Shape;13195;p66"/>
            <p:cNvSpPr/>
            <p:nvPr/>
          </p:nvSpPr>
          <p:spPr>
            <a:xfrm>
              <a:off x="4250876" y="3457816"/>
              <a:ext cx="14351" cy="14383"/>
            </a:xfrm>
            <a:custGeom>
              <a:avLst/>
              <a:gdLst/>
              <a:ahLst/>
              <a:cxnLst/>
              <a:rect l="l" t="t" r="r" b="b"/>
              <a:pathLst>
                <a:path w="453" h="454" extrusionOk="0">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96" name="Google Shape;13196;p66"/>
          <p:cNvGrpSpPr/>
          <p:nvPr/>
        </p:nvGrpSpPr>
        <p:grpSpPr>
          <a:xfrm>
            <a:off x="871254" y="3184746"/>
            <a:ext cx="285183" cy="347023"/>
            <a:chOff x="871254" y="3360146"/>
            <a:chExt cx="285183" cy="347023"/>
          </a:xfrm>
        </p:grpSpPr>
        <p:sp>
          <p:nvSpPr>
            <p:cNvPr id="13197" name="Google Shape;13197;p66"/>
            <p:cNvSpPr/>
            <p:nvPr/>
          </p:nvSpPr>
          <p:spPr>
            <a:xfrm>
              <a:off x="871254" y="3360146"/>
              <a:ext cx="135052" cy="164863"/>
            </a:xfrm>
            <a:custGeom>
              <a:avLst/>
              <a:gdLst/>
              <a:ahLst/>
              <a:cxnLst/>
              <a:rect l="l" t="t" r="r" b="b"/>
              <a:pathLst>
                <a:path w="4263" h="5204" extrusionOk="0">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8" name="Google Shape;13198;p66"/>
            <p:cNvSpPr/>
            <p:nvPr/>
          </p:nvSpPr>
          <p:spPr>
            <a:xfrm>
              <a:off x="876132" y="3360146"/>
              <a:ext cx="280305" cy="347023"/>
            </a:xfrm>
            <a:custGeom>
              <a:avLst/>
              <a:gdLst/>
              <a:ahLst/>
              <a:cxnLst/>
              <a:rect l="l" t="t" r="r" b="b"/>
              <a:pathLst>
                <a:path w="8848" h="10954" extrusionOk="0">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9" name="Google Shape;13199;p66"/>
            <p:cNvSpPr/>
            <p:nvPr/>
          </p:nvSpPr>
          <p:spPr>
            <a:xfrm>
              <a:off x="950073" y="3450656"/>
              <a:ext cx="792" cy="1172"/>
            </a:xfrm>
            <a:custGeom>
              <a:avLst/>
              <a:gdLst/>
              <a:ahLst/>
              <a:cxnLst/>
              <a:rect l="l" t="t" r="r" b="b"/>
              <a:pathLst>
                <a:path w="25" h="37" extrusionOk="0">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0" name="Google Shape;13200;p66"/>
            <p:cNvSpPr/>
            <p:nvPr/>
          </p:nvSpPr>
          <p:spPr>
            <a:xfrm>
              <a:off x="923304" y="3434784"/>
              <a:ext cx="178042" cy="156594"/>
            </a:xfrm>
            <a:custGeom>
              <a:avLst/>
              <a:gdLst/>
              <a:ahLst/>
              <a:cxnLst/>
              <a:rect l="l" t="t" r="r" b="b"/>
              <a:pathLst>
                <a:path w="5620" h="4943" extrusionOk="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01" name="Google Shape;13201;p66"/>
          <p:cNvGrpSpPr/>
          <p:nvPr/>
        </p:nvGrpSpPr>
        <p:grpSpPr>
          <a:xfrm>
            <a:off x="2665165" y="3184746"/>
            <a:ext cx="281794" cy="349684"/>
            <a:chOff x="2665165" y="3360146"/>
            <a:chExt cx="281794" cy="349684"/>
          </a:xfrm>
        </p:grpSpPr>
        <p:sp>
          <p:nvSpPr>
            <p:cNvPr id="13202" name="Google Shape;13202;p66"/>
            <p:cNvSpPr/>
            <p:nvPr/>
          </p:nvSpPr>
          <p:spPr>
            <a:xfrm>
              <a:off x="2665165" y="3495547"/>
              <a:ext cx="136572" cy="214284"/>
            </a:xfrm>
            <a:custGeom>
              <a:avLst/>
              <a:gdLst/>
              <a:ahLst/>
              <a:cxnLst/>
              <a:rect l="l" t="t" r="r" b="b"/>
              <a:pathLst>
                <a:path w="4311" h="6764" extrusionOk="0">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3" name="Google Shape;13203;p66"/>
            <p:cNvSpPr/>
            <p:nvPr/>
          </p:nvSpPr>
          <p:spPr>
            <a:xfrm>
              <a:off x="2811495" y="3494786"/>
              <a:ext cx="135464" cy="212003"/>
            </a:xfrm>
            <a:custGeom>
              <a:avLst/>
              <a:gdLst/>
              <a:ahLst/>
              <a:cxnLst/>
              <a:rect l="l" t="t" r="r" b="b"/>
              <a:pathLst>
                <a:path w="4276" h="6692" extrusionOk="0">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4" name="Google Shape;13204;p66"/>
            <p:cNvSpPr/>
            <p:nvPr/>
          </p:nvSpPr>
          <p:spPr>
            <a:xfrm>
              <a:off x="2731915" y="3360146"/>
              <a:ext cx="149403" cy="181812"/>
            </a:xfrm>
            <a:custGeom>
              <a:avLst/>
              <a:gdLst/>
              <a:ahLst/>
              <a:cxnLst/>
              <a:rect l="l" t="t" r="r" b="b"/>
              <a:pathLst>
                <a:path w="4716" h="5739" extrusionOk="0">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5" name="Google Shape;13205;p66"/>
            <p:cNvSpPr/>
            <p:nvPr/>
          </p:nvSpPr>
          <p:spPr>
            <a:xfrm>
              <a:off x="2760585" y="3389545"/>
              <a:ext cx="92442" cy="91333"/>
            </a:xfrm>
            <a:custGeom>
              <a:avLst/>
              <a:gdLst/>
              <a:ahLst/>
              <a:cxnLst/>
              <a:rect l="l" t="t" r="r" b="b"/>
              <a:pathLst>
                <a:path w="2918" h="2883" extrusionOk="0">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6" name="Google Shape;13206;p66"/>
            <p:cNvSpPr/>
            <p:nvPr/>
          </p:nvSpPr>
          <p:spPr>
            <a:xfrm>
              <a:off x="2789636" y="3417836"/>
              <a:ext cx="33961" cy="33993"/>
            </a:xfrm>
            <a:custGeom>
              <a:avLst/>
              <a:gdLst/>
              <a:ahLst/>
              <a:cxnLst/>
              <a:rect l="l" t="t" r="r" b="b"/>
              <a:pathLst>
                <a:path w="1072" h="1073" extrusionOk="0">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07" name="Google Shape;13207;p66"/>
          <p:cNvGrpSpPr/>
          <p:nvPr/>
        </p:nvGrpSpPr>
        <p:grpSpPr>
          <a:xfrm>
            <a:off x="7156344" y="3172296"/>
            <a:ext cx="264465" cy="353074"/>
            <a:chOff x="7156344" y="3347696"/>
            <a:chExt cx="264465" cy="353074"/>
          </a:xfrm>
        </p:grpSpPr>
        <p:sp>
          <p:nvSpPr>
            <p:cNvPr id="13208" name="Google Shape;13208;p66"/>
            <p:cNvSpPr/>
            <p:nvPr/>
          </p:nvSpPr>
          <p:spPr>
            <a:xfrm>
              <a:off x="7248754" y="3468397"/>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9" name="Google Shape;13209;p66"/>
            <p:cNvSpPr/>
            <p:nvPr/>
          </p:nvSpPr>
          <p:spPr>
            <a:xfrm>
              <a:off x="7314775" y="3468397"/>
              <a:ext cx="10201" cy="15872"/>
            </a:xfrm>
            <a:custGeom>
              <a:avLst/>
              <a:gdLst/>
              <a:ahLst/>
              <a:cxnLst/>
              <a:rect l="l" t="t" r="r" b="b"/>
              <a:pathLst>
                <a:path w="322" h="501" extrusionOk="0">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0" name="Google Shape;13210;p66"/>
            <p:cNvSpPr/>
            <p:nvPr/>
          </p:nvSpPr>
          <p:spPr>
            <a:xfrm>
              <a:off x="7156344" y="3347696"/>
              <a:ext cx="264465" cy="353074"/>
            </a:xfrm>
            <a:custGeom>
              <a:avLst/>
              <a:gdLst/>
              <a:ahLst/>
              <a:cxnLst/>
              <a:rect l="l" t="t" r="r" b="b"/>
              <a:pathLst>
                <a:path w="8348" h="11145" extrusionOk="0">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1" name="Google Shape;13211;p66"/>
            <p:cNvSpPr/>
            <p:nvPr/>
          </p:nvSpPr>
          <p:spPr>
            <a:xfrm>
              <a:off x="7212544" y="3678023"/>
              <a:ext cx="14763" cy="21226"/>
            </a:xfrm>
            <a:custGeom>
              <a:avLst/>
              <a:gdLst/>
              <a:ahLst/>
              <a:cxnLst/>
              <a:rect l="l" t="t" r="r" b="b"/>
              <a:pathLst>
                <a:path w="466" h="670" extrusionOk="0">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2" name="Google Shape;13212;p66"/>
            <p:cNvSpPr/>
            <p:nvPr/>
          </p:nvSpPr>
          <p:spPr>
            <a:xfrm>
              <a:off x="7257055" y="3498936"/>
              <a:ext cx="60382" cy="32472"/>
            </a:xfrm>
            <a:custGeom>
              <a:avLst/>
              <a:gdLst/>
              <a:ahLst/>
              <a:cxnLst/>
              <a:rect l="l" t="t" r="r" b="b"/>
              <a:pathLst>
                <a:path w="1906" h="1025" extrusionOk="0">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13" name="Google Shape;13213;p66"/>
          <p:cNvGrpSpPr/>
          <p:nvPr/>
        </p:nvGrpSpPr>
        <p:grpSpPr>
          <a:xfrm>
            <a:off x="6703732" y="3171536"/>
            <a:ext cx="264813" cy="352693"/>
            <a:chOff x="6703732" y="3346936"/>
            <a:chExt cx="264813" cy="352693"/>
          </a:xfrm>
        </p:grpSpPr>
        <p:sp>
          <p:nvSpPr>
            <p:cNvPr id="13214" name="Google Shape;13214;p66"/>
            <p:cNvSpPr/>
            <p:nvPr/>
          </p:nvSpPr>
          <p:spPr>
            <a:xfrm>
              <a:off x="6797283" y="3468777"/>
              <a:ext cx="10581" cy="15872"/>
            </a:xfrm>
            <a:custGeom>
              <a:avLst/>
              <a:gdLst/>
              <a:ahLst/>
              <a:cxnLst/>
              <a:rect l="l" t="t" r="r" b="b"/>
              <a:pathLst>
                <a:path w="334" h="501" extrusionOk="0">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5" name="Google Shape;13215;p66"/>
            <p:cNvSpPr/>
            <p:nvPr/>
          </p:nvSpPr>
          <p:spPr>
            <a:xfrm>
              <a:off x="6863272" y="3468777"/>
              <a:ext cx="10613" cy="15872"/>
            </a:xfrm>
            <a:custGeom>
              <a:avLst/>
              <a:gdLst/>
              <a:ahLst/>
              <a:cxnLst/>
              <a:rect l="l" t="t" r="r" b="b"/>
              <a:pathLst>
                <a:path w="335"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6" name="Google Shape;13216;p66"/>
            <p:cNvSpPr/>
            <p:nvPr/>
          </p:nvSpPr>
          <p:spPr>
            <a:xfrm>
              <a:off x="6814231" y="3507712"/>
              <a:ext cx="43433" cy="15777"/>
            </a:xfrm>
            <a:custGeom>
              <a:avLst/>
              <a:gdLst/>
              <a:ahLst/>
              <a:cxnLst/>
              <a:rect l="l" t="t" r="r" b="b"/>
              <a:pathLst>
                <a:path w="1371" h="498" extrusionOk="0">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7" name="Google Shape;13217;p66"/>
            <p:cNvSpPr/>
            <p:nvPr/>
          </p:nvSpPr>
          <p:spPr>
            <a:xfrm>
              <a:off x="6902143" y="3489876"/>
              <a:ext cx="32" cy="412"/>
            </a:xfrm>
            <a:custGeom>
              <a:avLst/>
              <a:gdLst/>
              <a:ahLst/>
              <a:cxnLst/>
              <a:rect l="l" t="t" r="r" b="b"/>
              <a:pathLst>
                <a:path w="1" h="13" extrusionOk="0">
                  <a:moveTo>
                    <a:pt x="0" y="13"/>
                  </a:moveTo>
                  <a:cubicBezTo>
                    <a:pt x="0" y="1"/>
                    <a:pt x="0" y="13"/>
                    <a:pt x="0" y="13"/>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8" name="Google Shape;13218;p66"/>
            <p:cNvSpPr/>
            <p:nvPr/>
          </p:nvSpPr>
          <p:spPr>
            <a:xfrm>
              <a:off x="6703732" y="3346936"/>
              <a:ext cx="264813" cy="352693"/>
            </a:xfrm>
            <a:custGeom>
              <a:avLst/>
              <a:gdLst/>
              <a:ahLst/>
              <a:cxnLst/>
              <a:rect l="l" t="t" r="r" b="b"/>
              <a:pathLst>
                <a:path w="8359" h="11133" extrusionOk="0">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19" name="Google Shape;13219;p66"/>
          <p:cNvGrpSpPr/>
          <p:nvPr/>
        </p:nvGrpSpPr>
        <p:grpSpPr>
          <a:xfrm>
            <a:off x="6252228" y="3171536"/>
            <a:ext cx="265193" cy="352693"/>
            <a:chOff x="6252228" y="3346936"/>
            <a:chExt cx="265193" cy="352693"/>
          </a:xfrm>
        </p:grpSpPr>
        <p:sp>
          <p:nvSpPr>
            <p:cNvPr id="13220" name="Google Shape;13220;p66"/>
            <p:cNvSpPr/>
            <p:nvPr/>
          </p:nvSpPr>
          <p:spPr>
            <a:xfrm>
              <a:off x="6252228" y="3346936"/>
              <a:ext cx="265193" cy="352693"/>
            </a:xfrm>
            <a:custGeom>
              <a:avLst/>
              <a:gdLst/>
              <a:ahLst/>
              <a:cxnLst/>
              <a:rect l="l" t="t" r="r" b="b"/>
              <a:pathLst>
                <a:path w="8371" h="11133" extrusionOk="0">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1" name="Google Shape;13221;p66"/>
            <p:cNvSpPr/>
            <p:nvPr/>
          </p:nvSpPr>
          <p:spPr>
            <a:xfrm>
              <a:off x="6363140" y="3540532"/>
              <a:ext cx="43402" cy="15396"/>
            </a:xfrm>
            <a:custGeom>
              <a:avLst/>
              <a:gdLst/>
              <a:ahLst/>
              <a:cxnLst/>
              <a:rect l="l" t="t" r="r" b="b"/>
              <a:pathLst>
                <a:path w="1370" h="486" extrusionOk="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2" name="Google Shape;13222;p66"/>
            <p:cNvSpPr/>
            <p:nvPr/>
          </p:nvSpPr>
          <p:spPr>
            <a:xfrm>
              <a:off x="6406890" y="3468397"/>
              <a:ext cx="21511" cy="10201"/>
            </a:xfrm>
            <a:custGeom>
              <a:avLst/>
              <a:gdLst/>
              <a:ahLst/>
              <a:cxnLst/>
              <a:rect l="l" t="t" r="r" b="b"/>
              <a:pathLst>
                <a:path w="679" h="322" extrusionOk="0">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23" name="Google Shape;13223;p66"/>
          <p:cNvGrpSpPr/>
          <p:nvPr/>
        </p:nvGrpSpPr>
        <p:grpSpPr>
          <a:xfrm>
            <a:off x="5801105" y="3172296"/>
            <a:ext cx="264813" cy="351933"/>
            <a:chOff x="5801105" y="3347696"/>
            <a:chExt cx="264813" cy="351933"/>
          </a:xfrm>
        </p:grpSpPr>
        <p:sp>
          <p:nvSpPr>
            <p:cNvPr id="13224" name="Google Shape;13224;p66"/>
            <p:cNvSpPr/>
            <p:nvPr/>
          </p:nvSpPr>
          <p:spPr>
            <a:xfrm>
              <a:off x="5911256" y="3534862"/>
              <a:ext cx="43782" cy="15396"/>
            </a:xfrm>
            <a:custGeom>
              <a:avLst/>
              <a:gdLst/>
              <a:ahLst/>
              <a:cxnLst/>
              <a:rect l="l" t="t" r="r" b="b"/>
              <a:pathLst>
                <a:path w="1382" h="486" extrusionOk="0">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5" name="Google Shape;13225;p66"/>
            <p:cNvSpPr/>
            <p:nvPr/>
          </p:nvSpPr>
          <p:spPr>
            <a:xfrm>
              <a:off x="5894656" y="3490256"/>
              <a:ext cx="10201" cy="16252"/>
            </a:xfrm>
            <a:custGeom>
              <a:avLst/>
              <a:gdLst/>
              <a:ahLst/>
              <a:cxnLst/>
              <a:rect l="l" t="t" r="r" b="b"/>
              <a:pathLst>
                <a:path w="322" h="513" extrusionOk="0">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6" name="Google Shape;13226;p66"/>
            <p:cNvSpPr/>
            <p:nvPr/>
          </p:nvSpPr>
          <p:spPr>
            <a:xfrm>
              <a:off x="5961057" y="3490256"/>
              <a:ext cx="10201" cy="16252"/>
            </a:xfrm>
            <a:custGeom>
              <a:avLst/>
              <a:gdLst/>
              <a:ahLst/>
              <a:cxnLst/>
              <a:rect l="l" t="t" r="r" b="b"/>
              <a:pathLst>
                <a:path w="322" h="513" extrusionOk="0">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7" name="Google Shape;13227;p66"/>
            <p:cNvSpPr/>
            <p:nvPr/>
          </p:nvSpPr>
          <p:spPr>
            <a:xfrm>
              <a:off x="5801105" y="3347696"/>
              <a:ext cx="264813" cy="351933"/>
            </a:xfrm>
            <a:custGeom>
              <a:avLst/>
              <a:gdLst/>
              <a:ahLst/>
              <a:cxnLst/>
              <a:rect l="l" t="t" r="r" b="b"/>
              <a:pathLst>
                <a:path w="8359" h="11109" extrusionOk="0">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28" name="Google Shape;13228;p66"/>
          <p:cNvGrpSpPr/>
          <p:nvPr/>
        </p:nvGrpSpPr>
        <p:grpSpPr>
          <a:xfrm>
            <a:off x="5349253" y="3171536"/>
            <a:ext cx="265922" cy="352693"/>
            <a:chOff x="5349253" y="3346936"/>
            <a:chExt cx="265922" cy="352693"/>
          </a:xfrm>
        </p:grpSpPr>
        <p:sp>
          <p:nvSpPr>
            <p:cNvPr id="13229" name="Google Shape;13229;p66"/>
            <p:cNvSpPr/>
            <p:nvPr/>
          </p:nvSpPr>
          <p:spPr>
            <a:xfrm>
              <a:off x="5460133" y="3534862"/>
              <a:ext cx="44162" cy="15396"/>
            </a:xfrm>
            <a:custGeom>
              <a:avLst/>
              <a:gdLst/>
              <a:ahLst/>
              <a:cxnLst/>
              <a:rect l="l" t="t" r="r" b="b"/>
              <a:pathLst>
                <a:path w="1394" h="486" extrusionOk="0">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0" name="Google Shape;13230;p66"/>
            <p:cNvSpPr/>
            <p:nvPr/>
          </p:nvSpPr>
          <p:spPr>
            <a:xfrm>
              <a:off x="5443153" y="3495927"/>
              <a:ext cx="10613" cy="16252"/>
            </a:xfrm>
            <a:custGeom>
              <a:avLst/>
              <a:gdLst/>
              <a:ahLst/>
              <a:cxnLst/>
              <a:rect l="l" t="t" r="r" b="b"/>
              <a:pathLst>
                <a:path w="335" h="513" extrusionOk="0">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1" name="Google Shape;13231;p66"/>
            <p:cNvSpPr/>
            <p:nvPr/>
          </p:nvSpPr>
          <p:spPr>
            <a:xfrm>
              <a:off x="5509934" y="3495927"/>
              <a:ext cx="10201" cy="16252"/>
            </a:xfrm>
            <a:custGeom>
              <a:avLst/>
              <a:gdLst/>
              <a:ahLst/>
              <a:cxnLst/>
              <a:rect l="l" t="t" r="r" b="b"/>
              <a:pathLst>
                <a:path w="322" h="513" extrusionOk="0">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2" name="Google Shape;13232;p66"/>
            <p:cNvSpPr/>
            <p:nvPr/>
          </p:nvSpPr>
          <p:spPr>
            <a:xfrm>
              <a:off x="5438242" y="3479707"/>
              <a:ext cx="21162" cy="10201"/>
            </a:xfrm>
            <a:custGeom>
              <a:avLst/>
              <a:gdLst/>
              <a:ahLst/>
              <a:cxnLst/>
              <a:rect l="l" t="t" r="r" b="b"/>
              <a:pathLst>
                <a:path w="668" h="322" extrusionOk="0">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3" name="Google Shape;13233;p66"/>
            <p:cNvSpPr/>
            <p:nvPr/>
          </p:nvSpPr>
          <p:spPr>
            <a:xfrm>
              <a:off x="5504644" y="3479707"/>
              <a:ext cx="21162" cy="10201"/>
            </a:xfrm>
            <a:custGeom>
              <a:avLst/>
              <a:gdLst/>
              <a:ahLst/>
              <a:cxnLst/>
              <a:rect l="l" t="t" r="r" b="b"/>
              <a:pathLst>
                <a:path w="668" h="322" extrusionOk="0">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4" name="Google Shape;13234;p66"/>
            <p:cNvSpPr/>
            <p:nvPr/>
          </p:nvSpPr>
          <p:spPr>
            <a:xfrm>
              <a:off x="5349253" y="3346936"/>
              <a:ext cx="265922" cy="352693"/>
            </a:xfrm>
            <a:custGeom>
              <a:avLst/>
              <a:gdLst/>
              <a:ahLst/>
              <a:cxnLst/>
              <a:rect l="l" t="t" r="r" b="b"/>
              <a:pathLst>
                <a:path w="8394" h="11133" extrusionOk="0">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5" name="Google Shape;13235;p66"/>
          <p:cNvGrpSpPr/>
          <p:nvPr/>
        </p:nvGrpSpPr>
        <p:grpSpPr>
          <a:xfrm>
            <a:off x="4907159" y="3171536"/>
            <a:ext cx="264845" cy="354214"/>
            <a:chOff x="4907159" y="3346936"/>
            <a:chExt cx="264845" cy="354214"/>
          </a:xfrm>
        </p:grpSpPr>
        <p:sp>
          <p:nvSpPr>
            <p:cNvPr id="13236" name="Google Shape;13236;p66"/>
            <p:cNvSpPr/>
            <p:nvPr/>
          </p:nvSpPr>
          <p:spPr>
            <a:xfrm>
              <a:off x="5015061" y="3556752"/>
              <a:ext cx="43402" cy="15777"/>
            </a:xfrm>
            <a:custGeom>
              <a:avLst/>
              <a:gdLst/>
              <a:ahLst/>
              <a:cxnLst/>
              <a:rect l="l" t="t" r="r" b="b"/>
              <a:pathLst>
                <a:path w="1370" h="498" extrusionOk="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7" name="Google Shape;13237;p66"/>
            <p:cNvSpPr/>
            <p:nvPr/>
          </p:nvSpPr>
          <p:spPr>
            <a:xfrm>
              <a:off x="4907159" y="3346936"/>
              <a:ext cx="264845" cy="354214"/>
            </a:xfrm>
            <a:custGeom>
              <a:avLst/>
              <a:gdLst/>
              <a:ahLst/>
              <a:cxnLst/>
              <a:rect l="l" t="t" r="r" b="b"/>
              <a:pathLst>
                <a:path w="8360" h="11181" extrusionOk="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8" name="Google Shape;13238;p66"/>
          <p:cNvGrpSpPr/>
          <p:nvPr/>
        </p:nvGrpSpPr>
        <p:grpSpPr>
          <a:xfrm>
            <a:off x="8048421" y="3159086"/>
            <a:ext cx="276503" cy="369674"/>
            <a:chOff x="8048421" y="3334486"/>
            <a:chExt cx="276503" cy="369674"/>
          </a:xfrm>
        </p:grpSpPr>
        <p:sp>
          <p:nvSpPr>
            <p:cNvPr id="13239" name="Google Shape;13239;p66"/>
            <p:cNvSpPr/>
            <p:nvPr/>
          </p:nvSpPr>
          <p:spPr>
            <a:xfrm>
              <a:off x="8146471" y="3456327"/>
              <a:ext cx="10613" cy="16252"/>
            </a:xfrm>
            <a:custGeom>
              <a:avLst/>
              <a:gdLst/>
              <a:ahLst/>
              <a:cxnLst/>
              <a:rect l="l" t="t" r="r" b="b"/>
              <a:pathLst>
                <a:path w="335" h="513" extrusionOk="0">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0" name="Google Shape;13240;p66"/>
            <p:cNvSpPr/>
            <p:nvPr/>
          </p:nvSpPr>
          <p:spPr>
            <a:xfrm>
              <a:off x="8215501" y="3456327"/>
              <a:ext cx="10961" cy="16252"/>
            </a:xfrm>
            <a:custGeom>
              <a:avLst/>
              <a:gdLst/>
              <a:ahLst/>
              <a:cxnLst/>
              <a:rect l="l" t="t" r="r" b="b"/>
              <a:pathLst>
                <a:path w="346" h="513" extrusionOk="0">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1" name="Google Shape;13241;p66"/>
            <p:cNvSpPr/>
            <p:nvPr/>
          </p:nvSpPr>
          <p:spPr>
            <a:xfrm>
              <a:off x="8048421" y="3334486"/>
              <a:ext cx="276503" cy="369674"/>
            </a:xfrm>
            <a:custGeom>
              <a:avLst/>
              <a:gdLst/>
              <a:ahLst/>
              <a:cxnLst/>
              <a:rect l="l" t="t" r="r" b="b"/>
              <a:pathLst>
                <a:path w="8728" h="11669" extrusionOk="0">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2" name="Google Shape;13242;p66"/>
            <p:cNvSpPr/>
            <p:nvPr/>
          </p:nvSpPr>
          <p:spPr>
            <a:xfrm>
              <a:off x="8154771" y="3491016"/>
              <a:ext cx="63392" cy="33993"/>
            </a:xfrm>
            <a:custGeom>
              <a:avLst/>
              <a:gdLst/>
              <a:ahLst/>
              <a:cxnLst/>
              <a:rect l="l" t="t" r="r" b="b"/>
              <a:pathLst>
                <a:path w="2001" h="1073" extrusionOk="0">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3" name="Google Shape;13243;p66"/>
            <p:cNvSpPr/>
            <p:nvPr/>
          </p:nvSpPr>
          <p:spPr>
            <a:xfrm>
              <a:off x="8139691" y="3435988"/>
              <a:ext cx="23792" cy="13939"/>
            </a:xfrm>
            <a:custGeom>
              <a:avLst/>
              <a:gdLst/>
              <a:ahLst/>
              <a:cxnLst/>
              <a:rect l="l" t="t" r="r" b="b"/>
              <a:pathLst>
                <a:path w="751" h="440" extrusionOk="0">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4" name="Google Shape;13244;p66"/>
            <p:cNvSpPr/>
            <p:nvPr/>
          </p:nvSpPr>
          <p:spPr>
            <a:xfrm>
              <a:off x="8209102" y="3435418"/>
              <a:ext cx="23412" cy="13401"/>
            </a:xfrm>
            <a:custGeom>
              <a:avLst/>
              <a:gdLst/>
              <a:ahLst/>
              <a:cxnLst/>
              <a:rect l="l" t="t" r="r" b="b"/>
              <a:pathLst>
                <a:path w="739" h="423" extrusionOk="0">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45" name="Google Shape;13245;p66"/>
          <p:cNvGrpSpPr/>
          <p:nvPr/>
        </p:nvGrpSpPr>
        <p:grpSpPr>
          <a:xfrm>
            <a:off x="7575787" y="3154555"/>
            <a:ext cx="295384" cy="376834"/>
            <a:chOff x="7575787" y="3329955"/>
            <a:chExt cx="295384" cy="376834"/>
          </a:xfrm>
        </p:grpSpPr>
        <p:sp>
          <p:nvSpPr>
            <p:cNvPr id="13246" name="Google Shape;13246;p66"/>
            <p:cNvSpPr/>
            <p:nvPr/>
          </p:nvSpPr>
          <p:spPr>
            <a:xfrm>
              <a:off x="7682549" y="3453666"/>
              <a:ext cx="11341" cy="17392"/>
            </a:xfrm>
            <a:custGeom>
              <a:avLst/>
              <a:gdLst/>
              <a:ahLst/>
              <a:cxnLst/>
              <a:rect l="l" t="t" r="r" b="b"/>
              <a:pathLst>
                <a:path w="358" h="549" extrusionOk="0">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7" name="Google Shape;13247;p66"/>
            <p:cNvSpPr/>
            <p:nvPr/>
          </p:nvSpPr>
          <p:spPr>
            <a:xfrm>
              <a:off x="7753068" y="3453666"/>
              <a:ext cx="11341" cy="17392"/>
            </a:xfrm>
            <a:custGeom>
              <a:avLst/>
              <a:gdLst/>
              <a:ahLst/>
              <a:cxnLst/>
              <a:rect l="l" t="t" r="r" b="b"/>
              <a:pathLst>
                <a:path w="358" h="549" extrusionOk="0">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8" name="Google Shape;13248;p66"/>
            <p:cNvSpPr/>
            <p:nvPr/>
          </p:nvSpPr>
          <p:spPr>
            <a:xfrm>
              <a:off x="7699149" y="3494691"/>
              <a:ext cx="47932" cy="17487"/>
            </a:xfrm>
            <a:custGeom>
              <a:avLst/>
              <a:gdLst/>
              <a:ahLst/>
              <a:cxnLst/>
              <a:rect l="l" t="t" r="r" b="b"/>
              <a:pathLst>
                <a:path w="1513" h="552" extrusionOk="0">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9" name="Google Shape;13249;p66"/>
            <p:cNvSpPr/>
            <p:nvPr/>
          </p:nvSpPr>
          <p:spPr>
            <a:xfrm>
              <a:off x="7575787" y="3329955"/>
              <a:ext cx="295384" cy="376834"/>
            </a:xfrm>
            <a:custGeom>
              <a:avLst/>
              <a:gdLst/>
              <a:ahLst/>
              <a:cxnLst/>
              <a:rect l="l" t="t" r="r" b="b"/>
              <a:pathLst>
                <a:path w="9324" h="11895" extrusionOk="0">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0" name="Google Shape;13250;p66"/>
            <p:cNvSpPr/>
            <p:nvPr/>
          </p:nvSpPr>
          <p:spPr>
            <a:xfrm>
              <a:off x="7676118" y="3435576"/>
              <a:ext cx="23412" cy="11341"/>
            </a:xfrm>
            <a:custGeom>
              <a:avLst/>
              <a:gdLst/>
              <a:ahLst/>
              <a:cxnLst/>
              <a:rect l="l" t="t" r="r" b="b"/>
              <a:pathLst>
                <a:path w="739" h="358" extrusionOk="0">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1" name="Google Shape;13251;p66"/>
            <p:cNvSpPr/>
            <p:nvPr/>
          </p:nvSpPr>
          <p:spPr>
            <a:xfrm>
              <a:off x="7747049" y="3435576"/>
              <a:ext cx="23031" cy="11341"/>
            </a:xfrm>
            <a:custGeom>
              <a:avLst/>
              <a:gdLst/>
              <a:ahLst/>
              <a:cxnLst/>
              <a:rect l="l" t="t" r="r" b="b"/>
              <a:pathLst>
                <a:path w="727" h="358" extrusionOk="0">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52" name="Google Shape;13252;p66"/>
          <p:cNvGrpSpPr/>
          <p:nvPr/>
        </p:nvGrpSpPr>
        <p:grpSpPr>
          <a:xfrm>
            <a:off x="864062" y="2709103"/>
            <a:ext cx="264084" cy="347783"/>
            <a:chOff x="864062" y="2884503"/>
            <a:chExt cx="264084" cy="347783"/>
          </a:xfrm>
        </p:grpSpPr>
        <p:sp>
          <p:nvSpPr>
            <p:cNvPr id="13253" name="Google Shape;13253;p66"/>
            <p:cNvSpPr/>
            <p:nvPr/>
          </p:nvSpPr>
          <p:spPr>
            <a:xfrm>
              <a:off x="944783" y="2884503"/>
              <a:ext cx="102263" cy="122982"/>
            </a:xfrm>
            <a:custGeom>
              <a:avLst/>
              <a:gdLst/>
              <a:ahLst/>
              <a:cxnLst/>
              <a:rect l="l" t="t" r="r" b="b"/>
              <a:pathLst>
                <a:path w="3228" h="3882" extrusionOk="0">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4" name="Google Shape;13254;p66"/>
            <p:cNvSpPr/>
            <p:nvPr/>
          </p:nvSpPr>
          <p:spPr>
            <a:xfrm>
              <a:off x="963664" y="2903733"/>
              <a:ext cx="65261" cy="64152"/>
            </a:xfrm>
            <a:custGeom>
              <a:avLst/>
              <a:gdLst/>
              <a:ahLst/>
              <a:cxnLst/>
              <a:rect l="l" t="t" r="r" b="b"/>
              <a:pathLst>
                <a:path w="2060" h="2025" extrusionOk="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5" name="Google Shape;13255;p66"/>
            <p:cNvSpPr/>
            <p:nvPr/>
          </p:nvSpPr>
          <p:spPr>
            <a:xfrm>
              <a:off x="864062" y="2987843"/>
              <a:ext cx="264084" cy="244443"/>
            </a:xfrm>
            <a:custGeom>
              <a:avLst/>
              <a:gdLst/>
              <a:ahLst/>
              <a:cxnLst/>
              <a:rect l="l" t="t" r="r" b="b"/>
              <a:pathLst>
                <a:path w="8336" h="7716" extrusionOk="0">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6" name="Google Shape;13256;p66"/>
            <p:cNvSpPr/>
            <p:nvPr/>
          </p:nvSpPr>
          <p:spPr>
            <a:xfrm>
              <a:off x="1022494" y="3006724"/>
              <a:ext cx="44162" cy="22271"/>
            </a:xfrm>
            <a:custGeom>
              <a:avLst/>
              <a:gdLst/>
              <a:ahLst/>
              <a:cxnLst/>
              <a:rect l="l" t="t" r="r" b="b"/>
              <a:pathLst>
                <a:path w="1394" h="703" extrusionOk="0">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7" name="Google Shape;13257;p66"/>
            <p:cNvSpPr/>
            <p:nvPr/>
          </p:nvSpPr>
          <p:spPr>
            <a:xfrm>
              <a:off x="1086234" y="3100244"/>
              <a:ext cx="28322" cy="37002"/>
            </a:xfrm>
            <a:custGeom>
              <a:avLst/>
              <a:gdLst/>
              <a:ahLst/>
              <a:cxnLst/>
              <a:rect l="l" t="t" r="r" b="b"/>
              <a:pathLst>
                <a:path w="894" h="1168" extrusionOk="0">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8" name="Google Shape;13258;p66"/>
            <p:cNvSpPr/>
            <p:nvPr/>
          </p:nvSpPr>
          <p:spPr>
            <a:xfrm>
              <a:off x="1023634" y="3077941"/>
              <a:ext cx="26041" cy="49167"/>
            </a:xfrm>
            <a:custGeom>
              <a:avLst/>
              <a:gdLst/>
              <a:ahLst/>
              <a:cxnLst/>
              <a:rect l="l" t="t" r="r" b="b"/>
              <a:pathLst>
                <a:path w="822" h="1552" extrusionOk="0">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9" name="Google Shape;13259;p66"/>
            <p:cNvSpPr/>
            <p:nvPr/>
          </p:nvSpPr>
          <p:spPr>
            <a:xfrm>
              <a:off x="924413" y="3006819"/>
              <a:ext cx="44162" cy="22176"/>
            </a:xfrm>
            <a:custGeom>
              <a:avLst/>
              <a:gdLst/>
              <a:ahLst/>
              <a:cxnLst/>
              <a:rect l="l" t="t" r="r" b="b"/>
              <a:pathLst>
                <a:path w="1394" h="700" extrusionOk="0">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0" name="Google Shape;13260;p66"/>
            <p:cNvSpPr/>
            <p:nvPr/>
          </p:nvSpPr>
          <p:spPr>
            <a:xfrm>
              <a:off x="929703" y="3158757"/>
              <a:ext cx="56232" cy="41849"/>
            </a:xfrm>
            <a:custGeom>
              <a:avLst/>
              <a:gdLst/>
              <a:ahLst/>
              <a:cxnLst/>
              <a:rect l="l" t="t" r="r" b="b"/>
              <a:pathLst>
                <a:path w="1775" h="1321" extrusionOk="0">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1" name="Google Shape;13261;p66"/>
            <p:cNvSpPr/>
            <p:nvPr/>
          </p:nvSpPr>
          <p:spPr>
            <a:xfrm>
              <a:off x="876512" y="3100244"/>
              <a:ext cx="28322" cy="37002"/>
            </a:xfrm>
            <a:custGeom>
              <a:avLst/>
              <a:gdLst/>
              <a:ahLst/>
              <a:cxnLst/>
              <a:rect l="l" t="t" r="r" b="b"/>
              <a:pathLst>
                <a:path w="894" h="1168" extrusionOk="0">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2" name="Google Shape;13262;p66"/>
            <p:cNvSpPr/>
            <p:nvPr/>
          </p:nvSpPr>
          <p:spPr>
            <a:xfrm>
              <a:off x="941393" y="3077941"/>
              <a:ext cx="26453" cy="49484"/>
            </a:xfrm>
            <a:custGeom>
              <a:avLst/>
              <a:gdLst/>
              <a:ahLst/>
              <a:cxnLst/>
              <a:rect l="l" t="t" r="r" b="b"/>
              <a:pathLst>
                <a:path w="835" h="1562" extrusionOk="0">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3" name="Google Shape;13263;p66"/>
          <p:cNvGrpSpPr/>
          <p:nvPr/>
        </p:nvGrpSpPr>
        <p:grpSpPr>
          <a:xfrm>
            <a:off x="3978523" y="2709261"/>
            <a:ext cx="348955" cy="346516"/>
            <a:chOff x="3978523" y="2884661"/>
            <a:chExt cx="348955" cy="346516"/>
          </a:xfrm>
        </p:grpSpPr>
        <p:sp>
          <p:nvSpPr>
            <p:cNvPr id="13264" name="Google Shape;13264;p66"/>
            <p:cNvSpPr/>
            <p:nvPr/>
          </p:nvSpPr>
          <p:spPr>
            <a:xfrm>
              <a:off x="4237285" y="2916658"/>
              <a:ext cx="58101" cy="56897"/>
            </a:xfrm>
            <a:custGeom>
              <a:avLst/>
              <a:gdLst/>
              <a:ahLst/>
              <a:cxnLst/>
              <a:rect l="l" t="t" r="r" b="b"/>
              <a:pathLst>
                <a:path w="1834" h="1796" extrusionOk="0">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5" name="Google Shape;13265;p66"/>
            <p:cNvSpPr/>
            <p:nvPr/>
          </p:nvSpPr>
          <p:spPr>
            <a:xfrm>
              <a:off x="4216535" y="2886594"/>
              <a:ext cx="29843" cy="73751"/>
            </a:xfrm>
            <a:custGeom>
              <a:avLst/>
              <a:gdLst/>
              <a:ahLst/>
              <a:cxnLst/>
              <a:rect l="l" t="t" r="r" b="b"/>
              <a:pathLst>
                <a:path w="942" h="2328" extrusionOk="0">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6" name="Google Shape;13266;p66"/>
            <p:cNvSpPr/>
            <p:nvPr/>
          </p:nvSpPr>
          <p:spPr>
            <a:xfrm>
              <a:off x="4176935" y="2884661"/>
              <a:ext cx="30571" cy="74163"/>
            </a:xfrm>
            <a:custGeom>
              <a:avLst/>
              <a:gdLst/>
              <a:ahLst/>
              <a:cxnLst/>
              <a:rect l="l" t="t" r="r" b="b"/>
              <a:pathLst>
                <a:path w="965" h="2341" extrusionOk="0">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7" name="Google Shape;13267;p66"/>
            <p:cNvSpPr/>
            <p:nvPr/>
          </p:nvSpPr>
          <p:spPr>
            <a:xfrm>
              <a:off x="4250116" y="2965762"/>
              <a:ext cx="74701" cy="28544"/>
            </a:xfrm>
            <a:custGeom>
              <a:avLst/>
              <a:gdLst/>
              <a:ahLst/>
              <a:cxnLst/>
              <a:rect l="l" t="t" r="r" b="b"/>
              <a:pathLst>
                <a:path w="2358" h="901" extrusionOk="0">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8" name="Google Shape;13268;p66"/>
            <p:cNvSpPr/>
            <p:nvPr/>
          </p:nvSpPr>
          <p:spPr>
            <a:xfrm>
              <a:off x="4251985" y="3004443"/>
              <a:ext cx="75493" cy="29462"/>
            </a:xfrm>
            <a:custGeom>
              <a:avLst/>
              <a:gdLst/>
              <a:ahLst/>
              <a:cxnLst/>
              <a:rect l="l" t="t" r="r" b="b"/>
              <a:pathLst>
                <a:path w="2383" h="930" extrusionOk="0">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9" name="Google Shape;13269;p66"/>
            <p:cNvSpPr/>
            <p:nvPr/>
          </p:nvSpPr>
          <p:spPr>
            <a:xfrm>
              <a:off x="4033615" y="2996428"/>
              <a:ext cx="73941" cy="84237"/>
            </a:xfrm>
            <a:custGeom>
              <a:avLst/>
              <a:gdLst/>
              <a:ahLst/>
              <a:cxnLst/>
              <a:rect l="l" t="t" r="r" b="b"/>
              <a:pathLst>
                <a:path w="2334" h="2659" extrusionOk="0">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0" name="Google Shape;13270;p66"/>
            <p:cNvSpPr/>
            <p:nvPr/>
          </p:nvSpPr>
          <p:spPr>
            <a:xfrm>
              <a:off x="3978523" y="2931738"/>
              <a:ext cx="303684" cy="299439"/>
            </a:xfrm>
            <a:custGeom>
              <a:avLst/>
              <a:gdLst/>
              <a:ahLst/>
              <a:cxnLst/>
              <a:rect l="l" t="t" r="r" b="b"/>
              <a:pathLst>
                <a:path w="9586" h="9452" extrusionOk="0">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1" name="Google Shape;13271;p66"/>
            <p:cNvSpPr/>
            <p:nvPr/>
          </p:nvSpPr>
          <p:spPr>
            <a:xfrm>
              <a:off x="4116204" y="3078638"/>
              <a:ext cx="73973" cy="84269"/>
            </a:xfrm>
            <a:custGeom>
              <a:avLst/>
              <a:gdLst/>
              <a:ahLst/>
              <a:cxnLst/>
              <a:rect l="l" t="t" r="r" b="b"/>
              <a:pathLst>
                <a:path w="2335" h="2660" extrusionOk="0">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72" name="Google Shape;13272;p66"/>
          <p:cNvGrpSpPr/>
          <p:nvPr/>
        </p:nvGrpSpPr>
        <p:grpSpPr>
          <a:xfrm>
            <a:off x="3527780" y="2709863"/>
            <a:ext cx="347435" cy="345534"/>
            <a:chOff x="3527780" y="2885263"/>
            <a:chExt cx="347435" cy="345534"/>
          </a:xfrm>
        </p:grpSpPr>
        <p:sp>
          <p:nvSpPr>
            <p:cNvPr id="13273" name="Google Shape;13273;p66"/>
            <p:cNvSpPr/>
            <p:nvPr/>
          </p:nvSpPr>
          <p:spPr>
            <a:xfrm>
              <a:off x="3527780" y="2885263"/>
              <a:ext cx="347435" cy="345534"/>
            </a:xfrm>
            <a:custGeom>
              <a:avLst/>
              <a:gdLst/>
              <a:ahLst/>
              <a:cxnLst/>
              <a:rect l="l" t="t" r="r" b="b"/>
              <a:pathLst>
                <a:path w="10967" h="10907" extrusionOk="0">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4" name="Google Shape;13274;p66"/>
            <p:cNvSpPr/>
            <p:nvPr/>
          </p:nvSpPr>
          <p:spPr>
            <a:xfrm>
              <a:off x="3599440" y="2956543"/>
              <a:ext cx="204494" cy="204843"/>
            </a:xfrm>
            <a:custGeom>
              <a:avLst/>
              <a:gdLst/>
              <a:ahLst/>
              <a:cxnLst/>
              <a:rect l="l" t="t" r="r" b="b"/>
              <a:pathLst>
                <a:path w="6455" h="6466" extrusionOk="0">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5" name="Google Shape;13275;p66"/>
            <p:cNvSpPr/>
            <p:nvPr/>
          </p:nvSpPr>
          <p:spPr>
            <a:xfrm>
              <a:off x="3661691" y="3018763"/>
              <a:ext cx="79992" cy="80372"/>
            </a:xfrm>
            <a:custGeom>
              <a:avLst/>
              <a:gdLst/>
              <a:ahLst/>
              <a:cxnLst/>
              <a:rect l="l" t="t" r="r" b="b"/>
              <a:pathLst>
                <a:path w="2525" h="2537" extrusionOk="0">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6" name="Google Shape;13276;p66"/>
            <p:cNvSpPr/>
            <p:nvPr/>
          </p:nvSpPr>
          <p:spPr>
            <a:xfrm>
              <a:off x="3625101" y="2982552"/>
              <a:ext cx="18501" cy="18533"/>
            </a:xfrm>
            <a:custGeom>
              <a:avLst/>
              <a:gdLst/>
              <a:ahLst/>
              <a:cxnLst/>
              <a:rect l="l" t="t" r="r" b="b"/>
              <a:pathLst>
                <a:path w="584" h="585" extrusionOk="0">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7" name="Google Shape;13277;p66"/>
            <p:cNvSpPr/>
            <p:nvPr/>
          </p:nvSpPr>
          <p:spPr>
            <a:xfrm>
              <a:off x="3651522" y="2982552"/>
              <a:ext cx="18881" cy="18533"/>
            </a:xfrm>
            <a:custGeom>
              <a:avLst/>
              <a:gdLst/>
              <a:ahLst/>
              <a:cxnLst/>
              <a:rect l="l" t="t" r="r" b="b"/>
              <a:pathLst>
                <a:path w="596" h="585" extrusionOk="0">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8" name="Google Shape;13278;p66"/>
            <p:cNvSpPr/>
            <p:nvPr/>
          </p:nvSpPr>
          <p:spPr>
            <a:xfrm>
              <a:off x="3679052" y="2982552"/>
              <a:ext cx="18501" cy="18533"/>
            </a:xfrm>
            <a:custGeom>
              <a:avLst/>
              <a:gdLst/>
              <a:ahLst/>
              <a:cxnLst/>
              <a:rect l="l" t="t" r="r" b="b"/>
              <a:pathLst>
                <a:path w="584" h="585" extrusionOk="0">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9" name="Google Shape;13279;p66"/>
            <p:cNvSpPr/>
            <p:nvPr/>
          </p:nvSpPr>
          <p:spPr>
            <a:xfrm>
              <a:off x="3705822" y="2982552"/>
              <a:ext cx="18501" cy="18533"/>
            </a:xfrm>
            <a:custGeom>
              <a:avLst/>
              <a:gdLst/>
              <a:ahLst/>
              <a:cxnLst/>
              <a:rect l="l" t="t" r="r" b="b"/>
              <a:pathLst>
                <a:path w="584" h="585" extrusionOk="0">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0" name="Google Shape;13280;p66"/>
            <p:cNvSpPr/>
            <p:nvPr/>
          </p:nvSpPr>
          <p:spPr>
            <a:xfrm>
              <a:off x="3732591" y="2982552"/>
              <a:ext cx="18533" cy="18533"/>
            </a:xfrm>
            <a:custGeom>
              <a:avLst/>
              <a:gdLst/>
              <a:ahLst/>
              <a:cxnLst/>
              <a:rect l="l" t="t" r="r" b="b"/>
              <a:pathLst>
                <a:path w="585" h="585" extrusionOk="0">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1" name="Google Shape;13281;p66"/>
            <p:cNvSpPr/>
            <p:nvPr/>
          </p:nvSpPr>
          <p:spPr>
            <a:xfrm>
              <a:off x="3759773" y="2982552"/>
              <a:ext cx="18121" cy="18533"/>
            </a:xfrm>
            <a:custGeom>
              <a:avLst/>
              <a:gdLst/>
              <a:ahLst/>
              <a:cxnLst/>
              <a:rect l="l" t="t" r="r" b="b"/>
              <a:pathLst>
                <a:path w="572" h="585" extrusionOk="0">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2" name="Google Shape;13282;p66"/>
            <p:cNvSpPr/>
            <p:nvPr/>
          </p:nvSpPr>
          <p:spPr>
            <a:xfrm>
              <a:off x="3625101" y="3116844"/>
              <a:ext cx="18501" cy="18501"/>
            </a:xfrm>
            <a:custGeom>
              <a:avLst/>
              <a:gdLst/>
              <a:ahLst/>
              <a:cxnLst/>
              <a:rect l="l" t="t" r="r" b="b"/>
              <a:pathLst>
                <a:path w="584" h="584" extrusionOk="0">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3" name="Google Shape;13283;p66"/>
            <p:cNvSpPr/>
            <p:nvPr/>
          </p:nvSpPr>
          <p:spPr>
            <a:xfrm>
              <a:off x="3651522" y="3116844"/>
              <a:ext cx="18881" cy="18501"/>
            </a:xfrm>
            <a:custGeom>
              <a:avLst/>
              <a:gdLst/>
              <a:ahLst/>
              <a:cxnLst/>
              <a:rect l="l" t="t" r="r" b="b"/>
              <a:pathLst>
                <a:path w="596" h="584" extrusionOk="0">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4" name="Google Shape;13284;p66"/>
            <p:cNvSpPr/>
            <p:nvPr/>
          </p:nvSpPr>
          <p:spPr>
            <a:xfrm>
              <a:off x="3679052" y="3116844"/>
              <a:ext cx="18501" cy="18501"/>
            </a:xfrm>
            <a:custGeom>
              <a:avLst/>
              <a:gdLst/>
              <a:ahLst/>
              <a:cxnLst/>
              <a:rect l="l" t="t" r="r" b="b"/>
              <a:pathLst>
                <a:path w="584" h="584" extrusionOk="0">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5" name="Google Shape;13285;p66"/>
            <p:cNvSpPr/>
            <p:nvPr/>
          </p:nvSpPr>
          <p:spPr>
            <a:xfrm>
              <a:off x="3705822" y="3116844"/>
              <a:ext cx="18501" cy="18501"/>
            </a:xfrm>
            <a:custGeom>
              <a:avLst/>
              <a:gdLst/>
              <a:ahLst/>
              <a:cxnLst/>
              <a:rect l="l" t="t" r="r" b="b"/>
              <a:pathLst>
                <a:path w="584" h="584" extrusionOk="0">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6" name="Google Shape;13286;p66"/>
            <p:cNvSpPr/>
            <p:nvPr/>
          </p:nvSpPr>
          <p:spPr>
            <a:xfrm>
              <a:off x="3732591" y="3116844"/>
              <a:ext cx="18533" cy="18501"/>
            </a:xfrm>
            <a:custGeom>
              <a:avLst/>
              <a:gdLst/>
              <a:ahLst/>
              <a:cxnLst/>
              <a:rect l="l" t="t" r="r" b="b"/>
              <a:pathLst>
                <a:path w="585" h="584" extrusionOk="0">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7" name="Google Shape;13287;p66"/>
            <p:cNvSpPr/>
            <p:nvPr/>
          </p:nvSpPr>
          <p:spPr>
            <a:xfrm>
              <a:off x="3759773" y="3116844"/>
              <a:ext cx="18121" cy="18501"/>
            </a:xfrm>
            <a:custGeom>
              <a:avLst/>
              <a:gdLst/>
              <a:ahLst/>
              <a:cxnLst/>
              <a:rect l="l" t="t" r="r" b="b"/>
              <a:pathLst>
                <a:path w="572" h="584" extrusionOk="0">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8" name="Google Shape;13288;p66"/>
            <p:cNvSpPr/>
            <p:nvPr/>
          </p:nvSpPr>
          <p:spPr>
            <a:xfrm>
              <a:off x="3625101" y="3009354"/>
              <a:ext cx="18501" cy="18501"/>
            </a:xfrm>
            <a:custGeom>
              <a:avLst/>
              <a:gdLst/>
              <a:ahLst/>
              <a:cxnLst/>
              <a:rect l="l" t="t" r="r" b="b"/>
              <a:pathLst>
                <a:path w="584" h="584" extrusionOk="0">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9" name="Google Shape;13289;p66"/>
            <p:cNvSpPr/>
            <p:nvPr/>
          </p:nvSpPr>
          <p:spPr>
            <a:xfrm>
              <a:off x="3625101" y="3036503"/>
              <a:ext cx="18501" cy="18153"/>
            </a:xfrm>
            <a:custGeom>
              <a:avLst/>
              <a:gdLst/>
              <a:ahLst/>
              <a:cxnLst/>
              <a:rect l="l" t="t" r="r" b="b"/>
              <a:pathLst>
                <a:path w="584" h="573" extrusionOk="0">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0" name="Google Shape;13290;p66"/>
            <p:cNvSpPr/>
            <p:nvPr/>
          </p:nvSpPr>
          <p:spPr>
            <a:xfrm>
              <a:off x="3625101" y="3063273"/>
              <a:ext cx="18501" cy="18533"/>
            </a:xfrm>
            <a:custGeom>
              <a:avLst/>
              <a:gdLst/>
              <a:ahLst/>
              <a:cxnLst/>
              <a:rect l="l" t="t" r="r" b="b"/>
              <a:pathLst>
                <a:path w="584" h="585" extrusionOk="0">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1" name="Google Shape;13291;p66"/>
            <p:cNvSpPr/>
            <p:nvPr/>
          </p:nvSpPr>
          <p:spPr>
            <a:xfrm>
              <a:off x="3625101" y="3090074"/>
              <a:ext cx="18501" cy="18501"/>
            </a:xfrm>
            <a:custGeom>
              <a:avLst/>
              <a:gdLst/>
              <a:ahLst/>
              <a:cxnLst/>
              <a:rect l="l" t="t" r="r" b="b"/>
              <a:pathLst>
                <a:path w="584" h="584" extrusionOk="0">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2" name="Google Shape;13292;p66"/>
            <p:cNvSpPr/>
            <p:nvPr/>
          </p:nvSpPr>
          <p:spPr>
            <a:xfrm>
              <a:off x="3759773" y="3009354"/>
              <a:ext cx="18121" cy="18501"/>
            </a:xfrm>
            <a:custGeom>
              <a:avLst/>
              <a:gdLst/>
              <a:ahLst/>
              <a:cxnLst/>
              <a:rect l="l" t="t" r="r" b="b"/>
              <a:pathLst>
                <a:path w="572" h="584" extrusionOk="0">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3" name="Google Shape;13293;p66"/>
            <p:cNvSpPr/>
            <p:nvPr/>
          </p:nvSpPr>
          <p:spPr>
            <a:xfrm>
              <a:off x="3759773" y="3036503"/>
              <a:ext cx="18121" cy="18153"/>
            </a:xfrm>
            <a:custGeom>
              <a:avLst/>
              <a:gdLst/>
              <a:ahLst/>
              <a:cxnLst/>
              <a:rect l="l" t="t" r="r" b="b"/>
              <a:pathLst>
                <a:path w="572" h="573" extrusionOk="0">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4" name="Google Shape;13294;p66"/>
            <p:cNvSpPr/>
            <p:nvPr/>
          </p:nvSpPr>
          <p:spPr>
            <a:xfrm>
              <a:off x="3759773" y="3063273"/>
              <a:ext cx="18121" cy="18533"/>
            </a:xfrm>
            <a:custGeom>
              <a:avLst/>
              <a:gdLst/>
              <a:ahLst/>
              <a:cxnLst/>
              <a:rect l="l" t="t" r="r" b="b"/>
              <a:pathLst>
                <a:path w="572" h="585" extrusionOk="0">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5" name="Google Shape;13295;p66"/>
            <p:cNvSpPr/>
            <p:nvPr/>
          </p:nvSpPr>
          <p:spPr>
            <a:xfrm>
              <a:off x="3759773" y="3090074"/>
              <a:ext cx="18121" cy="18501"/>
            </a:xfrm>
            <a:custGeom>
              <a:avLst/>
              <a:gdLst/>
              <a:ahLst/>
              <a:cxnLst/>
              <a:rect l="l" t="t" r="r" b="b"/>
              <a:pathLst>
                <a:path w="572" h="584" extrusionOk="0">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6" name="Google Shape;13296;p66"/>
          <p:cNvGrpSpPr/>
          <p:nvPr/>
        </p:nvGrpSpPr>
        <p:grpSpPr>
          <a:xfrm>
            <a:off x="2239671" y="2709103"/>
            <a:ext cx="218053" cy="348543"/>
            <a:chOff x="2239671" y="2884503"/>
            <a:chExt cx="218053" cy="348543"/>
          </a:xfrm>
        </p:grpSpPr>
        <p:sp>
          <p:nvSpPr>
            <p:cNvPr id="13297" name="Google Shape;13297;p66"/>
            <p:cNvSpPr/>
            <p:nvPr/>
          </p:nvSpPr>
          <p:spPr>
            <a:xfrm>
              <a:off x="2341903" y="2884503"/>
              <a:ext cx="115822" cy="268963"/>
            </a:xfrm>
            <a:custGeom>
              <a:avLst/>
              <a:gdLst/>
              <a:ahLst/>
              <a:cxnLst/>
              <a:rect l="l" t="t" r="r" b="b"/>
              <a:pathLst>
                <a:path w="3656" h="8490" extrusionOk="0">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8" name="Google Shape;13298;p66"/>
            <p:cNvSpPr/>
            <p:nvPr/>
          </p:nvSpPr>
          <p:spPr>
            <a:xfrm>
              <a:off x="2275881" y="3157965"/>
              <a:ext cx="168284" cy="75082"/>
            </a:xfrm>
            <a:custGeom>
              <a:avLst/>
              <a:gdLst/>
              <a:ahLst/>
              <a:cxnLst/>
              <a:rect l="l" t="t" r="r" b="b"/>
              <a:pathLst>
                <a:path w="5312" h="2370" extrusionOk="0">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9" name="Google Shape;13299;p66"/>
            <p:cNvSpPr/>
            <p:nvPr/>
          </p:nvSpPr>
          <p:spPr>
            <a:xfrm>
              <a:off x="2320012" y="3098755"/>
              <a:ext cx="10613" cy="54711"/>
            </a:xfrm>
            <a:custGeom>
              <a:avLst/>
              <a:gdLst/>
              <a:ahLst/>
              <a:cxnLst/>
              <a:rect l="l" t="t" r="r" b="b"/>
              <a:pathLst>
                <a:path w="335" h="1727" extrusionOk="0">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0" name="Google Shape;13300;p66"/>
            <p:cNvSpPr/>
            <p:nvPr/>
          </p:nvSpPr>
          <p:spPr>
            <a:xfrm>
              <a:off x="2267961" y="3116939"/>
              <a:ext cx="42293" cy="41437"/>
            </a:xfrm>
            <a:custGeom>
              <a:avLst/>
              <a:gdLst/>
              <a:ahLst/>
              <a:cxnLst/>
              <a:rect l="l" t="t" r="r" b="b"/>
              <a:pathLst>
                <a:path w="1335" h="1308" extrusionOk="0">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1" name="Google Shape;13301;p66"/>
            <p:cNvSpPr/>
            <p:nvPr/>
          </p:nvSpPr>
          <p:spPr>
            <a:xfrm>
              <a:off x="2239671" y="3166645"/>
              <a:ext cx="54743" cy="10201"/>
            </a:xfrm>
            <a:custGeom>
              <a:avLst/>
              <a:gdLst/>
              <a:ahLst/>
              <a:cxnLst/>
              <a:rect l="l" t="t" r="r" b="b"/>
              <a:pathLst>
                <a:path w="1728" h="322" extrusionOk="0">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02" name="Google Shape;13302;p66"/>
          <p:cNvGrpSpPr/>
          <p:nvPr/>
        </p:nvGrpSpPr>
        <p:grpSpPr>
          <a:xfrm>
            <a:off x="2691555" y="2709103"/>
            <a:ext cx="215044" cy="348924"/>
            <a:chOff x="2691555" y="2884503"/>
            <a:chExt cx="215044" cy="348924"/>
          </a:xfrm>
        </p:grpSpPr>
        <p:sp>
          <p:nvSpPr>
            <p:cNvPr id="13303" name="Google Shape;13303;p66"/>
            <p:cNvSpPr/>
            <p:nvPr/>
          </p:nvSpPr>
          <p:spPr>
            <a:xfrm>
              <a:off x="2691555" y="2884503"/>
              <a:ext cx="215044" cy="348924"/>
            </a:xfrm>
            <a:custGeom>
              <a:avLst/>
              <a:gdLst/>
              <a:ahLst/>
              <a:cxnLst/>
              <a:rect l="l" t="t" r="r" b="b"/>
              <a:pathLst>
                <a:path w="6788" h="11014" extrusionOk="0">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4" name="Google Shape;13304;p66"/>
            <p:cNvSpPr/>
            <p:nvPr/>
          </p:nvSpPr>
          <p:spPr>
            <a:xfrm>
              <a:off x="2754535" y="2907503"/>
              <a:ext cx="126783" cy="127164"/>
            </a:xfrm>
            <a:custGeom>
              <a:avLst/>
              <a:gdLst/>
              <a:ahLst/>
              <a:cxnLst/>
              <a:rect l="l" t="t" r="r" b="b"/>
              <a:pathLst>
                <a:path w="4002" h="4014" extrusionOk="0">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5" name="Google Shape;13305;p66"/>
            <p:cNvSpPr/>
            <p:nvPr/>
          </p:nvSpPr>
          <p:spPr>
            <a:xfrm>
              <a:off x="2781336" y="2931263"/>
              <a:ext cx="74321" cy="74353"/>
            </a:xfrm>
            <a:custGeom>
              <a:avLst/>
              <a:gdLst/>
              <a:ahLst/>
              <a:cxnLst/>
              <a:rect l="l" t="t" r="r" b="b"/>
              <a:pathLst>
                <a:path w="2346" h="2347" extrusionOk="0">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06" name="Google Shape;13306;p66"/>
          <p:cNvGrpSpPr/>
          <p:nvPr/>
        </p:nvGrpSpPr>
        <p:grpSpPr>
          <a:xfrm>
            <a:off x="1770459" y="2709103"/>
            <a:ext cx="254644" cy="348828"/>
            <a:chOff x="1770459" y="2884503"/>
            <a:chExt cx="254644" cy="348828"/>
          </a:xfrm>
        </p:grpSpPr>
        <p:sp>
          <p:nvSpPr>
            <p:cNvPr id="13307" name="Google Shape;13307;p66"/>
            <p:cNvSpPr/>
            <p:nvPr/>
          </p:nvSpPr>
          <p:spPr>
            <a:xfrm>
              <a:off x="1832330" y="2884503"/>
              <a:ext cx="130902" cy="159572"/>
            </a:xfrm>
            <a:custGeom>
              <a:avLst/>
              <a:gdLst/>
              <a:ahLst/>
              <a:cxnLst/>
              <a:rect l="l" t="t" r="r" b="b"/>
              <a:pathLst>
                <a:path w="4132" h="5037" extrusionOk="0">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8" name="Google Shape;13308;p66"/>
            <p:cNvSpPr/>
            <p:nvPr/>
          </p:nvSpPr>
          <p:spPr>
            <a:xfrm>
              <a:off x="1861000" y="2912698"/>
              <a:ext cx="75842" cy="72167"/>
            </a:xfrm>
            <a:custGeom>
              <a:avLst/>
              <a:gdLst/>
              <a:ahLst/>
              <a:cxnLst/>
              <a:rect l="l" t="t" r="r" b="b"/>
              <a:pathLst>
                <a:path w="2394" h="2278" extrusionOk="0">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9" name="Google Shape;13309;p66"/>
            <p:cNvSpPr/>
            <p:nvPr/>
          </p:nvSpPr>
          <p:spPr>
            <a:xfrm>
              <a:off x="1818359" y="3060644"/>
              <a:ext cx="57753" cy="24172"/>
            </a:xfrm>
            <a:custGeom>
              <a:avLst/>
              <a:gdLst/>
              <a:ahLst/>
              <a:cxnLst/>
              <a:rect l="l" t="t" r="r" b="b"/>
              <a:pathLst>
                <a:path w="1823" h="763" extrusionOk="0">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0" name="Google Shape;13310;p66"/>
            <p:cNvSpPr/>
            <p:nvPr/>
          </p:nvSpPr>
          <p:spPr>
            <a:xfrm>
              <a:off x="1818359" y="3078384"/>
              <a:ext cx="57753" cy="24552"/>
            </a:xfrm>
            <a:custGeom>
              <a:avLst/>
              <a:gdLst/>
              <a:ahLst/>
              <a:cxnLst/>
              <a:rect l="l" t="t" r="r" b="b"/>
              <a:pathLst>
                <a:path w="1823" h="775" extrusionOk="0">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1" name="Google Shape;13311;p66"/>
            <p:cNvSpPr/>
            <p:nvPr/>
          </p:nvSpPr>
          <p:spPr>
            <a:xfrm>
              <a:off x="1818359" y="3096474"/>
              <a:ext cx="57753" cy="24172"/>
            </a:xfrm>
            <a:custGeom>
              <a:avLst/>
              <a:gdLst/>
              <a:ahLst/>
              <a:cxnLst/>
              <a:rect l="l" t="t" r="r" b="b"/>
              <a:pathLst>
                <a:path w="1823" h="763" extrusionOk="0">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2" name="Google Shape;13312;p66"/>
            <p:cNvSpPr/>
            <p:nvPr/>
          </p:nvSpPr>
          <p:spPr>
            <a:xfrm>
              <a:off x="2022410" y="3029914"/>
              <a:ext cx="760" cy="570"/>
            </a:xfrm>
            <a:custGeom>
              <a:avLst/>
              <a:gdLst/>
              <a:ahLst/>
              <a:cxnLst/>
              <a:rect l="l" t="t" r="r" b="b"/>
              <a:pathLst>
                <a:path w="24" h="18" extrusionOk="0">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3" name="Google Shape;13313;p66"/>
            <p:cNvSpPr/>
            <p:nvPr/>
          </p:nvSpPr>
          <p:spPr>
            <a:xfrm>
              <a:off x="1770459" y="3017337"/>
              <a:ext cx="254644" cy="215994"/>
            </a:xfrm>
            <a:custGeom>
              <a:avLst/>
              <a:gdLst/>
              <a:ahLst/>
              <a:cxnLst/>
              <a:rect l="l" t="t" r="r" b="b"/>
              <a:pathLst>
                <a:path w="8038" h="6818" extrusionOk="0">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4" name="Google Shape;13314;p66"/>
            <p:cNvSpPr/>
            <p:nvPr/>
          </p:nvSpPr>
          <p:spPr>
            <a:xfrm>
              <a:off x="1929271" y="3055987"/>
              <a:ext cx="38111" cy="47298"/>
            </a:xfrm>
            <a:custGeom>
              <a:avLst/>
              <a:gdLst/>
              <a:ahLst/>
              <a:cxnLst/>
              <a:rect l="l" t="t" r="r" b="b"/>
              <a:pathLst>
                <a:path w="1203" h="1493" extrusionOk="0">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5" name="Google Shape;13315;p66"/>
          <p:cNvGrpSpPr/>
          <p:nvPr/>
        </p:nvGrpSpPr>
        <p:grpSpPr>
          <a:xfrm>
            <a:off x="1317466" y="2709483"/>
            <a:ext cx="258382" cy="348543"/>
            <a:chOff x="1317466" y="2884883"/>
            <a:chExt cx="258382" cy="348543"/>
          </a:xfrm>
        </p:grpSpPr>
        <p:sp>
          <p:nvSpPr>
            <p:cNvPr id="13316" name="Google Shape;13316;p66"/>
            <p:cNvSpPr/>
            <p:nvPr/>
          </p:nvSpPr>
          <p:spPr>
            <a:xfrm>
              <a:off x="1317847" y="2916943"/>
              <a:ext cx="51702" cy="278404"/>
            </a:xfrm>
            <a:custGeom>
              <a:avLst/>
              <a:gdLst/>
              <a:ahLst/>
              <a:cxnLst/>
              <a:rect l="l" t="t" r="r" b="b"/>
              <a:pathLst>
                <a:path w="1632" h="8788" extrusionOk="0">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7" name="Google Shape;13317;p66"/>
            <p:cNvSpPr/>
            <p:nvPr/>
          </p:nvSpPr>
          <p:spPr>
            <a:xfrm>
              <a:off x="1394766" y="3181725"/>
              <a:ext cx="32852" cy="32852"/>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8" name="Google Shape;13318;p66"/>
            <p:cNvSpPr/>
            <p:nvPr/>
          </p:nvSpPr>
          <p:spPr>
            <a:xfrm>
              <a:off x="1317466" y="2884883"/>
              <a:ext cx="258382" cy="348543"/>
            </a:xfrm>
            <a:custGeom>
              <a:avLst/>
              <a:gdLst/>
              <a:ahLst/>
              <a:cxnLst/>
              <a:rect l="l" t="t" r="r" b="b"/>
              <a:pathLst>
                <a:path w="8156" h="11002" extrusionOk="0">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9" name="Google Shape;13319;p66"/>
            <p:cNvSpPr/>
            <p:nvPr/>
          </p:nvSpPr>
          <p:spPr>
            <a:xfrm>
              <a:off x="1467186" y="2912033"/>
              <a:ext cx="82653" cy="82273"/>
            </a:xfrm>
            <a:custGeom>
              <a:avLst/>
              <a:gdLst/>
              <a:ahLst/>
              <a:cxnLst/>
              <a:rect l="l" t="t" r="r" b="b"/>
              <a:pathLst>
                <a:path w="2609" h="2597" extrusionOk="0">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0" name="Google Shape;13320;p66"/>
            <p:cNvSpPr/>
            <p:nvPr/>
          </p:nvSpPr>
          <p:spPr>
            <a:xfrm>
              <a:off x="1403066" y="2929393"/>
              <a:ext cx="15872" cy="15872"/>
            </a:xfrm>
            <a:custGeom>
              <a:avLst/>
              <a:gdLst/>
              <a:ahLst/>
              <a:cxnLst/>
              <a:rect l="l" t="t" r="r" b="b"/>
              <a:pathLst>
                <a:path w="501" h="501" extrusionOk="0">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1" name="Google Shape;13321;p66"/>
            <p:cNvSpPr/>
            <p:nvPr/>
          </p:nvSpPr>
          <p:spPr>
            <a:xfrm>
              <a:off x="1361597" y="3023293"/>
              <a:ext cx="98461" cy="30983"/>
            </a:xfrm>
            <a:custGeom>
              <a:avLst/>
              <a:gdLst/>
              <a:ahLst/>
              <a:cxnLst/>
              <a:rect l="l" t="t" r="r" b="b"/>
              <a:pathLst>
                <a:path w="3108" h="978" extrusionOk="0">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2" name="Google Shape;13322;p66"/>
            <p:cNvSpPr/>
            <p:nvPr/>
          </p:nvSpPr>
          <p:spPr>
            <a:xfrm>
              <a:off x="1361597" y="3061024"/>
              <a:ext cx="98461" cy="30951"/>
            </a:xfrm>
            <a:custGeom>
              <a:avLst/>
              <a:gdLst/>
              <a:ahLst/>
              <a:cxnLst/>
              <a:rect l="l" t="t" r="r" b="b"/>
              <a:pathLst>
                <a:path w="3108" h="977" extrusionOk="0">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3" name="Google Shape;13323;p66"/>
            <p:cNvSpPr/>
            <p:nvPr/>
          </p:nvSpPr>
          <p:spPr>
            <a:xfrm>
              <a:off x="1361597" y="3098755"/>
              <a:ext cx="98461" cy="30951"/>
            </a:xfrm>
            <a:custGeom>
              <a:avLst/>
              <a:gdLst/>
              <a:ahLst/>
              <a:cxnLst/>
              <a:rect l="l" t="t" r="r" b="b"/>
              <a:pathLst>
                <a:path w="3108" h="977" extrusionOk="0">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24" name="Google Shape;13324;p66"/>
          <p:cNvGrpSpPr/>
          <p:nvPr/>
        </p:nvGrpSpPr>
        <p:grpSpPr>
          <a:xfrm>
            <a:off x="3121167" y="2709483"/>
            <a:ext cx="258414" cy="348543"/>
            <a:chOff x="3121167" y="2884883"/>
            <a:chExt cx="258414" cy="348543"/>
          </a:xfrm>
        </p:grpSpPr>
        <p:sp>
          <p:nvSpPr>
            <p:cNvPr id="13325" name="Google Shape;13325;p66"/>
            <p:cNvSpPr/>
            <p:nvPr/>
          </p:nvSpPr>
          <p:spPr>
            <a:xfrm>
              <a:off x="3196249" y="2932023"/>
              <a:ext cx="37351" cy="10581"/>
            </a:xfrm>
            <a:custGeom>
              <a:avLst/>
              <a:gdLst/>
              <a:ahLst/>
              <a:cxnLst/>
              <a:rect l="l" t="t" r="r" b="b"/>
              <a:pathLst>
                <a:path w="1179" h="334" extrusionOk="0">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6" name="Google Shape;13326;p66"/>
            <p:cNvSpPr/>
            <p:nvPr/>
          </p:nvSpPr>
          <p:spPr>
            <a:xfrm>
              <a:off x="3165297" y="3031593"/>
              <a:ext cx="98873" cy="31332"/>
            </a:xfrm>
            <a:custGeom>
              <a:avLst/>
              <a:gdLst/>
              <a:ahLst/>
              <a:cxnLst/>
              <a:rect l="l" t="t" r="r" b="b"/>
              <a:pathLst>
                <a:path w="3121" h="989" extrusionOk="0">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7" name="Google Shape;13327;p66"/>
            <p:cNvSpPr/>
            <p:nvPr/>
          </p:nvSpPr>
          <p:spPr>
            <a:xfrm>
              <a:off x="3165297" y="3075343"/>
              <a:ext cx="98873" cy="10613"/>
            </a:xfrm>
            <a:custGeom>
              <a:avLst/>
              <a:gdLst/>
              <a:ahLst/>
              <a:cxnLst/>
              <a:rect l="l" t="t" r="r" b="b"/>
              <a:pathLst>
                <a:path w="3121" h="335" extrusionOk="0">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8" name="Google Shape;13328;p66"/>
            <p:cNvSpPr/>
            <p:nvPr/>
          </p:nvSpPr>
          <p:spPr>
            <a:xfrm>
              <a:off x="3165297" y="3099863"/>
              <a:ext cx="98873" cy="10613"/>
            </a:xfrm>
            <a:custGeom>
              <a:avLst/>
              <a:gdLst/>
              <a:ahLst/>
              <a:cxnLst/>
              <a:rect l="l" t="t" r="r" b="b"/>
              <a:pathLst>
                <a:path w="3121" h="335" extrusionOk="0">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9" name="Google Shape;13329;p66"/>
            <p:cNvSpPr/>
            <p:nvPr/>
          </p:nvSpPr>
          <p:spPr>
            <a:xfrm>
              <a:off x="3198498" y="3181725"/>
              <a:ext cx="33232" cy="32852"/>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0" name="Google Shape;13330;p66"/>
            <p:cNvSpPr/>
            <p:nvPr/>
          </p:nvSpPr>
          <p:spPr>
            <a:xfrm>
              <a:off x="3121167" y="2884883"/>
              <a:ext cx="258414" cy="348543"/>
            </a:xfrm>
            <a:custGeom>
              <a:avLst/>
              <a:gdLst/>
              <a:ahLst/>
              <a:cxnLst/>
              <a:rect l="l" t="t" r="r" b="b"/>
              <a:pathLst>
                <a:path w="8157" h="11002" extrusionOk="0">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1" name="Google Shape;13331;p66"/>
            <p:cNvSpPr/>
            <p:nvPr/>
          </p:nvSpPr>
          <p:spPr>
            <a:xfrm>
              <a:off x="3298448" y="2932403"/>
              <a:ext cx="28322" cy="54331"/>
            </a:xfrm>
            <a:custGeom>
              <a:avLst/>
              <a:gdLst/>
              <a:ahLst/>
              <a:cxnLst/>
              <a:rect l="l" t="t" r="r" b="b"/>
              <a:pathLst>
                <a:path w="894" h="1715" extrusionOk="0">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2" name="Google Shape;13332;p66"/>
            <p:cNvSpPr/>
            <p:nvPr/>
          </p:nvSpPr>
          <p:spPr>
            <a:xfrm>
              <a:off x="3302218" y="2916183"/>
              <a:ext cx="15492" cy="15111"/>
            </a:xfrm>
            <a:custGeom>
              <a:avLst/>
              <a:gdLst/>
              <a:ahLst/>
              <a:cxnLst/>
              <a:rect l="l" t="t" r="r" b="b"/>
              <a:pathLst>
                <a:path w="489" h="477" extrusionOk="0">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33" name="Google Shape;13333;p66"/>
          <p:cNvGrpSpPr/>
          <p:nvPr/>
        </p:nvGrpSpPr>
        <p:grpSpPr>
          <a:xfrm>
            <a:off x="4899999" y="2706695"/>
            <a:ext cx="271244" cy="346801"/>
            <a:chOff x="4899999" y="2882095"/>
            <a:chExt cx="271244" cy="346801"/>
          </a:xfrm>
        </p:grpSpPr>
        <p:sp>
          <p:nvSpPr>
            <p:cNvPr id="13334" name="Google Shape;13334;p66"/>
            <p:cNvSpPr/>
            <p:nvPr/>
          </p:nvSpPr>
          <p:spPr>
            <a:xfrm>
              <a:off x="4899999" y="2882095"/>
              <a:ext cx="271244" cy="346801"/>
            </a:xfrm>
            <a:custGeom>
              <a:avLst/>
              <a:gdLst/>
              <a:ahLst/>
              <a:cxnLst/>
              <a:rect l="l" t="t" r="r" b="b"/>
              <a:pathLst>
                <a:path w="8562" h="10947" extrusionOk="0">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5" name="Google Shape;13335;p66"/>
            <p:cNvSpPr/>
            <p:nvPr/>
          </p:nvSpPr>
          <p:spPr>
            <a:xfrm>
              <a:off x="5090491" y="3141364"/>
              <a:ext cx="10581" cy="86391"/>
            </a:xfrm>
            <a:custGeom>
              <a:avLst/>
              <a:gdLst/>
              <a:ahLst/>
              <a:cxnLst/>
              <a:rect l="l" t="t" r="r" b="b"/>
              <a:pathLst>
                <a:path w="334" h="2727" extrusionOk="0">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6" name="Google Shape;13336;p66"/>
            <p:cNvSpPr/>
            <p:nvPr/>
          </p:nvSpPr>
          <p:spPr>
            <a:xfrm>
              <a:off x="5031281" y="3152294"/>
              <a:ext cx="10201" cy="10613"/>
            </a:xfrm>
            <a:custGeom>
              <a:avLst/>
              <a:gdLst/>
              <a:ahLst/>
              <a:cxnLst/>
              <a:rect l="l" t="t" r="r" b="b"/>
              <a:pathLst>
                <a:path w="322" h="335" extrusionOk="0">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7" name="Google Shape;13337;p66"/>
            <p:cNvSpPr/>
            <p:nvPr/>
          </p:nvSpPr>
          <p:spPr>
            <a:xfrm>
              <a:off x="5031281" y="3217555"/>
              <a:ext cx="10201" cy="10201"/>
            </a:xfrm>
            <a:custGeom>
              <a:avLst/>
              <a:gdLst/>
              <a:ahLst/>
              <a:cxnLst/>
              <a:rect l="l" t="t" r="r" b="b"/>
              <a:pathLst>
                <a:path w="322" h="322" extrusionOk="0">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8" name="Google Shape;13338;p66"/>
            <p:cNvSpPr/>
            <p:nvPr/>
          </p:nvSpPr>
          <p:spPr>
            <a:xfrm>
              <a:off x="5031281" y="3184734"/>
              <a:ext cx="10201" cy="10613"/>
            </a:xfrm>
            <a:custGeom>
              <a:avLst/>
              <a:gdLst/>
              <a:ahLst/>
              <a:cxnLst/>
              <a:rect l="l" t="t" r="r" b="b"/>
              <a:pathLst>
                <a:path w="322" h="335" extrusionOk="0">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9" name="Google Shape;13339;p66"/>
            <p:cNvSpPr/>
            <p:nvPr/>
          </p:nvSpPr>
          <p:spPr>
            <a:xfrm>
              <a:off x="4998841" y="2995763"/>
              <a:ext cx="10201" cy="15492"/>
            </a:xfrm>
            <a:custGeom>
              <a:avLst/>
              <a:gdLst/>
              <a:ahLst/>
              <a:cxnLst/>
              <a:rect l="l" t="t" r="r" b="b"/>
              <a:pathLst>
                <a:path w="322" h="489" extrusionOk="0">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0" name="Google Shape;13340;p66"/>
            <p:cNvSpPr/>
            <p:nvPr/>
          </p:nvSpPr>
          <p:spPr>
            <a:xfrm>
              <a:off x="5063721" y="2995763"/>
              <a:ext cx="10201" cy="15492"/>
            </a:xfrm>
            <a:custGeom>
              <a:avLst/>
              <a:gdLst/>
              <a:ahLst/>
              <a:cxnLst/>
              <a:rect l="l" t="t" r="r" b="b"/>
              <a:pathLst>
                <a:path w="322" h="489" extrusionOk="0">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1" name="Google Shape;13341;p66"/>
            <p:cNvSpPr/>
            <p:nvPr/>
          </p:nvSpPr>
          <p:spPr>
            <a:xfrm>
              <a:off x="4993550"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2" name="Google Shape;13342;p66"/>
            <p:cNvSpPr/>
            <p:nvPr/>
          </p:nvSpPr>
          <p:spPr>
            <a:xfrm>
              <a:off x="5058051"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3" name="Google Shape;13343;p66"/>
            <p:cNvSpPr/>
            <p:nvPr/>
          </p:nvSpPr>
          <p:spPr>
            <a:xfrm>
              <a:off x="5007141" y="3025574"/>
              <a:ext cx="58481" cy="32092"/>
            </a:xfrm>
            <a:custGeom>
              <a:avLst/>
              <a:gdLst/>
              <a:ahLst/>
              <a:cxnLst/>
              <a:rect l="l" t="t" r="r" b="b"/>
              <a:pathLst>
                <a:path w="1846" h="1013" extrusionOk="0">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44" name="Google Shape;13344;p66"/>
          <p:cNvGrpSpPr/>
          <p:nvPr/>
        </p:nvGrpSpPr>
        <p:grpSpPr>
          <a:xfrm>
            <a:off x="7162775" y="2705713"/>
            <a:ext cx="259523" cy="346294"/>
            <a:chOff x="7162775" y="2881113"/>
            <a:chExt cx="259523" cy="346294"/>
          </a:xfrm>
        </p:grpSpPr>
        <p:sp>
          <p:nvSpPr>
            <p:cNvPr id="13345" name="Google Shape;13345;p66"/>
            <p:cNvSpPr/>
            <p:nvPr/>
          </p:nvSpPr>
          <p:spPr>
            <a:xfrm>
              <a:off x="7162775" y="2881113"/>
              <a:ext cx="259523" cy="346294"/>
            </a:xfrm>
            <a:custGeom>
              <a:avLst/>
              <a:gdLst/>
              <a:ahLst/>
              <a:cxnLst/>
              <a:rect l="l" t="t" r="r" b="b"/>
              <a:pathLst>
                <a:path w="8192" h="10931" extrusionOk="0">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6" name="Google Shape;13346;p66"/>
            <p:cNvSpPr/>
            <p:nvPr/>
          </p:nvSpPr>
          <p:spPr>
            <a:xfrm>
              <a:off x="7270645" y="3044519"/>
              <a:ext cx="43402" cy="15396"/>
            </a:xfrm>
            <a:custGeom>
              <a:avLst/>
              <a:gdLst/>
              <a:ahLst/>
              <a:cxnLst/>
              <a:rect l="l" t="t" r="r" b="b"/>
              <a:pathLst>
                <a:path w="1370" h="486" extrusionOk="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7" name="Google Shape;13347;p66"/>
            <p:cNvSpPr/>
            <p:nvPr/>
          </p:nvSpPr>
          <p:spPr>
            <a:xfrm>
              <a:off x="7254805" y="3006344"/>
              <a:ext cx="10201" cy="15492"/>
            </a:xfrm>
            <a:custGeom>
              <a:avLst/>
              <a:gdLst/>
              <a:ahLst/>
              <a:cxnLst/>
              <a:rect l="l" t="t" r="r" b="b"/>
              <a:pathLst>
                <a:path w="322" h="489" extrusionOk="0">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8" name="Google Shape;13348;p66"/>
            <p:cNvSpPr/>
            <p:nvPr/>
          </p:nvSpPr>
          <p:spPr>
            <a:xfrm>
              <a:off x="7319686" y="3006344"/>
              <a:ext cx="10581" cy="15492"/>
            </a:xfrm>
            <a:custGeom>
              <a:avLst/>
              <a:gdLst/>
              <a:ahLst/>
              <a:cxnLst/>
              <a:rect l="l" t="t" r="r" b="b"/>
              <a:pathLst>
                <a:path w="334" h="489" extrusionOk="0">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9" name="Google Shape;13349;p66"/>
            <p:cNvSpPr/>
            <p:nvPr/>
          </p:nvSpPr>
          <p:spPr>
            <a:xfrm>
              <a:off x="7249135"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0" name="Google Shape;13350;p66"/>
            <p:cNvSpPr/>
            <p:nvPr/>
          </p:nvSpPr>
          <p:spPr>
            <a:xfrm>
              <a:off x="7314015" y="2990124"/>
              <a:ext cx="21542" cy="10581"/>
            </a:xfrm>
            <a:custGeom>
              <a:avLst/>
              <a:gdLst/>
              <a:ahLst/>
              <a:cxnLst/>
              <a:rect l="l" t="t" r="r" b="b"/>
              <a:pathLst>
                <a:path w="680" h="334" extrusionOk="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1" name="Google Shape;13351;p66"/>
          <p:cNvGrpSpPr/>
          <p:nvPr/>
        </p:nvGrpSpPr>
        <p:grpSpPr>
          <a:xfrm>
            <a:off x="6709751" y="2706442"/>
            <a:ext cx="261075" cy="347815"/>
            <a:chOff x="6709751" y="2881842"/>
            <a:chExt cx="261075" cy="347815"/>
          </a:xfrm>
        </p:grpSpPr>
        <p:sp>
          <p:nvSpPr>
            <p:cNvPr id="13352" name="Google Shape;13352;p66"/>
            <p:cNvSpPr/>
            <p:nvPr/>
          </p:nvSpPr>
          <p:spPr>
            <a:xfrm>
              <a:off x="6709751" y="2881842"/>
              <a:ext cx="261075" cy="347815"/>
            </a:xfrm>
            <a:custGeom>
              <a:avLst/>
              <a:gdLst/>
              <a:ahLst/>
              <a:cxnLst/>
              <a:rect l="l" t="t" r="r" b="b"/>
              <a:pathLst>
                <a:path w="8241" h="10979" extrusionOk="0">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3" name="Google Shape;13353;p66"/>
            <p:cNvSpPr/>
            <p:nvPr/>
          </p:nvSpPr>
          <p:spPr>
            <a:xfrm>
              <a:off x="6819522" y="3044519"/>
              <a:ext cx="43402" cy="15396"/>
            </a:xfrm>
            <a:custGeom>
              <a:avLst/>
              <a:gdLst/>
              <a:ahLst/>
              <a:cxnLst/>
              <a:rect l="l" t="t" r="r" b="b"/>
              <a:pathLst>
                <a:path w="1370" h="486" extrusionOk="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4" name="Google Shape;13354;p66"/>
            <p:cNvSpPr/>
            <p:nvPr/>
          </p:nvSpPr>
          <p:spPr>
            <a:xfrm>
              <a:off x="6803682" y="3006344"/>
              <a:ext cx="10233" cy="15492"/>
            </a:xfrm>
            <a:custGeom>
              <a:avLst/>
              <a:gdLst/>
              <a:ahLst/>
              <a:cxnLst/>
              <a:rect l="l" t="t" r="r" b="b"/>
              <a:pathLst>
                <a:path w="323" h="489" extrusionOk="0">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5" name="Google Shape;13355;p66"/>
            <p:cNvSpPr/>
            <p:nvPr/>
          </p:nvSpPr>
          <p:spPr>
            <a:xfrm>
              <a:off x="6868183" y="3006344"/>
              <a:ext cx="10201" cy="15492"/>
            </a:xfrm>
            <a:custGeom>
              <a:avLst/>
              <a:gdLst/>
              <a:ahLst/>
              <a:cxnLst/>
              <a:rect l="l" t="t" r="r" b="b"/>
              <a:pathLst>
                <a:path w="322" h="489" extrusionOk="0">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6" name="Google Shape;13356;p66"/>
            <p:cNvSpPr/>
            <p:nvPr/>
          </p:nvSpPr>
          <p:spPr>
            <a:xfrm>
              <a:off x="6798011" y="2990124"/>
              <a:ext cx="21162" cy="10581"/>
            </a:xfrm>
            <a:custGeom>
              <a:avLst/>
              <a:gdLst/>
              <a:ahLst/>
              <a:cxnLst/>
              <a:rect l="l" t="t" r="r" b="b"/>
              <a:pathLst>
                <a:path w="668" h="334" extrusionOk="0">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7" name="Google Shape;13357;p66"/>
            <p:cNvSpPr/>
            <p:nvPr/>
          </p:nvSpPr>
          <p:spPr>
            <a:xfrm>
              <a:off x="6862892"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8" name="Google Shape;13358;p66"/>
          <p:cNvGrpSpPr/>
          <p:nvPr/>
        </p:nvGrpSpPr>
        <p:grpSpPr>
          <a:xfrm>
            <a:off x="5807156" y="2705713"/>
            <a:ext cx="261043" cy="348163"/>
            <a:chOff x="5807156" y="2881113"/>
            <a:chExt cx="261043" cy="348163"/>
          </a:xfrm>
        </p:grpSpPr>
        <p:sp>
          <p:nvSpPr>
            <p:cNvPr id="13359" name="Google Shape;13359;p66"/>
            <p:cNvSpPr/>
            <p:nvPr/>
          </p:nvSpPr>
          <p:spPr>
            <a:xfrm>
              <a:off x="5807156" y="2881113"/>
              <a:ext cx="261043" cy="348163"/>
            </a:xfrm>
            <a:custGeom>
              <a:avLst/>
              <a:gdLst/>
              <a:ahLst/>
              <a:cxnLst/>
              <a:rect l="l" t="t" r="r" b="b"/>
              <a:pathLst>
                <a:path w="8240" h="10990" extrusionOk="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0" name="Google Shape;13360;p66"/>
            <p:cNvSpPr/>
            <p:nvPr/>
          </p:nvSpPr>
          <p:spPr>
            <a:xfrm>
              <a:off x="5916547" y="3055828"/>
              <a:ext cx="43402" cy="15396"/>
            </a:xfrm>
            <a:custGeom>
              <a:avLst/>
              <a:gdLst/>
              <a:ahLst/>
              <a:cxnLst/>
              <a:rect l="l" t="t" r="r" b="b"/>
              <a:pathLst>
                <a:path w="1370" h="486" extrusionOk="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1" name="Google Shape;13361;p66"/>
            <p:cNvSpPr/>
            <p:nvPr/>
          </p:nvSpPr>
          <p:spPr>
            <a:xfrm>
              <a:off x="5900707" y="3012363"/>
              <a:ext cx="10201" cy="15492"/>
            </a:xfrm>
            <a:custGeom>
              <a:avLst/>
              <a:gdLst/>
              <a:ahLst/>
              <a:cxnLst/>
              <a:rect l="l" t="t" r="r" b="b"/>
              <a:pathLst>
                <a:path w="322" h="489" extrusionOk="0">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2" name="Google Shape;13362;p66"/>
            <p:cNvSpPr/>
            <p:nvPr/>
          </p:nvSpPr>
          <p:spPr>
            <a:xfrm>
              <a:off x="5965556" y="3012363"/>
              <a:ext cx="10613" cy="15492"/>
            </a:xfrm>
            <a:custGeom>
              <a:avLst/>
              <a:gdLst/>
              <a:ahLst/>
              <a:cxnLst/>
              <a:rect l="l" t="t" r="r" b="b"/>
              <a:pathLst>
                <a:path w="335" h="489" extrusionOk="0">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3" name="Google Shape;13363;p66"/>
            <p:cNvSpPr/>
            <p:nvPr/>
          </p:nvSpPr>
          <p:spPr>
            <a:xfrm>
              <a:off x="5933116" y="3206625"/>
              <a:ext cx="10613" cy="1020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64" name="Google Shape;13364;p66"/>
          <p:cNvGrpSpPr/>
          <p:nvPr/>
        </p:nvGrpSpPr>
        <p:grpSpPr>
          <a:xfrm>
            <a:off x="5355653" y="2706093"/>
            <a:ext cx="262184" cy="346643"/>
            <a:chOff x="5355653" y="2881493"/>
            <a:chExt cx="262184" cy="346643"/>
          </a:xfrm>
        </p:grpSpPr>
        <p:sp>
          <p:nvSpPr>
            <p:cNvPr id="13365" name="Google Shape;13365;p66"/>
            <p:cNvSpPr/>
            <p:nvPr/>
          </p:nvSpPr>
          <p:spPr>
            <a:xfrm>
              <a:off x="5465044" y="3060359"/>
              <a:ext cx="43402" cy="15777"/>
            </a:xfrm>
            <a:custGeom>
              <a:avLst/>
              <a:gdLst/>
              <a:ahLst/>
              <a:cxnLst/>
              <a:rect l="l" t="t" r="r" b="b"/>
              <a:pathLst>
                <a:path w="1370" h="498" extrusionOk="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6" name="Google Shape;13366;p66"/>
            <p:cNvSpPr/>
            <p:nvPr/>
          </p:nvSpPr>
          <p:spPr>
            <a:xfrm>
              <a:off x="5448823" y="3022564"/>
              <a:ext cx="10581" cy="15872"/>
            </a:xfrm>
            <a:custGeom>
              <a:avLst/>
              <a:gdLst/>
              <a:ahLst/>
              <a:cxnLst/>
              <a:rect l="l" t="t" r="r" b="b"/>
              <a:pathLst>
                <a:path w="334" h="501" extrusionOk="0">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7" name="Google Shape;13367;p66"/>
            <p:cNvSpPr/>
            <p:nvPr/>
          </p:nvSpPr>
          <p:spPr>
            <a:xfrm>
              <a:off x="5514084" y="3022564"/>
              <a:ext cx="10201" cy="15872"/>
            </a:xfrm>
            <a:custGeom>
              <a:avLst/>
              <a:gdLst/>
              <a:ahLst/>
              <a:cxnLst/>
              <a:rect l="l" t="t" r="r" b="b"/>
              <a:pathLst>
                <a:path w="322" h="501" extrusionOk="0">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8" name="Google Shape;13368;p66"/>
            <p:cNvSpPr/>
            <p:nvPr/>
          </p:nvSpPr>
          <p:spPr>
            <a:xfrm>
              <a:off x="5355653" y="2881493"/>
              <a:ext cx="262184" cy="346643"/>
            </a:xfrm>
            <a:custGeom>
              <a:avLst/>
              <a:gdLst/>
              <a:ahLst/>
              <a:cxnLst/>
              <a:rect l="l" t="t" r="r" b="b"/>
              <a:pathLst>
                <a:path w="8276" h="10942" extrusionOk="0">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9" name="Google Shape;13369;p66"/>
            <p:cNvSpPr/>
            <p:nvPr/>
          </p:nvSpPr>
          <p:spPr>
            <a:xfrm>
              <a:off x="5529924" y="3201335"/>
              <a:ext cx="10581" cy="26421"/>
            </a:xfrm>
            <a:custGeom>
              <a:avLst/>
              <a:gdLst/>
              <a:ahLst/>
              <a:cxnLst/>
              <a:rect l="l" t="t" r="r" b="b"/>
              <a:pathLst>
                <a:path w="334" h="834" extrusionOk="0">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0" name="Google Shape;13370;p66"/>
          <p:cNvGrpSpPr/>
          <p:nvPr/>
        </p:nvGrpSpPr>
        <p:grpSpPr>
          <a:xfrm>
            <a:off x="8055961" y="2706442"/>
            <a:ext cx="260283" cy="345914"/>
            <a:chOff x="8055961" y="2881842"/>
            <a:chExt cx="260283" cy="345914"/>
          </a:xfrm>
        </p:grpSpPr>
        <p:sp>
          <p:nvSpPr>
            <p:cNvPr id="13371" name="Google Shape;13371;p66"/>
            <p:cNvSpPr/>
            <p:nvPr/>
          </p:nvSpPr>
          <p:spPr>
            <a:xfrm>
              <a:off x="8055961" y="2881842"/>
              <a:ext cx="260283" cy="345914"/>
            </a:xfrm>
            <a:custGeom>
              <a:avLst/>
              <a:gdLst/>
              <a:ahLst/>
              <a:cxnLst/>
              <a:rect l="l" t="t" r="r" b="b"/>
              <a:pathLst>
                <a:path w="8216" h="10919" extrusionOk="0">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2" name="Google Shape;13372;p66"/>
            <p:cNvSpPr/>
            <p:nvPr/>
          </p:nvSpPr>
          <p:spPr>
            <a:xfrm>
              <a:off x="8164591" y="3033589"/>
              <a:ext cx="43402" cy="15396"/>
            </a:xfrm>
            <a:custGeom>
              <a:avLst/>
              <a:gdLst/>
              <a:ahLst/>
              <a:cxnLst/>
              <a:rect l="l" t="t" r="r" b="b"/>
              <a:pathLst>
                <a:path w="1370" h="486" extrusionOk="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3" name="Google Shape;13373;p66"/>
            <p:cNvSpPr/>
            <p:nvPr/>
          </p:nvSpPr>
          <p:spPr>
            <a:xfrm>
              <a:off x="8213632" y="2995383"/>
              <a:ext cx="10581" cy="15492"/>
            </a:xfrm>
            <a:custGeom>
              <a:avLst/>
              <a:gdLst/>
              <a:ahLst/>
              <a:cxnLst/>
              <a:rect l="l" t="t" r="r" b="b"/>
              <a:pathLst>
                <a:path w="334" h="489" extrusionOk="0">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4" name="Google Shape;13374;p66"/>
            <p:cNvSpPr/>
            <p:nvPr/>
          </p:nvSpPr>
          <p:spPr>
            <a:xfrm>
              <a:off x="8088401" y="3165758"/>
              <a:ext cx="21511" cy="61998"/>
            </a:xfrm>
            <a:custGeom>
              <a:avLst/>
              <a:gdLst/>
              <a:ahLst/>
              <a:cxnLst/>
              <a:rect l="l" t="t" r="r" b="b"/>
              <a:pathLst>
                <a:path w="679" h="1957" extrusionOk="0">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5" name="Google Shape;13375;p66"/>
          <p:cNvGrpSpPr/>
          <p:nvPr/>
        </p:nvGrpSpPr>
        <p:grpSpPr>
          <a:xfrm>
            <a:off x="7609368" y="2718512"/>
            <a:ext cx="264813" cy="353105"/>
            <a:chOff x="7609368" y="2893912"/>
            <a:chExt cx="264813" cy="353105"/>
          </a:xfrm>
        </p:grpSpPr>
        <p:sp>
          <p:nvSpPr>
            <p:cNvPr id="13376" name="Google Shape;13376;p66"/>
            <p:cNvSpPr/>
            <p:nvPr/>
          </p:nvSpPr>
          <p:spPr>
            <a:xfrm>
              <a:off x="7703267" y="3015753"/>
              <a:ext cx="10233" cy="15872"/>
            </a:xfrm>
            <a:custGeom>
              <a:avLst/>
              <a:gdLst/>
              <a:ahLst/>
              <a:cxnLst/>
              <a:rect l="l" t="t" r="r" b="b"/>
              <a:pathLst>
                <a:path w="323" h="501" extrusionOk="0">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7" name="Google Shape;13377;p66"/>
            <p:cNvSpPr/>
            <p:nvPr/>
          </p:nvSpPr>
          <p:spPr>
            <a:xfrm>
              <a:off x="7769288" y="3015753"/>
              <a:ext cx="10233" cy="15872"/>
            </a:xfrm>
            <a:custGeom>
              <a:avLst/>
              <a:gdLst/>
              <a:ahLst/>
              <a:cxnLst/>
              <a:rect l="l" t="t" r="r" b="b"/>
              <a:pathLst>
                <a:path w="323" h="501" extrusionOk="0">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8" name="Google Shape;13378;p66"/>
            <p:cNvSpPr/>
            <p:nvPr/>
          </p:nvSpPr>
          <p:spPr>
            <a:xfrm>
              <a:off x="7697628" y="2997664"/>
              <a:ext cx="21542" cy="11722"/>
            </a:xfrm>
            <a:custGeom>
              <a:avLst/>
              <a:gdLst/>
              <a:ahLst/>
              <a:cxnLst/>
              <a:rect l="l" t="t" r="r" b="b"/>
              <a:pathLst>
                <a:path w="680" h="370" extrusionOk="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9" name="Google Shape;13379;p66"/>
            <p:cNvSpPr/>
            <p:nvPr/>
          </p:nvSpPr>
          <p:spPr>
            <a:xfrm>
              <a:off x="7763618" y="2997600"/>
              <a:ext cx="21542" cy="11785"/>
            </a:xfrm>
            <a:custGeom>
              <a:avLst/>
              <a:gdLst/>
              <a:ahLst/>
              <a:cxnLst/>
              <a:rect l="l" t="t" r="r" b="b"/>
              <a:pathLst>
                <a:path w="680" h="372" extrusionOk="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0" name="Google Shape;13380;p66"/>
            <p:cNvSpPr/>
            <p:nvPr/>
          </p:nvSpPr>
          <p:spPr>
            <a:xfrm>
              <a:off x="7609368" y="2893912"/>
              <a:ext cx="264813" cy="353105"/>
            </a:xfrm>
            <a:custGeom>
              <a:avLst/>
              <a:gdLst/>
              <a:ahLst/>
              <a:cxnLst/>
              <a:rect l="l" t="t" r="r" b="b"/>
              <a:pathLst>
                <a:path w="8359" h="11146" extrusionOk="0">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1" name="Google Shape;13381;p66"/>
            <p:cNvSpPr/>
            <p:nvPr/>
          </p:nvSpPr>
          <p:spPr>
            <a:xfrm>
              <a:off x="7711219" y="3046324"/>
              <a:ext cx="60350" cy="32472"/>
            </a:xfrm>
            <a:custGeom>
              <a:avLst/>
              <a:gdLst/>
              <a:ahLst/>
              <a:cxnLst/>
              <a:rect l="l" t="t" r="r" b="b"/>
              <a:pathLst>
                <a:path w="1905" h="1025" extrusionOk="0">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82" name="Google Shape;13382;p66"/>
          <p:cNvGrpSpPr/>
          <p:nvPr/>
        </p:nvGrpSpPr>
        <p:grpSpPr>
          <a:xfrm>
            <a:off x="6248458" y="2694372"/>
            <a:ext cx="270864" cy="360645"/>
            <a:chOff x="6248458" y="2869772"/>
            <a:chExt cx="270864" cy="360645"/>
          </a:xfrm>
        </p:grpSpPr>
        <p:sp>
          <p:nvSpPr>
            <p:cNvPr id="13383" name="Google Shape;13383;p66"/>
            <p:cNvSpPr/>
            <p:nvPr/>
          </p:nvSpPr>
          <p:spPr>
            <a:xfrm>
              <a:off x="6345399" y="2995003"/>
              <a:ext cx="10201" cy="15872"/>
            </a:xfrm>
            <a:custGeom>
              <a:avLst/>
              <a:gdLst/>
              <a:ahLst/>
              <a:cxnLst/>
              <a:rect l="l" t="t" r="r" b="b"/>
              <a:pathLst>
                <a:path w="322" h="501" extrusionOk="0">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4" name="Google Shape;13384;p66"/>
            <p:cNvSpPr/>
            <p:nvPr/>
          </p:nvSpPr>
          <p:spPr>
            <a:xfrm>
              <a:off x="6412529" y="2995003"/>
              <a:ext cx="10993" cy="15872"/>
            </a:xfrm>
            <a:custGeom>
              <a:avLst/>
              <a:gdLst/>
              <a:ahLst/>
              <a:cxnLst/>
              <a:rect l="l" t="t" r="r" b="b"/>
              <a:pathLst>
                <a:path w="347" h="501" extrusionOk="0">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5" name="Google Shape;13385;p66"/>
            <p:cNvSpPr/>
            <p:nvPr/>
          </p:nvSpPr>
          <p:spPr>
            <a:xfrm>
              <a:off x="6248458" y="2869772"/>
              <a:ext cx="270864" cy="360645"/>
            </a:xfrm>
            <a:custGeom>
              <a:avLst/>
              <a:gdLst/>
              <a:ahLst/>
              <a:cxnLst/>
              <a:rect l="l" t="t" r="r" b="b"/>
              <a:pathLst>
                <a:path w="8550" h="11384" extrusionOk="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6" name="Google Shape;13386;p66"/>
            <p:cNvSpPr/>
            <p:nvPr/>
          </p:nvSpPr>
          <p:spPr>
            <a:xfrm>
              <a:off x="6339728" y="2977294"/>
              <a:ext cx="21542" cy="10581"/>
            </a:xfrm>
            <a:custGeom>
              <a:avLst/>
              <a:gdLst/>
              <a:ahLst/>
              <a:cxnLst/>
              <a:rect l="l" t="t" r="r" b="b"/>
              <a:pathLst>
                <a:path w="680" h="334" extrusionOk="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7" name="Google Shape;13387;p66"/>
            <p:cNvSpPr/>
            <p:nvPr/>
          </p:nvSpPr>
          <p:spPr>
            <a:xfrm>
              <a:off x="6353319" y="3025194"/>
              <a:ext cx="61903" cy="32852"/>
            </a:xfrm>
            <a:custGeom>
              <a:avLst/>
              <a:gdLst/>
              <a:ahLst/>
              <a:cxnLst/>
              <a:rect l="l" t="t" r="r" b="b"/>
              <a:pathLst>
                <a:path w="1954" h="1037" extrusionOk="0">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88" name="Google Shape;13388;p66"/>
          <p:cNvGrpSpPr/>
          <p:nvPr/>
        </p:nvGrpSpPr>
        <p:grpSpPr>
          <a:xfrm>
            <a:off x="3075928" y="2270398"/>
            <a:ext cx="363243" cy="300675"/>
            <a:chOff x="3075928" y="2445798"/>
            <a:chExt cx="363243" cy="300675"/>
          </a:xfrm>
        </p:grpSpPr>
        <p:sp>
          <p:nvSpPr>
            <p:cNvPr id="13389" name="Google Shape;13389;p66"/>
            <p:cNvSpPr/>
            <p:nvPr/>
          </p:nvSpPr>
          <p:spPr>
            <a:xfrm>
              <a:off x="3227168" y="2675542"/>
              <a:ext cx="37002" cy="10581"/>
            </a:xfrm>
            <a:custGeom>
              <a:avLst/>
              <a:gdLst/>
              <a:ahLst/>
              <a:cxnLst/>
              <a:rect l="l" t="t" r="r" b="b"/>
              <a:pathLst>
                <a:path w="1168" h="334" extrusionOk="0">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0" name="Google Shape;13390;p66"/>
            <p:cNvSpPr/>
            <p:nvPr/>
          </p:nvSpPr>
          <p:spPr>
            <a:xfrm>
              <a:off x="3075928" y="2445798"/>
              <a:ext cx="363243" cy="300675"/>
            </a:xfrm>
            <a:custGeom>
              <a:avLst/>
              <a:gdLst/>
              <a:ahLst/>
              <a:cxnLst/>
              <a:rect l="l" t="t" r="r" b="b"/>
              <a:pathLst>
                <a:path w="11466" h="9491" extrusionOk="0">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1" name="Google Shape;13391;p66"/>
            <p:cNvSpPr/>
            <p:nvPr/>
          </p:nvSpPr>
          <p:spPr>
            <a:xfrm>
              <a:off x="3141537" y="2565390"/>
              <a:ext cx="37763" cy="37382"/>
            </a:xfrm>
            <a:custGeom>
              <a:avLst/>
              <a:gdLst/>
              <a:ahLst/>
              <a:cxnLst/>
              <a:rect l="l" t="t" r="r" b="b"/>
              <a:pathLst>
                <a:path w="1192" h="1180" extrusionOk="0">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2" name="Google Shape;13392;p66"/>
            <p:cNvSpPr/>
            <p:nvPr/>
          </p:nvSpPr>
          <p:spPr>
            <a:xfrm>
              <a:off x="3185287" y="2565390"/>
              <a:ext cx="73593" cy="10233"/>
            </a:xfrm>
            <a:custGeom>
              <a:avLst/>
              <a:gdLst/>
              <a:ahLst/>
              <a:cxnLst/>
              <a:rect l="l" t="t" r="r" b="b"/>
              <a:pathLst>
                <a:path w="2323" h="323" extrusionOk="0">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3" name="Google Shape;13393;p66"/>
            <p:cNvSpPr/>
            <p:nvPr/>
          </p:nvSpPr>
          <p:spPr>
            <a:xfrm>
              <a:off x="3185287" y="2578601"/>
              <a:ext cx="73593" cy="10201"/>
            </a:xfrm>
            <a:custGeom>
              <a:avLst/>
              <a:gdLst/>
              <a:ahLst/>
              <a:cxnLst/>
              <a:rect l="l" t="t" r="r" b="b"/>
              <a:pathLst>
                <a:path w="2323"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4" name="Google Shape;13394;p66"/>
            <p:cNvSpPr/>
            <p:nvPr/>
          </p:nvSpPr>
          <p:spPr>
            <a:xfrm>
              <a:off x="3185287" y="2591811"/>
              <a:ext cx="73212" cy="10201"/>
            </a:xfrm>
            <a:custGeom>
              <a:avLst/>
              <a:gdLst/>
              <a:ahLst/>
              <a:cxnLst/>
              <a:rect l="l" t="t" r="r" b="b"/>
              <a:pathLst>
                <a:path w="2311"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5" name="Google Shape;13395;p66"/>
            <p:cNvSpPr/>
            <p:nvPr/>
          </p:nvSpPr>
          <p:spPr>
            <a:xfrm>
              <a:off x="3141537" y="2609520"/>
              <a:ext cx="37763" cy="37382"/>
            </a:xfrm>
            <a:custGeom>
              <a:avLst/>
              <a:gdLst/>
              <a:ahLst/>
              <a:cxnLst/>
              <a:rect l="l" t="t" r="r" b="b"/>
              <a:pathLst>
                <a:path w="1192" h="1180" extrusionOk="0">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6" name="Google Shape;13396;p66"/>
            <p:cNvSpPr/>
            <p:nvPr/>
          </p:nvSpPr>
          <p:spPr>
            <a:xfrm>
              <a:off x="3185287" y="2609520"/>
              <a:ext cx="73212" cy="10613"/>
            </a:xfrm>
            <a:custGeom>
              <a:avLst/>
              <a:gdLst/>
              <a:ahLst/>
              <a:cxnLst/>
              <a:rect l="l" t="t" r="r" b="b"/>
              <a:pathLst>
                <a:path w="2311" h="335" extrusionOk="0">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7" name="Google Shape;13397;p66"/>
            <p:cNvSpPr/>
            <p:nvPr/>
          </p:nvSpPr>
          <p:spPr>
            <a:xfrm>
              <a:off x="3185287" y="2622731"/>
              <a:ext cx="73212" cy="10581"/>
            </a:xfrm>
            <a:custGeom>
              <a:avLst/>
              <a:gdLst/>
              <a:ahLst/>
              <a:cxnLst/>
              <a:rect l="l" t="t" r="r" b="b"/>
              <a:pathLst>
                <a:path w="2311" h="334" extrusionOk="0">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8" name="Google Shape;13398;p66"/>
            <p:cNvSpPr/>
            <p:nvPr/>
          </p:nvSpPr>
          <p:spPr>
            <a:xfrm>
              <a:off x="3185287" y="2636670"/>
              <a:ext cx="73212" cy="10233"/>
            </a:xfrm>
            <a:custGeom>
              <a:avLst/>
              <a:gdLst/>
              <a:ahLst/>
              <a:cxnLst/>
              <a:rect l="l" t="t" r="r" b="b"/>
              <a:pathLst>
                <a:path w="2311" h="323" extrusionOk="0">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9" name="Google Shape;13399;p66"/>
            <p:cNvSpPr/>
            <p:nvPr/>
          </p:nvSpPr>
          <p:spPr>
            <a:xfrm>
              <a:off x="3330509" y="2471839"/>
              <a:ext cx="82653" cy="82653"/>
            </a:xfrm>
            <a:custGeom>
              <a:avLst/>
              <a:gdLst/>
              <a:ahLst/>
              <a:cxnLst/>
              <a:rect l="l" t="t" r="r" b="b"/>
              <a:pathLst>
                <a:path w="2609" h="2609" extrusionOk="0">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00" name="Google Shape;13400;p66"/>
          <p:cNvGrpSpPr/>
          <p:nvPr/>
        </p:nvGrpSpPr>
        <p:grpSpPr>
          <a:xfrm>
            <a:off x="2633105" y="2256459"/>
            <a:ext cx="363243" cy="328585"/>
            <a:chOff x="2633105" y="2431859"/>
            <a:chExt cx="363243" cy="328585"/>
          </a:xfrm>
        </p:grpSpPr>
        <p:sp>
          <p:nvSpPr>
            <p:cNvPr id="13401" name="Google Shape;13401;p66"/>
            <p:cNvSpPr/>
            <p:nvPr/>
          </p:nvSpPr>
          <p:spPr>
            <a:xfrm>
              <a:off x="2633105" y="2498260"/>
              <a:ext cx="250462" cy="262184"/>
            </a:xfrm>
            <a:custGeom>
              <a:avLst/>
              <a:gdLst/>
              <a:ahLst/>
              <a:cxnLst/>
              <a:rect l="l" t="t" r="r" b="b"/>
              <a:pathLst>
                <a:path w="7906" h="8276" extrusionOk="0">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2" name="Google Shape;13402;p66"/>
            <p:cNvSpPr/>
            <p:nvPr/>
          </p:nvSpPr>
          <p:spPr>
            <a:xfrm>
              <a:off x="2772655" y="2680800"/>
              <a:ext cx="38491" cy="10613"/>
            </a:xfrm>
            <a:custGeom>
              <a:avLst/>
              <a:gdLst/>
              <a:ahLst/>
              <a:cxnLst/>
              <a:rect l="l" t="t" r="r" b="b"/>
              <a:pathLst>
                <a:path w="1215" h="335" extrusionOk="0">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3" name="Google Shape;13403;p66"/>
            <p:cNvSpPr/>
            <p:nvPr/>
          </p:nvSpPr>
          <p:spPr>
            <a:xfrm>
              <a:off x="272928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4" name="Google Shape;13404;p66"/>
            <p:cNvSpPr/>
            <p:nvPr/>
          </p:nvSpPr>
          <p:spPr>
            <a:xfrm>
              <a:off x="2774176" y="2583131"/>
              <a:ext cx="35482" cy="35862"/>
            </a:xfrm>
            <a:custGeom>
              <a:avLst/>
              <a:gdLst/>
              <a:ahLst/>
              <a:cxnLst/>
              <a:rect l="l" t="t" r="r" b="b"/>
              <a:pathLst>
                <a:path w="1120" h="1132" extrusionOk="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5" name="Google Shape;13405;p66"/>
            <p:cNvSpPr/>
            <p:nvPr/>
          </p:nvSpPr>
          <p:spPr>
            <a:xfrm>
              <a:off x="281792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6" name="Google Shape;13406;p66"/>
            <p:cNvSpPr/>
            <p:nvPr/>
          </p:nvSpPr>
          <p:spPr>
            <a:xfrm>
              <a:off x="2653475" y="2431859"/>
              <a:ext cx="342873" cy="275394"/>
            </a:xfrm>
            <a:custGeom>
              <a:avLst/>
              <a:gdLst/>
              <a:ahLst/>
              <a:cxnLst/>
              <a:rect l="l" t="t" r="r" b="b"/>
              <a:pathLst>
                <a:path w="10823" h="8693" extrusionOk="0">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7" name="Google Shape;13407;p66"/>
            <p:cNvSpPr/>
            <p:nvPr/>
          </p:nvSpPr>
          <p:spPr>
            <a:xfrm>
              <a:off x="2881286" y="2460529"/>
              <a:ext cx="87532" cy="87912"/>
            </a:xfrm>
            <a:custGeom>
              <a:avLst/>
              <a:gdLst/>
              <a:ahLst/>
              <a:cxnLst/>
              <a:rect l="l" t="t" r="r" b="b"/>
              <a:pathLst>
                <a:path w="2763" h="2775" extrusionOk="0">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8" name="Google Shape;13408;p66"/>
            <p:cNvSpPr/>
            <p:nvPr/>
          </p:nvSpPr>
          <p:spPr>
            <a:xfrm>
              <a:off x="2908436" y="2488059"/>
              <a:ext cx="33612" cy="33993"/>
            </a:xfrm>
            <a:custGeom>
              <a:avLst/>
              <a:gdLst/>
              <a:ahLst/>
              <a:cxnLst/>
              <a:rect l="l" t="t" r="r" b="b"/>
              <a:pathLst>
                <a:path w="1061" h="1073" extrusionOk="0">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09" name="Google Shape;13409;p66"/>
          <p:cNvGrpSpPr/>
          <p:nvPr/>
        </p:nvGrpSpPr>
        <p:grpSpPr>
          <a:xfrm>
            <a:off x="2189142" y="2245910"/>
            <a:ext cx="365904" cy="350064"/>
            <a:chOff x="2189142" y="2421310"/>
            <a:chExt cx="365904" cy="350064"/>
          </a:xfrm>
        </p:grpSpPr>
        <p:sp>
          <p:nvSpPr>
            <p:cNvPr id="13410" name="Google Shape;13410;p66"/>
            <p:cNvSpPr/>
            <p:nvPr/>
          </p:nvSpPr>
          <p:spPr>
            <a:xfrm>
              <a:off x="2400384" y="2421310"/>
              <a:ext cx="154662" cy="162613"/>
            </a:xfrm>
            <a:custGeom>
              <a:avLst/>
              <a:gdLst/>
              <a:ahLst/>
              <a:cxnLst/>
              <a:rect l="l" t="t" r="r" b="b"/>
              <a:pathLst>
                <a:path w="4882" h="5133" extrusionOk="0">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1" name="Google Shape;13411;p66"/>
            <p:cNvSpPr/>
            <p:nvPr/>
          </p:nvSpPr>
          <p:spPr>
            <a:xfrm>
              <a:off x="2292862" y="2724899"/>
              <a:ext cx="168252" cy="46475"/>
            </a:xfrm>
            <a:custGeom>
              <a:avLst/>
              <a:gdLst/>
              <a:ahLst/>
              <a:cxnLst/>
              <a:rect l="l" t="t" r="r" b="b"/>
              <a:pathLst>
                <a:path w="5311" h="1467" extrusionOk="0">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2" name="Google Shape;13412;p66"/>
            <p:cNvSpPr/>
            <p:nvPr/>
          </p:nvSpPr>
          <p:spPr>
            <a:xfrm>
              <a:off x="2189142" y="2460149"/>
              <a:ext cx="266714" cy="310844"/>
            </a:xfrm>
            <a:custGeom>
              <a:avLst/>
              <a:gdLst/>
              <a:ahLst/>
              <a:cxnLst/>
              <a:rect l="l" t="t" r="r" b="b"/>
              <a:pathLst>
                <a:path w="8419" h="9812" extrusionOk="0">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3" name="Google Shape;13413;p66"/>
            <p:cNvSpPr/>
            <p:nvPr/>
          </p:nvSpPr>
          <p:spPr>
            <a:xfrm>
              <a:off x="2320012" y="2699682"/>
              <a:ext cx="10993" cy="11341"/>
            </a:xfrm>
            <a:custGeom>
              <a:avLst/>
              <a:gdLst/>
              <a:ahLst/>
              <a:cxnLst/>
              <a:rect l="l" t="t" r="r" b="b"/>
              <a:pathLst>
                <a:path w="347" h="358" extrusionOk="0">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4" name="Google Shape;13414;p66"/>
            <p:cNvSpPr/>
            <p:nvPr/>
          </p:nvSpPr>
          <p:spPr>
            <a:xfrm>
              <a:off x="2320012" y="2718151"/>
              <a:ext cx="10993" cy="11341"/>
            </a:xfrm>
            <a:custGeom>
              <a:avLst/>
              <a:gdLst/>
              <a:ahLst/>
              <a:cxnLst/>
              <a:rect l="l" t="t" r="r" b="b"/>
              <a:pathLst>
                <a:path w="347" h="358" extrusionOk="0">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5" name="Google Shape;13415;p66"/>
            <p:cNvSpPr/>
            <p:nvPr/>
          </p:nvSpPr>
          <p:spPr>
            <a:xfrm>
              <a:off x="2364522" y="2716662"/>
              <a:ext cx="63804" cy="30571"/>
            </a:xfrm>
            <a:custGeom>
              <a:avLst/>
              <a:gdLst/>
              <a:ahLst/>
              <a:cxnLst/>
              <a:rect l="l" t="t" r="r" b="b"/>
              <a:pathLst>
                <a:path w="2014" h="965" extrusionOk="0">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6" name="Google Shape;13416;p66"/>
            <p:cNvSpPr/>
            <p:nvPr/>
          </p:nvSpPr>
          <p:spPr>
            <a:xfrm>
              <a:off x="2437323" y="2454510"/>
              <a:ext cx="82273" cy="83002"/>
            </a:xfrm>
            <a:custGeom>
              <a:avLst/>
              <a:gdLst/>
              <a:ahLst/>
              <a:cxnLst/>
              <a:rect l="l" t="t" r="r" b="b"/>
              <a:pathLst>
                <a:path w="2597" h="2620" extrusionOk="0">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7" name="Google Shape;13417;p66"/>
            <p:cNvSpPr/>
            <p:nvPr/>
          </p:nvSpPr>
          <p:spPr>
            <a:xfrm>
              <a:off x="2462603" y="2479759"/>
              <a:ext cx="32092" cy="32092"/>
            </a:xfrm>
            <a:custGeom>
              <a:avLst/>
              <a:gdLst/>
              <a:ahLst/>
              <a:cxnLst/>
              <a:rect l="l" t="t" r="r" b="b"/>
              <a:pathLst>
                <a:path w="1013" h="1013" extrusionOk="0">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8" name="Google Shape;13418;p66"/>
            <p:cNvSpPr/>
            <p:nvPr/>
          </p:nvSpPr>
          <p:spPr>
            <a:xfrm>
              <a:off x="2314373" y="2546921"/>
              <a:ext cx="21891" cy="36242"/>
            </a:xfrm>
            <a:custGeom>
              <a:avLst/>
              <a:gdLst/>
              <a:ahLst/>
              <a:cxnLst/>
              <a:rect l="l" t="t" r="r" b="b"/>
              <a:pathLst>
                <a:path w="691" h="1144" extrusionOk="0">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19" name="Google Shape;13419;p66"/>
          <p:cNvSpPr/>
          <p:nvPr/>
        </p:nvSpPr>
        <p:spPr>
          <a:xfrm>
            <a:off x="3518751" y="2239859"/>
            <a:ext cx="364003" cy="361405"/>
          </a:xfrm>
          <a:custGeom>
            <a:avLst/>
            <a:gdLst/>
            <a:ahLst/>
            <a:cxnLst/>
            <a:rect l="l" t="t" r="r" b="b"/>
            <a:pathLst>
              <a:path w="11490" h="11408" extrusionOk="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420" name="Google Shape;13420;p66"/>
          <p:cNvGrpSpPr/>
          <p:nvPr/>
        </p:nvGrpSpPr>
        <p:grpSpPr>
          <a:xfrm>
            <a:off x="3961923" y="2310917"/>
            <a:ext cx="364415" cy="220936"/>
            <a:chOff x="3961923" y="2486317"/>
            <a:chExt cx="364415" cy="220936"/>
          </a:xfrm>
        </p:grpSpPr>
        <p:sp>
          <p:nvSpPr>
            <p:cNvPr id="13421" name="Google Shape;13421;p66"/>
            <p:cNvSpPr/>
            <p:nvPr/>
          </p:nvSpPr>
          <p:spPr>
            <a:xfrm>
              <a:off x="4106764" y="2486507"/>
              <a:ext cx="219574" cy="220746"/>
            </a:xfrm>
            <a:custGeom>
              <a:avLst/>
              <a:gdLst/>
              <a:ahLst/>
              <a:cxnLst/>
              <a:rect l="l" t="t" r="r" b="b"/>
              <a:pathLst>
                <a:path w="6931" h="6968" extrusionOk="0">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2" name="Google Shape;13422;p66"/>
            <p:cNvSpPr/>
            <p:nvPr/>
          </p:nvSpPr>
          <p:spPr>
            <a:xfrm>
              <a:off x="3961923" y="2486317"/>
              <a:ext cx="259839" cy="220936"/>
            </a:xfrm>
            <a:custGeom>
              <a:avLst/>
              <a:gdLst/>
              <a:ahLst/>
              <a:cxnLst/>
              <a:rect l="l" t="t" r="r" b="b"/>
              <a:pathLst>
                <a:path w="8202" h="6974" extrusionOk="0">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3" name="Google Shape;13423;p66"/>
            <p:cNvSpPr/>
            <p:nvPr/>
          </p:nvSpPr>
          <p:spPr>
            <a:xfrm>
              <a:off x="4015113" y="2540870"/>
              <a:ext cx="96212" cy="95832"/>
            </a:xfrm>
            <a:custGeom>
              <a:avLst/>
              <a:gdLst/>
              <a:ahLst/>
              <a:cxnLst/>
              <a:rect l="l" t="t" r="r" b="b"/>
              <a:pathLst>
                <a:path w="3037" h="3025" extrusionOk="0">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4" name="Google Shape;13424;p66"/>
            <p:cNvSpPr/>
            <p:nvPr/>
          </p:nvSpPr>
          <p:spPr>
            <a:xfrm>
              <a:off x="4186375" y="2539381"/>
              <a:ext cx="77331" cy="90541"/>
            </a:xfrm>
            <a:custGeom>
              <a:avLst/>
              <a:gdLst/>
              <a:ahLst/>
              <a:cxnLst/>
              <a:rect l="l" t="t" r="r" b="b"/>
              <a:pathLst>
                <a:path w="2441" h="2858" extrusionOk="0">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25" name="Google Shape;13425;p66"/>
          <p:cNvSpPr/>
          <p:nvPr/>
        </p:nvSpPr>
        <p:spPr>
          <a:xfrm>
            <a:off x="1747839" y="2238750"/>
            <a:ext cx="361754" cy="362514"/>
          </a:xfrm>
          <a:custGeom>
            <a:avLst/>
            <a:gdLst/>
            <a:ahLst/>
            <a:cxnLst/>
            <a:rect l="l" t="t" r="r" b="b"/>
            <a:pathLst>
              <a:path w="11419" h="11443" extrusionOk="0">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426" name="Google Shape;13426;p66"/>
          <p:cNvGrpSpPr/>
          <p:nvPr/>
        </p:nvGrpSpPr>
        <p:grpSpPr>
          <a:xfrm>
            <a:off x="1303876" y="2243977"/>
            <a:ext cx="363275" cy="354626"/>
            <a:chOff x="1303876" y="2419377"/>
            <a:chExt cx="363275" cy="354626"/>
          </a:xfrm>
        </p:grpSpPr>
        <p:sp>
          <p:nvSpPr>
            <p:cNvPr id="13427" name="Google Shape;13427;p66"/>
            <p:cNvSpPr/>
            <p:nvPr/>
          </p:nvSpPr>
          <p:spPr>
            <a:xfrm>
              <a:off x="1303876" y="2507701"/>
              <a:ext cx="363275" cy="266302"/>
            </a:xfrm>
            <a:custGeom>
              <a:avLst/>
              <a:gdLst/>
              <a:ahLst/>
              <a:cxnLst/>
              <a:rect l="l" t="t" r="r" b="b"/>
              <a:pathLst>
                <a:path w="11467" h="8406" extrusionOk="0">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8" name="Google Shape;13428;p66"/>
            <p:cNvSpPr/>
            <p:nvPr/>
          </p:nvSpPr>
          <p:spPr>
            <a:xfrm>
              <a:off x="1399296" y="2419377"/>
              <a:ext cx="172054" cy="104924"/>
            </a:xfrm>
            <a:custGeom>
              <a:avLst/>
              <a:gdLst/>
              <a:ahLst/>
              <a:cxnLst/>
              <a:rect l="l" t="t" r="r" b="b"/>
              <a:pathLst>
                <a:path w="5431" h="3312" extrusionOk="0">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9" name="Google Shape;13429;p66"/>
            <p:cNvSpPr/>
            <p:nvPr/>
          </p:nvSpPr>
          <p:spPr>
            <a:xfrm>
              <a:off x="1428346" y="2463191"/>
              <a:ext cx="10581" cy="11341"/>
            </a:xfrm>
            <a:custGeom>
              <a:avLst/>
              <a:gdLst/>
              <a:ahLst/>
              <a:cxnLst/>
              <a:rect l="l" t="t" r="r" b="b"/>
              <a:pathLst>
                <a:path w="334" h="358" extrusionOk="0">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0" name="Google Shape;13430;p66"/>
            <p:cNvSpPr/>
            <p:nvPr/>
          </p:nvSpPr>
          <p:spPr>
            <a:xfrm>
              <a:off x="1443426"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1" name="Google Shape;13431;p66"/>
            <p:cNvSpPr/>
            <p:nvPr/>
          </p:nvSpPr>
          <p:spPr>
            <a:xfrm>
              <a:off x="1458537" y="2463191"/>
              <a:ext cx="10581" cy="11341"/>
            </a:xfrm>
            <a:custGeom>
              <a:avLst/>
              <a:gdLst/>
              <a:ahLst/>
              <a:cxnLst/>
              <a:rect l="l" t="t" r="r" b="b"/>
              <a:pathLst>
                <a:path w="334" h="358" extrusionOk="0">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2" name="Google Shape;13432;p66"/>
            <p:cNvSpPr/>
            <p:nvPr/>
          </p:nvSpPr>
          <p:spPr>
            <a:xfrm>
              <a:off x="150228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3" name="Google Shape;13433;p66"/>
            <p:cNvSpPr/>
            <p:nvPr/>
          </p:nvSpPr>
          <p:spPr>
            <a:xfrm>
              <a:off x="151736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4" name="Google Shape;13434;p66"/>
            <p:cNvSpPr/>
            <p:nvPr/>
          </p:nvSpPr>
          <p:spPr>
            <a:xfrm>
              <a:off x="1532067"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35" name="Google Shape;13435;p66"/>
          <p:cNvGrpSpPr/>
          <p:nvPr/>
        </p:nvGrpSpPr>
        <p:grpSpPr>
          <a:xfrm>
            <a:off x="861053" y="2239510"/>
            <a:ext cx="362134" cy="363623"/>
            <a:chOff x="861053" y="2414910"/>
            <a:chExt cx="362134" cy="363623"/>
          </a:xfrm>
        </p:grpSpPr>
        <p:sp>
          <p:nvSpPr>
            <p:cNvPr id="13436" name="Google Shape;13436;p66"/>
            <p:cNvSpPr/>
            <p:nvPr/>
          </p:nvSpPr>
          <p:spPr>
            <a:xfrm>
              <a:off x="965153" y="2609235"/>
              <a:ext cx="64912" cy="63677"/>
            </a:xfrm>
            <a:custGeom>
              <a:avLst/>
              <a:gdLst/>
              <a:ahLst/>
              <a:cxnLst/>
              <a:rect l="l" t="t" r="r" b="b"/>
              <a:pathLst>
                <a:path w="2049" h="2010" extrusionOk="0">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7" name="Google Shape;13437;p66"/>
            <p:cNvSpPr/>
            <p:nvPr/>
          </p:nvSpPr>
          <p:spPr>
            <a:xfrm>
              <a:off x="861053" y="2479854"/>
              <a:ext cx="298394" cy="298679"/>
            </a:xfrm>
            <a:custGeom>
              <a:avLst/>
              <a:gdLst/>
              <a:ahLst/>
              <a:cxnLst/>
              <a:rect l="l" t="t" r="r" b="b"/>
              <a:pathLst>
                <a:path w="9419" h="9428" extrusionOk="0">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8" name="Google Shape;13438;p66"/>
            <p:cNvSpPr/>
            <p:nvPr/>
          </p:nvSpPr>
          <p:spPr>
            <a:xfrm>
              <a:off x="1128875" y="2455366"/>
              <a:ext cx="54711" cy="53856"/>
            </a:xfrm>
            <a:custGeom>
              <a:avLst/>
              <a:gdLst/>
              <a:ahLst/>
              <a:cxnLst/>
              <a:rect l="l" t="t" r="r" b="b"/>
              <a:pathLst>
                <a:path w="1727" h="1700" extrusionOk="0">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9" name="Google Shape;13439;p66"/>
            <p:cNvSpPr/>
            <p:nvPr/>
          </p:nvSpPr>
          <p:spPr>
            <a:xfrm>
              <a:off x="1099445" y="2414910"/>
              <a:ext cx="10581" cy="71692"/>
            </a:xfrm>
            <a:custGeom>
              <a:avLst/>
              <a:gdLst/>
              <a:ahLst/>
              <a:cxnLst/>
              <a:rect l="l" t="t" r="r" b="b"/>
              <a:pathLst>
                <a:path w="334" h="2263" extrusionOk="0">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0" name="Google Shape;13440;p66"/>
            <p:cNvSpPr/>
            <p:nvPr/>
          </p:nvSpPr>
          <p:spPr>
            <a:xfrm>
              <a:off x="1151495" y="2528420"/>
              <a:ext cx="71692" cy="10613"/>
            </a:xfrm>
            <a:custGeom>
              <a:avLst/>
              <a:gdLst/>
              <a:ahLst/>
              <a:cxnLst/>
              <a:rect l="l" t="t" r="r" b="b"/>
              <a:pathLst>
                <a:path w="2263" h="335" extrusionOk="0">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41" name="Google Shape;13441;p66"/>
          <p:cNvGrpSpPr/>
          <p:nvPr/>
        </p:nvGrpSpPr>
        <p:grpSpPr>
          <a:xfrm>
            <a:off x="7594288" y="2239859"/>
            <a:ext cx="279513" cy="355735"/>
            <a:chOff x="7594288" y="2415259"/>
            <a:chExt cx="279513" cy="355735"/>
          </a:xfrm>
        </p:grpSpPr>
        <p:sp>
          <p:nvSpPr>
            <p:cNvPr id="13442" name="Google Shape;13442;p66"/>
            <p:cNvSpPr/>
            <p:nvPr/>
          </p:nvSpPr>
          <p:spPr>
            <a:xfrm>
              <a:off x="7696108" y="2531841"/>
              <a:ext cx="10233" cy="16220"/>
            </a:xfrm>
            <a:custGeom>
              <a:avLst/>
              <a:gdLst/>
              <a:ahLst/>
              <a:cxnLst/>
              <a:rect l="l" t="t" r="r" b="b"/>
              <a:pathLst>
                <a:path w="323" h="512" extrusionOk="0">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3" name="Google Shape;13443;p66"/>
            <p:cNvSpPr/>
            <p:nvPr/>
          </p:nvSpPr>
          <p:spPr>
            <a:xfrm>
              <a:off x="7762889" y="2531841"/>
              <a:ext cx="10581" cy="16220"/>
            </a:xfrm>
            <a:custGeom>
              <a:avLst/>
              <a:gdLst/>
              <a:ahLst/>
              <a:cxnLst/>
              <a:rect l="l" t="t" r="r" b="b"/>
              <a:pathLst>
                <a:path w="334" h="512" extrusionOk="0">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4" name="Google Shape;13444;p66"/>
            <p:cNvSpPr/>
            <p:nvPr/>
          </p:nvSpPr>
          <p:spPr>
            <a:xfrm>
              <a:off x="7711948" y="2571156"/>
              <a:ext cx="45302" cy="15777"/>
            </a:xfrm>
            <a:custGeom>
              <a:avLst/>
              <a:gdLst/>
              <a:ahLst/>
              <a:cxnLst/>
              <a:rect l="l" t="t" r="r" b="b"/>
              <a:pathLst>
                <a:path w="1430" h="498" extrusionOk="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5" name="Google Shape;13445;p66"/>
            <p:cNvSpPr/>
            <p:nvPr/>
          </p:nvSpPr>
          <p:spPr>
            <a:xfrm>
              <a:off x="7594288" y="2415259"/>
              <a:ext cx="279513" cy="355735"/>
            </a:xfrm>
            <a:custGeom>
              <a:avLst/>
              <a:gdLst/>
              <a:ahLst/>
              <a:cxnLst/>
              <a:rect l="l" t="t" r="r" b="b"/>
              <a:pathLst>
                <a:path w="8823" h="11229" extrusionOk="0">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6" name="Google Shape;13446;p66"/>
            <p:cNvSpPr/>
            <p:nvPr/>
          </p:nvSpPr>
          <p:spPr>
            <a:xfrm>
              <a:off x="7690469" y="2515241"/>
              <a:ext cx="21511" cy="10581"/>
            </a:xfrm>
            <a:custGeom>
              <a:avLst/>
              <a:gdLst/>
              <a:ahLst/>
              <a:cxnLst/>
              <a:rect l="l" t="t" r="r" b="b"/>
              <a:pathLst>
                <a:path w="679" h="334" extrusionOk="0">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7" name="Google Shape;13447;p66"/>
            <p:cNvSpPr/>
            <p:nvPr/>
          </p:nvSpPr>
          <p:spPr>
            <a:xfrm>
              <a:off x="7757218" y="2515241"/>
              <a:ext cx="21923" cy="10581"/>
            </a:xfrm>
            <a:custGeom>
              <a:avLst/>
              <a:gdLst/>
              <a:ahLst/>
              <a:cxnLst/>
              <a:rect l="l" t="t" r="r" b="b"/>
              <a:pathLst>
                <a:path w="692" h="334" extrusionOk="0">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48" name="Google Shape;13448;p66"/>
          <p:cNvGrpSpPr/>
          <p:nvPr/>
        </p:nvGrpSpPr>
        <p:grpSpPr>
          <a:xfrm>
            <a:off x="7145794" y="2240239"/>
            <a:ext cx="278784" cy="355735"/>
            <a:chOff x="7145794" y="2415639"/>
            <a:chExt cx="278784" cy="355735"/>
          </a:xfrm>
        </p:grpSpPr>
        <p:sp>
          <p:nvSpPr>
            <p:cNvPr id="13449" name="Google Shape;13449;p66"/>
            <p:cNvSpPr/>
            <p:nvPr/>
          </p:nvSpPr>
          <p:spPr>
            <a:xfrm>
              <a:off x="7247265" y="2520880"/>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0" name="Google Shape;13450;p66"/>
            <p:cNvSpPr/>
            <p:nvPr/>
          </p:nvSpPr>
          <p:spPr>
            <a:xfrm>
              <a:off x="7313635" y="2520880"/>
              <a:ext cx="10613" cy="16252"/>
            </a:xfrm>
            <a:custGeom>
              <a:avLst/>
              <a:gdLst/>
              <a:ahLst/>
              <a:cxnLst/>
              <a:rect l="l" t="t" r="r" b="b"/>
              <a:pathLst>
                <a:path w="335" h="513" extrusionOk="0">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1" name="Google Shape;13451;p66"/>
            <p:cNvSpPr/>
            <p:nvPr/>
          </p:nvSpPr>
          <p:spPr>
            <a:xfrm>
              <a:off x="7145794" y="2415639"/>
              <a:ext cx="278784" cy="355735"/>
            </a:xfrm>
            <a:custGeom>
              <a:avLst/>
              <a:gdLst/>
              <a:ahLst/>
              <a:cxnLst/>
              <a:rect l="l" t="t" r="r" b="b"/>
              <a:pathLst>
                <a:path w="8800" h="11229" extrusionOk="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2" name="Google Shape;13452;p66"/>
            <p:cNvSpPr/>
            <p:nvPr/>
          </p:nvSpPr>
          <p:spPr>
            <a:xfrm>
              <a:off x="7254045" y="2717834"/>
              <a:ext cx="23031" cy="12799"/>
            </a:xfrm>
            <a:custGeom>
              <a:avLst/>
              <a:gdLst/>
              <a:ahLst/>
              <a:cxnLst/>
              <a:rect l="l" t="t" r="r" b="b"/>
              <a:pathLst>
                <a:path w="727" h="404" extrusionOk="0">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3" name="Google Shape;13453;p66"/>
            <p:cNvSpPr/>
            <p:nvPr/>
          </p:nvSpPr>
          <p:spPr>
            <a:xfrm>
              <a:off x="7287626" y="2719703"/>
              <a:ext cx="22271" cy="12070"/>
            </a:xfrm>
            <a:custGeom>
              <a:avLst/>
              <a:gdLst/>
              <a:ahLst/>
              <a:cxnLst/>
              <a:rect l="l" t="t" r="r" b="b"/>
              <a:pathLst>
                <a:path w="703" h="381" extrusionOk="0">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4" name="Google Shape;13454;p66"/>
            <p:cNvSpPr/>
            <p:nvPr/>
          </p:nvSpPr>
          <p:spPr>
            <a:xfrm>
              <a:off x="7224614" y="2703357"/>
              <a:ext cx="21162" cy="17107"/>
            </a:xfrm>
            <a:custGeom>
              <a:avLst/>
              <a:gdLst/>
              <a:ahLst/>
              <a:cxnLst/>
              <a:rect l="l" t="t" r="r" b="b"/>
              <a:pathLst>
                <a:path w="668" h="540" extrusionOk="0">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5" name="Google Shape;13455;p66"/>
            <p:cNvSpPr/>
            <p:nvPr/>
          </p:nvSpPr>
          <p:spPr>
            <a:xfrm>
              <a:off x="7319306" y="2706335"/>
              <a:ext cx="21162" cy="15998"/>
            </a:xfrm>
            <a:custGeom>
              <a:avLst/>
              <a:gdLst/>
              <a:ahLst/>
              <a:cxnLst/>
              <a:rect l="l" t="t" r="r" b="b"/>
              <a:pathLst>
                <a:path w="668" h="505" extrusionOk="0">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6" name="Google Shape;13456;p66"/>
            <p:cNvSpPr/>
            <p:nvPr/>
          </p:nvSpPr>
          <p:spPr>
            <a:xfrm>
              <a:off x="7202375" y="2678234"/>
              <a:ext cx="18501" cy="19578"/>
            </a:xfrm>
            <a:custGeom>
              <a:avLst/>
              <a:gdLst/>
              <a:ahLst/>
              <a:cxnLst/>
              <a:rect l="l" t="t" r="r" b="b"/>
              <a:pathLst>
                <a:path w="584" h="618" extrusionOk="0">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7" name="Google Shape;13457;p66"/>
            <p:cNvSpPr/>
            <p:nvPr/>
          </p:nvSpPr>
          <p:spPr>
            <a:xfrm>
              <a:off x="7345695" y="2683335"/>
              <a:ext cx="18913" cy="19388"/>
            </a:xfrm>
            <a:custGeom>
              <a:avLst/>
              <a:gdLst/>
              <a:ahLst/>
              <a:cxnLst/>
              <a:rect l="l" t="t" r="r" b="b"/>
              <a:pathLst>
                <a:path w="597" h="612" extrusionOk="0">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8" name="Google Shape;13458;p66"/>
            <p:cNvSpPr/>
            <p:nvPr/>
          </p:nvSpPr>
          <p:spPr>
            <a:xfrm>
              <a:off x="7280086" y="2559751"/>
              <a:ext cx="21891" cy="10201"/>
            </a:xfrm>
            <a:custGeom>
              <a:avLst/>
              <a:gdLst/>
              <a:ahLst/>
              <a:cxnLst/>
              <a:rect l="l" t="t" r="r" b="b"/>
              <a:pathLst>
                <a:path w="691" h="322" extrusionOk="0">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59" name="Google Shape;13459;p66"/>
          <p:cNvGrpSpPr/>
          <p:nvPr/>
        </p:nvGrpSpPr>
        <p:grpSpPr>
          <a:xfrm>
            <a:off x="6698441" y="2239130"/>
            <a:ext cx="277644" cy="357984"/>
            <a:chOff x="6698441" y="2414530"/>
            <a:chExt cx="277644" cy="357984"/>
          </a:xfrm>
        </p:grpSpPr>
        <p:sp>
          <p:nvSpPr>
            <p:cNvPr id="13460" name="Google Shape;13460;p66"/>
            <p:cNvSpPr/>
            <p:nvPr/>
          </p:nvSpPr>
          <p:spPr>
            <a:xfrm>
              <a:off x="6764462" y="2710611"/>
              <a:ext cx="10201" cy="60382"/>
            </a:xfrm>
            <a:custGeom>
              <a:avLst/>
              <a:gdLst/>
              <a:ahLst/>
              <a:cxnLst/>
              <a:rect l="l" t="t" r="r" b="b"/>
              <a:pathLst>
                <a:path w="322" h="1906" extrusionOk="0">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1" name="Google Shape;13461;p66"/>
            <p:cNvSpPr/>
            <p:nvPr/>
          </p:nvSpPr>
          <p:spPr>
            <a:xfrm>
              <a:off x="6898374" y="2710611"/>
              <a:ext cx="10201" cy="60382"/>
            </a:xfrm>
            <a:custGeom>
              <a:avLst/>
              <a:gdLst/>
              <a:ahLst/>
              <a:cxnLst/>
              <a:rect l="l" t="t" r="r" b="b"/>
              <a:pathLst>
                <a:path w="322" h="1906" extrusionOk="0">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2" name="Google Shape;13462;p66"/>
            <p:cNvSpPr/>
            <p:nvPr/>
          </p:nvSpPr>
          <p:spPr>
            <a:xfrm>
              <a:off x="6698441" y="2414530"/>
              <a:ext cx="277644" cy="357984"/>
            </a:xfrm>
            <a:custGeom>
              <a:avLst/>
              <a:gdLst/>
              <a:ahLst/>
              <a:cxnLst/>
              <a:rect l="l" t="t" r="r" b="b"/>
              <a:pathLst>
                <a:path w="8764" h="11300" extrusionOk="0">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3" name="Google Shape;13463;p66"/>
            <p:cNvSpPr/>
            <p:nvPr/>
          </p:nvSpPr>
          <p:spPr>
            <a:xfrm>
              <a:off x="6813503" y="2560195"/>
              <a:ext cx="45271" cy="16157"/>
            </a:xfrm>
            <a:custGeom>
              <a:avLst/>
              <a:gdLst/>
              <a:ahLst/>
              <a:cxnLst/>
              <a:rect l="l" t="t" r="r" b="b"/>
              <a:pathLst>
                <a:path w="1429" h="510" extrusionOk="0">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4" name="Google Shape;13464;p66"/>
            <p:cNvSpPr/>
            <p:nvPr/>
          </p:nvSpPr>
          <p:spPr>
            <a:xfrm>
              <a:off x="6792372" y="2493350"/>
              <a:ext cx="26801" cy="10233"/>
            </a:xfrm>
            <a:custGeom>
              <a:avLst/>
              <a:gdLst/>
              <a:ahLst/>
              <a:cxnLst/>
              <a:rect l="l" t="t" r="r" b="b"/>
              <a:pathLst>
                <a:path w="846" h="323" extrusionOk="0">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5" name="Google Shape;13465;p66"/>
            <p:cNvSpPr/>
            <p:nvPr/>
          </p:nvSpPr>
          <p:spPr>
            <a:xfrm>
              <a:off x="6853483" y="2493350"/>
              <a:ext cx="26801" cy="10233"/>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6" name="Google Shape;13466;p66"/>
          <p:cNvGrpSpPr/>
          <p:nvPr/>
        </p:nvGrpSpPr>
        <p:grpSpPr>
          <a:xfrm>
            <a:off x="4897750" y="2240239"/>
            <a:ext cx="279513" cy="357255"/>
            <a:chOff x="4897750" y="2415639"/>
            <a:chExt cx="279513" cy="357255"/>
          </a:xfrm>
        </p:grpSpPr>
        <p:sp>
          <p:nvSpPr>
            <p:cNvPr id="13467" name="Google Shape;13467;p66"/>
            <p:cNvSpPr/>
            <p:nvPr/>
          </p:nvSpPr>
          <p:spPr>
            <a:xfrm>
              <a:off x="4964119" y="2715522"/>
              <a:ext cx="10613" cy="55472"/>
            </a:xfrm>
            <a:custGeom>
              <a:avLst/>
              <a:gdLst/>
              <a:ahLst/>
              <a:cxnLst/>
              <a:rect l="l" t="t" r="r" b="b"/>
              <a:pathLst>
                <a:path w="335" h="1751" extrusionOk="0">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8" name="Google Shape;13468;p66"/>
            <p:cNvSpPr/>
            <p:nvPr/>
          </p:nvSpPr>
          <p:spPr>
            <a:xfrm>
              <a:off x="5098031" y="2715522"/>
              <a:ext cx="10581" cy="55472"/>
            </a:xfrm>
            <a:custGeom>
              <a:avLst/>
              <a:gdLst/>
              <a:ahLst/>
              <a:cxnLst/>
              <a:rect l="l" t="t" r="r" b="b"/>
              <a:pathLst>
                <a:path w="334" h="1751" extrusionOk="0">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9" name="Google Shape;13469;p66"/>
            <p:cNvSpPr/>
            <p:nvPr/>
          </p:nvSpPr>
          <p:spPr>
            <a:xfrm>
              <a:off x="4897750" y="2415639"/>
              <a:ext cx="279513" cy="357255"/>
            </a:xfrm>
            <a:custGeom>
              <a:avLst/>
              <a:gdLst/>
              <a:ahLst/>
              <a:cxnLst/>
              <a:rect l="l" t="t" r="r" b="b"/>
              <a:pathLst>
                <a:path w="8823" h="11277" extrusionOk="0">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0" name="Google Shape;13470;p66"/>
            <p:cNvSpPr/>
            <p:nvPr/>
          </p:nvSpPr>
          <p:spPr>
            <a:xfrm>
              <a:off x="4997700" y="2526551"/>
              <a:ext cx="10201" cy="16252"/>
            </a:xfrm>
            <a:custGeom>
              <a:avLst/>
              <a:gdLst/>
              <a:ahLst/>
              <a:cxnLst/>
              <a:rect l="l" t="t" r="r" b="b"/>
              <a:pathLst>
                <a:path w="322" h="513" extrusionOk="0">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1" name="Google Shape;13471;p66"/>
            <p:cNvSpPr/>
            <p:nvPr/>
          </p:nvSpPr>
          <p:spPr>
            <a:xfrm>
              <a:off x="5064830" y="2526551"/>
              <a:ext cx="10233" cy="16252"/>
            </a:xfrm>
            <a:custGeom>
              <a:avLst/>
              <a:gdLst/>
              <a:ahLst/>
              <a:cxnLst/>
              <a:rect l="l" t="t" r="r" b="b"/>
              <a:pathLst>
                <a:path w="323" h="513" extrusionOk="0">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2" name="Google Shape;13472;p66"/>
            <p:cNvSpPr/>
            <p:nvPr/>
          </p:nvSpPr>
          <p:spPr>
            <a:xfrm>
              <a:off x="5013160" y="2565865"/>
              <a:ext cx="46063" cy="16157"/>
            </a:xfrm>
            <a:custGeom>
              <a:avLst/>
              <a:gdLst/>
              <a:ahLst/>
              <a:cxnLst/>
              <a:rect l="l" t="t" r="r" b="b"/>
              <a:pathLst>
                <a:path w="1454" h="510" extrusionOk="0">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3" name="Google Shape;13473;p66"/>
            <p:cNvSpPr/>
            <p:nvPr/>
          </p:nvSpPr>
          <p:spPr>
            <a:xfrm>
              <a:off x="4992030" y="2509570"/>
              <a:ext cx="21923" cy="10581"/>
            </a:xfrm>
            <a:custGeom>
              <a:avLst/>
              <a:gdLst/>
              <a:ahLst/>
              <a:cxnLst/>
              <a:rect l="l" t="t" r="r" b="b"/>
              <a:pathLst>
                <a:path w="692" h="334" extrusionOk="0">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4" name="Google Shape;13474;p66"/>
            <p:cNvSpPr/>
            <p:nvPr/>
          </p:nvSpPr>
          <p:spPr>
            <a:xfrm>
              <a:off x="5059191" y="2509570"/>
              <a:ext cx="21511" cy="10581"/>
            </a:xfrm>
            <a:custGeom>
              <a:avLst/>
              <a:gdLst/>
              <a:ahLst/>
              <a:cxnLst/>
              <a:rect l="l" t="t" r="r" b="b"/>
              <a:pathLst>
                <a:path w="679" h="334" extrusionOk="0">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75" name="Google Shape;13475;p66"/>
          <p:cNvGrpSpPr/>
          <p:nvPr/>
        </p:nvGrpSpPr>
        <p:grpSpPr>
          <a:xfrm>
            <a:off x="5812066" y="2240619"/>
            <a:ext cx="264813" cy="353454"/>
            <a:chOff x="5812066" y="2416019"/>
            <a:chExt cx="264813" cy="353454"/>
          </a:xfrm>
        </p:grpSpPr>
        <p:sp>
          <p:nvSpPr>
            <p:cNvPr id="13476" name="Google Shape;13476;p66"/>
            <p:cNvSpPr/>
            <p:nvPr/>
          </p:nvSpPr>
          <p:spPr>
            <a:xfrm>
              <a:off x="5812066" y="2416019"/>
              <a:ext cx="264813" cy="353454"/>
            </a:xfrm>
            <a:custGeom>
              <a:avLst/>
              <a:gdLst/>
              <a:ahLst/>
              <a:cxnLst/>
              <a:rect l="l" t="t" r="r" b="b"/>
              <a:pathLst>
                <a:path w="8359" h="11157" extrusionOk="0">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7" name="Google Shape;13477;p66"/>
            <p:cNvSpPr/>
            <p:nvPr/>
          </p:nvSpPr>
          <p:spPr>
            <a:xfrm>
              <a:off x="5923707" y="2588136"/>
              <a:ext cx="43402" cy="15396"/>
            </a:xfrm>
            <a:custGeom>
              <a:avLst/>
              <a:gdLst/>
              <a:ahLst/>
              <a:cxnLst/>
              <a:rect l="l" t="t" r="r" b="b"/>
              <a:pathLst>
                <a:path w="1370" h="486" extrusionOk="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8" name="Google Shape;13478;p66"/>
            <p:cNvSpPr/>
            <p:nvPr/>
          </p:nvSpPr>
          <p:spPr>
            <a:xfrm>
              <a:off x="5983677" y="2742291"/>
              <a:ext cx="10201" cy="26833"/>
            </a:xfrm>
            <a:custGeom>
              <a:avLst/>
              <a:gdLst/>
              <a:ahLst/>
              <a:cxnLst/>
              <a:rect l="l" t="t" r="r" b="b"/>
              <a:pathLst>
                <a:path w="322" h="847" extrusionOk="0">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9" name="Google Shape;13479;p66"/>
            <p:cNvSpPr/>
            <p:nvPr/>
          </p:nvSpPr>
          <p:spPr>
            <a:xfrm>
              <a:off x="5906726" y="2543531"/>
              <a:ext cx="10581" cy="16252"/>
            </a:xfrm>
            <a:custGeom>
              <a:avLst/>
              <a:gdLst/>
              <a:ahLst/>
              <a:cxnLst/>
              <a:rect l="l" t="t" r="r" b="b"/>
              <a:pathLst>
                <a:path w="334" h="513" extrusionOk="0">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0" name="Google Shape;13480;p66"/>
            <p:cNvSpPr/>
            <p:nvPr/>
          </p:nvSpPr>
          <p:spPr>
            <a:xfrm>
              <a:off x="5972747" y="2543531"/>
              <a:ext cx="10581" cy="16252"/>
            </a:xfrm>
            <a:custGeom>
              <a:avLst/>
              <a:gdLst/>
              <a:ahLst/>
              <a:cxnLst/>
              <a:rect l="l" t="t" r="r" b="b"/>
              <a:pathLst>
                <a:path w="334" h="513" extrusionOk="0">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1" name="Google Shape;13481;p66"/>
            <p:cNvSpPr/>
            <p:nvPr/>
          </p:nvSpPr>
          <p:spPr>
            <a:xfrm>
              <a:off x="5901055" y="2526931"/>
              <a:ext cx="16252" cy="10581"/>
            </a:xfrm>
            <a:custGeom>
              <a:avLst/>
              <a:gdLst/>
              <a:ahLst/>
              <a:cxnLst/>
              <a:rect l="l" t="t" r="r" b="b"/>
              <a:pathLst>
                <a:path w="513" h="334" extrusionOk="0">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2" name="Google Shape;13482;p66"/>
            <p:cNvSpPr/>
            <p:nvPr/>
          </p:nvSpPr>
          <p:spPr>
            <a:xfrm>
              <a:off x="5972367" y="2526899"/>
              <a:ext cx="16220" cy="10613"/>
            </a:xfrm>
            <a:custGeom>
              <a:avLst/>
              <a:gdLst/>
              <a:ahLst/>
              <a:cxnLst/>
              <a:rect l="l" t="t" r="r" b="b"/>
              <a:pathLst>
                <a:path w="512" h="335" extrusionOk="0">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83" name="Google Shape;13483;p66"/>
          <p:cNvGrpSpPr/>
          <p:nvPr/>
        </p:nvGrpSpPr>
        <p:grpSpPr>
          <a:xfrm>
            <a:off x="8054820" y="2240999"/>
            <a:ext cx="264433" cy="353454"/>
            <a:chOff x="8054820" y="2416399"/>
            <a:chExt cx="264433" cy="353454"/>
          </a:xfrm>
        </p:grpSpPr>
        <p:sp>
          <p:nvSpPr>
            <p:cNvPr id="13484" name="Google Shape;13484;p66"/>
            <p:cNvSpPr/>
            <p:nvPr/>
          </p:nvSpPr>
          <p:spPr>
            <a:xfrm>
              <a:off x="8148371" y="2538621"/>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5" name="Google Shape;13485;p66"/>
            <p:cNvSpPr/>
            <p:nvPr/>
          </p:nvSpPr>
          <p:spPr>
            <a:xfrm>
              <a:off x="8214361" y="2538621"/>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6" name="Google Shape;13486;p66"/>
            <p:cNvSpPr/>
            <p:nvPr/>
          </p:nvSpPr>
          <p:spPr>
            <a:xfrm>
              <a:off x="8054820" y="2416399"/>
              <a:ext cx="264433" cy="353454"/>
            </a:xfrm>
            <a:custGeom>
              <a:avLst/>
              <a:gdLst/>
              <a:ahLst/>
              <a:cxnLst/>
              <a:rect l="l" t="t" r="r" b="b"/>
              <a:pathLst>
                <a:path w="8347" h="11157" extrusionOk="0">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7" name="Google Shape;13487;p66"/>
            <p:cNvSpPr/>
            <p:nvPr/>
          </p:nvSpPr>
          <p:spPr>
            <a:xfrm>
              <a:off x="8164972" y="2582371"/>
              <a:ext cx="43782" cy="15492"/>
            </a:xfrm>
            <a:custGeom>
              <a:avLst/>
              <a:gdLst/>
              <a:ahLst/>
              <a:cxnLst/>
              <a:rect l="l" t="t" r="r" b="b"/>
              <a:pathLst>
                <a:path w="1382" h="489" extrusionOk="0">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8" name="Google Shape;13488;p66"/>
            <p:cNvSpPr/>
            <p:nvPr/>
          </p:nvSpPr>
          <p:spPr>
            <a:xfrm>
              <a:off x="8141592" y="2519137"/>
              <a:ext cx="18501" cy="13844"/>
            </a:xfrm>
            <a:custGeom>
              <a:avLst/>
              <a:gdLst/>
              <a:ahLst/>
              <a:cxnLst/>
              <a:rect l="l" t="t" r="r" b="b"/>
              <a:pathLst>
                <a:path w="584" h="437" extrusionOk="0">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9" name="Google Shape;13489;p66"/>
            <p:cNvSpPr/>
            <p:nvPr/>
          </p:nvSpPr>
          <p:spPr>
            <a:xfrm>
              <a:off x="8211731" y="2518409"/>
              <a:ext cx="18881" cy="13812"/>
            </a:xfrm>
            <a:custGeom>
              <a:avLst/>
              <a:gdLst/>
              <a:ahLst/>
              <a:cxnLst/>
              <a:rect l="l" t="t" r="r" b="b"/>
              <a:pathLst>
                <a:path w="596" h="436" extrusionOk="0">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0" name="Google Shape;13490;p66"/>
          <p:cNvGrpSpPr/>
          <p:nvPr/>
        </p:nvGrpSpPr>
        <p:grpSpPr>
          <a:xfrm>
            <a:off x="5356413" y="2237990"/>
            <a:ext cx="271212" cy="361374"/>
            <a:chOff x="5356413" y="2413390"/>
            <a:chExt cx="271212" cy="361374"/>
          </a:xfrm>
        </p:grpSpPr>
        <p:sp>
          <p:nvSpPr>
            <p:cNvPr id="13491" name="Google Shape;13491;p66"/>
            <p:cNvSpPr/>
            <p:nvPr/>
          </p:nvSpPr>
          <p:spPr>
            <a:xfrm>
              <a:off x="5453734" y="2525790"/>
              <a:ext cx="10201" cy="15872"/>
            </a:xfrm>
            <a:custGeom>
              <a:avLst/>
              <a:gdLst/>
              <a:ahLst/>
              <a:cxnLst/>
              <a:rect l="l" t="t" r="r" b="b"/>
              <a:pathLst>
                <a:path w="322" h="501" extrusionOk="0">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2" name="Google Shape;13492;p66"/>
            <p:cNvSpPr/>
            <p:nvPr/>
          </p:nvSpPr>
          <p:spPr>
            <a:xfrm>
              <a:off x="5521624" y="2525790"/>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3" name="Google Shape;13493;p66"/>
            <p:cNvSpPr/>
            <p:nvPr/>
          </p:nvSpPr>
          <p:spPr>
            <a:xfrm>
              <a:off x="5356413" y="2413390"/>
              <a:ext cx="271212" cy="361374"/>
            </a:xfrm>
            <a:custGeom>
              <a:avLst/>
              <a:gdLst/>
              <a:ahLst/>
              <a:cxnLst/>
              <a:rect l="l" t="t" r="r" b="b"/>
              <a:pathLst>
                <a:path w="8561" h="11407" extrusionOk="0">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4" name="Google Shape;13494;p66"/>
            <p:cNvSpPr/>
            <p:nvPr/>
          </p:nvSpPr>
          <p:spPr>
            <a:xfrm>
              <a:off x="5459373" y="2530701"/>
              <a:ext cx="66813" cy="72832"/>
            </a:xfrm>
            <a:custGeom>
              <a:avLst/>
              <a:gdLst/>
              <a:ahLst/>
              <a:cxnLst/>
              <a:rect l="l" t="t" r="r" b="b"/>
              <a:pathLst>
                <a:path w="2109" h="2299" extrusionOk="0">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5" name="Google Shape;13495;p66"/>
            <p:cNvSpPr/>
            <p:nvPr/>
          </p:nvSpPr>
          <p:spPr>
            <a:xfrm>
              <a:off x="5446923" y="2502854"/>
              <a:ext cx="23792" cy="16188"/>
            </a:xfrm>
            <a:custGeom>
              <a:avLst/>
              <a:gdLst/>
              <a:ahLst/>
              <a:cxnLst/>
              <a:rect l="l" t="t" r="r" b="b"/>
              <a:pathLst>
                <a:path w="751" h="511" extrusionOk="0">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6" name="Google Shape;13496;p66"/>
          <p:cNvGrpSpPr/>
          <p:nvPr/>
        </p:nvGrpSpPr>
        <p:grpSpPr>
          <a:xfrm>
            <a:off x="6255238" y="2236849"/>
            <a:ext cx="271244" cy="360994"/>
            <a:chOff x="6255238" y="2412249"/>
            <a:chExt cx="271244" cy="360994"/>
          </a:xfrm>
        </p:grpSpPr>
        <p:sp>
          <p:nvSpPr>
            <p:cNvPr id="13497" name="Google Shape;13497;p66"/>
            <p:cNvSpPr/>
            <p:nvPr/>
          </p:nvSpPr>
          <p:spPr>
            <a:xfrm>
              <a:off x="6351799" y="2554080"/>
              <a:ext cx="10613" cy="15872"/>
            </a:xfrm>
            <a:custGeom>
              <a:avLst/>
              <a:gdLst/>
              <a:ahLst/>
              <a:cxnLst/>
              <a:rect l="l" t="t" r="r" b="b"/>
              <a:pathLst>
                <a:path w="335" h="501" extrusionOk="0">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8" name="Google Shape;13498;p66"/>
            <p:cNvSpPr/>
            <p:nvPr/>
          </p:nvSpPr>
          <p:spPr>
            <a:xfrm>
              <a:off x="6419720" y="2554080"/>
              <a:ext cx="10581" cy="15872"/>
            </a:xfrm>
            <a:custGeom>
              <a:avLst/>
              <a:gdLst/>
              <a:ahLst/>
              <a:cxnLst/>
              <a:rect l="l" t="t" r="r" b="b"/>
              <a:pathLst>
                <a:path w="334" h="501" extrusionOk="0">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9" name="Google Shape;13499;p66"/>
            <p:cNvSpPr/>
            <p:nvPr/>
          </p:nvSpPr>
          <p:spPr>
            <a:xfrm>
              <a:off x="6368399" y="2593775"/>
              <a:ext cx="45302" cy="15777"/>
            </a:xfrm>
            <a:custGeom>
              <a:avLst/>
              <a:gdLst/>
              <a:ahLst/>
              <a:cxnLst/>
              <a:rect l="l" t="t" r="r" b="b"/>
              <a:pathLst>
                <a:path w="1430" h="498" extrusionOk="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0" name="Google Shape;13500;p66"/>
            <p:cNvSpPr/>
            <p:nvPr/>
          </p:nvSpPr>
          <p:spPr>
            <a:xfrm>
              <a:off x="6255238" y="2412249"/>
              <a:ext cx="271244" cy="360994"/>
            </a:xfrm>
            <a:custGeom>
              <a:avLst/>
              <a:gdLst/>
              <a:ahLst/>
              <a:cxnLst/>
              <a:rect l="l" t="t" r="r" b="b"/>
              <a:pathLst>
                <a:path w="8562" h="11395" extrusionOk="0">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1" name="Google Shape;13501;p66"/>
            <p:cNvSpPr/>
            <p:nvPr/>
          </p:nvSpPr>
          <p:spPr>
            <a:xfrm>
              <a:off x="6345779" y="2535167"/>
              <a:ext cx="22651" cy="12545"/>
            </a:xfrm>
            <a:custGeom>
              <a:avLst/>
              <a:gdLst/>
              <a:ahLst/>
              <a:cxnLst/>
              <a:rect l="l" t="t" r="r" b="b"/>
              <a:pathLst>
                <a:path w="715" h="396" extrusionOk="0">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2" name="Google Shape;13502;p66"/>
            <p:cNvSpPr/>
            <p:nvPr/>
          </p:nvSpPr>
          <p:spPr>
            <a:xfrm>
              <a:off x="6413670" y="2535167"/>
              <a:ext cx="22651" cy="12545"/>
            </a:xfrm>
            <a:custGeom>
              <a:avLst/>
              <a:gdLst/>
              <a:ahLst/>
              <a:cxnLst/>
              <a:rect l="l" t="t" r="r" b="b"/>
              <a:pathLst>
                <a:path w="715" h="396" extrusionOk="0">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03" name="Google Shape;13503;p66"/>
          <p:cNvGrpSpPr/>
          <p:nvPr/>
        </p:nvGrpSpPr>
        <p:grpSpPr>
          <a:xfrm>
            <a:off x="2185372" y="1782399"/>
            <a:ext cx="366664" cy="366981"/>
            <a:chOff x="2185372" y="1957799"/>
            <a:chExt cx="366664" cy="366981"/>
          </a:xfrm>
        </p:grpSpPr>
        <p:sp>
          <p:nvSpPr>
            <p:cNvPr id="13504" name="Google Shape;13504;p66"/>
            <p:cNvSpPr/>
            <p:nvPr/>
          </p:nvSpPr>
          <p:spPr>
            <a:xfrm>
              <a:off x="2228742" y="2000853"/>
              <a:ext cx="75082" cy="74226"/>
            </a:xfrm>
            <a:custGeom>
              <a:avLst/>
              <a:gdLst/>
              <a:ahLst/>
              <a:cxnLst/>
              <a:rect l="l" t="t" r="r" b="b"/>
              <a:pathLst>
                <a:path w="2370" h="2343" extrusionOk="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5" name="Google Shape;13505;p66"/>
            <p:cNvSpPr/>
            <p:nvPr/>
          </p:nvSpPr>
          <p:spPr>
            <a:xfrm>
              <a:off x="2188001" y="2067159"/>
              <a:ext cx="98873" cy="35070"/>
            </a:xfrm>
            <a:custGeom>
              <a:avLst/>
              <a:gdLst/>
              <a:ahLst/>
              <a:cxnLst/>
              <a:rect l="l" t="t" r="r" b="b"/>
              <a:pathLst>
                <a:path w="3121" h="1107" extrusionOk="0">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6" name="Google Shape;13506;p66"/>
            <p:cNvSpPr/>
            <p:nvPr/>
          </p:nvSpPr>
          <p:spPr>
            <a:xfrm>
              <a:off x="2185372" y="2119114"/>
              <a:ext cx="97733" cy="37066"/>
            </a:xfrm>
            <a:custGeom>
              <a:avLst/>
              <a:gdLst/>
              <a:ahLst/>
              <a:cxnLst/>
              <a:rect l="l" t="t" r="r" b="b"/>
              <a:pathLst>
                <a:path w="3085" h="1170" extrusionOk="0">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7" name="Google Shape;13507;p66"/>
            <p:cNvSpPr/>
            <p:nvPr/>
          </p:nvSpPr>
          <p:spPr>
            <a:xfrm>
              <a:off x="2294763" y="1960587"/>
              <a:ext cx="36242" cy="97131"/>
            </a:xfrm>
            <a:custGeom>
              <a:avLst/>
              <a:gdLst/>
              <a:ahLst/>
              <a:cxnLst/>
              <a:rect l="l" t="t" r="r" b="b"/>
              <a:pathLst>
                <a:path w="1144" h="3066" extrusionOk="0">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8" name="Google Shape;13508;p66"/>
            <p:cNvSpPr/>
            <p:nvPr/>
          </p:nvSpPr>
          <p:spPr>
            <a:xfrm>
              <a:off x="2346433" y="1957799"/>
              <a:ext cx="38491" cy="96909"/>
            </a:xfrm>
            <a:custGeom>
              <a:avLst/>
              <a:gdLst/>
              <a:ahLst/>
              <a:cxnLst/>
              <a:rect l="l" t="t" r="r" b="b"/>
              <a:pathLst>
                <a:path w="1215" h="3059" extrusionOk="0">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9" name="Google Shape;13509;p66"/>
            <p:cNvSpPr/>
            <p:nvPr/>
          </p:nvSpPr>
          <p:spPr>
            <a:xfrm>
              <a:off x="2290993" y="2100391"/>
              <a:ext cx="37731" cy="121778"/>
            </a:xfrm>
            <a:custGeom>
              <a:avLst/>
              <a:gdLst/>
              <a:ahLst/>
              <a:cxnLst/>
              <a:rect l="l" t="t" r="r" b="b"/>
              <a:pathLst>
                <a:path w="1191" h="3844" extrusionOk="0">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0" name="Google Shape;13510;p66"/>
            <p:cNvSpPr/>
            <p:nvPr/>
          </p:nvSpPr>
          <p:spPr>
            <a:xfrm>
              <a:off x="2353592" y="2091362"/>
              <a:ext cx="68302" cy="20307"/>
            </a:xfrm>
            <a:custGeom>
              <a:avLst/>
              <a:gdLst/>
              <a:ahLst/>
              <a:cxnLst/>
              <a:rect l="l" t="t" r="r" b="b"/>
              <a:pathLst>
                <a:path w="2156" h="641" extrusionOk="0">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1" name="Google Shape;13511;p66"/>
            <p:cNvSpPr/>
            <p:nvPr/>
          </p:nvSpPr>
          <p:spPr>
            <a:xfrm>
              <a:off x="2321532" y="2064434"/>
              <a:ext cx="230504" cy="260346"/>
            </a:xfrm>
            <a:custGeom>
              <a:avLst/>
              <a:gdLst/>
              <a:ahLst/>
              <a:cxnLst/>
              <a:rect l="l" t="t" r="r" b="b"/>
              <a:pathLst>
                <a:path w="7276" h="8218" extrusionOk="0">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12" name="Google Shape;13512;p66"/>
          <p:cNvGrpSpPr/>
          <p:nvPr/>
        </p:nvGrpSpPr>
        <p:grpSpPr>
          <a:xfrm>
            <a:off x="1737258" y="1812971"/>
            <a:ext cx="370814" cy="307359"/>
            <a:chOff x="1737258" y="1988371"/>
            <a:chExt cx="370814" cy="307359"/>
          </a:xfrm>
        </p:grpSpPr>
        <p:sp>
          <p:nvSpPr>
            <p:cNvPr id="13513" name="Google Shape;13513;p66"/>
            <p:cNvSpPr/>
            <p:nvPr/>
          </p:nvSpPr>
          <p:spPr>
            <a:xfrm>
              <a:off x="1963200" y="1996607"/>
              <a:ext cx="144873" cy="144492"/>
            </a:xfrm>
            <a:custGeom>
              <a:avLst/>
              <a:gdLst/>
              <a:ahLst/>
              <a:cxnLst/>
              <a:rect l="l" t="t" r="r" b="b"/>
              <a:pathLst>
                <a:path w="4573" h="4561" extrusionOk="0">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4" name="Google Shape;13514;p66"/>
            <p:cNvSpPr/>
            <p:nvPr/>
          </p:nvSpPr>
          <p:spPr>
            <a:xfrm>
              <a:off x="1737258" y="1988371"/>
              <a:ext cx="350064" cy="307359"/>
            </a:xfrm>
            <a:custGeom>
              <a:avLst/>
              <a:gdLst/>
              <a:ahLst/>
              <a:cxnLst/>
              <a:rect l="l" t="t" r="r" b="b"/>
              <a:pathLst>
                <a:path w="11050" h="9702" extrusionOk="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5" name="Google Shape;13515;p66"/>
            <p:cNvSpPr/>
            <p:nvPr/>
          </p:nvSpPr>
          <p:spPr>
            <a:xfrm>
              <a:off x="1799129" y="2040738"/>
              <a:ext cx="28322" cy="53571"/>
            </a:xfrm>
            <a:custGeom>
              <a:avLst/>
              <a:gdLst/>
              <a:ahLst/>
              <a:cxnLst/>
              <a:rect l="l" t="t" r="r" b="b"/>
              <a:pathLst>
                <a:path w="894" h="1691" extrusionOk="0">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6" name="Google Shape;13516;p66"/>
            <p:cNvSpPr/>
            <p:nvPr/>
          </p:nvSpPr>
          <p:spPr>
            <a:xfrm>
              <a:off x="1802899" y="2024137"/>
              <a:ext cx="16252" cy="15872"/>
            </a:xfrm>
            <a:custGeom>
              <a:avLst/>
              <a:gdLst/>
              <a:ahLst/>
              <a:cxnLst/>
              <a:rect l="l" t="t" r="r" b="b"/>
              <a:pathLst>
                <a:path w="513" h="501" extrusionOk="0">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17" name="Google Shape;13517;p66"/>
          <p:cNvGrpSpPr/>
          <p:nvPr/>
        </p:nvGrpSpPr>
        <p:grpSpPr>
          <a:xfrm>
            <a:off x="848983" y="1814111"/>
            <a:ext cx="369294" cy="304350"/>
            <a:chOff x="848983" y="1989511"/>
            <a:chExt cx="369294" cy="304350"/>
          </a:xfrm>
        </p:grpSpPr>
        <p:sp>
          <p:nvSpPr>
            <p:cNvPr id="13518" name="Google Shape;13518;p66"/>
            <p:cNvSpPr/>
            <p:nvPr/>
          </p:nvSpPr>
          <p:spPr>
            <a:xfrm>
              <a:off x="890483" y="1989511"/>
              <a:ext cx="286704" cy="304350"/>
            </a:xfrm>
            <a:custGeom>
              <a:avLst/>
              <a:gdLst/>
              <a:ahLst/>
              <a:cxnLst/>
              <a:rect l="l" t="t" r="r" b="b"/>
              <a:pathLst>
                <a:path w="9050" h="9607" extrusionOk="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9" name="Google Shape;13519;p66"/>
            <p:cNvSpPr/>
            <p:nvPr/>
          </p:nvSpPr>
          <p:spPr>
            <a:xfrm>
              <a:off x="882943" y="2031107"/>
              <a:ext cx="42641" cy="56802"/>
            </a:xfrm>
            <a:custGeom>
              <a:avLst/>
              <a:gdLst/>
              <a:ahLst/>
              <a:cxnLst/>
              <a:rect l="l" t="t" r="r" b="b"/>
              <a:pathLst>
                <a:path w="1346" h="1793" extrusionOk="0">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0" name="Google Shape;13520;p66"/>
            <p:cNvSpPr/>
            <p:nvPr/>
          </p:nvSpPr>
          <p:spPr>
            <a:xfrm>
              <a:off x="848983" y="2072354"/>
              <a:ext cx="59622" cy="30635"/>
            </a:xfrm>
            <a:custGeom>
              <a:avLst/>
              <a:gdLst/>
              <a:ahLst/>
              <a:cxnLst/>
              <a:rect l="l" t="t" r="r" b="b"/>
              <a:pathLst>
                <a:path w="1882" h="967" extrusionOk="0">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1" name="Google Shape;13521;p66"/>
            <p:cNvSpPr/>
            <p:nvPr/>
          </p:nvSpPr>
          <p:spPr>
            <a:xfrm>
              <a:off x="1142054" y="2031265"/>
              <a:ext cx="41913" cy="56644"/>
            </a:xfrm>
            <a:custGeom>
              <a:avLst/>
              <a:gdLst/>
              <a:ahLst/>
              <a:cxnLst/>
              <a:rect l="l" t="t" r="r" b="b"/>
              <a:pathLst>
                <a:path w="1323" h="1788" extrusionOk="0">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2" name="Google Shape;13522;p66"/>
            <p:cNvSpPr/>
            <p:nvPr/>
          </p:nvSpPr>
          <p:spPr>
            <a:xfrm>
              <a:off x="1158274" y="2072196"/>
              <a:ext cx="60002" cy="30413"/>
            </a:xfrm>
            <a:custGeom>
              <a:avLst/>
              <a:gdLst/>
              <a:ahLst/>
              <a:cxnLst/>
              <a:rect l="l" t="t" r="r" b="b"/>
              <a:pathLst>
                <a:path w="1894" h="960" extrusionOk="0">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3" name="Google Shape;13523;p66"/>
          <p:cNvGrpSpPr/>
          <p:nvPr/>
        </p:nvGrpSpPr>
        <p:grpSpPr>
          <a:xfrm>
            <a:off x="3074027" y="1808377"/>
            <a:ext cx="380604" cy="313854"/>
            <a:chOff x="3074027" y="1983777"/>
            <a:chExt cx="380604" cy="313854"/>
          </a:xfrm>
        </p:grpSpPr>
        <p:sp>
          <p:nvSpPr>
            <p:cNvPr id="13524" name="Google Shape;13524;p66"/>
            <p:cNvSpPr/>
            <p:nvPr/>
          </p:nvSpPr>
          <p:spPr>
            <a:xfrm>
              <a:off x="3130608" y="1984886"/>
              <a:ext cx="324023" cy="312745"/>
            </a:xfrm>
            <a:custGeom>
              <a:avLst/>
              <a:gdLst/>
              <a:ahLst/>
              <a:cxnLst/>
              <a:rect l="l" t="t" r="r" b="b"/>
              <a:pathLst>
                <a:path w="10228" h="9872" extrusionOk="0">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5" name="Google Shape;13525;p66"/>
            <p:cNvSpPr/>
            <p:nvPr/>
          </p:nvSpPr>
          <p:spPr>
            <a:xfrm>
              <a:off x="3243008" y="2008678"/>
              <a:ext cx="185613" cy="169741"/>
            </a:xfrm>
            <a:custGeom>
              <a:avLst/>
              <a:gdLst/>
              <a:ahLst/>
              <a:cxnLst/>
              <a:rect l="l" t="t" r="r" b="b"/>
              <a:pathLst>
                <a:path w="5859" h="5358" extrusionOk="0">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6" name="Google Shape;13526;p66"/>
            <p:cNvSpPr/>
            <p:nvPr/>
          </p:nvSpPr>
          <p:spPr>
            <a:xfrm>
              <a:off x="3074027" y="1983777"/>
              <a:ext cx="155802" cy="163342"/>
            </a:xfrm>
            <a:custGeom>
              <a:avLst/>
              <a:gdLst/>
              <a:ahLst/>
              <a:cxnLst/>
              <a:rect l="l" t="t" r="r" b="b"/>
              <a:pathLst>
                <a:path w="4918" h="5156" extrusionOk="0">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7" name="Google Shape;13527;p66"/>
            <p:cNvSpPr/>
            <p:nvPr/>
          </p:nvSpPr>
          <p:spPr>
            <a:xfrm>
              <a:off x="3135518" y="2038077"/>
              <a:ext cx="28322" cy="54363"/>
            </a:xfrm>
            <a:custGeom>
              <a:avLst/>
              <a:gdLst/>
              <a:ahLst/>
              <a:cxnLst/>
              <a:rect l="l" t="t" r="r" b="b"/>
              <a:pathLst>
                <a:path w="894" h="1716" extrusionOk="0">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8" name="Google Shape;13528;p66"/>
            <p:cNvSpPr/>
            <p:nvPr/>
          </p:nvSpPr>
          <p:spPr>
            <a:xfrm>
              <a:off x="3138908" y="2021096"/>
              <a:ext cx="16252" cy="16252"/>
            </a:xfrm>
            <a:custGeom>
              <a:avLst/>
              <a:gdLst/>
              <a:ahLst/>
              <a:cxnLst/>
              <a:rect l="l" t="t" r="r" b="b"/>
              <a:pathLst>
                <a:path w="513" h="513" extrusionOk="0">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9" name="Google Shape;13529;p66"/>
          <p:cNvGrpSpPr/>
          <p:nvPr/>
        </p:nvGrpSpPr>
        <p:grpSpPr>
          <a:xfrm>
            <a:off x="3522521" y="1800457"/>
            <a:ext cx="367013" cy="331278"/>
            <a:chOff x="3522521" y="1975857"/>
            <a:chExt cx="367013" cy="331278"/>
          </a:xfrm>
        </p:grpSpPr>
        <p:sp>
          <p:nvSpPr>
            <p:cNvPr id="13530" name="Google Shape;13530;p66"/>
            <p:cNvSpPr/>
            <p:nvPr/>
          </p:nvSpPr>
          <p:spPr>
            <a:xfrm>
              <a:off x="3665841" y="1975857"/>
              <a:ext cx="91302" cy="91682"/>
            </a:xfrm>
            <a:custGeom>
              <a:avLst/>
              <a:gdLst/>
              <a:ahLst/>
              <a:cxnLst/>
              <a:rect l="l" t="t" r="r" b="b"/>
              <a:pathLst>
                <a:path w="2882" h="2894" extrusionOk="0">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1" name="Google Shape;13531;p66"/>
            <p:cNvSpPr/>
            <p:nvPr/>
          </p:nvSpPr>
          <p:spPr>
            <a:xfrm>
              <a:off x="3693751" y="2004147"/>
              <a:ext cx="34721" cy="35101"/>
            </a:xfrm>
            <a:custGeom>
              <a:avLst/>
              <a:gdLst/>
              <a:ahLst/>
              <a:cxnLst/>
              <a:rect l="l" t="t" r="r" b="b"/>
              <a:pathLst>
                <a:path w="1096" h="1108" extrusionOk="0">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2" name="Google Shape;13532;p66"/>
            <p:cNvSpPr/>
            <p:nvPr/>
          </p:nvSpPr>
          <p:spPr>
            <a:xfrm>
              <a:off x="3679052" y="2008297"/>
              <a:ext cx="210482" cy="228983"/>
            </a:xfrm>
            <a:custGeom>
              <a:avLst/>
              <a:gdLst/>
              <a:ahLst/>
              <a:cxnLst/>
              <a:rect l="l" t="t" r="r" b="b"/>
              <a:pathLst>
                <a:path w="6644" h="7228" extrusionOk="0">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3" name="Google Shape;13533;p66"/>
            <p:cNvSpPr/>
            <p:nvPr/>
          </p:nvSpPr>
          <p:spPr>
            <a:xfrm>
              <a:off x="3772951" y="2050907"/>
              <a:ext cx="73973" cy="73593"/>
            </a:xfrm>
            <a:custGeom>
              <a:avLst/>
              <a:gdLst/>
              <a:ahLst/>
              <a:cxnLst/>
              <a:rect l="l" t="t" r="r" b="b"/>
              <a:pathLst>
                <a:path w="2335" h="2323" extrusionOk="0">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4" name="Google Shape;13534;p66"/>
            <p:cNvSpPr/>
            <p:nvPr/>
          </p:nvSpPr>
          <p:spPr>
            <a:xfrm>
              <a:off x="3790312" y="2069028"/>
              <a:ext cx="38491" cy="38491"/>
            </a:xfrm>
            <a:custGeom>
              <a:avLst/>
              <a:gdLst/>
              <a:ahLst/>
              <a:cxnLst/>
              <a:rect l="l" t="t" r="r" b="b"/>
              <a:pathLst>
                <a:path w="1215" h="1215" extrusionOk="0">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5" name="Google Shape;13535;p66"/>
            <p:cNvSpPr/>
            <p:nvPr/>
          </p:nvSpPr>
          <p:spPr>
            <a:xfrm>
              <a:off x="3522521" y="2081447"/>
              <a:ext cx="294212" cy="225688"/>
            </a:xfrm>
            <a:custGeom>
              <a:avLst/>
              <a:gdLst/>
              <a:ahLst/>
              <a:cxnLst/>
              <a:rect l="l" t="t" r="r" b="b"/>
              <a:pathLst>
                <a:path w="9287" h="7124" extrusionOk="0">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6" name="Google Shape;13536;p66"/>
            <p:cNvSpPr/>
            <p:nvPr/>
          </p:nvSpPr>
          <p:spPr>
            <a:xfrm>
              <a:off x="3810682" y="2248812"/>
              <a:ext cx="1774" cy="253"/>
            </a:xfrm>
            <a:custGeom>
              <a:avLst/>
              <a:gdLst/>
              <a:ahLst/>
              <a:cxnLst/>
              <a:rect l="l" t="t" r="r" b="b"/>
              <a:pathLst>
                <a:path w="56" h="8" extrusionOk="0">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37" name="Google Shape;13537;p66"/>
          <p:cNvGrpSpPr/>
          <p:nvPr/>
        </p:nvGrpSpPr>
        <p:grpSpPr>
          <a:xfrm>
            <a:off x="2630824" y="1801566"/>
            <a:ext cx="368185" cy="330454"/>
            <a:chOff x="2630824" y="1976966"/>
            <a:chExt cx="368185" cy="330454"/>
          </a:xfrm>
        </p:grpSpPr>
        <p:sp>
          <p:nvSpPr>
            <p:cNvPr id="13538" name="Google Shape;13538;p66"/>
            <p:cNvSpPr/>
            <p:nvPr/>
          </p:nvSpPr>
          <p:spPr>
            <a:xfrm>
              <a:off x="2630824" y="2059967"/>
              <a:ext cx="229743" cy="247072"/>
            </a:xfrm>
            <a:custGeom>
              <a:avLst/>
              <a:gdLst/>
              <a:ahLst/>
              <a:cxnLst/>
              <a:rect l="l" t="t" r="r" b="b"/>
              <a:pathLst>
                <a:path w="7252" h="7799" extrusionOk="0">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9" name="Google Shape;13539;p66"/>
            <p:cNvSpPr/>
            <p:nvPr/>
          </p:nvSpPr>
          <p:spPr>
            <a:xfrm>
              <a:off x="2792646" y="1976966"/>
              <a:ext cx="206364" cy="330454"/>
            </a:xfrm>
            <a:custGeom>
              <a:avLst/>
              <a:gdLst/>
              <a:ahLst/>
              <a:cxnLst/>
              <a:rect l="l" t="t" r="r" b="b"/>
              <a:pathLst>
                <a:path w="6514" h="10431" extrusionOk="0">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0" name="Google Shape;13540;p66"/>
            <p:cNvSpPr/>
            <p:nvPr/>
          </p:nvSpPr>
          <p:spPr>
            <a:xfrm>
              <a:off x="2876376" y="2005256"/>
              <a:ext cx="78123" cy="91333"/>
            </a:xfrm>
            <a:custGeom>
              <a:avLst/>
              <a:gdLst/>
              <a:ahLst/>
              <a:cxnLst/>
              <a:rect l="l" t="t" r="r" b="b"/>
              <a:pathLst>
                <a:path w="2466" h="2883" extrusionOk="0">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1" name="Google Shape;13541;p66"/>
            <p:cNvSpPr/>
            <p:nvPr/>
          </p:nvSpPr>
          <p:spPr>
            <a:xfrm>
              <a:off x="2715695" y="2177659"/>
              <a:ext cx="43782" cy="43402"/>
            </a:xfrm>
            <a:custGeom>
              <a:avLst/>
              <a:gdLst/>
              <a:ahLst/>
              <a:cxnLst/>
              <a:rect l="l" t="t" r="r" b="b"/>
              <a:pathLst>
                <a:path w="1382" h="1370" extrusionOk="0">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2" name="Google Shape;13542;p66"/>
            <p:cNvSpPr/>
            <p:nvPr/>
          </p:nvSpPr>
          <p:spPr>
            <a:xfrm>
              <a:off x="2770026" y="2177659"/>
              <a:ext cx="88292" cy="10581"/>
            </a:xfrm>
            <a:custGeom>
              <a:avLst/>
              <a:gdLst/>
              <a:ahLst/>
              <a:cxnLst/>
              <a:rect l="l" t="t" r="r" b="b"/>
              <a:pathLst>
                <a:path w="2787" h="334" extrusionOk="0">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3" name="Google Shape;13543;p66"/>
            <p:cNvSpPr/>
            <p:nvPr/>
          </p:nvSpPr>
          <p:spPr>
            <a:xfrm>
              <a:off x="2770026" y="2194227"/>
              <a:ext cx="88292" cy="10613"/>
            </a:xfrm>
            <a:custGeom>
              <a:avLst/>
              <a:gdLst/>
              <a:ahLst/>
              <a:cxnLst/>
              <a:rect l="l" t="t" r="r" b="b"/>
              <a:pathLst>
                <a:path w="2787" h="335" extrusionOk="0">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4" name="Google Shape;13544;p66"/>
            <p:cNvSpPr/>
            <p:nvPr/>
          </p:nvSpPr>
          <p:spPr>
            <a:xfrm>
              <a:off x="2770026" y="2210828"/>
              <a:ext cx="88292" cy="10233"/>
            </a:xfrm>
            <a:custGeom>
              <a:avLst/>
              <a:gdLst/>
              <a:ahLst/>
              <a:cxnLst/>
              <a:rect l="l" t="t" r="r" b="b"/>
              <a:pathLst>
                <a:path w="2787" h="323" extrusionOk="0">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5" name="Google Shape;13545;p66"/>
            <p:cNvSpPr/>
            <p:nvPr/>
          </p:nvSpPr>
          <p:spPr>
            <a:xfrm>
              <a:off x="2908436" y="2058447"/>
              <a:ext cx="16252" cy="18913"/>
            </a:xfrm>
            <a:custGeom>
              <a:avLst/>
              <a:gdLst/>
              <a:ahLst/>
              <a:cxnLst/>
              <a:rect l="l" t="t" r="r" b="b"/>
              <a:pathLst>
                <a:path w="513" h="597" extrusionOk="0">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46" name="Google Shape;13546;p66"/>
          <p:cNvGrpSpPr/>
          <p:nvPr/>
        </p:nvGrpSpPr>
        <p:grpSpPr>
          <a:xfrm>
            <a:off x="1293706" y="1791016"/>
            <a:ext cx="369294" cy="350444"/>
            <a:chOff x="1293706" y="1966416"/>
            <a:chExt cx="369294" cy="350444"/>
          </a:xfrm>
        </p:grpSpPr>
        <p:sp>
          <p:nvSpPr>
            <p:cNvPr id="13547" name="Google Shape;13547;p66"/>
            <p:cNvSpPr/>
            <p:nvPr/>
          </p:nvSpPr>
          <p:spPr>
            <a:xfrm>
              <a:off x="1509067" y="1966416"/>
              <a:ext cx="153933" cy="162994"/>
            </a:xfrm>
            <a:custGeom>
              <a:avLst/>
              <a:gdLst/>
              <a:ahLst/>
              <a:cxnLst/>
              <a:rect l="l" t="t" r="r" b="b"/>
              <a:pathLst>
                <a:path w="4859" h="5145" extrusionOk="0">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8" name="Google Shape;13548;p66"/>
            <p:cNvSpPr/>
            <p:nvPr/>
          </p:nvSpPr>
          <p:spPr>
            <a:xfrm>
              <a:off x="1574328" y="2021096"/>
              <a:ext cx="28702" cy="54363"/>
            </a:xfrm>
            <a:custGeom>
              <a:avLst/>
              <a:gdLst/>
              <a:ahLst/>
              <a:cxnLst/>
              <a:rect l="l" t="t" r="r" b="b"/>
              <a:pathLst>
                <a:path w="906" h="1716" extrusionOk="0">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9" name="Google Shape;13549;p66"/>
            <p:cNvSpPr/>
            <p:nvPr/>
          </p:nvSpPr>
          <p:spPr>
            <a:xfrm>
              <a:off x="1578098" y="2004147"/>
              <a:ext cx="15872" cy="16252"/>
            </a:xfrm>
            <a:custGeom>
              <a:avLst/>
              <a:gdLst/>
              <a:ahLst/>
              <a:cxnLst/>
              <a:rect l="l" t="t" r="r" b="b"/>
              <a:pathLst>
                <a:path w="501" h="513" extrusionOk="0">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0" name="Google Shape;13550;p66"/>
            <p:cNvSpPr/>
            <p:nvPr/>
          </p:nvSpPr>
          <p:spPr>
            <a:xfrm>
              <a:off x="1293706" y="1999997"/>
              <a:ext cx="274982" cy="316863"/>
            </a:xfrm>
            <a:custGeom>
              <a:avLst/>
              <a:gdLst/>
              <a:ahLst/>
              <a:cxnLst/>
              <a:rect l="l" t="t" r="r" b="b"/>
              <a:pathLst>
                <a:path w="8680" h="10002" extrusionOk="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1" name="Google Shape;13551;p66"/>
            <p:cNvSpPr/>
            <p:nvPr/>
          </p:nvSpPr>
          <p:spPr>
            <a:xfrm>
              <a:off x="1426826" y="2243648"/>
              <a:ext cx="10233" cy="11341"/>
            </a:xfrm>
            <a:custGeom>
              <a:avLst/>
              <a:gdLst/>
              <a:ahLst/>
              <a:cxnLst/>
              <a:rect l="l" t="t" r="r" b="b"/>
              <a:pathLst>
                <a:path w="323" h="358" extrusionOk="0">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2" name="Google Shape;13552;p66"/>
            <p:cNvSpPr/>
            <p:nvPr/>
          </p:nvSpPr>
          <p:spPr>
            <a:xfrm>
              <a:off x="1426826" y="2262149"/>
              <a:ext cx="10233" cy="11341"/>
            </a:xfrm>
            <a:custGeom>
              <a:avLst/>
              <a:gdLst/>
              <a:ahLst/>
              <a:cxnLst/>
              <a:rect l="l" t="t" r="r" b="b"/>
              <a:pathLst>
                <a:path w="323" h="358" extrusionOk="0">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3" name="Google Shape;13553;p66"/>
            <p:cNvSpPr/>
            <p:nvPr/>
          </p:nvSpPr>
          <p:spPr>
            <a:xfrm>
              <a:off x="1471336" y="2261389"/>
              <a:ext cx="63804" cy="30571"/>
            </a:xfrm>
            <a:custGeom>
              <a:avLst/>
              <a:gdLst/>
              <a:ahLst/>
              <a:cxnLst/>
              <a:rect l="l" t="t" r="r" b="b"/>
              <a:pathLst>
                <a:path w="2014" h="965" extrusionOk="0">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4" name="Google Shape;13554;p66"/>
            <p:cNvSpPr/>
            <p:nvPr/>
          </p:nvSpPr>
          <p:spPr>
            <a:xfrm>
              <a:off x="1420807" y="2092788"/>
              <a:ext cx="22271" cy="36971"/>
            </a:xfrm>
            <a:custGeom>
              <a:avLst/>
              <a:gdLst/>
              <a:ahLst/>
              <a:cxnLst/>
              <a:rect l="l" t="t" r="r" b="b"/>
              <a:pathLst>
                <a:path w="703" h="1167" extrusionOk="0">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55" name="Google Shape;13555;p66"/>
          <p:cNvGrpSpPr/>
          <p:nvPr/>
        </p:nvGrpSpPr>
        <p:grpSpPr>
          <a:xfrm>
            <a:off x="3967213" y="1800077"/>
            <a:ext cx="368185" cy="331816"/>
            <a:chOff x="3967213" y="1975477"/>
            <a:chExt cx="368185" cy="331816"/>
          </a:xfrm>
        </p:grpSpPr>
        <p:sp>
          <p:nvSpPr>
            <p:cNvPr id="13556" name="Google Shape;13556;p66"/>
            <p:cNvSpPr/>
            <p:nvPr/>
          </p:nvSpPr>
          <p:spPr>
            <a:xfrm>
              <a:off x="3967213" y="1975477"/>
              <a:ext cx="368185" cy="331816"/>
            </a:xfrm>
            <a:custGeom>
              <a:avLst/>
              <a:gdLst/>
              <a:ahLst/>
              <a:cxnLst/>
              <a:rect l="l" t="t" r="r" b="b"/>
              <a:pathLst>
                <a:path w="11622" h="10474" extrusionOk="0">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7" name="Google Shape;13557;p66"/>
            <p:cNvSpPr/>
            <p:nvPr/>
          </p:nvSpPr>
          <p:spPr>
            <a:xfrm>
              <a:off x="4237665" y="2034307"/>
              <a:ext cx="32092" cy="63772"/>
            </a:xfrm>
            <a:custGeom>
              <a:avLst/>
              <a:gdLst/>
              <a:ahLst/>
              <a:cxnLst/>
              <a:rect l="l" t="t" r="r" b="b"/>
              <a:pathLst>
                <a:path w="1013" h="2013" extrusionOk="0">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8" name="Google Shape;13558;p66"/>
            <p:cNvSpPr/>
            <p:nvPr/>
          </p:nvSpPr>
          <p:spPr>
            <a:xfrm>
              <a:off x="4241815" y="2014317"/>
              <a:ext cx="17012" cy="17012"/>
            </a:xfrm>
            <a:custGeom>
              <a:avLst/>
              <a:gdLst/>
              <a:ahLst/>
              <a:cxnLst/>
              <a:rect l="l" t="t" r="r" b="b"/>
              <a:pathLst>
                <a:path w="537" h="537" extrusionOk="0">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59" name="Google Shape;13559;p66"/>
          <p:cNvGrpSpPr/>
          <p:nvPr/>
        </p:nvGrpSpPr>
        <p:grpSpPr>
          <a:xfrm>
            <a:off x="8047661" y="1793646"/>
            <a:ext cx="279132" cy="356875"/>
            <a:chOff x="8047661" y="1969046"/>
            <a:chExt cx="279132" cy="356875"/>
          </a:xfrm>
        </p:grpSpPr>
        <p:sp>
          <p:nvSpPr>
            <p:cNvPr id="13560" name="Google Shape;13560;p66"/>
            <p:cNvSpPr/>
            <p:nvPr/>
          </p:nvSpPr>
          <p:spPr>
            <a:xfrm>
              <a:off x="8169502" y="2126115"/>
              <a:ext cx="33961" cy="15713"/>
            </a:xfrm>
            <a:custGeom>
              <a:avLst/>
              <a:gdLst/>
              <a:ahLst/>
              <a:cxnLst/>
              <a:rect l="l" t="t" r="r" b="b"/>
              <a:pathLst>
                <a:path w="1072" h="496" extrusionOk="0">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1" name="Google Shape;13561;p66"/>
            <p:cNvSpPr/>
            <p:nvPr/>
          </p:nvSpPr>
          <p:spPr>
            <a:xfrm>
              <a:off x="8141592" y="2047517"/>
              <a:ext cx="27562" cy="10581"/>
            </a:xfrm>
            <a:custGeom>
              <a:avLst/>
              <a:gdLst/>
              <a:ahLst/>
              <a:cxnLst/>
              <a:rect l="l" t="t" r="r" b="b"/>
              <a:pathLst>
                <a:path w="870" h="334" extrusionOk="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2" name="Google Shape;13562;p66"/>
            <p:cNvSpPr/>
            <p:nvPr/>
          </p:nvSpPr>
          <p:spPr>
            <a:xfrm>
              <a:off x="8203431" y="2047517"/>
              <a:ext cx="27181" cy="10581"/>
            </a:xfrm>
            <a:custGeom>
              <a:avLst/>
              <a:gdLst/>
              <a:ahLst/>
              <a:cxnLst/>
              <a:rect l="l" t="t" r="r" b="b"/>
              <a:pathLst>
                <a:path w="858" h="334" extrusionOk="0">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3" name="Google Shape;13563;p66"/>
            <p:cNvSpPr/>
            <p:nvPr/>
          </p:nvSpPr>
          <p:spPr>
            <a:xfrm>
              <a:off x="8047661" y="1969046"/>
              <a:ext cx="279132" cy="356875"/>
            </a:xfrm>
            <a:custGeom>
              <a:avLst/>
              <a:gdLst/>
              <a:ahLst/>
              <a:cxnLst/>
              <a:rect l="l" t="t" r="r" b="b"/>
              <a:pathLst>
                <a:path w="8811" h="11265" extrusionOk="0">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64" name="Google Shape;13564;p66"/>
          <p:cNvGrpSpPr/>
          <p:nvPr/>
        </p:nvGrpSpPr>
        <p:grpSpPr>
          <a:xfrm>
            <a:off x="7596157" y="1792759"/>
            <a:ext cx="279544" cy="358142"/>
            <a:chOff x="7596157" y="1968159"/>
            <a:chExt cx="279544" cy="358142"/>
          </a:xfrm>
        </p:grpSpPr>
        <p:sp>
          <p:nvSpPr>
            <p:cNvPr id="13565" name="Google Shape;13565;p66"/>
            <p:cNvSpPr/>
            <p:nvPr/>
          </p:nvSpPr>
          <p:spPr>
            <a:xfrm>
              <a:off x="7696868" y="2092408"/>
              <a:ext cx="10581" cy="16252"/>
            </a:xfrm>
            <a:custGeom>
              <a:avLst/>
              <a:gdLst/>
              <a:ahLst/>
              <a:cxnLst/>
              <a:rect l="l" t="t" r="r" b="b"/>
              <a:pathLst>
                <a:path w="334" h="513" extrusionOk="0">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6" name="Google Shape;13566;p66"/>
            <p:cNvSpPr/>
            <p:nvPr/>
          </p:nvSpPr>
          <p:spPr>
            <a:xfrm>
              <a:off x="7764378" y="2092408"/>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7" name="Google Shape;13567;p66"/>
            <p:cNvSpPr/>
            <p:nvPr/>
          </p:nvSpPr>
          <p:spPr>
            <a:xfrm>
              <a:off x="7713088" y="2143032"/>
              <a:ext cx="45302" cy="15777"/>
            </a:xfrm>
            <a:custGeom>
              <a:avLst/>
              <a:gdLst/>
              <a:ahLst/>
              <a:cxnLst/>
              <a:rect l="l" t="t" r="r" b="b"/>
              <a:pathLst>
                <a:path w="1430" h="498" extrusionOk="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8" name="Google Shape;13568;p66"/>
            <p:cNvSpPr/>
            <p:nvPr/>
          </p:nvSpPr>
          <p:spPr>
            <a:xfrm>
              <a:off x="7691197" y="2075427"/>
              <a:ext cx="21923" cy="10581"/>
            </a:xfrm>
            <a:custGeom>
              <a:avLst/>
              <a:gdLst/>
              <a:ahLst/>
              <a:cxnLst/>
              <a:rect l="l" t="t" r="r" b="b"/>
              <a:pathLst>
                <a:path w="692" h="334" extrusionOk="0">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9" name="Google Shape;13569;p66"/>
            <p:cNvSpPr/>
            <p:nvPr/>
          </p:nvSpPr>
          <p:spPr>
            <a:xfrm>
              <a:off x="7758739" y="2075427"/>
              <a:ext cx="21891" cy="10581"/>
            </a:xfrm>
            <a:custGeom>
              <a:avLst/>
              <a:gdLst/>
              <a:ahLst/>
              <a:cxnLst/>
              <a:rect l="l" t="t" r="r" b="b"/>
              <a:pathLst>
                <a:path w="691" h="334" extrusionOk="0">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0" name="Google Shape;13570;p66"/>
            <p:cNvSpPr/>
            <p:nvPr/>
          </p:nvSpPr>
          <p:spPr>
            <a:xfrm>
              <a:off x="7596157" y="1968159"/>
              <a:ext cx="279544" cy="358142"/>
            </a:xfrm>
            <a:custGeom>
              <a:avLst/>
              <a:gdLst/>
              <a:ahLst/>
              <a:cxnLst/>
              <a:rect l="l" t="t" r="r" b="b"/>
              <a:pathLst>
                <a:path w="8824" h="11305" extrusionOk="0">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71" name="Google Shape;13571;p66"/>
          <p:cNvGrpSpPr/>
          <p:nvPr/>
        </p:nvGrpSpPr>
        <p:grpSpPr>
          <a:xfrm>
            <a:off x="7147315" y="1793646"/>
            <a:ext cx="279513" cy="357636"/>
            <a:chOff x="7147315" y="1969046"/>
            <a:chExt cx="279513" cy="357636"/>
          </a:xfrm>
        </p:grpSpPr>
        <p:sp>
          <p:nvSpPr>
            <p:cNvPr id="13572" name="Google Shape;13572;p66"/>
            <p:cNvSpPr/>
            <p:nvPr/>
          </p:nvSpPr>
          <p:spPr>
            <a:xfrm>
              <a:off x="7248026" y="2081098"/>
              <a:ext cx="10581" cy="16252"/>
            </a:xfrm>
            <a:custGeom>
              <a:avLst/>
              <a:gdLst/>
              <a:ahLst/>
              <a:cxnLst/>
              <a:rect l="l" t="t" r="r" b="b"/>
              <a:pathLst>
                <a:path w="334" h="513" extrusionOk="0">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3" name="Google Shape;13573;p66"/>
            <p:cNvSpPr/>
            <p:nvPr/>
          </p:nvSpPr>
          <p:spPr>
            <a:xfrm>
              <a:off x="7315536" y="2081098"/>
              <a:ext cx="10581" cy="16252"/>
            </a:xfrm>
            <a:custGeom>
              <a:avLst/>
              <a:gdLst/>
              <a:ahLst/>
              <a:cxnLst/>
              <a:rect l="l" t="t" r="r" b="b"/>
              <a:pathLst>
                <a:path w="334" h="513" extrusionOk="0">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4" name="Google Shape;13574;p66"/>
            <p:cNvSpPr/>
            <p:nvPr/>
          </p:nvSpPr>
          <p:spPr>
            <a:xfrm>
              <a:off x="7241595" y="2064308"/>
              <a:ext cx="28702" cy="16442"/>
            </a:xfrm>
            <a:custGeom>
              <a:avLst/>
              <a:gdLst/>
              <a:ahLst/>
              <a:cxnLst/>
              <a:rect l="l" t="t" r="r" b="b"/>
              <a:pathLst>
                <a:path w="906" h="519" extrusionOk="0">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5" name="Google Shape;13575;p66"/>
            <p:cNvSpPr/>
            <p:nvPr/>
          </p:nvSpPr>
          <p:spPr>
            <a:xfrm>
              <a:off x="7303466" y="2064276"/>
              <a:ext cx="28702" cy="16474"/>
            </a:xfrm>
            <a:custGeom>
              <a:avLst/>
              <a:gdLst/>
              <a:ahLst/>
              <a:cxnLst/>
              <a:rect l="l" t="t" r="r" b="b"/>
              <a:pathLst>
                <a:path w="906" h="520" extrusionOk="0">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6" name="Google Shape;13576;p66"/>
            <p:cNvSpPr/>
            <p:nvPr/>
          </p:nvSpPr>
          <p:spPr>
            <a:xfrm>
              <a:off x="7281575" y="2277229"/>
              <a:ext cx="10993" cy="49452"/>
            </a:xfrm>
            <a:custGeom>
              <a:avLst/>
              <a:gdLst/>
              <a:ahLst/>
              <a:cxnLst/>
              <a:rect l="l" t="t" r="r" b="b"/>
              <a:pathLst>
                <a:path w="347" h="1561" extrusionOk="0">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7" name="Google Shape;13577;p66"/>
            <p:cNvSpPr/>
            <p:nvPr/>
          </p:nvSpPr>
          <p:spPr>
            <a:xfrm>
              <a:off x="7147315" y="1969046"/>
              <a:ext cx="279513" cy="357255"/>
            </a:xfrm>
            <a:custGeom>
              <a:avLst/>
              <a:gdLst/>
              <a:ahLst/>
              <a:cxnLst/>
              <a:rect l="l" t="t" r="r" b="b"/>
              <a:pathLst>
                <a:path w="8823" h="11277" extrusionOk="0">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8" name="Google Shape;13578;p66"/>
            <p:cNvSpPr/>
            <p:nvPr/>
          </p:nvSpPr>
          <p:spPr>
            <a:xfrm>
              <a:off x="7248026" y="2111067"/>
              <a:ext cx="78471" cy="36052"/>
            </a:xfrm>
            <a:custGeom>
              <a:avLst/>
              <a:gdLst/>
              <a:ahLst/>
              <a:cxnLst/>
              <a:rect l="l" t="t" r="r" b="b"/>
              <a:pathLst>
                <a:path w="2477" h="1138" extrusionOk="0">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79" name="Google Shape;13579;p66"/>
          <p:cNvGrpSpPr/>
          <p:nvPr/>
        </p:nvGrpSpPr>
        <p:grpSpPr>
          <a:xfrm>
            <a:off x="6697681" y="1792917"/>
            <a:ext cx="280305" cy="359093"/>
            <a:chOff x="6697681" y="1968317"/>
            <a:chExt cx="280305" cy="359093"/>
          </a:xfrm>
        </p:grpSpPr>
        <p:sp>
          <p:nvSpPr>
            <p:cNvPr id="13580" name="Google Shape;13580;p66"/>
            <p:cNvSpPr/>
            <p:nvPr/>
          </p:nvSpPr>
          <p:spPr>
            <a:xfrm>
              <a:off x="6799152" y="2092408"/>
              <a:ext cx="10613" cy="16252"/>
            </a:xfrm>
            <a:custGeom>
              <a:avLst/>
              <a:gdLst/>
              <a:ahLst/>
              <a:cxnLst/>
              <a:rect l="l" t="t" r="r" b="b"/>
              <a:pathLst>
                <a:path w="335" h="513" extrusionOk="0">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1" name="Google Shape;13581;p66"/>
            <p:cNvSpPr/>
            <p:nvPr/>
          </p:nvSpPr>
          <p:spPr>
            <a:xfrm>
              <a:off x="6866662" y="2092408"/>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2" name="Google Shape;13582;p66"/>
            <p:cNvSpPr/>
            <p:nvPr/>
          </p:nvSpPr>
          <p:spPr>
            <a:xfrm>
              <a:off x="6815372" y="2143032"/>
              <a:ext cx="45302" cy="15777"/>
            </a:xfrm>
            <a:custGeom>
              <a:avLst/>
              <a:gdLst/>
              <a:ahLst/>
              <a:cxnLst/>
              <a:rect l="l" t="t" r="r" b="b"/>
              <a:pathLst>
                <a:path w="1430" h="498" extrusionOk="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3" name="Google Shape;13583;p66"/>
            <p:cNvSpPr/>
            <p:nvPr/>
          </p:nvSpPr>
          <p:spPr>
            <a:xfrm>
              <a:off x="6697681" y="1968317"/>
              <a:ext cx="280305" cy="358713"/>
            </a:xfrm>
            <a:custGeom>
              <a:avLst/>
              <a:gdLst/>
              <a:ahLst/>
              <a:cxnLst/>
              <a:rect l="l" t="t" r="r" b="b"/>
              <a:pathLst>
                <a:path w="8848" h="11323" extrusionOk="0">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4" name="Google Shape;13584;p66"/>
            <p:cNvSpPr/>
            <p:nvPr/>
          </p:nvSpPr>
          <p:spPr>
            <a:xfrm>
              <a:off x="6888933" y="2249319"/>
              <a:ext cx="10201" cy="78091"/>
            </a:xfrm>
            <a:custGeom>
              <a:avLst/>
              <a:gdLst/>
              <a:ahLst/>
              <a:cxnLst/>
              <a:rect l="l" t="t" r="r" b="b"/>
              <a:pathLst>
                <a:path w="322" h="2465" extrusionOk="0">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5" name="Google Shape;13585;p66"/>
            <p:cNvSpPr/>
            <p:nvPr/>
          </p:nvSpPr>
          <p:spPr>
            <a:xfrm>
              <a:off x="6793133" y="2075364"/>
              <a:ext cx="22651" cy="13306"/>
            </a:xfrm>
            <a:custGeom>
              <a:avLst/>
              <a:gdLst/>
              <a:ahLst/>
              <a:cxnLst/>
              <a:rect l="l" t="t" r="r" b="b"/>
              <a:pathLst>
                <a:path w="715" h="420" extrusionOk="0">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6" name="Google Shape;13586;p66"/>
            <p:cNvSpPr/>
            <p:nvPr/>
          </p:nvSpPr>
          <p:spPr>
            <a:xfrm>
              <a:off x="6859502" y="2075649"/>
              <a:ext cx="23792" cy="13401"/>
            </a:xfrm>
            <a:custGeom>
              <a:avLst/>
              <a:gdLst/>
              <a:ahLst/>
              <a:cxnLst/>
              <a:rect l="l" t="t" r="r" b="b"/>
              <a:pathLst>
                <a:path w="751" h="423" extrusionOk="0">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7" name="Google Shape;13587;p66"/>
          <p:cNvGrpSpPr/>
          <p:nvPr/>
        </p:nvGrpSpPr>
        <p:grpSpPr>
          <a:xfrm>
            <a:off x="6248839" y="1792537"/>
            <a:ext cx="280273" cy="358744"/>
            <a:chOff x="6248839" y="1967937"/>
            <a:chExt cx="280273" cy="358744"/>
          </a:xfrm>
        </p:grpSpPr>
        <p:sp>
          <p:nvSpPr>
            <p:cNvPr id="13588" name="Google Shape;13588;p66"/>
            <p:cNvSpPr/>
            <p:nvPr/>
          </p:nvSpPr>
          <p:spPr>
            <a:xfrm>
              <a:off x="6383859" y="2316449"/>
              <a:ext cx="10613" cy="10233"/>
            </a:xfrm>
            <a:custGeom>
              <a:avLst/>
              <a:gdLst/>
              <a:ahLst/>
              <a:cxnLst/>
              <a:rect l="l" t="t" r="r" b="b"/>
              <a:pathLst>
                <a:path w="335" h="323" extrusionOk="0">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9" name="Google Shape;13589;p66"/>
            <p:cNvSpPr/>
            <p:nvPr/>
          </p:nvSpPr>
          <p:spPr>
            <a:xfrm>
              <a:off x="6248839" y="1967937"/>
              <a:ext cx="280273" cy="358364"/>
            </a:xfrm>
            <a:custGeom>
              <a:avLst/>
              <a:gdLst/>
              <a:ahLst/>
              <a:cxnLst/>
              <a:rect l="l" t="t" r="r" b="b"/>
              <a:pathLst>
                <a:path w="8847" h="11312" extrusionOk="0">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0" name="Google Shape;13590;p66"/>
            <p:cNvSpPr/>
            <p:nvPr/>
          </p:nvSpPr>
          <p:spPr>
            <a:xfrm>
              <a:off x="6445730" y="2238009"/>
              <a:ext cx="10201" cy="88672"/>
            </a:xfrm>
            <a:custGeom>
              <a:avLst/>
              <a:gdLst/>
              <a:ahLst/>
              <a:cxnLst/>
              <a:rect l="l" t="t" r="r" b="b"/>
              <a:pathLst>
                <a:path w="322" h="2799" extrusionOk="0">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1" name="Google Shape;13591;p66"/>
            <p:cNvSpPr/>
            <p:nvPr/>
          </p:nvSpPr>
          <p:spPr>
            <a:xfrm>
              <a:off x="6383859" y="2249319"/>
              <a:ext cx="10613" cy="10581"/>
            </a:xfrm>
            <a:custGeom>
              <a:avLst/>
              <a:gdLst/>
              <a:ahLst/>
              <a:cxnLst/>
              <a:rect l="l" t="t" r="r" b="b"/>
              <a:pathLst>
                <a:path w="335" h="334" extrusionOk="0">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2" name="Google Shape;13592;p66"/>
            <p:cNvSpPr/>
            <p:nvPr/>
          </p:nvSpPr>
          <p:spPr>
            <a:xfrm>
              <a:off x="6383859" y="2282868"/>
              <a:ext cx="10613" cy="10613"/>
            </a:xfrm>
            <a:custGeom>
              <a:avLst/>
              <a:gdLst/>
              <a:ahLst/>
              <a:cxnLst/>
              <a:rect l="l" t="t" r="r" b="b"/>
              <a:pathLst>
                <a:path w="335" h="335" extrusionOk="0">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3" name="Google Shape;13593;p66"/>
            <p:cNvSpPr/>
            <p:nvPr/>
          </p:nvSpPr>
          <p:spPr>
            <a:xfrm>
              <a:off x="6378220" y="2154247"/>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94" name="Google Shape;13594;p66"/>
          <p:cNvGrpSpPr/>
          <p:nvPr/>
        </p:nvGrpSpPr>
        <p:grpSpPr>
          <a:xfrm>
            <a:off x="5801485" y="1793646"/>
            <a:ext cx="279164" cy="357794"/>
            <a:chOff x="5801485" y="1969046"/>
            <a:chExt cx="279164" cy="357794"/>
          </a:xfrm>
        </p:grpSpPr>
        <p:sp>
          <p:nvSpPr>
            <p:cNvPr id="13595" name="Google Shape;13595;p66"/>
            <p:cNvSpPr/>
            <p:nvPr/>
          </p:nvSpPr>
          <p:spPr>
            <a:xfrm>
              <a:off x="5901436" y="2092408"/>
              <a:ext cx="10613" cy="16252"/>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6" name="Google Shape;13596;p66"/>
            <p:cNvSpPr/>
            <p:nvPr/>
          </p:nvSpPr>
          <p:spPr>
            <a:xfrm>
              <a:off x="5968597" y="2092408"/>
              <a:ext cx="10581" cy="16252"/>
            </a:xfrm>
            <a:custGeom>
              <a:avLst/>
              <a:gdLst/>
              <a:ahLst/>
              <a:cxnLst/>
              <a:rect l="l" t="t" r="r" b="b"/>
              <a:pathLst>
                <a:path w="334"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7" name="Google Shape;13597;p66"/>
            <p:cNvSpPr/>
            <p:nvPr/>
          </p:nvSpPr>
          <p:spPr>
            <a:xfrm>
              <a:off x="5801485" y="1969046"/>
              <a:ext cx="279164" cy="357636"/>
            </a:xfrm>
            <a:custGeom>
              <a:avLst/>
              <a:gdLst/>
              <a:ahLst/>
              <a:cxnLst/>
              <a:rect l="l" t="t" r="r" b="b"/>
              <a:pathLst>
                <a:path w="8812" h="11289" extrusionOk="0">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8" name="Google Shape;13598;p66"/>
            <p:cNvSpPr/>
            <p:nvPr/>
          </p:nvSpPr>
          <p:spPr>
            <a:xfrm>
              <a:off x="5895797" y="2075427"/>
              <a:ext cx="21891" cy="10581"/>
            </a:xfrm>
            <a:custGeom>
              <a:avLst/>
              <a:gdLst/>
              <a:ahLst/>
              <a:cxnLst/>
              <a:rect l="l" t="t" r="r" b="b"/>
              <a:pathLst>
                <a:path w="691" h="334" extrusionOk="0">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9" name="Google Shape;13599;p66"/>
            <p:cNvSpPr/>
            <p:nvPr/>
          </p:nvSpPr>
          <p:spPr>
            <a:xfrm>
              <a:off x="5962927" y="2075427"/>
              <a:ext cx="21542" cy="10581"/>
            </a:xfrm>
            <a:custGeom>
              <a:avLst/>
              <a:gdLst/>
              <a:ahLst/>
              <a:cxnLst/>
              <a:rect l="l" t="t" r="r" b="b"/>
              <a:pathLst>
                <a:path w="680" h="334" extrusionOk="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0" name="Google Shape;13600;p66"/>
            <p:cNvSpPr/>
            <p:nvPr/>
          </p:nvSpPr>
          <p:spPr>
            <a:xfrm>
              <a:off x="5845615" y="2282868"/>
              <a:ext cx="10233" cy="43813"/>
            </a:xfrm>
            <a:custGeom>
              <a:avLst/>
              <a:gdLst/>
              <a:ahLst/>
              <a:cxnLst/>
              <a:rect l="l" t="t" r="r" b="b"/>
              <a:pathLst>
                <a:path w="323" h="1383" extrusionOk="0">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1" name="Google Shape;13601;p66"/>
            <p:cNvSpPr/>
            <p:nvPr/>
          </p:nvSpPr>
          <p:spPr>
            <a:xfrm>
              <a:off x="6024798" y="2282868"/>
              <a:ext cx="10201" cy="43813"/>
            </a:xfrm>
            <a:custGeom>
              <a:avLst/>
              <a:gdLst/>
              <a:ahLst/>
              <a:cxnLst/>
              <a:rect l="l" t="t" r="r" b="b"/>
              <a:pathLst>
                <a:path w="322" h="1383" extrusionOk="0">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2" name="Google Shape;13602;p66"/>
            <p:cNvSpPr/>
            <p:nvPr/>
          </p:nvSpPr>
          <p:spPr>
            <a:xfrm>
              <a:off x="5868267" y="2260248"/>
              <a:ext cx="144112" cy="66591"/>
            </a:xfrm>
            <a:custGeom>
              <a:avLst/>
              <a:gdLst/>
              <a:ahLst/>
              <a:cxnLst/>
              <a:rect l="l" t="t" r="r" b="b"/>
              <a:pathLst>
                <a:path w="4549" h="2102" extrusionOk="0">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3" name="Google Shape;13603;p66"/>
            <p:cNvSpPr/>
            <p:nvPr/>
          </p:nvSpPr>
          <p:spPr>
            <a:xfrm>
              <a:off x="5890126" y="2013556"/>
              <a:ext cx="10581" cy="10613"/>
            </a:xfrm>
            <a:custGeom>
              <a:avLst/>
              <a:gdLst/>
              <a:ahLst/>
              <a:cxnLst/>
              <a:rect l="l" t="t" r="r" b="b"/>
              <a:pathLst>
                <a:path w="334" h="335" extrusionOk="0">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4" name="Google Shape;13604;p66"/>
            <p:cNvSpPr/>
            <p:nvPr/>
          </p:nvSpPr>
          <p:spPr>
            <a:xfrm>
              <a:off x="5979907" y="2013556"/>
              <a:ext cx="10201" cy="10613"/>
            </a:xfrm>
            <a:custGeom>
              <a:avLst/>
              <a:gdLst/>
              <a:ahLst/>
              <a:cxnLst/>
              <a:rect l="l" t="t" r="r" b="b"/>
              <a:pathLst>
                <a:path w="322" h="335" extrusionOk="0">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5" name="Google Shape;13605;p66"/>
            <p:cNvSpPr/>
            <p:nvPr/>
          </p:nvSpPr>
          <p:spPr>
            <a:xfrm>
              <a:off x="5861455" y="2002247"/>
              <a:ext cx="127892" cy="155454"/>
            </a:xfrm>
            <a:custGeom>
              <a:avLst/>
              <a:gdLst/>
              <a:ahLst/>
              <a:cxnLst/>
              <a:rect l="l" t="t" r="r" b="b"/>
              <a:pathLst>
                <a:path w="4037" h="4907" extrusionOk="0">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6" name="Google Shape;13606;p66"/>
            <p:cNvSpPr/>
            <p:nvPr/>
          </p:nvSpPr>
          <p:spPr>
            <a:xfrm>
              <a:off x="5890886" y="2060633"/>
              <a:ext cx="128652" cy="127227"/>
            </a:xfrm>
            <a:custGeom>
              <a:avLst/>
              <a:gdLst/>
              <a:ahLst/>
              <a:cxnLst/>
              <a:rect l="l" t="t" r="r" b="b"/>
              <a:pathLst>
                <a:path w="4061" h="4016" extrusionOk="0">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7" name="Google Shape;13607;p66"/>
            <p:cNvSpPr/>
            <p:nvPr/>
          </p:nvSpPr>
          <p:spPr>
            <a:xfrm>
              <a:off x="5910116" y="2122947"/>
              <a:ext cx="61142" cy="33232"/>
            </a:xfrm>
            <a:custGeom>
              <a:avLst/>
              <a:gdLst/>
              <a:ahLst/>
              <a:cxnLst/>
              <a:rect l="l" t="t" r="r" b="b"/>
              <a:pathLst>
                <a:path w="1930" h="1049" extrusionOk="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08" name="Google Shape;13608;p66"/>
          <p:cNvGrpSpPr/>
          <p:nvPr/>
        </p:nvGrpSpPr>
        <p:grpSpPr>
          <a:xfrm>
            <a:off x="5352643" y="1793646"/>
            <a:ext cx="278404" cy="358364"/>
            <a:chOff x="5352643" y="1969046"/>
            <a:chExt cx="278404" cy="358364"/>
          </a:xfrm>
        </p:grpSpPr>
        <p:sp>
          <p:nvSpPr>
            <p:cNvPr id="13609" name="Google Shape;13609;p66"/>
            <p:cNvSpPr/>
            <p:nvPr/>
          </p:nvSpPr>
          <p:spPr>
            <a:xfrm>
              <a:off x="5352643" y="1969046"/>
              <a:ext cx="278404" cy="358364"/>
            </a:xfrm>
            <a:custGeom>
              <a:avLst/>
              <a:gdLst/>
              <a:ahLst/>
              <a:cxnLst/>
              <a:rect l="l" t="t" r="r" b="b"/>
              <a:pathLst>
                <a:path w="8788" h="11312" extrusionOk="0">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0" name="Google Shape;13610;p66"/>
            <p:cNvSpPr/>
            <p:nvPr/>
          </p:nvSpPr>
          <p:spPr>
            <a:xfrm>
              <a:off x="5452593" y="2092408"/>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1" name="Google Shape;13611;p66"/>
            <p:cNvSpPr/>
            <p:nvPr/>
          </p:nvSpPr>
          <p:spPr>
            <a:xfrm>
              <a:off x="5519723" y="2092408"/>
              <a:ext cx="10233" cy="16252"/>
            </a:xfrm>
            <a:custGeom>
              <a:avLst/>
              <a:gdLst/>
              <a:ahLst/>
              <a:cxnLst/>
              <a:rect l="l" t="t" r="r" b="b"/>
              <a:pathLst>
                <a:path w="323" h="513" extrusionOk="0">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2" name="Google Shape;13612;p66"/>
            <p:cNvSpPr/>
            <p:nvPr/>
          </p:nvSpPr>
          <p:spPr>
            <a:xfrm>
              <a:off x="5474833" y="2137298"/>
              <a:ext cx="32852" cy="10201"/>
            </a:xfrm>
            <a:custGeom>
              <a:avLst/>
              <a:gdLst/>
              <a:ahLst/>
              <a:cxnLst/>
              <a:rect l="l" t="t" r="r" b="b"/>
              <a:pathLst>
                <a:path w="1037" h="322" extrusionOk="0">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3" name="Google Shape;13613;p66"/>
          <p:cNvGrpSpPr/>
          <p:nvPr/>
        </p:nvGrpSpPr>
        <p:grpSpPr>
          <a:xfrm>
            <a:off x="4897750" y="1792917"/>
            <a:ext cx="279132" cy="358364"/>
            <a:chOff x="4897750" y="1968317"/>
            <a:chExt cx="279132" cy="358364"/>
          </a:xfrm>
        </p:grpSpPr>
        <p:sp>
          <p:nvSpPr>
            <p:cNvPr id="13614" name="Google Shape;13614;p66"/>
            <p:cNvSpPr/>
            <p:nvPr/>
          </p:nvSpPr>
          <p:spPr>
            <a:xfrm>
              <a:off x="4997700" y="2075427"/>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5" name="Google Shape;13615;p66"/>
            <p:cNvSpPr/>
            <p:nvPr/>
          </p:nvSpPr>
          <p:spPr>
            <a:xfrm>
              <a:off x="5064830" y="2075427"/>
              <a:ext cx="10233" cy="16252"/>
            </a:xfrm>
            <a:custGeom>
              <a:avLst/>
              <a:gdLst/>
              <a:ahLst/>
              <a:cxnLst/>
              <a:rect l="l" t="t" r="r" b="b"/>
              <a:pathLst>
                <a:path w="323" h="513" extrusionOk="0">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6" name="Google Shape;13616;p66"/>
            <p:cNvSpPr/>
            <p:nvPr/>
          </p:nvSpPr>
          <p:spPr>
            <a:xfrm>
              <a:off x="5013920" y="2115122"/>
              <a:ext cx="45302" cy="16157"/>
            </a:xfrm>
            <a:custGeom>
              <a:avLst/>
              <a:gdLst/>
              <a:ahLst/>
              <a:cxnLst/>
              <a:rect l="l" t="t" r="r" b="b"/>
              <a:pathLst>
                <a:path w="1430" h="510" extrusionOk="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7" name="Google Shape;13617;p66"/>
            <p:cNvSpPr/>
            <p:nvPr/>
          </p:nvSpPr>
          <p:spPr>
            <a:xfrm>
              <a:off x="4897750" y="1968317"/>
              <a:ext cx="279132" cy="358364"/>
            </a:xfrm>
            <a:custGeom>
              <a:avLst/>
              <a:gdLst/>
              <a:ahLst/>
              <a:cxnLst/>
              <a:rect l="l" t="t" r="r" b="b"/>
              <a:pathLst>
                <a:path w="8811" h="11312" extrusionOk="0">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8" name="Google Shape;13618;p66"/>
            <p:cNvSpPr/>
            <p:nvPr/>
          </p:nvSpPr>
          <p:spPr>
            <a:xfrm>
              <a:off x="4992030" y="2058827"/>
              <a:ext cx="21923" cy="10581"/>
            </a:xfrm>
            <a:custGeom>
              <a:avLst/>
              <a:gdLst/>
              <a:ahLst/>
              <a:cxnLst/>
              <a:rect l="l" t="t" r="r" b="b"/>
              <a:pathLst>
                <a:path w="692" h="334" extrusionOk="0">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9" name="Google Shape;13619;p66"/>
            <p:cNvSpPr/>
            <p:nvPr/>
          </p:nvSpPr>
          <p:spPr>
            <a:xfrm>
              <a:off x="5059191" y="2058827"/>
              <a:ext cx="21511" cy="10581"/>
            </a:xfrm>
            <a:custGeom>
              <a:avLst/>
              <a:gdLst/>
              <a:ahLst/>
              <a:cxnLst/>
              <a:rect l="l" t="t" r="r" b="b"/>
              <a:pathLst>
                <a:path w="679" h="334" extrusionOk="0">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0" name="Google Shape;13620;p66"/>
            <p:cNvSpPr/>
            <p:nvPr/>
          </p:nvSpPr>
          <p:spPr>
            <a:xfrm>
              <a:off x="4941500" y="2271558"/>
              <a:ext cx="10581" cy="55123"/>
            </a:xfrm>
            <a:custGeom>
              <a:avLst/>
              <a:gdLst/>
              <a:ahLst/>
              <a:cxnLst/>
              <a:rect l="l" t="t" r="r" b="b"/>
              <a:pathLst>
                <a:path w="334" h="1740" extrusionOk="0">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1" name="Google Shape;13621;p66"/>
            <p:cNvSpPr/>
            <p:nvPr/>
          </p:nvSpPr>
          <p:spPr>
            <a:xfrm>
              <a:off x="4963739" y="225457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2" name="Google Shape;13622;p66"/>
            <p:cNvSpPr/>
            <p:nvPr/>
          </p:nvSpPr>
          <p:spPr>
            <a:xfrm>
              <a:off x="5098791" y="225457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3" name="Google Shape;13623;p66"/>
            <p:cNvSpPr/>
            <p:nvPr/>
          </p:nvSpPr>
          <p:spPr>
            <a:xfrm>
              <a:off x="5098791" y="228286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4" name="Google Shape;13624;p66"/>
            <p:cNvSpPr/>
            <p:nvPr/>
          </p:nvSpPr>
          <p:spPr>
            <a:xfrm>
              <a:off x="4963739" y="228286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5" name="Google Shape;13625;p66"/>
            <p:cNvSpPr/>
            <p:nvPr/>
          </p:nvSpPr>
          <p:spPr>
            <a:xfrm>
              <a:off x="5098791" y="2310778"/>
              <a:ext cx="10201" cy="10233"/>
            </a:xfrm>
            <a:custGeom>
              <a:avLst/>
              <a:gdLst/>
              <a:ahLst/>
              <a:cxnLst/>
              <a:rect l="l" t="t" r="r" b="b"/>
              <a:pathLst>
                <a:path w="322" h="323" extrusionOk="0">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6" name="Google Shape;13626;p66"/>
            <p:cNvSpPr/>
            <p:nvPr/>
          </p:nvSpPr>
          <p:spPr>
            <a:xfrm>
              <a:off x="4963739" y="2310778"/>
              <a:ext cx="10233" cy="10233"/>
            </a:xfrm>
            <a:custGeom>
              <a:avLst/>
              <a:gdLst/>
              <a:ahLst/>
              <a:cxnLst/>
              <a:rect l="l" t="t" r="r" b="b"/>
              <a:pathLst>
                <a:path w="323" h="323" extrusionOk="0">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27" name="Google Shape;13627;p66"/>
          <p:cNvSpPr/>
          <p:nvPr/>
        </p:nvSpPr>
        <p:spPr>
          <a:xfrm>
            <a:off x="872362" y="1337644"/>
            <a:ext cx="325164" cy="347783"/>
          </a:xfrm>
          <a:custGeom>
            <a:avLst/>
            <a:gdLst/>
            <a:ahLst/>
            <a:cxnLst/>
            <a:rect l="l" t="t" r="r" b="b"/>
            <a:pathLst>
              <a:path w="10264" h="10978" extrusionOk="0">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28" name="Google Shape;13628;p66"/>
          <p:cNvGrpSpPr/>
          <p:nvPr/>
        </p:nvGrpSpPr>
        <p:grpSpPr>
          <a:xfrm>
            <a:off x="1767449" y="1337644"/>
            <a:ext cx="324403" cy="347783"/>
            <a:chOff x="1767449" y="1513044"/>
            <a:chExt cx="324403" cy="347783"/>
          </a:xfrm>
        </p:grpSpPr>
        <p:sp>
          <p:nvSpPr>
            <p:cNvPr id="13629" name="Google Shape;13629;p66"/>
            <p:cNvSpPr/>
            <p:nvPr/>
          </p:nvSpPr>
          <p:spPr>
            <a:xfrm>
              <a:off x="1850039" y="1513044"/>
              <a:ext cx="159604" cy="347783"/>
            </a:xfrm>
            <a:custGeom>
              <a:avLst/>
              <a:gdLst/>
              <a:ahLst/>
              <a:cxnLst/>
              <a:rect l="l" t="t" r="r" b="b"/>
              <a:pathLst>
                <a:path w="5038" h="10978" extrusionOk="0">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0" name="Google Shape;13630;p66"/>
            <p:cNvSpPr/>
            <p:nvPr/>
          </p:nvSpPr>
          <p:spPr>
            <a:xfrm>
              <a:off x="1887009" y="1702332"/>
              <a:ext cx="53222" cy="48375"/>
            </a:xfrm>
            <a:custGeom>
              <a:avLst/>
              <a:gdLst/>
              <a:ahLst/>
              <a:cxnLst/>
              <a:rect l="l" t="t" r="r" b="b"/>
              <a:pathLst>
                <a:path w="1680" h="1527" extrusionOk="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1" name="Google Shape;13631;p66"/>
            <p:cNvSpPr/>
            <p:nvPr/>
          </p:nvSpPr>
          <p:spPr>
            <a:xfrm>
              <a:off x="1943970" y="1686745"/>
              <a:ext cx="28702" cy="63962"/>
            </a:xfrm>
            <a:custGeom>
              <a:avLst/>
              <a:gdLst/>
              <a:ahLst/>
              <a:cxnLst/>
              <a:rect l="l" t="t" r="r" b="b"/>
              <a:pathLst>
                <a:path w="906" h="2019" extrusionOk="0">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2" name="Google Shape;13632;p66"/>
            <p:cNvSpPr/>
            <p:nvPr/>
          </p:nvSpPr>
          <p:spPr>
            <a:xfrm>
              <a:off x="2029221" y="1707306"/>
              <a:ext cx="62631" cy="10201"/>
            </a:xfrm>
            <a:custGeom>
              <a:avLst/>
              <a:gdLst/>
              <a:ahLst/>
              <a:cxnLst/>
              <a:rect l="l" t="t" r="r" b="b"/>
              <a:pathLst>
                <a:path w="1977" h="322" extrusionOk="0">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3" name="Google Shape;13633;p66"/>
            <p:cNvSpPr/>
            <p:nvPr/>
          </p:nvSpPr>
          <p:spPr>
            <a:xfrm>
              <a:off x="2029221" y="1758311"/>
              <a:ext cx="47552" cy="46696"/>
            </a:xfrm>
            <a:custGeom>
              <a:avLst/>
              <a:gdLst/>
              <a:ahLst/>
              <a:cxnLst/>
              <a:rect l="l" t="t" r="r" b="b"/>
              <a:pathLst>
                <a:path w="1501" h="1474" extrusionOk="0">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4" name="Google Shape;13634;p66"/>
            <p:cNvSpPr/>
            <p:nvPr/>
          </p:nvSpPr>
          <p:spPr>
            <a:xfrm>
              <a:off x="2029221" y="1615339"/>
              <a:ext cx="47552" cy="46728"/>
            </a:xfrm>
            <a:custGeom>
              <a:avLst/>
              <a:gdLst/>
              <a:ahLst/>
              <a:cxnLst/>
              <a:rect l="l" t="t" r="r" b="b"/>
              <a:pathLst>
                <a:path w="1501" h="1475" extrusionOk="0">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5" name="Google Shape;13635;p66"/>
            <p:cNvSpPr/>
            <p:nvPr/>
          </p:nvSpPr>
          <p:spPr>
            <a:xfrm>
              <a:off x="1767449" y="1703504"/>
              <a:ext cx="63012" cy="10233"/>
            </a:xfrm>
            <a:custGeom>
              <a:avLst/>
              <a:gdLst/>
              <a:ahLst/>
              <a:cxnLst/>
              <a:rect l="l" t="t" r="r" b="b"/>
              <a:pathLst>
                <a:path w="1989" h="323" extrusionOk="0">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6" name="Google Shape;13636;p66"/>
            <p:cNvSpPr/>
            <p:nvPr/>
          </p:nvSpPr>
          <p:spPr>
            <a:xfrm>
              <a:off x="1783289" y="1615719"/>
              <a:ext cx="47552" cy="46728"/>
            </a:xfrm>
            <a:custGeom>
              <a:avLst/>
              <a:gdLst/>
              <a:ahLst/>
              <a:cxnLst/>
              <a:rect l="l" t="t" r="r" b="b"/>
              <a:pathLst>
                <a:path w="1501" h="1475" extrusionOk="0">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7" name="Google Shape;13637;p66"/>
            <p:cNvSpPr/>
            <p:nvPr/>
          </p:nvSpPr>
          <p:spPr>
            <a:xfrm>
              <a:off x="1783289" y="1758311"/>
              <a:ext cx="47552" cy="46696"/>
            </a:xfrm>
            <a:custGeom>
              <a:avLst/>
              <a:gdLst/>
              <a:ahLst/>
              <a:cxnLst/>
              <a:rect l="l" t="t" r="r" b="b"/>
              <a:pathLst>
                <a:path w="1501" h="1474" extrusionOk="0">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38" name="Google Shape;13638;p66"/>
          <p:cNvGrpSpPr/>
          <p:nvPr/>
        </p:nvGrpSpPr>
        <p:grpSpPr>
          <a:xfrm>
            <a:off x="4007193" y="1337327"/>
            <a:ext cx="320633" cy="348100"/>
            <a:chOff x="4007193" y="1512727"/>
            <a:chExt cx="320633" cy="348100"/>
          </a:xfrm>
        </p:grpSpPr>
        <p:sp>
          <p:nvSpPr>
            <p:cNvPr id="13639" name="Google Shape;13639;p66"/>
            <p:cNvSpPr/>
            <p:nvPr/>
          </p:nvSpPr>
          <p:spPr>
            <a:xfrm>
              <a:off x="4177695" y="1512727"/>
              <a:ext cx="143732" cy="153109"/>
            </a:xfrm>
            <a:custGeom>
              <a:avLst/>
              <a:gdLst/>
              <a:ahLst/>
              <a:cxnLst/>
              <a:rect l="l" t="t" r="r" b="b"/>
              <a:pathLst>
                <a:path w="4537" h="4833" extrusionOk="0">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0" name="Google Shape;13640;p66"/>
            <p:cNvSpPr/>
            <p:nvPr/>
          </p:nvSpPr>
          <p:spPr>
            <a:xfrm>
              <a:off x="4214666" y="1543583"/>
              <a:ext cx="77711" cy="77363"/>
            </a:xfrm>
            <a:custGeom>
              <a:avLst/>
              <a:gdLst/>
              <a:ahLst/>
              <a:cxnLst/>
              <a:rect l="l" t="t" r="r" b="b"/>
              <a:pathLst>
                <a:path w="2453" h="2442" extrusionOk="0">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1" name="Google Shape;13641;p66"/>
            <p:cNvSpPr/>
            <p:nvPr/>
          </p:nvSpPr>
          <p:spPr>
            <a:xfrm>
              <a:off x="4007193" y="1541334"/>
              <a:ext cx="320633" cy="319493"/>
            </a:xfrm>
            <a:custGeom>
              <a:avLst/>
              <a:gdLst/>
              <a:ahLst/>
              <a:cxnLst/>
              <a:rect l="l" t="t" r="r" b="b"/>
              <a:pathLst>
                <a:path w="10121" h="10085" extrusionOk="0">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2" name="Google Shape;13642;p66"/>
            <p:cNvSpPr/>
            <p:nvPr/>
          </p:nvSpPr>
          <p:spPr>
            <a:xfrm>
              <a:off x="4064914" y="1665805"/>
              <a:ext cx="101123" cy="40012"/>
            </a:xfrm>
            <a:custGeom>
              <a:avLst/>
              <a:gdLst/>
              <a:ahLst/>
              <a:cxnLst/>
              <a:rect l="l" t="t" r="r" b="b"/>
              <a:pathLst>
                <a:path w="3192" h="1263" extrusionOk="0">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3" name="Google Shape;13643;p66"/>
            <p:cNvSpPr/>
            <p:nvPr/>
          </p:nvSpPr>
          <p:spPr>
            <a:xfrm>
              <a:off x="4162235" y="1749155"/>
              <a:ext cx="101851" cy="60382"/>
            </a:xfrm>
            <a:custGeom>
              <a:avLst/>
              <a:gdLst/>
              <a:ahLst/>
              <a:cxnLst/>
              <a:rect l="l" t="t" r="r" b="b"/>
              <a:pathLst>
                <a:path w="3215" h="1906" extrusionOk="0">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44" name="Google Shape;13644;p66"/>
          <p:cNvGrpSpPr/>
          <p:nvPr/>
        </p:nvGrpSpPr>
        <p:grpSpPr>
          <a:xfrm>
            <a:off x="3530425" y="1333347"/>
            <a:ext cx="368175" cy="344594"/>
            <a:chOff x="3530425" y="1508747"/>
            <a:chExt cx="368175" cy="344594"/>
          </a:xfrm>
        </p:grpSpPr>
        <p:sp>
          <p:nvSpPr>
            <p:cNvPr id="13645" name="Google Shape;13645;p66"/>
            <p:cNvSpPr/>
            <p:nvPr/>
          </p:nvSpPr>
          <p:spPr>
            <a:xfrm>
              <a:off x="3530425" y="1508747"/>
              <a:ext cx="316765" cy="344594"/>
            </a:xfrm>
            <a:custGeom>
              <a:avLst/>
              <a:gdLst/>
              <a:ahLst/>
              <a:cxnLst/>
              <a:rect l="l" t="t" r="r" b="b"/>
              <a:pathLst>
                <a:path w="7848" h="8538" extrusionOk="0">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6" name="Google Shape;13646;p66"/>
            <p:cNvSpPr/>
            <p:nvPr/>
          </p:nvSpPr>
          <p:spPr>
            <a:xfrm>
              <a:off x="3870185" y="1675515"/>
              <a:ext cx="28415" cy="11099"/>
            </a:xfrm>
            <a:custGeom>
              <a:avLst/>
              <a:gdLst/>
              <a:ahLst/>
              <a:cxnLst/>
              <a:rect l="l" t="t" r="r" b="b"/>
              <a:pathLst>
                <a:path w="704" h="275" extrusionOk="0">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7" name="Google Shape;13647;p66"/>
            <p:cNvSpPr/>
            <p:nvPr/>
          </p:nvSpPr>
          <p:spPr>
            <a:xfrm>
              <a:off x="3846170" y="1610293"/>
              <a:ext cx="25993" cy="22965"/>
            </a:xfrm>
            <a:custGeom>
              <a:avLst/>
              <a:gdLst/>
              <a:ahLst/>
              <a:cxnLst/>
              <a:rect l="l" t="t" r="r" b="b"/>
              <a:pathLst>
                <a:path w="644" h="569" extrusionOk="0">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8" name="Google Shape;13648;p66"/>
            <p:cNvSpPr/>
            <p:nvPr/>
          </p:nvSpPr>
          <p:spPr>
            <a:xfrm>
              <a:off x="3847623" y="1728508"/>
              <a:ext cx="24540" cy="23086"/>
            </a:xfrm>
            <a:custGeom>
              <a:avLst/>
              <a:gdLst/>
              <a:ahLst/>
              <a:cxnLst/>
              <a:rect l="l" t="t" r="r" b="b"/>
              <a:pathLst>
                <a:path w="608" h="572" extrusionOk="0">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49" name="Google Shape;13649;p66"/>
          <p:cNvGrpSpPr/>
          <p:nvPr/>
        </p:nvGrpSpPr>
        <p:grpSpPr>
          <a:xfrm>
            <a:off x="3127598" y="1337834"/>
            <a:ext cx="289714" cy="347593"/>
            <a:chOff x="3127598" y="1513234"/>
            <a:chExt cx="289714" cy="347593"/>
          </a:xfrm>
        </p:grpSpPr>
        <p:sp>
          <p:nvSpPr>
            <p:cNvPr id="13650" name="Google Shape;13650;p66"/>
            <p:cNvSpPr/>
            <p:nvPr/>
          </p:nvSpPr>
          <p:spPr>
            <a:xfrm>
              <a:off x="3127598" y="1513234"/>
              <a:ext cx="289714" cy="347593"/>
            </a:xfrm>
            <a:custGeom>
              <a:avLst/>
              <a:gdLst/>
              <a:ahLst/>
              <a:cxnLst/>
              <a:rect l="l" t="t" r="r" b="b"/>
              <a:pathLst>
                <a:path w="9145" h="10972" extrusionOk="0">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1" name="Google Shape;13651;p66"/>
            <p:cNvSpPr/>
            <p:nvPr/>
          </p:nvSpPr>
          <p:spPr>
            <a:xfrm>
              <a:off x="3254698" y="1788375"/>
              <a:ext cx="121493" cy="10233"/>
            </a:xfrm>
            <a:custGeom>
              <a:avLst/>
              <a:gdLst/>
              <a:ahLst/>
              <a:cxnLst/>
              <a:rect l="l" t="t" r="r" b="b"/>
              <a:pathLst>
                <a:path w="3835" h="323" extrusionOk="0">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2" name="Google Shape;13652;p66"/>
            <p:cNvSpPr/>
            <p:nvPr/>
          </p:nvSpPr>
          <p:spPr>
            <a:xfrm>
              <a:off x="3185668" y="1638275"/>
              <a:ext cx="172783" cy="29051"/>
            </a:xfrm>
            <a:custGeom>
              <a:avLst/>
              <a:gdLst/>
              <a:ahLst/>
              <a:cxnLst/>
              <a:rect l="l" t="t" r="r" b="b"/>
              <a:pathLst>
                <a:path w="5454" h="917" extrusionOk="0">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3" name="Google Shape;13653;p66"/>
            <p:cNvSpPr/>
            <p:nvPr/>
          </p:nvSpPr>
          <p:spPr>
            <a:xfrm>
              <a:off x="3186428" y="1681645"/>
              <a:ext cx="172022" cy="10581"/>
            </a:xfrm>
            <a:custGeom>
              <a:avLst/>
              <a:gdLst/>
              <a:ahLst/>
              <a:cxnLst/>
              <a:rect l="l" t="t" r="r" b="b"/>
              <a:pathLst>
                <a:path w="5430" h="334" extrusionOk="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4" name="Google Shape;13654;p66"/>
            <p:cNvSpPr/>
            <p:nvPr/>
          </p:nvSpPr>
          <p:spPr>
            <a:xfrm>
              <a:off x="3186428" y="1707306"/>
              <a:ext cx="172022" cy="10201"/>
            </a:xfrm>
            <a:custGeom>
              <a:avLst/>
              <a:gdLst/>
              <a:ahLst/>
              <a:cxnLst/>
              <a:rect l="l" t="t" r="r" b="b"/>
              <a:pathLst>
                <a:path w="5430" h="322" extrusionOk="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55" name="Google Shape;13655;p66"/>
          <p:cNvGrpSpPr/>
          <p:nvPr/>
        </p:nvGrpSpPr>
        <p:grpSpPr>
          <a:xfrm>
            <a:off x="2662884" y="1337644"/>
            <a:ext cx="322914" cy="348543"/>
            <a:chOff x="2662884" y="1513044"/>
            <a:chExt cx="322914" cy="348543"/>
          </a:xfrm>
        </p:grpSpPr>
        <p:sp>
          <p:nvSpPr>
            <p:cNvPr id="13656" name="Google Shape;13656;p66"/>
            <p:cNvSpPr/>
            <p:nvPr/>
          </p:nvSpPr>
          <p:spPr>
            <a:xfrm>
              <a:off x="2662884" y="1513044"/>
              <a:ext cx="260663" cy="348543"/>
            </a:xfrm>
            <a:custGeom>
              <a:avLst/>
              <a:gdLst/>
              <a:ahLst/>
              <a:cxnLst/>
              <a:rect l="l" t="t" r="r" b="b"/>
              <a:pathLst>
                <a:path w="8228" h="11002" extrusionOk="0">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7" name="Google Shape;13657;p66"/>
            <p:cNvSpPr/>
            <p:nvPr/>
          </p:nvSpPr>
          <p:spPr>
            <a:xfrm>
              <a:off x="2663264" y="1513044"/>
              <a:ext cx="165243" cy="282554"/>
            </a:xfrm>
            <a:custGeom>
              <a:avLst/>
              <a:gdLst/>
              <a:ahLst/>
              <a:cxnLst/>
              <a:rect l="l" t="t" r="r" b="b"/>
              <a:pathLst>
                <a:path w="5216" h="8919" extrusionOk="0">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8" name="Google Shape;13658;p66"/>
            <p:cNvSpPr/>
            <p:nvPr/>
          </p:nvSpPr>
          <p:spPr>
            <a:xfrm>
              <a:off x="2717596" y="1747634"/>
              <a:ext cx="152412" cy="10613"/>
            </a:xfrm>
            <a:custGeom>
              <a:avLst/>
              <a:gdLst/>
              <a:ahLst/>
              <a:cxnLst/>
              <a:rect l="l" t="t" r="r" b="b"/>
              <a:pathLst>
                <a:path w="4811" h="335" extrusionOk="0">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9" name="Google Shape;13659;p66"/>
            <p:cNvSpPr/>
            <p:nvPr/>
          </p:nvSpPr>
          <p:spPr>
            <a:xfrm>
              <a:off x="2788876" y="1809886"/>
              <a:ext cx="81132" cy="10581"/>
            </a:xfrm>
            <a:custGeom>
              <a:avLst/>
              <a:gdLst/>
              <a:ahLst/>
              <a:cxnLst/>
              <a:rect l="l" t="t" r="r" b="b"/>
              <a:pathLst>
                <a:path w="2561" h="334" extrusionOk="0">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0" name="Google Shape;13660;p66"/>
            <p:cNvSpPr/>
            <p:nvPr/>
          </p:nvSpPr>
          <p:spPr>
            <a:xfrm>
              <a:off x="2717596" y="1722385"/>
              <a:ext cx="152412" cy="10201"/>
            </a:xfrm>
            <a:custGeom>
              <a:avLst/>
              <a:gdLst/>
              <a:ahLst/>
              <a:cxnLst/>
              <a:rect l="l" t="t" r="r" b="b"/>
              <a:pathLst>
                <a:path w="4811" h="322" extrusionOk="0">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1" name="Google Shape;13661;p66"/>
            <p:cNvSpPr/>
            <p:nvPr/>
          </p:nvSpPr>
          <p:spPr>
            <a:xfrm>
              <a:off x="2717596" y="1696344"/>
              <a:ext cx="152412" cy="10613"/>
            </a:xfrm>
            <a:custGeom>
              <a:avLst/>
              <a:gdLst/>
              <a:ahLst/>
              <a:cxnLst/>
              <a:rect l="l" t="t" r="r" b="b"/>
              <a:pathLst>
                <a:path w="4811" h="335" extrusionOk="0">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2" name="Google Shape;13662;p66"/>
            <p:cNvSpPr/>
            <p:nvPr/>
          </p:nvSpPr>
          <p:spPr>
            <a:xfrm>
              <a:off x="2717596" y="1670335"/>
              <a:ext cx="152412" cy="10581"/>
            </a:xfrm>
            <a:custGeom>
              <a:avLst/>
              <a:gdLst/>
              <a:ahLst/>
              <a:cxnLst/>
              <a:rect l="l" t="t" r="r" b="b"/>
              <a:pathLst>
                <a:path w="4811" h="334" extrusionOk="0">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3" name="Google Shape;13663;p66"/>
            <p:cNvSpPr/>
            <p:nvPr/>
          </p:nvSpPr>
          <p:spPr>
            <a:xfrm>
              <a:off x="2778326" y="1594145"/>
              <a:ext cx="31332" cy="61111"/>
            </a:xfrm>
            <a:custGeom>
              <a:avLst/>
              <a:gdLst/>
              <a:ahLst/>
              <a:cxnLst/>
              <a:rect l="l" t="t" r="r" b="b"/>
              <a:pathLst>
                <a:path w="989" h="1929" extrusionOk="0">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4" name="Google Shape;13664;p66"/>
            <p:cNvSpPr/>
            <p:nvPr/>
          </p:nvSpPr>
          <p:spPr>
            <a:xfrm>
              <a:off x="2782476" y="1575263"/>
              <a:ext cx="16220" cy="15872"/>
            </a:xfrm>
            <a:custGeom>
              <a:avLst/>
              <a:gdLst/>
              <a:ahLst/>
              <a:cxnLst/>
              <a:rect l="l" t="t" r="r" b="b"/>
              <a:pathLst>
                <a:path w="512" h="501" extrusionOk="0">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5" name="Google Shape;13665;p66"/>
            <p:cNvSpPr/>
            <p:nvPr/>
          </p:nvSpPr>
          <p:spPr>
            <a:xfrm>
              <a:off x="2943537" y="1513044"/>
              <a:ext cx="42261" cy="347783"/>
            </a:xfrm>
            <a:custGeom>
              <a:avLst/>
              <a:gdLst/>
              <a:ahLst/>
              <a:cxnLst/>
              <a:rect l="l" t="t" r="r" b="b"/>
              <a:pathLst>
                <a:path w="1334" h="10978" extrusionOk="0">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66" name="Google Shape;13666;p66"/>
          <p:cNvGrpSpPr/>
          <p:nvPr/>
        </p:nvGrpSpPr>
        <p:grpSpPr>
          <a:xfrm>
            <a:off x="2232511" y="1337359"/>
            <a:ext cx="299534" cy="348068"/>
            <a:chOff x="2232511" y="1512759"/>
            <a:chExt cx="299534" cy="348068"/>
          </a:xfrm>
        </p:grpSpPr>
        <p:sp>
          <p:nvSpPr>
            <p:cNvPr id="13667" name="Google Shape;13667;p66"/>
            <p:cNvSpPr/>
            <p:nvPr/>
          </p:nvSpPr>
          <p:spPr>
            <a:xfrm>
              <a:off x="2278162" y="1715226"/>
              <a:ext cx="95452" cy="10581"/>
            </a:xfrm>
            <a:custGeom>
              <a:avLst/>
              <a:gdLst/>
              <a:ahLst/>
              <a:cxnLst/>
              <a:rect l="l" t="t" r="r" b="b"/>
              <a:pathLst>
                <a:path w="3013" h="334" extrusionOk="0">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8" name="Google Shape;13668;p66"/>
            <p:cNvSpPr/>
            <p:nvPr/>
          </p:nvSpPr>
          <p:spPr>
            <a:xfrm>
              <a:off x="2278162" y="1734455"/>
              <a:ext cx="95452" cy="10581"/>
            </a:xfrm>
            <a:custGeom>
              <a:avLst/>
              <a:gdLst/>
              <a:ahLst/>
              <a:cxnLst/>
              <a:rect l="l" t="t" r="r" b="b"/>
              <a:pathLst>
                <a:path w="3013" h="334" extrusionOk="0">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9" name="Google Shape;13669;p66"/>
            <p:cNvSpPr/>
            <p:nvPr/>
          </p:nvSpPr>
          <p:spPr>
            <a:xfrm>
              <a:off x="2278162" y="1754446"/>
              <a:ext cx="95452" cy="10201"/>
            </a:xfrm>
            <a:custGeom>
              <a:avLst/>
              <a:gdLst/>
              <a:ahLst/>
              <a:cxnLst/>
              <a:rect l="l" t="t" r="r" b="b"/>
              <a:pathLst>
                <a:path w="3013" h="322" extrusionOk="0">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0" name="Google Shape;13670;p66"/>
            <p:cNvSpPr/>
            <p:nvPr/>
          </p:nvSpPr>
          <p:spPr>
            <a:xfrm>
              <a:off x="2278162" y="1773675"/>
              <a:ext cx="95452" cy="10581"/>
            </a:xfrm>
            <a:custGeom>
              <a:avLst/>
              <a:gdLst/>
              <a:ahLst/>
              <a:cxnLst/>
              <a:rect l="l" t="t" r="r" b="b"/>
              <a:pathLst>
                <a:path w="3013" h="334" extrusionOk="0">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1" name="Google Shape;13671;p66"/>
            <p:cNvSpPr/>
            <p:nvPr/>
          </p:nvSpPr>
          <p:spPr>
            <a:xfrm>
              <a:off x="2232511" y="1512759"/>
              <a:ext cx="299534" cy="348068"/>
            </a:xfrm>
            <a:custGeom>
              <a:avLst/>
              <a:gdLst/>
              <a:ahLst/>
              <a:cxnLst/>
              <a:rect l="l" t="t" r="r" b="b"/>
              <a:pathLst>
                <a:path w="9455" h="10987" extrusionOk="0">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2" name="Google Shape;13672;p66"/>
            <p:cNvSpPr/>
            <p:nvPr/>
          </p:nvSpPr>
          <p:spPr>
            <a:xfrm>
              <a:off x="2422623"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3" name="Google Shape;13673;p66"/>
            <p:cNvSpPr/>
            <p:nvPr/>
          </p:nvSpPr>
          <p:spPr>
            <a:xfrm>
              <a:off x="2442613" y="1574883"/>
              <a:ext cx="10581" cy="11373"/>
            </a:xfrm>
            <a:custGeom>
              <a:avLst/>
              <a:gdLst/>
              <a:ahLst/>
              <a:cxnLst/>
              <a:rect l="l" t="t" r="r" b="b"/>
              <a:pathLst>
                <a:path w="334" h="359" extrusionOk="0">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4" name="Google Shape;13674;p66"/>
            <p:cNvSpPr/>
            <p:nvPr/>
          </p:nvSpPr>
          <p:spPr>
            <a:xfrm>
              <a:off x="2462983" y="1574883"/>
              <a:ext cx="10581" cy="11373"/>
            </a:xfrm>
            <a:custGeom>
              <a:avLst/>
              <a:gdLst/>
              <a:ahLst/>
              <a:cxnLst/>
              <a:rect l="l" t="t" r="r" b="b"/>
              <a:pathLst>
                <a:path w="334" h="359" extrusionOk="0">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5" name="Google Shape;13675;p66"/>
            <p:cNvSpPr/>
            <p:nvPr/>
          </p:nvSpPr>
          <p:spPr>
            <a:xfrm>
              <a:off x="2482974"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6" name="Google Shape;13676;p66"/>
            <p:cNvSpPr/>
            <p:nvPr/>
          </p:nvSpPr>
          <p:spPr>
            <a:xfrm>
              <a:off x="2312852" y="1654495"/>
              <a:ext cx="26073" cy="49041"/>
            </a:xfrm>
            <a:custGeom>
              <a:avLst/>
              <a:gdLst/>
              <a:ahLst/>
              <a:cxnLst/>
              <a:rect l="l" t="t" r="r" b="b"/>
              <a:pathLst>
                <a:path w="823" h="1548" extrusionOk="0">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7" name="Google Shape;13677;p66"/>
            <p:cNvSpPr/>
            <p:nvPr/>
          </p:nvSpPr>
          <p:spPr>
            <a:xfrm>
              <a:off x="2316242" y="1637135"/>
              <a:ext cx="14383" cy="13971"/>
            </a:xfrm>
            <a:custGeom>
              <a:avLst/>
              <a:gdLst/>
              <a:ahLst/>
              <a:cxnLst/>
              <a:rect l="l" t="t" r="r" b="b"/>
              <a:pathLst>
                <a:path w="454" h="441" extrusionOk="0">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78" name="Google Shape;13678;p66"/>
          <p:cNvGrpSpPr/>
          <p:nvPr/>
        </p:nvGrpSpPr>
        <p:grpSpPr>
          <a:xfrm>
            <a:off x="1331406" y="1337961"/>
            <a:ext cx="301784" cy="348607"/>
            <a:chOff x="1331406" y="1513361"/>
            <a:chExt cx="301784" cy="348607"/>
          </a:xfrm>
        </p:grpSpPr>
        <p:sp>
          <p:nvSpPr>
            <p:cNvPr id="13679" name="Google Shape;13679;p66"/>
            <p:cNvSpPr/>
            <p:nvPr/>
          </p:nvSpPr>
          <p:spPr>
            <a:xfrm>
              <a:off x="1473237" y="1513361"/>
              <a:ext cx="159952" cy="169076"/>
            </a:xfrm>
            <a:custGeom>
              <a:avLst/>
              <a:gdLst/>
              <a:ahLst/>
              <a:cxnLst/>
              <a:rect l="l" t="t" r="r" b="b"/>
              <a:pathLst>
                <a:path w="5049" h="5337" extrusionOk="0">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0" name="Google Shape;13680;p66"/>
            <p:cNvSpPr/>
            <p:nvPr/>
          </p:nvSpPr>
          <p:spPr>
            <a:xfrm>
              <a:off x="1331406" y="1579033"/>
              <a:ext cx="152412" cy="282934"/>
            </a:xfrm>
            <a:custGeom>
              <a:avLst/>
              <a:gdLst/>
              <a:ahLst/>
              <a:cxnLst/>
              <a:rect l="l" t="t" r="r" b="b"/>
              <a:pathLst>
                <a:path w="4811" h="8931" extrusionOk="0">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1" name="Google Shape;13681;p66"/>
            <p:cNvSpPr/>
            <p:nvPr/>
          </p:nvSpPr>
          <p:spPr>
            <a:xfrm>
              <a:off x="1373667" y="1686935"/>
              <a:ext cx="66401" cy="10581"/>
            </a:xfrm>
            <a:custGeom>
              <a:avLst/>
              <a:gdLst/>
              <a:ahLst/>
              <a:cxnLst/>
              <a:rect l="l" t="t" r="r" b="b"/>
              <a:pathLst>
                <a:path w="2096" h="334" extrusionOk="0">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2" name="Google Shape;13682;p66"/>
            <p:cNvSpPr/>
            <p:nvPr/>
          </p:nvSpPr>
          <p:spPr>
            <a:xfrm>
              <a:off x="1518508" y="1536044"/>
              <a:ext cx="72452" cy="112812"/>
            </a:xfrm>
            <a:custGeom>
              <a:avLst/>
              <a:gdLst/>
              <a:ahLst/>
              <a:cxnLst/>
              <a:rect l="l" t="t" r="r" b="b"/>
              <a:pathLst>
                <a:path w="2287" h="3561" extrusionOk="0">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83" name="Google Shape;13683;p66"/>
          <p:cNvGrpSpPr/>
          <p:nvPr/>
        </p:nvGrpSpPr>
        <p:grpSpPr>
          <a:xfrm>
            <a:off x="7144274" y="1324814"/>
            <a:ext cx="282174" cy="355735"/>
            <a:chOff x="7144274" y="1500214"/>
            <a:chExt cx="282174" cy="355735"/>
          </a:xfrm>
        </p:grpSpPr>
        <p:sp>
          <p:nvSpPr>
            <p:cNvPr id="13684" name="Google Shape;13684;p66"/>
            <p:cNvSpPr/>
            <p:nvPr/>
          </p:nvSpPr>
          <p:spPr>
            <a:xfrm>
              <a:off x="7245745" y="1613375"/>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5" name="Google Shape;13685;p66"/>
            <p:cNvSpPr/>
            <p:nvPr/>
          </p:nvSpPr>
          <p:spPr>
            <a:xfrm>
              <a:off x="7313635" y="1613375"/>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6" name="Google Shape;13686;p66"/>
            <p:cNvSpPr/>
            <p:nvPr/>
          </p:nvSpPr>
          <p:spPr>
            <a:xfrm>
              <a:off x="7262345" y="1653070"/>
              <a:ext cx="45302" cy="16157"/>
            </a:xfrm>
            <a:custGeom>
              <a:avLst/>
              <a:gdLst/>
              <a:ahLst/>
              <a:cxnLst/>
              <a:rect l="l" t="t" r="r" b="b"/>
              <a:pathLst>
                <a:path w="1430" h="510" extrusionOk="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7" name="Google Shape;13687;p66"/>
            <p:cNvSpPr/>
            <p:nvPr/>
          </p:nvSpPr>
          <p:spPr>
            <a:xfrm>
              <a:off x="7144274" y="1500214"/>
              <a:ext cx="282174" cy="355735"/>
            </a:xfrm>
            <a:custGeom>
              <a:avLst/>
              <a:gdLst/>
              <a:ahLst/>
              <a:cxnLst/>
              <a:rect l="l" t="t" r="r" b="b"/>
              <a:pathLst>
                <a:path w="8907" h="11229" extrusionOk="0">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8" name="Google Shape;13688;p66"/>
            <p:cNvSpPr/>
            <p:nvPr/>
          </p:nvSpPr>
          <p:spPr>
            <a:xfrm>
              <a:off x="7239726" y="1594081"/>
              <a:ext cx="22651" cy="12165"/>
            </a:xfrm>
            <a:custGeom>
              <a:avLst/>
              <a:gdLst/>
              <a:ahLst/>
              <a:cxnLst/>
              <a:rect l="l" t="t" r="r" b="b"/>
              <a:pathLst>
                <a:path w="715" h="384" extrusionOk="0">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9" name="Google Shape;13689;p66"/>
            <p:cNvSpPr/>
            <p:nvPr/>
          </p:nvSpPr>
          <p:spPr>
            <a:xfrm>
              <a:off x="7307616" y="1594462"/>
              <a:ext cx="22651" cy="12514"/>
            </a:xfrm>
            <a:custGeom>
              <a:avLst/>
              <a:gdLst/>
              <a:ahLst/>
              <a:cxnLst/>
              <a:rect l="l" t="t" r="r" b="b"/>
              <a:pathLst>
                <a:path w="715" h="395" extrusionOk="0">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0" name="Google Shape;13690;p66"/>
          <p:cNvGrpSpPr/>
          <p:nvPr/>
        </p:nvGrpSpPr>
        <p:grpSpPr>
          <a:xfrm>
            <a:off x="6685262" y="1324814"/>
            <a:ext cx="289682" cy="354594"/>
            <a:chOff x="6685262" y="1500214"/>
            <a:chExt cx="289682" cy="354594"/>
          </a:xfrm>
        </p:grpSpPr>
        <p:sp>
          <p:nvSpPr>
            <p:cNvPr id="13691" name="Google Shape;13691;p66"/>
            <p:cNvSpPr/>
            <p:nvPr/>
          </p:nvSpPr>
          <p:spPr>
            <a:xfrm>
              <a:off x="6685262" y="1500214"/>
              <a:ext cx="289682" cy="354594"/>
            </a:xfrm>
            <a:custGeom>
              <a:avLst/>
              <a:gdLst/>
              <a:ahLst/>
              <a:cxnLst/>
              <a:rect l="l" t="t" r="r" b="b"/>
              <a:pathLst>
                <a:path w="9144" h="11193" extrusionOk="0">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2" name="Google Shape;13692;p66"/>
            <p:cNvSpPr/>
            <p:nvPr/>
          </p:nvSpPr>
          <p:spPr>
            <a:xfrm>
              <a:off x="6792372" y="1655984"/>
              <a:ext cx="76222" cy="38143"/>
            </a:xfrm>
            <a:custGeom>
              <a:avLst/>
              <a:gdLst/>
              <a:ahLst/>
              <a:cxnLst/>
              <a:rect l="l" t="t" r="r" b="b"/>
              <a:pathLst>
                <a:path w="2406" h="1204" extrusionOk="0">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3" name="Google Shape;13693;p66"/>
            <p:cNvSpPr/>
            <p:nvPr/>
          </p:nvSpPr>
          <p:spPr>
            <a:xfrm>
              <a:off x="6785593" y="1622815"/>
              <a:ext cx="21891" cy="10581"/>
            </a:xfrm>
            <a:custGeom>
              <a:avLst/>
              <a:gdLst/>
              <a:ahLst/>
              <a:cxnLst/>
              <a:rect l="l" t="t" r="r" b="b"/>
              <a:pathLst>
                <a:path w="691" h="334" extrusionOk="0">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4" name="Google Shape;13694;p66"/>
            <p:cNvSpPr/>
            <p:nvPr/>
          </p:nvSpPr>
          <p:spPr>
            <a:xfrm>
              <a:off x="6852723" y="1622815"/>
              <a:ext cx="21542" cy="10581"/>
            </a:xfrm>
            <a:custGeom>
              <a:avLst/>
              <a:gdLst/>
              <a:ahLst/>
              <a:cxnLst/>
              <a:rect l="l" t="t" r="r" b="b"/>
              <a:pathLst>
                <a:path w="680" h="334" extrusionOk="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5" name="Google Shape;13695;p66"/>
          <p:cNvGrpSpPr/>
          <p:nvPr/>
        </p:nvGrpSpPr>
        <p:grpSpPr>
          <a:xfrm>
            <a:off x="6200938" y="1325194"/>
            <a:ext cx="322154" cy="355355"/>
            <a:chOff x="6200938" y="1500594"/>
            <a:chExt cx="322154" cy="355355"/>
          </a:xfrm>
        </p:grpSpPr>
        <p:sp>
          <p:nvSpPr>
            <p:cNvPr id="13696" name="Google Shape;13696;p66"/>
            <p:cNvSpPr/>
            <p:nvPr/>
          </p:nvSpPr>
          <p:spPr>
            <a:xfrm>
              <a:off x="6325789" y="1605835"/>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7" name="Google Shape;13697;p66"/>
            <p:cNvSpPr/>
            <p:nvPr/>
          </p:nvSpPr>
          <p:spPr>
            <a:xfrm>
              <a:off x="6387280" y="1605835"/>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8" name="Google Shape;13698;p66"/>
            <p:cNvSpPr/>
            <p:nvPr/>
          </p:nvSpPr>
          <p:spPr>
            <a:xfrm>
              <a:off x="6345779" y="1650725"/>
              <a:ext cx="32472" cy="10201"/>
            </a:xfrm>
            <a:custGeom>
              <a:avLst/>
              <a:gdLst/>
              <a:ahLst/>
              <a:cxnLst/>
              <a:rect l="l" t="t" r="r" b="b"/>
              <a:pathLst>
                <a:path w="1025" h="322" extrusionOk="0">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9" name="Google Shape;13699;p66"/>
            <p:cNvSpPr/>
            <p:nvPr/>
          </p:nvSpPr>
          <p:spPr>
            <a:xfrm>
              <a:off x="6200938" y="1500594"/>
              <a:ext cx="322154" cy="355355"/>
            </a:xfrm>
            <a:custGeom>
              <a:avLst/>
              <a:gdLst/>
              <a:ahLst/>
              <a:cxnLst/>
              <a:rect l="l" t="t" r="r" b="b"/>
              <a:pathLst>
                <a:path w="10169" h="11217" extrusionOk="0">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0" name="Google Shape;13700;p66"/>
            <p:cNvSpPr/>
            <p:nvPr/>
          </p:nvSpPr>
          <p:spPr>
            <a:xfrm>
              <a:off x="6312199" y="1800445"/>
              <a:ext cx="99253" cy="54743"/>
            </a:xfrm>
            <a:custGeom>
              <a:avLst/>
              <a:gdLst/>
              <a:ahLst/>
              <a:cxnLst/>
              <a:rect l="l" t="t" r="r" b="b"/>
              <a:pathLst>
                <a:path w="3133" h="1728" extrusionOk="0">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01" name="Google Shape;13701;p66"/>
          <p:cNvGrpSpPr/>
          <p:nvPr/>
        </p:nvGrpSpPr>
        <p:grpSpPr>
          <a:xfrm>
            <a:off x="5289631" y="1324814"/>
            <a:ext cx="332355" cy="354974"/>
            <a:chOff x="5289631" y="1500214"/>
            <a:chExt cx="332355" cy="354974"/>
          </a:xfrm>
        </p:grpSpPr>
        <p:sp>
          <p:nvSpPr>
            <p:cNvPr id="13702" name="Google Shape;13702;p66"/>
            <p:cNvSpPr/>
            <p:nvPr/>
          </p:nvSpPr>
          <p:spPr>
            <a:xfrm>
              <a:off x="5432603" y="1667040"/>
              <a:ext cx="45651" cy="16157"/>
            </a:xfrm>
            <a:custGeom>
              <a:avLst/>
              <a:gdLst/>
              <a:ahLst/>
              <a:cxnLst/>
              <a:rect l="l" t="t" r="r" b="b"/>
              <a:pathLst>
                <a:path w="1441" h="510" extrusionOk="0">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3" name="Google Shape;13703;p66"/>
            <p:cNvSpPr/>
            <p:nvPr/>
          </p:nvSpPr>
          <p:spPr>
            <a:xfrm>
              <a:off x="5416763" y="1628074"/>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4" name="Google Shape;13704;p66"/>
            <p:cNvSpPr/>
            <p:nvPr/>
          </p:nvSpPr>
          <p:spPr>
            <a:xfrm>
              <a:off x="5483893" y="1628074"/>
              <a:ext cx="10233" cy="15872"/>
            </a:xfrm>
            <a:custGeom>
              <a:avLst/>
              <a:gdLst/>
              <a:ahLst/>
              <a:cxnLst/>
              <a:rect l="l" t="t" r="r" b="b"/>
              <a:pathLst>
                <a:path w="323" h="501" extrusionOk="0">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5" name="Google Shape;13705;p66"/>
            <p:cNvSpPr/>
            <p:nvPr/>
          </p:nvSpPr>
          <p:spPr>
            <a:xfrm>
              <a:off x="5411093" y="1611474"/>
              <a:ext cx="21923" cy="10613"/>
            </a:xfrm>
            <a:custGeom>
              <a:avLst/>
              <a:gdLst/>
              <a:ahLst/>
              <a:cxnLst/>
              <a:rect l="l" t="t" r="r" b="b"/>
              <a:pathLst>
                <a:path w="692" h="335" extrusionOk="0">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6" name="Google Shape;13706;p66"/>
            <p:cNvSpPr/>
            <p:nvPr/>
          </p:nvSpPr>
          <p:spPr>
            <a:xfrm>
              <a:off x="5478254" y="1611474"/>
              <a:ext cx="21511" cy="10613"/>
            </a:xfrm>
            <a:custGeom>
              <a:avLst/>
              <a:gdLst/>
              <a:ahLst/>
              <a:cxnLst/>
              <a:rect l="l" t="t" r="r" b="b"/>
              <a:pathLst>
                <a:path w="679" h="335" extrusionOk="0">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7" name="Google Shape;13707;p66"/>
            <p:cNvSpPr/>
            <p:nvPr/>
          </p:nvSpPr>
          <p:spPr>
            <a:xfrm>
              <a:off x="5289631" y="1500214"/>
              <a:ext cx="332355" cy="354974"/>
            </a:xfrm>
            <a:custGeom>
              <a:avLst/>
              <a:gdLst/>
              <a:ahLst/>
              <a:cxnLst/>
              <a:rect l="l" t="t" r="r" b="b"/>
              <a:pathLst>
                <a:path w="10491" h="11205" extrusionOk="0">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08" name="Google Shape;13708;p66"/>
          <p:cNvGrpSpPr/>
          <p:nvPr/>
        </p:nvGrpSpPr>
        <p:grpSpPr>
          <a:xfrm>
            <a:off x="5748295" y="1324433"/>
            <a:ext cx="323294" cy="356115"/>
            <a:chOff x="5748295" y="1499833"/>
            <a:chExt cx="323294" cy="356115"/>
          </a:xfrm>
        </p:grpSpPr>
        <p:sp>
          <p:nvSpPr>
            <p:cNvPr id="13709" name="Google Shape;13709;p66"/>
            <p:cNvSpPr/>
            <p:nvPr/>
          </p:nvSpPr>
          <p:spPr>
            <a:xfrm>
              <a:off x="5871276" y="1611474"/>
              <a:ext cx="10581" cy="16252"/>
            </a:xfrm>
            <a:custGeom>
              <a:avLst/>
              <a:gdLst/>
              <a:ahLst/>
              <a:cxnLst/>
              <a:rect l="l" t="t" r="r" b="b"/>
              <a:pathLst>
                <a:path w="334" h="513" extrusionOk="0">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0" name="Google Shape;13710;p66"/>
            <p:cNvSpPr/>
            <p:nvPr/>
          </p:nvSpPr>
          <p:spPr>
            <a:xfrm>
              <a:off x="5938406" y="1611474"/>
              <a:ext cx="10233" cy="16252"/>
            </a:xfrm>
            <a:custGeom>
              <a:avLst/>
              <a:gdLst/>
              <a:ahLst/>
              <a:cxnLst/>
              <a:rect l="l" t="t" r="r" b="b"/>
              <a:pathLst>
                <a:path w="323" h="513" extrusionOk="0">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1" name="Google Shape;13711;p66"/>
            <p:cNvSpPr/>
            <p:nvPr/>
          </p:nvSpPr>
          <p:spPr>
            <a:xfrm>
              <a:off x="5887116" y="1650820"/>
              <a:ext cx="45683" cy="15777"/>
            </a:xfrm>
            <a:custGeom>
              <a:avLst/>
              <a:gdLst/>
              <a:ahLst/>
              <a:cxnLst/>
              <a:rect l="l" t="t" r="r" b="b"/>
              <a:pathLst>
                <a:path w="1442" h="498" extrusionOk="0">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2" name="Google Shape;13712;p66"/>
            <p:cNvSpPr/>
            <p:nvPr/>
          </p:nvSpPr>
          <p:spPr>
            <a:xfrm>
              <a:off x="5748295" y="1499833"/>
              <a:ext cx="323294" cy="355355"/>
            </a:xfrm>
            <a:custGeom>
              <a:avLst/>
              <a:gdLst/>
              <a:ahLst/>
              <a:cxnLst/>
              <a:rect l="l" t="t" r="r" b="b"/>
              <a:pathLst>
                <a:path w="10205" h="11217" extrusionOk="0">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3" name="Google Shape;13713;p66"/>
            <p:cNvSpPr/>
            <p:nvPr/>
          </p:nvSpPr>
          <p:spPr>
            <a:xfrm>
              <a:off x="5865225" y="1594842"/>
              <a:ext cx="22683" cy="12894"/>
            </a:xfrm>
            <a:custGeom>
              <a:avLst/>
              <a:gdLst/>
              <a:ahLst/>
              <a:cxnLst/>
              <a:rect l="l" t="t" r="r" b="b"/>
              <a:pathLst>
                <a:path w="716" h="407" extrusionOk="0">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4" name="Google Shape;13714;p66"/>
            <p:cNvSpPr/>
            <p:nvPr/>
          </p:nvSpPr>
          <p:spPr>
            <a:xfrm>
              <a:off x="5931627" y="1594462"/>
              <a:ext cx="23412" cy="12894"/>
            </a:xfrm>
            <a:custGeom>
              <a:avLst/>
              <a:gdLst/>
              <a:ahLst/>
              <a:cxnLst/>
              <a:rect l="l" t="t" r="r" b="b"/>
              <a:pathLst>
                <a:path w="739" h="407" extrusionOk="0">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5" name="Google Shape;13715;p66"/>
            <p:cNvSpPr/>
            <p:nvPr/>
          </p:nvSpPr>
          <p:spPr>
            <a:xfrm>
              <a:off x="5993846" y="1778586"/>
              <a:ext cx="10613" cy="77363"/>
            </a:xfrm>
            <a:custGeom>
              <a:avLst/>
              <a:gdLst/>
              <a:ahLst/>
              <a:cxnLst/>
              <a:rect l="l" t="t" r="r" b="b"/>
              <a:pathLst>
                <a:path w="335" h="2442" extrusionOk="0">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16" name="Google Shape;13716;p66"/>
          <p:cNvGrpSpPr/>
          <p:nvPr/>
        </p:nvGrpSpPr>
        <p:grpSpPr>
          <a:xfrm>
            <a:off x="8047661" y="1325637"/>
            <a:ext cx="278404" cy="355260"/>
            <a:chOff x="8047661" y="1501037"/>
            <a:chExt cx="278404" cy="355260"/>
          </a:xfrm>
        </p:grpSpPr>
        <p:sp>
          <p:nvSpPr>
            <p:cNvPr id="13717" name="Google Shape;13717;p66"/>
            <p:cNvSpPr/>
            <p:nvPr/>
          </p:nvSpPr>
          <p:spPr>
            <a:xfrm>
              <a:off x="8147611" y="1622815"/>
              <a:ext cx="10581" cy="16220"/>
            </a:xfrm>
            <a:custGeom>
              <a:avLst/>
              <a:gdLst/>
              <a:ahLst/>
              <a:cxnLst/>
              <a:rect l="l" t="t" r="r" b="b"/>
              <a:pathLst>
                <a:path w="334" h="512" extrusionOk="0">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8" name="Google Shape;13718;p66"/>
            <p:cNvSpPr/>
            <p:nvPr/>
          </p:nvSpPr>
          <p:spPr>
            <a:xfrm>
              <a:off x="8214741" y="1622815"/>
              <a:ext cx="10233" cy="16220"/>
            </a:xfrm>
            <a:custGeom>
              <a:avLst/>
              <a:gdLst/>
              <a:ahLst/>
              <a:cxnLst/>
              <a:rect l="l" t="t" r="r" b="b"/>
              <a:pathLst>
                <a:path w="323" h="512" extrusionOk="0">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9" name="Google Shape;13719;p66"/>
            <p:cNvSpPr/>
            <p:nvPr/>
          </p:nvSpPr>
          <p:spPr>
            <a:xfrm>
              <a:off x="8163451" y="1661370"/>
              <a:ext cx="45302" cy="16157"/>
            </a:xfrm>
            <a:custGeom>
              <a:avLst/>
              <a:gdLst/>
              <a:ahLst/>
              <a:cxnLst/>
              <a:rect l="l" t="t" r="r" b="b"/>
              <a:pathLst>
                <a:path w="1430" h="510" extrusionOk="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0" name="Google Shape;13720;p66"/>
            <p:cNvSpPr/>
            <p:nvPr/>
          </p:nvSpPr>
          <p:spPr>
            <a:xfrm>
              <a:off x="8047661" y="1501037"/>
              <a:ext cx="278404" cy="355260"/>
            </a:xfrm>
            <a:custGeom>
              <a:avLst/>
              <a:gdLst/>
              <a:ahLst/>
              <a:cxnLst/>
              <a:rect l="l" t="t" r="r" b="b"/>
              <a:pathLst>
                <a:path w="8788" h="11214" extrusionOk="0">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21" name="Google Shape;13721;p66"/>
          <p:cNvGrpSpPr/>
          <p:nvPr/>
        </p:nvGrpSpPr>
        <p:grpSpPr>
          <a:xfrm>
            <a:off x="4903389" y="1324814"/>
            <a:ext cx="267854" cy="355735"/>
            <a:chOff x="4903389" y="1500214"/>
            <a:chExt cx="267854" cy="355735"/>
          </a:xfrm>
        </p:grpSpPr>
        <p:sp>
          <p:nvSpPr>
            <p:cNvPr id="13722" name="Google Shape;13722;p66"/>
            <p:cNvSpPr/>
            <p:nvPr/>
          </p:nvSpPr>
          <p:spPr>
            <a:xfrm>
              <a:off x="4997700" y="1611854"/>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3" name="Google Shape;13723;p66"/>
            <p:cNvSpPr/>
            <p:nvPr/>
          </p:nvSpPr>
          <p:spPr>
            <a:xfrm>
              <a:off x="5064830" y="1611854"/>
              <a:ext cx="10233" cy="16252"/>
            </a:xfrm>
            <a:custGeom>
              <a:avLst/>
              <a:gdLst/>
              <a:ahLst/>
              <a:cxnLst/>
              <a:rect l="l" t="t" r="r" b="b"/>
              <a:pathLst>
                <a:path w="323" h="513" extrusionOk="0">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4" name="Google Shape;13724;p66"/>
            <p:cNvSpPr/>
            <p:nvPr/>
          </p:nvSpPr>
          <p:spPr>
            <a:xfrm>
              <a:off x="5013160" y="1650820"/>
              <a:ext cx="45302" cy="15777"/>
            </a:xfrm>
            <a:custGeom>
              <a:avLst/>
              <a:gdLst/>
              <a:ahLst/>
              <a:cxnLst/>
              <a:rect l="l" t="t" r="r" b="b"/>
              <a:pathLst>
                <a:path w="1430" h="498" extrusionOk="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5" name="Google Shape;13725;p66"/>
            <p:cNvSpPr/>
            <p:nvPr/>
          </p:nvSpPr>
          <p:spPr>
            <a:xfrm>
              <a:off x="4903389" y="1500214"/>
              <a:ext cx="267854" cy="355735"/>
            </a:xfrm>
            <a:custGeom>
              <a:avLst/>
              <a:gdLst/>
              <a:ahLst/>
              <a:cxnLst/>
              <a:rect l="l" t="t" r="r" b="b"/>
              <a:pathLst>
                <a:path w="8455" h="11229" extrusionOk="0">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6" name="Google Shape;13726;p66"/>
            <p:cNvSpPr/>
            <p:nvPr/>
          </p:nvSpPr>
          <p:spPr>
            <a:xfrm>
              <a:off x="5031281" y="1828007"/>
              <a:ext cx="10201" cy="15872"/>
            </a:xfrm>
            <a:custGeom>
              <a:avLst/>
              <a:gdLst/>
              <a:ahLst/>
              <a:cxnLst/>
              <a:rect l="l" t="t" r="r" b="b"/>
              <a:pathLst>
                <a:path w="322" h="501" extrusionOk="0">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27" name="Google Shape;13727;p66"/>
          <p:cNvGrpSpPr/>
          <p:nvPr/>
        </p:nvGrpSpPr>
        <p:grpSpPr>
          <a:xfrm>
            <a:off x="7613518" y="1325954"/>
            <a:ext cx="264433" cy="353074"/>
            <a:chOff x="7613518" y="1501354"/>
            <a:chExt cx="264433" cy="353074"/>
          </a:xfrm>
        </p:grpSpPr>
        <p:sp>
          <p:nvSpPr>
            <p:cNvPr id="13728" name="Google Shape;13728;p66"/>
            <p:cNvSpPr/>
            <p:nvPr/>
          </p:nvSpPr>
          <p:spPr>
            <a:xfrm>
              <a:off x="7707069" y="1628454"/>
              <a:ext cx="10201" cy="16252"/>
            </a:xfrm>
            <a:custGeom>
              <a:avLst/>
              <a:gdLst/>
              <a:ahLst/>
              <a:cxnLst/>
              <a:rect l="l" t="t" r="r" b="b"/>
              <a:pathLst>
                <a:path w="322" h="513" extrusionOk="0">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9" name="Google Shape;13729;p66"/>
            <p:cNvSpPr/>
            <p:nvPr/>
          </p:nvSpPr>
          <p:spPr>
            <a:xfrm>
              <a:off x="7773439" y="1628454"/>
              <a:ext cx="10201" cy="16252"/>
            </a:xfrm>
            <a:custGeom>
              <a:avLst/>
              <a:gdLst/>
              <a:ahLst/>
              <a:cxnLst/>
              <a:rect l="l" t="t" r="r" b="b"/>
              <a:pathLst>
                <a:path w="322" h="513" extrusionOk="0">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0" name="Google Shape;13730;p66"/>
            <p:cNvSpPr/>
            <p:nvPr/>
          </p:nvSpPr>
          <p:spPr>
            <a:xfrm>
              <a:off x="7613518" y="1501354"/>
              <a:ext cx="264433" cy="353074"/>
            </a:xfrm>
            <a:custGeom>
              <a:avLst/>
              <a:gdLst/>
              <a:ahLst/>
              <a:cxnLst/>
              <a:rect l="l" t="t" r="r" b="b"/>
              <a:pathLst>
                <a:path w="8347" h="11145" extrusionOk="0">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1" name="Google Shape;13731;p66"/>
            <p:cNvSpPr/>
            <p:nvPr/>
          </p:nvSpPr>
          <p:spPr>
            <a:xfrm>
              <a:off x="7701778" y="1611474"/>
              <a:ext cx="21162" cy="10613"/>
            </a:xfrm>
            <a:custGeom>
              <a:avLst/>
              <a:gdLst/>
              <a:ahLst/>
              <a:cxnLst/>
              <a:rect l="l" t="t" r="r" b="b"/>
              <a:pathLst>
                <a:path w="668" h="335" extrusionOk="0">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2" name="Google Shape;13732;p66"/>
            <p:cNvSpPr/>
            <p:nvPr/>
          </p:nvSpPr>
          <p:spPr>
            <a:xfrm>
              <a:off x="7768148" y="1611474"/>
              <a:ext cx="21162" cy="10613"/>
            </a:xfrm>
            <a:custGeom>
              <a:avLst/>
              <a:gdLst/>
              <a:ahLst/>
              <a:cxnLst/>
              <a:rect l="l" t="t" r="r" b="b"/>
              <a:pathLst>
                <a:path w="668" h="335" extrusionOk="0">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3" name="Google Shape;13733;p66"/>
            <p:cNvSpPr/>
            <p:nvPr/>
          </p:nvSpPr>
          <p:spPr>
            <a:xfrm>
              <a:off x="7715337" y="1659025"/>
              <a:ext cx="60382" cy="32820"/>
            </a:xfrm>
            <a:custGeom>
              <a:avLst/>
              <a:gdLst/>
              <a:ahLst/>
              <a:cxnLst/>
              <a:rect l="l" t="t" r="r" b="b"/>
              <a:pathLst>
                <a:path w="1906" h="1036" extrusionOk="0">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734" name="Google Shape;13734;p66"/>
          <p:cNvSpPr txBox="1"/>
          <p:nvPr/>
        </p:nvSpPr>
        <p:spPr>
          <a:xfrm>
            <a:off x="849675" y="715988"/>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Help &amp; Support Icons</a:t>
            </a:r>
            <a:endParaRPr sz="2400">
              <a:solidFill>
                <a:srgbClr val="FFFFFF"/>
              </a:solidFill>
            </a:endParaRPr>
          </a:p>
        </p:txBody>
      </p:sp>
      <p:sp>
        <p:nvSpPr>
          <p:cNvPr id="13735" name="Google Shape;13735;p66"/>
          <p:cNvSpPr txBox="1"/>
          <p:nvPr/>
        </p:nvSpPr>
        <p:spPr>
          <a:xfrm>
            <a:off x="4858400" y="715988"/>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739"/>
        <p:cNvGrpSpPr/>
        <p:nvPr/>
      </p:nvGrpSpPr>
      <p:grpSpPr>
        <a:xfrm>
          <a:off x="0" y="0"/>
          <a:ext cx="0" cy="0"/>
          <a:chOff x="0" y="0"/>
          <a:chExt cx="0" cy="0"/>
        </a:xfrm>
      </p:grpSpPr>
      <p:grpSp>
        <p:nvGrpSpPr>
          <p:cNvPr id="13740" name="Google Shape;13740;p67"/>
          <p:cNvGrpSpPr/>
          <p:nvPr/>
        </p:nvGrpSpPr>
        <p:grpSpPr>
          <a:xfrm>
            <a:off x="1757085" y="1325225"/>
            <a:ext cx="371069" cy="359396"/>
            <a:chOff x="1757085" y="1500675"/>
            <a:chExt cx="371069" cy="359396"/>
          </a:xfrm>
        </p:grpSpPr>
        <p:sp>
          <p:nvSpPr>
            <p:cNvPr id="13741" name="Google Shape;13741;p67"/>
            <p:cNvSpPr/>
            <p:nvPr/>
          </p:nvSpPr>
          <p:spPr>
            <a:xfrm>
              <a:off x="2032389" y="1667206"/>
              <a:ext cx="66313" cy="60684"/>
            </a:xfrm>
            <a:custGeom>
              <a:avLst/>
              <a:gdLst/>
              <a:ahLst/>
              <a:cxnLst/>
              <a:rect l="l" t="t" r="r" b="b"/>
              <a:pathLst>
                <a:path w="2085" h="1908" extrusionOk="0">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2" name="Google Shape;13742;p67"/>
            <p:cNvSpPr/>
            <p:nvPr/>
          </p:nvSpPr>
          <p:spPr>
            <a:xfrm>
              <a:off x="1971419" y="1747609"/>
              <a:ext cx="12531" cy="11513"/>
            </a:xfrm>
            <a:custGeom>
              <a:avLst/>
              <a:gdLst/>
              <a:ahLst/>
              <a:cxnLst/>
              <a:rect l="l" t="t" r="r" b="b"/>
              <a:pathLst>
                <a:path w="394" h="362" extrusionOk="0">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3" name="Google Shape;13743;p67"/>
            <p:cNvSpPr/>
            <p:nvPr/>
          </p:nvSpPr>
          <p:spPr>
            <a:xfrm>
              <a:off x="2032008" y="1776202"/>
              <a:ext cx="62910" cy="61702"/>
            </a:xfrm>
            <a:custGeom>
              <a:avLst/>
              <a:gdLst/>
              <a:ahLst/>
              <a:cxnLst/>
              <a:rect l="l" t="t" r="r" b="b"/>
              <a:pathLst>
                <a:path w="1978" h="1940" extrusionOk="0">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4" name="Google Shape;13744;p67"/>
            <p:cNvSpPr/>
            <p:nvPr/>
          </p:nvSpPr>
          <p:spPr>
            <a:xfrm>
              <a:off x="1976349"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5" name="Google Shape;13745;p67"/>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6" name="Google Shape;13746;p67"/>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7" name="Google Shape;13747;p67"/>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8" name="Google Shape;13748;p67"/>
            <p:cNvSpPr/>
            <p:nvPr/>
          </p:nvSpPr>
          <p:spPr>
            <a:xfrm>
              <a:off x="1976349" y="1730530"/>
              <a:ext cx="413" cy="32"/>
            </a:xfrm>
            <a:custGeom>
              <a:avLst/>
              <a:gdLst/>
              <a:ahLst/>
              <a:cxnLst/>
              <a:rect l="l" t="t" r="r" b="b"/>
              <a:pathLst>
                <a:path w="13" h="1" extrusionOk="0">
                  <a:moveTo>
                    <a:pt x="0" y="0"/>
                  </a:moveTo>
                  <a:lnTo>
                    <a:pt x="0" y="0"/>
                  </a:lnTo>
                  <a:cubicBezTo>
                    <a:pt x="12" y="0"/>
                    <a:pt x="12" y="0"/>
                    <a:pt x="0" y="0"/>
                  </a:cubicBezTo>
                  <a:cubicBezTo>
                    <a:pt x="12" y="0"/>
                    <a:pt x="12"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9" name="Google Shape;13749;p67"/>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0" name="Google Shape;13750;p67"/>
            <p:cNvSpPr/>
            <p:nvPr/>
          </p:nvSpPr>
          <p:spPr>
            <a:xfrm>
              <a:off x="1757085" y="1500675"/>
              <a:ext cx="371069" cy="359396"/>
            </a:xfrm>
            <a:custGeom>
              <a:avLst/>
              <a:gdLst/>
              <a:ahLst/>
              <a:cxnLst/>
              <a:rect l="l" t="t" r="r" b="b"/>
              <a:pathLst>
                <a:path w="11667" h="11300" extrusionOk="0">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1" name="Google Shape;13751;p67"/>
            <p:cNvSpPr/>
            <p:nvPr/>
          </p:nvSpPr>
          <p:spPr>
            <a:xfrm>
              <a:off x="1976349" y="1775216"/>
              <a:ext cx="413" cy="32"/>
            </a:xfrm>
            <a:custGeom>
              <a:avLst/>
              <a:gdLst/>
              <a:ahLst/>
              <a:cxnLst/>
              <a:rect l="l" t="t" r="r" b="b"/>
              <a:pathLst>
                <a:path w="13" h="1" extrusionOk="0">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2" name="Google Shape;13752;p67"/>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3" name="Google Shape;13753;p67"/>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4" name="Google Shape;13754;p67"/>
            <p:cNvSpPr/>
            <p:nvPr/>
          </p:nvSpPr>
          <p:spPr>
            <a:xfrm>
              <a:off x="2016868" y="177521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5" name="Google Shape;13755;p67"/>
            <p:cNvSpPr/>
            <p:nvPr/>
          </p:nvSpPr>
          <p:spPr>
            <a:xfrm>
              <a:off x="1914615" y="1724837"/>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6" name="Google Shape;13756;p67"/>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7" name="Google Shape;13757;p67"/>
            <p:cNvSpPr/>
            <p:nvPr/>
          </p:nvSpPr>
          <p:spPr>
            <a:xfrm>
              <a:off x="1955898" y="1769523"/>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8" name="Google Shape;13758;p67"/>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9" name="Google Shape;13759;p67"/>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0" name="Google Shape;13760;p67"/>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1" name="Google Shape;13761;p67"/>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2" name="Google Shape;13762;p67"/>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3" name="Google Shape;13763;p67"/>
            <p:cNvSpPr/>
            <p:nvPr/>
          </p:nvSpPr>
          <p:spPr>
            <a:xfrm>
              <a:off x="2016868"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4" name="Google Shape;13764;p67"/>
            <p:cNvSpPr/>
            <p:nvPr/>
          </p:nvSpPr>
          <p:spPr>
            <a:xfrm>
              <a:off x="1955898" y="1769523"/>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5" name="Google Shape;13765;p67"/>
            <p:cNvSpPr/>
            <p:nvPr/>
          </p:nvSpPr>
          <p:spPr>
            <a:xfrm>
              <a:off x="1955898" y="1769523"/>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6" name="Google Shape;13766;p67"/>
            <p:cNvSpPr/>
            <p:nvPr/>
          </p:nvSpPr>
          <p:spPr>
            <a:xfrm>
              <a:off x="1812744" y="1556302"/>
              <a:ext cx="77668" cy="72929"/>
            </a:xfrm>
            <a:custGeom>
              <a:avLst/>
              <a:gdLst/>
              <a:ahLst/>
              <a:cxnLst/>
              <a:rect l="l" t="t" r="r" b="b"/>
              <a:pathLst>
                <a:path w="2442" h="2293" extrusionOk="0">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7" name="Google Shape;13767;p67"/>
            <p:cNvSpPr/>
            <p:nvPr/>
          </p:nvSpPr>
          <p:spPr>
            <a:xfrm>
              <a:off x="1759375" y="1695671"/>
              <a:ext cx="99613" cy="158707"/>
            </a:xfrm>
            <a:custGeom>
              <a:avLst/>
              <a:gdLst/>
              <a:ahLst/>
              <a:cxnLst/>
              <a:rect l="l" t="t" r="r" b="b"/>
              <a:pathLst>
                <a:path w="3132" h="4990" extrusionOk="0">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8" name="Google Shape;13768;p67"/>
            <p:cNvSpPr/>
            <p:nvPr/>
          </p:nvSpPr>
          <p:spPr>
            <a:xfrm>
              <a:off x="1794965" y="1747195"/>
              <a:ext cx="38261" cy="10623"/>
            </a:xfrm>
            <a:custGeom>
              <a:avLst/>
              <a:gdLst/>
              <a:ahLst/>
              <a:cxnLst/>
              <a:rect l="l" t="t" r="r" b="b"/>
              <a:pathLst>
                <a:path w="1203" h="334" extrusionOk="0">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9" name="Google Shape;13769;p67"/>
            <p:cNvSpPr/>
            <p:nvPr/>
          </p:nvSpPr>
          <p:spPr>
            <a:xfrm>
              <a:off x="1839269" y="1747195"/>
              <a:ext cx="37912" cy="10623"/>
            </a:xfrm>
            <a:custGeom>
              <a:avLst/>
              <a:gdLst/>
              <a:ahLst/>
              <a:cxnLst/>
              <a:rect l="l" t="t" r="r" b="b"/>
              <a:pathLst>
                <a:path w="1192" h="334" extrusionOk="0">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0" name="Google Shape;13770;p67"/>
          <p:cNvGrpSpPr/>
          <p:nvPr/>
        </p:nvGrpSpPr>
        <p:grpSpPr>
          <a:xfrm>
            <a:off x="2774209" y="1779241"/>
            <a:ext cx="116693" cy="374186"/>
            <a:chOff x="2774209" y="1954691"/>
            <a:chExt cx="116693" cy="374186"/>
          </a:xfrm>
        </p:grpSpPr>
        <p:sp>
          <p:nvSpPr>
            <p:cNvPr id="13771" name="Google Shape;13771;p67"/>
            <p:cNvSpPr/>
            <p:nvPr/>
          </p:nvSpPr>
          <p:spPr>
            <a:xfrm>
              <a:off x="2774209" y="2181525"/>
              <a:ext cx="115166" cy="147353"/>
            </a:xfrm>
            <a:custGeom>
              <a:avLst/>
              <a:gdLst/>
              <a:ahLst/>
              <a:cxnLst/>
              <a:rect l="l" t="t" r="r" b="b"/>
              <a:pathLst>
                <a:path w="3621" h="4633" extrusionOk="0">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2" name="Google Shape;13772;p67"/>
            <p:cNvSpPr/>
            <p:nvPr/>
          </p:nvSpPr>
          <p:spPr>
            <a:xfrm>
              <a:off x="2774591" y="1954691"/>
              <a:ext cx="116311" cy="255649"/>
            </a:xfrm>
            <a:custGeom>
              <a:avLst/>
              <a:gdLst/>
              <a:ahLst/>
              <a:cxnLst/>
              <a:rect l="l" t="t" r="r" b="b"/>
              <a:pathLst>
                <a:path w="3657" h="8038" extrusionOk="0">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3" name="Google Shape;13773;p67"/>
          <p:cNvGrpSpPr/>
          <p:nvPr/>
        </p:nvGrpSpPr>
        <p:grpSpPr>
          <a:xfrm>
            <a:off x="4017435" y="1324462"/>
            <a:ext cx="315092" cy="359397"/>
            <a:chOff x="4017435" y="1499912"/>
            <a:chExt cx="315092" cy="359397"/>
          </a:xfrm>
        </p:grpSpPr>
        <p:sp>
          <p:nvSpPr>
            <p:cNvPr id="13774" name="Google Shape;13774;p67"/>
            <p:cNvSpPr/>
            <p:nvPr/>
          </p:nvSpPr>
          <p:spPr>
            <a:xfrm>
              <a:off x="4017816" y="1499912"/>
              <a:ext cx="314710" cy="359397"/>
            </a:xfrm>
            <a:custGeom>
              <a:avLst/>
              <a:gdLst/>
              <a:ahLst/>
              <a:cxnLst/>
              <a:rect l="l" t="t" r="r" b="b"/>
              <a:pathLst>
                <a:path w="9895" h="11300" extrusionOk="0">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5" name="Google Shape;13775;p67"/>
            <p:cNvSpPr/>
            <p:nvPr/>
          </p:nvSpPr>
          <p:spPr>
            <a:xfrm>
              <a:off x="4017435" y="1522302"/>
              <a:ext cx="121591" cy="207114"/>
            </a:xfrm>
            <a:custGeom>
              <a:avLst/>
              <a:gdLst/>
              <a:ahLst/>
              <a:cxnLst/>
              <a:rect l="l" t="t" r="r" b="b"/>
              <a:pathLst>
                <a:path w="3823" h="6512" extrusionOk="0">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6" name="Google Shape;13776;p67"/>
          <p:cNvGrpSpPr/>
          <p:nvPr/>
        </p:nvGrpSpPr>
        <p:grpSpPr>
          <a:xfrm>
            <a:off x="3963652" y="1824309"/>
            <a:ext cx="374154" cy="284050"/>
            <a:chOff x="3963652" y="1999759"/>
            <a:chExt cx="374154" cy="284050"/>
          </a:xfrm>
        </p:grpSpPr>
        <p:sp>
          <p:nvSpPr>
            <p:cNvPr id="13777" name="Google Shape;13777;p67"/>
            <p:cNvSpPr/>
            <p:nvPr/>
          </p:nvSpPr>
          <p:spPr>
            <a:xfrm>
              <a:off x="4123441" y="2104652"/>
              <a:ext cx="214366" cy="179158"/>
            </a:xfrm>
            <a:custGeom>
              <a:avLst/>
              <a:gdLst/>
              <a:ahLst/>
              <a:cxnLst/>
              <a:rect l="l" t="t" r="r" b="b"/>
              <a:pathLst>
                <a:path w="6740" h="5633" extrusionOk="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8" name="Google Shape;13778;p67"/>
            <p:cNvSpPr/>
            <p:nvPr/>
          </p:nvSpPr>
          <p:spPr>
            <a:xfrm>
              <a:off x="3963652" y="1999759"/>
              <a:ext cx="374154" cy="283669"/>
            </a:xfrm>
            <a:custGeom>
              <a:avLst/>
              <a:gdLst/>
              <a:ahLst/>
              <a:cxnLst/>
              <a:rect l="l" t="t" r="r" b="b"/>
              <a:pathLst>
                <a:path w="11764" h="8919" extrusionOk="0">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9" name="Google Shape;13779;p67"/>
            <p:cNvSpPr/>
            <p:nvPr/>
          </p:nvSpPr>
          <p:spPr>
            <a:xfrm>
              <a:off x="4069309" y="2061874"/>
              <a:ext cx="234435" cy="182911"/>
            </a:xfrm>
            <a:custGeom>
              <a:avLst/>
              <a:gdLst/>
              <a:ahLst/>
              <a:cxnLst/>
              <a:rect l="l" t="t" r="r" b="b"/>
              <a:pathLst>
                <a:path w="7371" h="5751" extrusionOk="0">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80" name="Google Shape;13780;p67"/>
          <p:cNvGrpSpPr/>
          <p:nvPr/>
        </p:nvGrpSpPr>
        <p:grpSpPr>
          <a:xfrm>
            <a:off x="1777536" y="1839416"/>
            <a:ext cx="376444" cy="253772"/>
            <a:chOff x="1777536" y="2014866"/>
            <a:chExt cx="376444" cy="253772"/>
          </a:xfrm>
        </p:grpSpPr>
        <p:sp>
          <p:nvSpPr>
            <p:cNvPr id="13781" name="Google Shape;13781;p67"/>
            <p:cNvSpPr/>
            <p:nvPr/>
          </p:nvSpPr>
          <p:spPr>
            <a:xfrm>
              <a:off x="1777536" y="2178503"/>
              <a:ext cx="376444" cy="90135"/>
            </a:xfrm>
            <a:custGeom>
              <a:avLst/>
              <a:gdLst/>
              <a:ahLst/>
              <a:cxnLst/>
              <a:rect l="l" t="t" r="r" b="b"/>
              <a:pathLst>
                <a:path w="11836" h="2834" extrusionOk="0">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2" name="Google Shape;13782;p67"/>
            <p:cNvSpPr/>
            <p:nvPr/>
          </p:nvSpPr>
          <p:spPr>
            <a:xfrm>
              <a:off x="1859338" y="2014866"/>
              <a:ext cx="107565" cy="167072"/>
            </a:xfrm>
            <a:custGeom>
              <a:avLst/>
              <a:gdLst/>
              <a:ahLst/>
              <a:cxnLst/>
              <a:rect l="l" t="t" r="r" b="b"/>
              <a:pathLst>
                <a:path w="3382" h="5253" extrusionOk="0">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3" name="Google Shape;13783;p67"/>
            <p:cNvSpPr/>
            <p:nvPr/>
          </p:nvSpPr>
          <p:spPr>
            <a:xfrm>
              <a:off x="1777536" y="2036335"/>
              <a:ext cx="71243" cy="169457"/>
            </a:xfrm>
            <a:custGeom>
              <a:avLst/>
              <a:gdLst/>
              <a:ahLst/>
              <a:cxnLst/>
              <a:rect l="l" t="t" r="r" b="b"/>
              <a:pathLst>
                <a:path w="2240" h="5328" extrusionOk="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4" name="Google Shape;13784;p67"/>
            <p:cNvSpPr/>
            <p:nvPr/>
          </p:nvSpPr>
          <p:spPr>
            <a:xfrm>
              <a:off x="1817197" y="2078794"/>
              <a:ext cx="85714" cy="54291"/>
            </a:xfrm>
            <a:custGeom>
              <a:avLst/>
              <a:gdLst/>
              <a:ahLst/>
              <a:cxnLst/>
              <a:rect l="l" t="t" r="r" b="b"/>
              <a:pathLst>
                <a:path w="2695" h="1707" extrusionOk="0">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5" name="Google Shape;13785;p67"/>
            <p:cNvSpPr/>
            <p:nvPr/>
          </p:nvSpPr>
          <p:spPr>
            <a:xfrm>
              <a:off x="1826007" y="2113716"/>
              <a:ext cx="88641" cy="56867"/>
            </a:xfrm>
            <a:custGeom>
              <a:avLst/>
              <a:gdLst/>
              <a:ahLst/>
              <a:cxnLst/>
              <a:rect l="l" t="t" r="r" b="b"/>
              <a:pathLst>
                <a:path w="2787" h="1788" extrusionOk="0">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86" name="Google Shape;13786;p67"/>
          <p:cNvGrpSpPr/>
          <p:nvPr/>
        </p:nvGrpSpPr>
        <p:grpSpPr>
          <a:xfrm>
            <a:off x="1309875" y="1881876"/>
            <a:ext cx="374154" cy="169680"/>
            <a:chOff x="1309875" y="2057326"/>
            <a:chExt cx="374154" cy="169680"/>
          </a:xfrm>
        </p:grpSpPr>
        <p:sp>
          <p:nvSpPr>
            <p:cNvPr id="13787" name="Google Shape;13787;p67"/>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8" name="Google Shape;13788;p67"/>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9" name="Google Shape;13789;p67"/>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0" name="Google Shape;13790;p67"/>
            <p:cNvSpPr/>
            <p:nvPr/>
          </p:nvSpPr>
          <p:spPr>
            <a:xfrm>
              <a:off x="1480286" y="2212566"/>
              <a:ext cx="413" cy="32"/>
            </a:xfrm>
            <a:custGeom>
              <a:avLst/>
              <a:gdLst/>
              <a:ahLst/>
              <a:cxnLst/>
              <a:rect l="l" t="t" r="r" b="b"/>
              <a:pathLst>
                <a:path w="13" h="1" extrusionOk="0">
                  <a:moveTo>
                    <a:pt x="12" y="1"/>
                  </a:moveTo>
                  <a:cubicBezTo>
                    <a:pt x="0" y="1"/>
                    <a:pt x="0" y="1"/>
                    <a:pt x="12" y="1"/>
                  </a:cubicBezTo>
                  <a:lnTo>
                    <a:pt x="12" y="1"/>
                  </a:lnTo>
                  <a:cubicBezTo>
                    <a:pt x="0" y="1"/>
                    <a:pt x="0" y="1"/>
                    <a:pt x="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1" name="Google Shape;13791;p67"/>
            <p:cNvSpPr/>
            <p:nvPr/>
          </p:nvSpPr>
          <p:spPr>
            <a:xfrm>
              <a:off x="1480668" y="2212566"/>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2" name="Google Shape;13792;p67"/>
            <p:cNvSpPr/>
            <p:nvPr/>
          </p:nvSpPr>
          <p:spPr>
            <a:xfrm>
              <a:off x="1460599" y="2082993"/>
              <a:ext cx="223430" cy="142232"/>
            </a:xfrm>
            <a:custGeom>
              <a:avLst/>
              <a:gdLst/>
              <a:ahLst/>
              <a:cxnLst/>
              <a:rect l="l" t="t" r="r" b="b"/>
              <a:pathLst>
                <a:path w="7025" h="4472" extrusionOk="0">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3" name="Google Shape;13793;p67"/>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4" name="Google Shape;13794;p67"/>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5" name="Google Shape;13795;p67"/>
            <p:cNvSpPr/>
            <p:nvPr/>
          </p:nvSpPr>
          <p:spPr>
            <a:xfrm>
              <a:off x="1397339" y="218343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6" name="Google Shape;13796;p67"/>
            <p:cNvSpPr/>
            <p:nvPr/>
          </p:nvSpPr>
          <p:spPr>
            <a:xfrm>
              <a:off x="1309875" y="2057326"/>
              <a:ext cx="132945" cy="169680"/>
            </a:xfrm>
            <a:custGeom>
              <a:avLst/>
              <a:gdLst/>
              <a:ahLst/>
              <a:cxnLst/>
              <a:rect l="l" t="t" r="r" b="b"/>
              <a:pathLst>
                <a:path w="4180" h="5335" extrusionOk="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7" name="Google Shape;13797;p67"/>
            <p:cNvSpPr/>
            <p:nvPr/>
          </p:nvSpPr>
          <p:spPr>
            <a:xfrm>
              <a:off x="1460599" y="2057326"/>
              <a:ext cx="25380" cy="101140"/>
            </a:xfrm>
            <a:custGeom>
              <a:avLst/>
              <a:gdLst/>
              <a:ahLst/>
              <a:cxnLst/>
              <a:rect l="l" t="t" r="r" b="b"/>
              <a:pathLst>
                <a:path w="798" h="3180" extrusionOk="0">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798" name="Google Shape;13798;p67"/>
          <p:cNvSpPr/>
          <p:nvPr/>
        </p:nvSpPr>
        <p:spPr>
          <a:xfrm>
            <a:off x="862283" y="1900800"/>
            <a:ext cx="374536" cy="130305"/>
          </a:xfrm>
          <a:custGeom>
            <a:avLst/>
            <a:gdLst/>
            <a:ahLst/>
            <a:cxnLst/>
            <a:rect l="l" t="t" r="r" b="b"/>
            <a:pathLst>
              <a:path w="11776" h="4097" extrusionOk="0">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99" name="Google Shape;13799;p67"/>
          <p:cNvGrpSpPr/>
          <p:nvPr/>
        </p:nvGrpSpPr>
        <p:grpSpPr>
          <a:xfrm>
            <a:off x="2347450" y="1779114"/>
            <a:ext cx="113639" cy="373168"/>
            <a:chOff x="2347450" y="1954564"/>
            <a:chExt cx="113639" cy="373168"/>
          </a:xfrm>
        </p:grpSpPr>
        <p:sp>
          <p:nvSpPr>
            <p:cNvPr id="13800" name="Google Shape;13800;p67"/>
            <p:cNvSpPr/>
            <p:nvPr/>
          </p:nvSpPr>
          <p:spPr>
            <a:xfrm>
              <a:off x="2347450" y="1954564"/>
              <a:ext cx="89022" cy="261819"/>
            </a:xfrm>
            <a:custGeom>
              <a:avLst/>
              <a:gdLst/>
              <a:ahLst/>
              <a:cxnLst/>
              <a:rect l="l" t="t" r="r" b="b"/>
              <a:pathLst>
                <a:path w="2799" h="8232" extrusionOk="0">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1" name="Google Shape;13801;p67"/>
            <p:cNvSpPr/>
            <p:nvPr/>
          </p:nvSpPr>
          <p:spPr>
            <a:xfrm>
              <a:off x="2362970" y="1994352"/>
              <a:ext cx="98118" cy="333380"/>
            </a:xfrm>
            <a:custGeom>
              <a:avLst/>
              <a:gdLst/>
              <a:ahLst/>
              <a:cxnLst/>
              <a:rect l="l" t="t" r="r" b="b"/>
              <a:pathLst>
                <a:path w="3085" h="10482" extrusionOk="0">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02" name="Google Shape;13802;p67"/>
          <p:cNvSpPr/>
          <p:nvPr/>
        </p:nvSpPr>
        <p:spPr>
          <a:xfrm>
            <a:off x="861520" y="1411385"/>
            <a:ext cx="360160" cy="184628"/>
          </a:xfrm>
          <a:custGeom>
            <a:avLst/>
            <a:gdLst/>
            <a:ahLst/>
            <a:cxnLst/>
            <a:rect l="l" t="t" r="r" b="b"/>
            <a:pathLst>
              <a:path w="11324" h="5805" extrusionOk="0">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03" name="Google Shape;13803;p67"/>
          <p:cNvGrpSpPr/>
          <p:nvPr/>
        </p:nvGrpSpPr>
        <p:grpSpPr>
          <a:xfrm>
            <a:off x="3110102" y="1324430"/>
            <a:ext cx="330613" cy="358379"/>
            <a:chOff x="3110102" y="1499880"/>
            <a:chExt cx="330613" cy="358379"/>
          </a:xfrm>
        </p:grpSpPr>
        <p:sp>
          <p:nvSpPr>
            <p:cNvPr id="13804" name="Google Shape;13804;p67"/>
            <p:cNvSpPr/>
            <p:nvPr/>
          </p:nvSpPr>
          <p:spPr>
            <a:xfrm>
              <a:off x="3385024" y="1775979"/>
              <a:ext cx="55341" cy="71211"/>
            </a:xfrm>
            <a:custGeom>
              <a:avLst/>
              <a:gdLst/>
              <a:ahLst/>
              <a:cxnLst/>
              <a:rect l="l" t="t" r="r" b="b"/>
              <a:pathLst>
                <a:path w="1740" h="2239" extrusionOk="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5" name="Google Shape;13805;p67"/>
            <p:cNvSpPr/>
            <p:nvPr/>
          </p:nvSpPr>
          <p:spPr>
            <a:xfrm>
              <a:off x="3347176" y="1535501"/>
              <a:ext cx="93189" cy="61765"/>
            </a:xfrm>
            <a:custGeom>
              <a:avLst/>
              <a:gdLst/>
              <a:ahLst/>
              <a:cxnLst/>
              <a:rect l="l" t="t" r="r" b="b"/>
              <a:pathLst>
                <a:path w="2930" h="1942" extrusionOk="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6" name="Google Shape;13806;p67"/>
            <p:cNvSpPr/>
            <p:nvPr/>
          </p:nvSpPr>
          <p:spPr>
            <a:xfrm>
              <a:off x="3110102" y="1580728"/>
              <a:ext cx="330613" cy="277530"/>
            </a:xfrm>
            <a:custGeom>
              <a:avLst/>
              <a:gdLst/>
              <a:ahLst/>
              <a:cxnLst/>
              <a:rect l="l" t="t" r="r" b="b"/>
              <a:pathLst>
                <a:path w="10395" h="8726" extrusionOk="0">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7" name="Google Shape;13807;p67"/>
            <p:cNvSpPr/>
            <p:nvPr/>
          </p:nvSpPr>
          <p:spPr>
            <a:xfrm>
              <a:off x="3139267" y="1504428"/>
              <a:ext cx="77668" cy="78113"/>
            </a:xfrm>
            <a:custGeom>
              <a:avLst/>
              <a:gdLst/>
              <a:ahLst/>
              <a:cxnLst/>
              <a:rect l="l" t="t" r="r" b="b"/>
              <a:pathLst>
                <a:path w="2442" h="2456" extrusionOk="0">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8" name="Google Shape;13808;p67"/>
            <p:cNvSpPr/>
            <p:nvPr/>
          </p:nvSpPr>
          <p:spPr>
            <a:xfrm>
              <a:off x="3226381" y="1499880"/>
              <a:ext cx="116279" cy="82661"/>
            </a:xfrm>
            <a:custGeom>
              <a:avLst/>
              <a:gdLst/>
              <a:ahLst/>
              <a:cxnLst/>
              <a:rect l="l" t="t" r="r" b="b"/>
              <a:pathLst>
                <a:path w="3656" h="2599" extrusionOk="0">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9" name="Google Shape;13809;p67"/>
            <p:cNvSpPr/>
            <p:nvPr/>
          </p:nvSpPr>
          <p:spPr>
            <a:xfrm>
              <a:off x="3179786" y="1775216"/>
              <a:ext cx="86764" cy="46594"/>
            </a:xfrm>
            <a:custGeom>
              <a:avLst/>
              <a:gdLst/>
              <a:ahLst/>
              <a:cxnLst/>
              <a:rect l="l" t="t" r="r" b="b"/>
              <a:pathLst>
                <a:path w="2728" h="1465" extrusionOk="0">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0" name="Google Shape;13810;p67"/>
            <p:cNvSpPr/>
            <p:nvPr/>
          </p:nvSpPr>
          <p:spPr>
            <a:xfrm>
              <a:off x="3154024" y="1712337"/>
              <a:ext cx="15203" cy="109473"/>
            </a:xfrm>
            <a:custGeom>
              <a:avLst/>
              <a:gdLst/>
              <a:ahLst/>
              <a:cxnLst/>
              <a:rect l="l" t="t" r="r" b="b"/>
              <a:pathLst>
                <a:path w="478" h="3442" extrusionOk="0">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11" name="Google Shape;13811;p67"/>
          <p:cNvSpPr/>
          <p:nvPr/>
        </p:nvSpPr>
        <p:spPr>
          <a:xfrm>
            <a:off x="3196834" y="1778764"/>
            <a:ext cx="118537" cy="373518"/>
          </a:xfrm>
          <a:custGeom>
            <a:avLst/>
            <a:gdLst/>
            <a:ahLst/>
            <a:cxnLst/>
            <a:rect l="l" t="t" r="r" b="b"/>
            <a:pathLst>
              <a:path w="3727" h="11744" extrusionOk="0">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12" name="Google Shape;13812;p67"/>
          <p:cNvGrpSpPr/>
          <p:nvPr/>
        </p:nvGrpSpPr>
        <p:grpSpPr>
          <a:xfrm>
            <a:off x="3485575" y="1824309"/>
            <a:ext cx="373772" cy="284050"/>
            <a:chOff x="3531200" y="1999759"/>
            <a:chExt cx="373772" cy="284050"/>
          </a:xfrm>
        </p:grpSpPr>
        <p:sp>
          <p:nvSpPr>
            <p:cNvPr id="13813" name="Google Shape;13813;p67"/>
            <p:cNvSpPr/>
            <p:nvPr/>
          </p:nvSpPr>
          <p:spPr>
            <a:xfrm>
              <a:off x="3531200" y="1999759"/>
              <a:ext cx="373772" cy="283669"/>
            </a:xfrm>
            <a:custGeom>
              <a:avLst/>
              <a:gdLst/>
              <a:ahLst/>
              <a:cxnLst/>
              <a:rect l="l" t="t" r="r" b="b"/>
              <a:pathLst>
                <a:path w="11752" h="8919" extrusionOk="0">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4" name="Google Shape;13814;p67"/>
            <p:cNvSpPr/>
            <p:nvPr/>
          </p:nvSpPr>
          <p:spPr>
            <a:xfrm>
              <a:off x="3690638" y="2104652"/>
              <a:ext cx="214334" cy="179158"/>
            </a:xfrm>
            <a:custGeom>
              <a:avLst/>
              <a:gdLst/>
              <a:ahLst/>
              <a:cxnLst/>
              <a:rect l="l" t="t" r="r" b="b"/>
              <a:pathLst>
                <a:path w="6739" h="5633" extrusionOk="0">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5" name="Google Shape;13815;p67"/>
            <p:cNvSpPr/>
            <p:nvPr/>
          </p:nvSpPr>
          <p:spPr>
            <a:xfrm>
              <a:off x="3631163" y="2148193"/>
              <a:ext cx="259433" cy="84856"/>
            </a:xfrm>
            <a:custGeom>
              <a:avLst/>
              <a:gdLst/>
              <a:ahLst/>
              <a:cxnLst/>
              <a:rect l="l" t="t" r="r" b="b"/>
              <a:pathLst>
                <a:path w="8157" h="2668" extrusionOk="0">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6" name="Google Shape;13816;p67"/>
            <p:cNvSpPr/>
            <p:nvPr/>
          </p:nvSpPr>
          <p:spPr>
            <a:xfrm>
              <a:off x="3639496" y="2058089"/>
              <a:ext cx="206414" cy="73120"/>
            </a:xfrm>
            <a:custGeom>
              <a:avLst/>
              <a:gdLst/>
              <a:ahLst/>
              <a:cxnLst/>
              <a:rect l="l" t="t" r="r" b="b"/>
              <a:pathLst>
                <a:path w="6490" h="2299" extrusionOk="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17" name="Google Shape;13817;p67"/>
          <p:cNvGrpSpPr/>
          <p:nvPr/>
        </p:nvGrpSpPr>
        <p:grpSpPr>
          <a:xfrm>
            <a:off x="2667058" y="1324843"/>
            <a:ext cx="330231" cy="359015"/>
            <a:chOff x="2667058" y="1500293"/>
            <a:chExt cx="330231" cy="359015"/>
          </a:xfrm>
        </p:grpSpPr>
        <p:sp>
          <p:nvSpPr>
            <p:cNvPr id="13818" name="Google Shape;13818;p67"/>
            <p:cNvSpPr/>
            <p:nvPr/>
          </p:nvSpPr>
          <p:spPr>
            <a:xfrm>
              <a:off x="2944239" y="1581714"/>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9" name="Google Shape;13819;p67"/>
            <p:cNvSpPr/>
            <p:nvPr/>
          </p:nvSpPr>
          <p:spPr>
            <a:xfrm>
              <a:off x="2667058" y="1500293"/>
              <a:ext cx="330231" cy="359015"/>
            </a:xfrm>
            <a:custGeom>
              <a:avLst/>
              <a:gdLst/>
              <a:ahLst/>
              <a:cxnLst/>
              <a:rect l="l" t="t" r="r" b="b"/>
              <a:pathLst>
                <a:path w="10383" h="11288" extrusionOk="0">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0" name="Google Shape;13820;p67"/>
            <p:cNvSpPr/>
            <p:nvPr/>
          </p:nvSpPr>
          <p:spPr>
            <a:xfrm>
              <a:off x="2925696" y="1563140"/>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1" name="Google Shape;13821;p67"/>
            <p:cNvSpPr/>
            <p:nvPr/>
          </p:nvSpPr>
          <p:spPr>
            <a:xfrm>
              <a:off x="2953717" y="159456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2" name="Google Shape;13822;p67"/>
            <p:cNvSpPr/>
            <p:nvPr/>
          </p:nvSpPr>
          <p:spPr>
            <a:xfrm>
              <a:off x="2953717" y="1594182"/>
              <a:ext cx="32" cy="413"/>
            </a:xfrm>
            <a:custGeom>
              <a:avLst/>
              <a:gdLst/>
              <a:ahLst/>
              <a:cxnLst/>
              <a:rect l="l" t="t" r="r" b="b"/>
              <a:pathLst>
                <a:path w="1" h="13" extrusionOk="0">
                  <a:moveTo>
                    <a:pt x="1" y="1"/>
                  </a:moveTo>
                  <a:cubicBezTo>
                    <a:pt x="1" y="1"/>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3" name="Google Shape;13823;p67"/>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4" name="Google Shape;13824;p67"/>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5" name="Google Shape;13825;p67"/>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6" name="Google Shape;13826;p67"/>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7" name="Google Shape;13827;p67"/>
            <p:cNvSpPr/>
            <p:nvPr/>
          </p:nvSpPr>
          <p:spPr>
            <a:xfrm>
              <a:off x="2923788" y="157640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8" name="Google Shape;13828;p67"/>
            <p:cNvSpPr/>
            <p:nvPr/>
          </p:nvSpPr>
          <p:spPr>
            <a:xfrm>
              <a:off x="2953717" y="1594182"/>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9" name="Google Shape;13829;p67"/>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0" name="Google Shape;13830;p67"/>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1" name="Google Shape;13831;p67"/>
            <p:cNvSpPr/>
            <p:nvPr/>
          </p:nvSpPr>
          <p:spPr>
            <a:xfrm>
              <a:off x="2923438" y="1576784"/>
              <a:ext cx="0" cy="32"/>
            </a:xfrm>
            <a:custGeom>
              <a:avLst/>
              <a:gdLst/>
              <a:ahLst/>
              <a:cxnLst/>
              <a:rect l="l" t="t" r="r" b="b"/>
              <a:pathLst>
                <a:path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2" name="Google Shape;13832;p67"/>
            <p:cNvSpPr/>
            <p:nvPr/>
          </p:nvSpPr>
          <p:spPr>
            <a:xfrm>
              <a:off x="2792783" y="1631298"/>
              <a:ext cx="87877" cy="101140"/>
            </a:xfrm>
            <a:custGeom>
              <a:avLst/>
              <a:gdLst/>
              <a:ahLst/>
              <a:cxnLst/>
              <a:rect l="l" t="t" r="r" b="b"/>
              <a:pathLst>
                <a:path w="2763" h="3180" extrusionOk="0">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3" name="Google Shape;13833;p67"/>
            <p:cNvSpPr/>
            <p:nvPr/>
          </p:nvSpPr>
          <p:spPr>
            <a:xfrm>
              <a:off x="2715147" y="1631298"/>
              <a:ext cx="66695" cy="122735"/>
            </a:xfrm>
            <a:custGeom>
              <a:avLst/>
              <a:gdLst/>
              <a:ahLst/>
              <a:cxnLst/>
              <a:rect l="l" t="t" r="r" b="b"/>
              <a:pathLst>
                <a:path w="2097" h="3859" extrusionOk="0">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4" name="Google Shape;13834;p67"/>
            <p:cNvSpPr/>
            <p:nvPr/>
          </p:nvSpPr>
          <p:spPr>
            <a:xfrm>
              <a:off x="2715911" y="1707789"/>
              <a:ext cx="166277" cy="93570"/>
            </a:xfrm>
            <a:custGeom>
              <a:avLst/>
              <a:gdLst/>
              <a:ahLst/>
              <a:cxnLst/>
              <a:rect l="l" t="t" r="r" b="b"/>
              <a:pathLst>
                <a:path w="5228" h="2942" extrusionOk="0">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5" name="Google Shape;13835;p67"/>
            <p:cNvSpPr/>
            <p:nvPr/>
          </p:nvSpPr>
          <p:spPr>
            <a:xfrm>
              <a:off x="2799589" y="1654706"/>
              <a:ext cx="61384" cy="62974"/>
            </a:xfrm>
            <a:custGeom>
              <a:avLst/>
              <a:gdLst/>
              <a:ahLst/>
              <a:cxnLst/>
              <a:rect l="l" t="t" r="r" b="b"/>
              <a:pathLst>
                <a:path w="1930" h="1980" extrusionOk="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6" name="Google Shape;13836;p67"/>
          <p:cNvGrpSpPr/>
          <p:nvPr/>
        </p:nvGrpSpPr>
        <p:grpSpPr>
          <a:xfrm>
            <a:off x="3567553" y="1324462"/>
            <a:ext cx="320022" cy="359778"/>
            <a:chOff x="3567553" y="1499912"/>
            <a:chExt cx="320022" cy="359778"/>
          </a:xfrm>
        </p:grpSpPr>
        <p:sp>
          <p:nvSpPr>
            <p:cNvPr id="13837" name="Google Shape;13837;p67"/>
            <p:cNvSpPr/>
            <p:nvPr/>
          </p:nvSpPr>
          <p:spPr>
            <a:xfrm>
              <a:off x="3567553" y="1502933"/>
              <a:ext cx="263218" cy="356757"/>
            </a:xfrm>
            <a:custGeom>
              <a:avLst/>
              <a:gdLst/>
              <a:ahLst/>
              <a:cxnLst/>
              <a:rect l="l" t="t" r="r" b="b"/>
              <a:pathLst>
                <a:path w="8276" h="11217" extrusionOk="0">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8" name="Google Shape;13838;p67"/>
            <p:cNvSpPr/>
            <p:nvPr/>
          </p:nvSpPr>
          <p:spPr>
            <a:xfrm>
              <a:off x="3638001" y="1499912"/>
              <a:ext cx="249574" cy="142773"/>
            </a:xfrm>
            <a:custGeom>
              <a:avLst/>
              <a:gdLst/>
              <a:ahLst/>
              <a:cxnLst/>
              <a:rect l="l" t="t" r="r" b="b"/>
              <a:pathLst>
                <a:path w="7847" h="4489" extrusionOk="0">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9" name="Google Shape;13839;p67"/>
            <p:cNvSpPr/>
            <p:nvPr/>
          </p:nvSpPr>
          <p:spPr>
            <a:xfrm>
              <a:off x="3641786" y="1594563"/>
              <a:ext cx="141659" cy="10273"/>
            </a:xfrm>
            <a:custGeom>
              <a:avLst/>
              <a:gdLst/>
              <a:ahLst/>
              <a:cxnLst/>
              <a:rect l="l" t="t" r="r" b="b"/>
              <a:pathLst>
                <a:path w="4454" h="323" extrusionOk="0">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0" name="Google Shape;13840;p67"/>
            <p:cNvSpPr/>
            <p:nvPr/>
          </p:nvSpPr>
          <p:spPr>
            <a:xfrm>
              <a:off x="3641786" y="1638136"/>
              <a:ext cx="141659" cy="10241"/>
            </a:xfrm>
            <a:custGeom>
              <a:avLst/>
              <a:gdLst/>
              <a:ahLst/>
              <a:cxnLst/>
              <a:rect l="l" t="t" r="r" b="b"/>
              <a:pathLst>
                <a:path w="4454" h="322" extrusionOk="0">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1" name="Google Shape;13841;p67"/>
            <p:cNvSpPr/>
            <p:nvPr/>
          </p:nvSpPr>
          <p:spPr>
            <a:xfrm>
              <a:off x="3641786" y="1682059"/>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2" name="Google Shape;13842;p67"/>
            <p:cNvSpPr/>
            <p:nvPr/>
          </p:nvSpPr>
          <p:spPr>
            <a:xfrm>
              <a:off x="3641786" y="1725600"/>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43" name="Google Shape;13843;p67"/>
          <p:cNvGrpSpPr/>
          <p:nvPr/>
        </p:nvGrpSpPr>
        <p:grpSpPr>
          <a:xfrm>
            <a:off x="1309875" y="1324462"/>
            <a:ext cx="359015" cy="358633"/>
            <a:chOff x="1309875" y="1499912"/>
            <a:chExt cx="359015" cy="358633"/>
          </a:xfrm>
        </p:grpSpPr>
        <p:sp>
          <p:nvSpPr>
            <p:cNvPr id="13844" name="Google Shape;13844;p67"/>
            <p:cNvSpPr/>
            <p:nvPr/>
          </p:nvSpPr>
          <p:spPr>
            <a:xfrm>
              <a:off x="1309875" y="1499912"/>
              <a:ext cx="133708" cy="204665"/>
            </a:xfrm>
            <a:custGeom>
              <a:avLst/>
              <a:gdLst/>
              <a:ahLst/>
              <a:cxnLst/>
              <a:rect l="l" t="t" r="r" b="b"/>
              <a:pathLst>
                <a:path w="4204" h="6435" extrusionOk="0">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5" name="Google Shape;13845;p67"/>
            <p:cNvSpPr/>
            <p:nvPr/>
          </p:nvSpPr>
          <p:spPr>
            <a:xfrm>
              <a:off x="1454524" y="1499912"/>
              <a:ext cx="213602" cy="123467"/>
            </a:xfrm>
            <a:custGeom>
              <a:avLst/>
              <a:gdLst/>
              <a:ahLst/>
              <a:cxnLst/>
              <a:rect l="l" t="t" r="r" b="b"/>
              <a:pathLst>
                <a:path w="6716" h="3882" extrusionOk="0">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6" name="Google Shape;13846;p67"/>
            <p:cNvSpPr/>
            <p:nvPr/>
          </p:nvSpPr>
          <p:spPr>
            <a:xfrm>
              <a:off x="1322756" y="1634701"/>
              <a:ext cx="346134" cy="223844"/>
            </a:xfrm>
            <a:custGeom>
              <a:avLst/>
              <a:gdLst/>
              <a:ahLst/>
              <a:cxnLst/>
              <a:rect l="l" t="t" r="r" b="b"/>
              <a:pathLst>
                <a:path w="10883" h="7038" extrusionOk="0">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7" name="Google Shape;13847;p67"/>
            <p:cNvSpPr/>
            <p:nvPr/>
          </p:nvSpPr>
          <p:spPr>
            <a:xfrm>
              <a:off x="1331852" y="1519217"/>
              <a:ext cx="191243" cy="140514"/>
            </a:xfrm>
            <a:custGeom>
              <a:avLst/>
              <a:gdLst/>
              <a:ahLst/>
              <a:cxnLst/>
              <a:rect l="l" t="t" r="r" b="b"/>
              <a:pathLst>
                <a:path w="6013" h="4418" extrusionOk="0">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8" name="Google Shape;13848;p67"/>
            <p:cNvSpPr/>
            <p:nvPr/>
          </p:nvSpPr>
          <p:spPr>
            <a:xfrm>
              <a:off x="1331852" y="1519217"/>
              <a:ext cx="315442" cy="190512"/>
            </a:xfrm>
            <a:custGeom>
              <a:avLst/>
              <a:gdLst/>
              <a:ahLst/>
              <a:cxnLst/>
              <a:rect l="l" t="t" r="r" b="b"/>
              <a:pathLst>
                <a:path w="9918" h="5990" extrusionOk="0">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9" name="Google Shape;13849;p67"/>
            <p:cNvSpPr/>
            <p:nvPr/>
          </p:nvSpPr>
          <p:spPr>
            <a:xfrm>
              <a:off x="1587056" y="1669178"/>
              <a:ext cx="32" cy="32"/>
            </a:xfrm>
            <a:custGeom>
              <a:avLst/>
              <a:gdLst/>
              <a:ahLst/>
              <a:cxnLst/>
              <a:rect l="l" t="t" r="r" b="b"/>
              <a:pathLst>
                <a:path w="1" h="1" extrusionOk="0">
                  <a:moveTo>
                    <a:pt x="1" y="0"/>
                  </a:moveTo>
                  <a:lnTo>
                    <a:pt x="1" y="0"/>
                  </a:lnTo>
                  <a:lnTo>
                    <a:pt x="1" y="0"/>
                  </a:ln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0" name="Google Shape;13850;p67"/>
            <p:cNvSpPr/>
            <p:nvPr/>
          </p:nvSpPr>
          <p:spPr>
            <a:xfrm>
              <a:off x="1471190" y="1538523"/>
              <a:ext cx="160965" cy="141278"/>
            </a:xfrm>
            <a:custGeom>
              <a:avLst/>
              <a:gdLst/>
              <a:ahLst/>
              <a:cxnLst/>
              <a:rect l="l" t="t" r="r" b="b"/>
              <a:pathLst>
                <a:path w="5061" h="4442" extrusionOk="0">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1" name="Google Shape;13851;p67"/>
            <p:cNvSpPr/>
            <p:nvPr/>
          </p:nvSpPr>
          <p:spPr>
            <a:xfrm>
              <a:off x="1354943" y="1540049"/>
              <a:ext cx="124230" cy="148847"/>
            </a:xfrm>
            <a:custGeom>
              <a:avLst/>
              <a:gdLst/>
              <a:ahLst/>
              <a:cxnLst/>
              <a:rect l="l" t="t" r="r" b="b"/>
              <a:pathLst>
                <a:path w="3906" h="4680" extrusionOk="0">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2" name="Google Shape;13852;p67"/>
            <p:cNvSpPr/>
            <p:nvPr/>
          </p:nvSpPr>
          <p:spPr>
            <a:xfrm>
              <a:off x="1399629" y="1581714"/>
              <a:ext cx="37148" cy="52669"/>
            </a:xfrm>
            <a:custGeom>
              <a:avLst/>
              <a:gdLst/>
              <a:ahLst/>
              <a:cxnLst/>
              <a:rect l="l" t="t" r="r" b="b"/>
              <a:pathLst>
                <a:path w="1168" h="1656" extrusionOk="0">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3" name="Google Shape;13853;p67"/>
          <p:cNvGrpSpPr/>
          <p:nvPr/>
        </p:nvGrpSpPr>
        <p:grpSpPr>
          <a:xfrm>
            <a:off x="2219466" y="1324843"/>
            <a:ext cx="330613" cy="359015"/>
            <a:chOff x="2219466" y="1500293"/>
            <a:chExt cx="330613" cy="359015"/>
          </a:xfrm>
        </p:grpSpPr>
        <p:sp>
          <p:nvSpPr>
            <p:cNvPr id="13854" name="Google Shape;13854;p67"/>
            <p:cNvSpPr/>
            <p:nvPr/>
          </p:nvSpPr>
          <p:spPr>
            <a:xfrm>
              <a:off x="2353906" y="1635560"/>
              <a:ext cx="65518" cy="82121"/>
            </a:xfrm>
            <a:custGeom>
              <a:avLst/>
              <a:gdLst/>
              <a:ahLst/>
              <a:cxnLst/>
              <a:rect l="l" t="t" r="r" b="b"/>
              <a:pathLst>
                <a:path w="2060" h="2582" extrusionOk="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5" name="Google Shape;13855;p67"/>
            <p:cNvSpPr/>
            <p:nvPr/>
          </p:nvSpPr>
          <p:spPr>
            <a:xfrm>
              <a:off x="2219466" y="1500293"/>
              <a:ext cx="330613" cy="359015"/>
            </a:xfrm>
            <a:custGeom>
              <a:avLst/>
              <a:gdLst/>
              <a:ahLst/>
              <a:cxnLst/>
              <a:rect l="l" t="t" r="r" b="b"/>
              <a:pathLst>
                <a:path w="10395" h="11288" extrusionOk="0">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6" name="Google Shape;13856;p67"/>
          <p:cNvGrpSpPr/>
          <p:nvPr/>
        </p:nvGrpSpPr>
        <p:grpSpPr>
          <a:xfrm>
            <a:off x="5343544" y="1333908"/>
            <a:ext cx="244676" cy="351095"/>
            <a:chOff x="5343544" y="1509358"/>
            <a:chExt cx="244676" cy="351095"/>
          </a:xfrm>
        </p:grpSpPr>
        <p:sp>
          <p:nvSpPr>
            <p:cNvPr id="13857" name="Google Shape;13857;p67"/>
            <p:cNvSpPr/>
            <p:nvPr/>
          </p:nvSpPr>
          <p:spPr>
            <a:xfrm>
              <a:off x="5430658" y="1574494"/>
              <a:ext cx="25031" cy="10655"/>
            </a:xfrm>
            <a:custGeom>
              <a:avLst/>
              <a:gdLst/>
              <a:ahLst/>
              <a:cxnLst/>
              <a:rect l="l" t="t" r="r" b="b"/>
              <a:pathLst>
                <a:path w="787" h="335" extrusionOk="0">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8" name="Google Shape;13858;p67"/>
            <p:cNvSpPr/>
            <p:nvPr/>
          </p:nvSpPr>
          <p:spPr>
            <a:xfrm>
              <a:off x="5447706" y="1613137"/>
              <a:ext cx="39025" cy="38643"/>
            </a:xfrm>
            <a:custGeom>
              <a:avLst/>
              <a:gdLst/>
              <a:ahLst/>
              <a:cxnLst/>
              <a:rect l="l" t="t" r="r" b="b"/>
              <a:pathLst>
                <a:path w="1227" h="1215" extrusionOk="0">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9" name="Google Shape;13859;p67"/>
            <p:cNvSpPr/>
            <p:nvPr/>
          </p:nvSpPr>
          <p:spPr>
            <a:xfrm>
              <a:off x="5343544" y="1509358"/>
              <a:ext cx="244676" cy="351095"/>
            </a:xfrm>
            <a:custGeom>
              <a:avLst/>
              <a:gdLst/>
              <a:ahLst/>
              <a:cxnLst/>
              <a:rect l="l" t="t" r="r" b="b"/>
              <a:pathLst>
                <a:path w="7693" h="11039" extrusionOk="0">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60" name="Google Shape;13860;p67"/>
          <p:cNvGrpSpPr/>
          <p:nvPr/>
        </p:nvGrpSpPr>
        <p:grpSpPr>
          <a:xfrm>
            <a:off x="4882340" y="1333908"/>
            <a:ext cx="246171" cy="351095"/>
            <a:chOff x="4882340" y="1509358"/>
            <a:chExt cx="246171" cy="351095"/>
          </a:xfrm>
        </p:grpSpPr>
        <p:sp>
          <p:nvSpPr>
            <p:cNvPr id="13861" name="Google Shape;13861;p67"/>
            <p:cNvSpPr/>
            <p:nvPr/>
          </p:nvSpPr>
          <p:spPr>
            <a:xfrm>
              <a:off x="4935709" y="1576784"/>
              <a:ext cx="30724" cy="30692"/>
            </a:xfrm>
            <a:custGeom>
              <a:avLst/>
              <a:gdLst/>
              <a:ahLst/>
              <a:cxnLst/>
              <a:rect l="l" t="t" r="r" b="b"/>
              <a:pathLst>
                <a:path w="966" h="965" extrusionOk="0">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2" name="Google Shape;13862;p67"/>
            <p:cNvSpPr/>
            <p:nvPr/>
          </p:nvSpPr>
          <p:spPr>
            <a:xfrm>
              <a:off x="5043655" y="1597235"/>
              <a:ext cx="30692" cy="31073"/>
            </a:xfrm>
            <a:custGeom>
              <a:avLst/>
              <a:gdLst/>
              <a:ahLst/>
              <a:cxnLst/>
              <a:rect l="l" t="t" r="r" b="b"/>
              <a:pathLst>
                <a:path w="965" h="977" extrusionOk="0">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3" name="Google Shape;13863;p67"/>
            <p:cNvSpPr/>
            <p:nvPr/>
          </p:nvSpPr>
          <p:spPr>
            <a:xfrm>
              <a:off x="4993657" y="1538046"/>
              <a:ext cx="36003" cy="26271"/>
            </a:xfrm>
            <a:custGeom>
              <a:avLst/>
              <a:gdLst/>
              <a:ahLst/>
              <a:cxnLst/>
              <a:rect l="l" t="t" r="r" b="b"/>
              <a:pathLst>
                <a:path w="1132" h="826" extrusionOk="0">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4" name="Google Shape;13864;p67"/>
            <p:cNvSpPr/>
            <p:nvPr/>
          </p:nvSpPr>
          <p:spPr>
            <a:xfrm>
              <a:off x="4931924" y="1693795"/>
              <a:ext cx="146589" cy="104161"/>
            </a:xfrm>
            <a:custGeom>
              <a:avLst/>
              <a:gdLst/>
              <a:ahLst/>
              <a:cxnLst/>
              <a:rect l="l" t="t" r="r" b="b"/>
              <a:pathLst>
                <a:path w="4609" h="3275" extrusionOk="0">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5" name="Google Shape;13865;p67"/>
            <p:cNvSpPr/>
            <p:nvPr/>
          </p:nvSpPr>
          <p:spPr>
            <a:xfrm>
              <a:off x="4882340" y="1509358"/>
              <a:ext cx="246171" cy="351095"/>
            </a:xfrm>
            <a:custGeom>
              <a:avLst/>
              <a:gdLst/>
              <a:ahLst/>
              <a:cxnLst/>
              <a:rect l="l" t="t" r="r" b="b"/>
              <a:pathLst>
                <a:path w="7740" h="11039" extrusionOk="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66" name="Google Shape;13866;p67"/>
          <p:cNvGrpSpPr/>
          <p:nvPr/>
        </p:nvGrpSpPr>
        <p:grpSpPr>
          <a:xfrm>
            <a:off x="6273204" y="1333558"/>
            <a:ext cx="236343" cy="351445"/>
            <a:chOff x="6273204" y="1509008"/>
            <a:chExt cx="236343" cy="351445"/>
          </a:xfrm>
        </p:grpSpPr>
        <p:sp>
          <p:nvSpPr>
            <p:cNvPr id="13867" name="Google Shape;13867;p67"/>
            <p:cNvSpPr/>
            <p:nvPr/>
          </p:nvSpPr>
          <p:spPr>
            <a:xfrm>
              <a:off x="6273204" y="1509008"/>
              <a:ext cx="236343" cy="351445"/>
            </a:xfrm>
            <a:custGeom>
              <a:avLst/>
              <a:gdLst/>
              <a:ahLst/>
              <a:cxnLst/>
              <a:rect l="l" t="t" r="r" b="b"/>
              <a:pathLst>
                <a:path w="7431" h="11050" extrusionOk="0">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8" name="Google Shape;13868;p67"/>
            <p:cNvSpPr/>
            <p:nvPr/>
          </p:nvSpPr>
          <p:spPr>
            <a:xfrm>
              <a:off x="6330390" y="1703241"/>
              <a:ext cx="120064" cy="85237"/>
            </a:xfrm>
            <a:custGeom>
              <a:avLst/>
              <a:gdLst/>
              <a:ahLst/>
              <a:cxnLst/>
              <a:rect l="l" t="t" r="r" b="b"/>
              <a:pathLst>
                <a:path w="3775" h="2680" extrusionOk="0">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69" name="Google Shape;13869;p67"/>
          <p:cNvSpPr/>
          <p:nvPr/>
        </p:nvSpPr>
        <p:spPr>
          <a:xfrm>
            <a:off x="5809710" y="1334289"/>
            <a:ext cx="243913" cy="351445"/>
          </a:xfrm>
          <a:custGeom>
            <a:avLst/>
            <a:gdLst/>
            <a:ahLst/>
            <a:cxnLst/>
            <a:rect l="l" t="t" r="r" b="b"/>
            <a:pathLst>
              <a:path w="7669" h="11050" extrusionOk="0">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70" name="Google Shape;13870;p67"/>
          <p:cNvGrpSpPr/>
          <p:nvPr/>
        </p:nvGrpSpPr>
        <p:grpSpPr>
          <a:xfrm>
            <a:off x="7219530" y="1332794"/>
            <a:ext cx="191625" cy="352209"/>
            <a:chOff x="7219530" y="1508244"/>
            <a:chExt cx="191625" cy="352209"/>
          </a:xfrm>
        </p:grpSpPr>
        <p:sp>
          <p:nvSpPr>
            <p:cNvPr id="13871" name="Google Shape;13871;p67"/>
            <p:cNvSpPr/>
            <p:nvPr/>
          </p:nvSpPr>
          <p:spPr>
            <a:xfrm>
              <a:off x="7219530" y="1508244"/>
              <a:ext cx="191625" cy="352209"/>
            </a:xfrm>
            <a:custGeom>
              <a:avLst/>
              <a:gdLst/>
              <a:ahLst/>
              <a:cxnLst/>
              <a:rect l="l" t="t" r="r" b="b"/>
              <a:pathLst>
                <a:path w="6025" h="11074" extrusionOk="0">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2" name="Google Shape;13872;p67"/>
            <p:cNvSpPr/>
            <p:nvPr/>
          </p:nvSpPr>
          <p:spPr>
            <a:xfrm>
              <a:off x="7376679" y="1654039"/>
              <a:ext cx="795" cy="32"/>
            </a:xfrm>
            <a:custGeom>
              <a:avLst/>
              <a:gdLst/>
              <a:ahLst/>
              <a:cxnLst/>
              <a:rect l="l" t="t" r="r" b="b"/>
              <a:pathLst>
                <a:path w="25" h="1" extrusionOk="0">
                  <a:moveTo>
                    <a:pt x="24"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73" name="Google Shape;13873;p67"/>
          <p:cNvGrpSpPr/>
          <p:nvPr/>
        </p:nvGrpSpPr>
        <p:grpSpPr>
          <a:xfrm>
            <a:off x="7699309" y="1333176"/>
            <a:ext cx="154922" cy="351827"/>
            <a:chOff x="7699309" y="1508626"/>
            <a:chExt cx="154922" cy="351827"/>
          </a:xfrm>
        </p:grpSpPr>
        <p:sp>
          <p:nvSpPr>
            <p:cNvPr id="13874" name="Google Shape;13874;p67"/>
            <p:cNvSpPr/>
            <p:nvPr/>
          </p:nvSpPr>
          <p:spPr>
            <a:xfrm>
              <a:off x="7733022" y="1737336"/>
              <a:ext cx="24267" cy="57599"/>
            </a:xfrm>
            <a:custGeom>
              <a:avLst/>
              <a:gdLst/>
              <a:ahLst/>
              <a:cxnLst/>
              <a:rect l="l" t="t" r="r" b="b"/>
              <a:pathLst>
                <a:path w="763" h="1811" extrusionOk="0">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5" name="Google Shape;13875;p67"/>
            <p:cNvSpPr/>
            <p:nvPr/>
          </p:nvSpPr>
          <p:spPr>
            <a:xfrm>
              <a:off x="7796632" y="1737336"/>
              <a:ext cx="23504" cy="57599"/>
            </a:xfrm>
            <a:custGeom>
              <a:avLst/>
              <a:gdLst/>
              <a:ahLst/>
              <a:cxnLst/>
              <a:rect l="l" t="t" r="r" b="b"/>
              <a:pathLst>
                <a:path w="739" h="1811" extrusionOk="0">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6" name="Google Shape;13876;p67"/>
            <p:cNvSpPr/>
            <p:nvPr/>
          </p:nvSpPr>
          <p:spPr>
            <a:xfrm>
              <a:off x="7757639" y="1792231"/>
              <a:ext cx="32" cy="795"/>
            </a:xfrm>
            <a:custGeom>
              <a:avLst/>
              <a:gdLst/>
              <a:ahLst/>
              <a:cxnLst/>
              <a:rect l="l" t="t" r="r" b="b"/>
              <a:pathLst>
                <a:path w="1" h="25" extrusionOk="0">
                  <a:moveTo>
                    <a:pt x="0" y="1"/>
                  </a:moveTo>
                  <a:cubicBezTo>
                    <a:pt x="0" y="1"/>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7" name="Google Shape;13877;p67"/>
            <p:cNvSpPr/>
            <p:nvPr/>
          </p:nvSpPr>
          <p:spPr>
            <a:xfrm>
              <a:off x="7757639" y="1784280"/>
              <a:ext cx="39406" cy="76173"/>
            </a:xfrm>
            <a:custGeom>
              <a:avLst/>
              <a:gdLst/>
              <a:ahLst/>
              <a:cxnLst/>
              <a:rect l="l" t="t" r="r" b="b"/>
              <a:pathLst>
                <a:path w="1239" h="2395" extrusionOk="0">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8" name="Google Shape;13878;p67"/>
            <p:cNvSpPr/>
            <p:nvPr/>
          </p:nvSpPr>
          <p:spPr>
            <a:xfrm>
              <a:off x="7805347" y="1642016"/>
              <a:ext cx="48884" cy="201771"/>
            </a:xfrm>
            <a:custGeom>
              <a:avLst/>
              <a:gdLst/>
              <a:ahLst/>
              <a:cxnLst/>
              <a:rect l="l" t="t" r="r" b="b"/>
              <a:pathLst>
                <a:path w="1537" h="6344" extrusionOk="0">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9" name="Google Shape;13879;p67"/>
            <p:cNvSpPr/>
            <p:nvPr/>
          </p:nvSpPr>
          <p:spPr>
            <a:xfrm>
              <a:off x="7699309" y="1642239"/>
              <a:ext cx="48884" cy="202661"/>
            </a:xfrm>
            <a:custGeom>
              <a:avLst/>
              <a:gdLst/>
              <a:ahLst/>
              <a:cxnLst/>
              <a:rect l="l" t="t" r="r" b="b"/>
              <a:pathLst>
                <a:path w="1537" h="6372" extrusionOk="0">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0" name="Google Shape;13880;p67"/>
            <p:cNvSpPr/>
            <p:nvPr/>
          </p:nvSpPr>
          <p:spPr>
            <a:xfrm>
              <a:off x="7743613" y="1508626"/>
              <a:ext cx="66313" cy="208673"/>
            </a:xfrm>
            <a:custGeom>
              <a:avLst/>
              <a:gdLst/>
              <a:ahLst/>
              <a:cxnLst/>
              <a:rect l="l" t="t" r="r" b="b"/>
              <a:pathLst>
                <a:path w="2085" h="6561" extrusionOk="0">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81" name="Google Shape;13881;p67"/>
          <p:cNvGrpSpPr/>
          <p:nvPr/>
        </p:nvGrpSpPr>
        <p:grpSpPr>
          <a:xfrm>
            <a:off x="8161690" y="1333558"/>
            <a:ext cx="153396" cy="351064"/>
            <a:chOff x="8161690" y="1509008"/>
            <a:chExt cx="153396" cy="351064"/>
          </a:xfrm>
        </p:grpSpPr>
        <p:sp>
          <p:nvSpPr>
            <p:cNvPr id="13882" name="Google Shape;13882;p67"/>
            <p:cNvSpPr/>
            <p:nvPr/>
          </p:nvSpPr>
          <p:spPr>
            <a:xfrm>
              <a:off x="8207871" y="1699838"/>
              <a:ext cx="61384" cy="61765"/>
            </a:xfrm>
            <a:custGeom>
              <a:avLst/>
              <a:gdLst/>
              <a:ahLst/>
              <a:cxnLst/>
              <a:rect l="l" t="t" r="r" b="b"/>
              <a:pathLst>
                <a:path w="1930" h="1942" extrusionOk="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3" name="Google Shape;13883;p67"/>
            <p:cNvSpPr/>
            <p:nvPr/>
          </p:nvSpPr>
          <p:spPr>
            <a:xfrm>
              <a:off x="8199919" y="1800564"/>
              <a:ext cx="77668" cy="29579"/>
            </a:xfrm>
            <a:custGeom>
              <a:avLst/>
              <a:gdLst/>
              <a:ahLst/>
              <a:cxnLst/>
              <a:rect l="l" t="t" r="r" b="b"/>
              <a:pathLst>
                <a:path w="2442" h="930" extrusionOk="0">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4" name="Google Shape;13884;p67"/>
            <p:cNvSpPr/>
            <p:nvPr/>
          </p:nvSpPr>
          <p:spPr>
            <a:xfrm>
              <a:off x="8161690" y="1664598"/>
              <a:ext cx="153396" cy="195474"/>
            </a:xfrm>
            <a:custGeom>
              <a:avLst/>
              <a:gdLst/>
              <a:ahLst/>
              <a:cxnLst/>
              <a:rect l="l" t="t" r="r" b="b"/>
              <a:pathLst>
                <a:path w="4823" h="6146" extrusionOk="0">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5" name="Google Shape;13885;p67"/>
            <p:cNvSpPr/>
            <p:nvPr/>
          </p:nvSpPr>
          <p:spPr>
            <a:xfrm>
              <a:off x="8201828" y="1509008"/>
              <a:ext cx="73851" cy="181034"/>
            </a:xfrm>
            <a:custGeom>
              <a:avLst/>
              <a:gdLst/>
              <a:ahLst/>
              <a:cxnLst/>
              <a:rect l="l" t="t" r="r" b="b"/>
              <a:pathLst>
                <a:path w="2322" h="5692" extrusionOk="0">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86" name="Google Shape;13886;p67"/>
          <p:cNvGrpSpPr/>
          <p:nvPr/>
        </p:nvGrpSpPr>
        <p:grpSpPr>
          <a:xfrm>
            <a:off x="6746940" y="1333431"/>
            <a:ext cx="213221" cy="352304"/>
            <a:chOff x="6746940" y="1508881"/>
            <a:chExt cx="213221" cy="352304"/>
          </a:xfrm>
        </p:grpSpPr>
        <p:sp>
          <p:nvSpPr>
            <p:cNvPr id="13887" name="Google Shape;13887;p67"/>
            <p:cNvSpPr/>
            <p:nvPr/>
          </p:nvSpPr>
          <p:spPr>
            <a:xfrm>
              <a:off x="6805238" y="1661227"/>
              <a:ext cx="10655" cy="1024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8" name="Google Shape;13888;p67"/>
            <p:cNvSpPr/>
            <p:nvPr/>
          </p:nvSpPr>
          <p:spPr>
            <a:xfrm>
              <a:off x="6804125" y="1706294"/>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9" name="Google Shape;13889;p67"/>
            <p:cNvSpPr/>
            <p:nvPr/>
          </p:nvSpPr>
          <p:spPr>
            <a:xfrm>
              <a:off x="6803362" y="1754002"/>
              <a:ext cx="10623" cy="10241"/>
            </a:xfrm>
            <a:custGeom>
              <a:avLst/>
              <a:gdLst/>
              <a:ahLst/>
              <a:cxnLst/>
              <a:rect l="l" t="t" r="r" b="b"/>
              <a:pathLst>
                <a:path w="334" h="322" extrusionOk="0">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0" name="Google Shape;13890;p67"/>
            <p:cNvSpPr/>
            <p:nvPr/>
          </p:nvSpPr>
          <p:spPr>
            <a:xfrm>
              <a:off x="6746940" y="1508881"/>
              <a:ext cx="213221" cy="352304"/>
            </a:xfrm>
            <a:custGeom>
              <a:avLst/>
              <a:gdLst/>
              <a:ahLst/>
              <a:cxnLst/>
              <a:rect l="l" t="t" r="r" b="b"/>
              <a:pathLst>
                <a:path w="6704" h="11077" extrusionOk="0">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1" name="Google Shape;13891;p67"/>
          <p:cNvGrpSpPr/>
          <p:nvPr/>
        </p:nvGrpSpPr>
        <p:grpSpPr>
          <a:xfrm>
            <a:off x="5770336" y="1832165"/>
            <a:ext cx="350682" cy="292097"/>
            <a:chOff x="5770336" y="2007615"/>
            <a:chExt cx="350682" cy="292097"/>
          </a:xfrm>
        </p:grpSpPr>
        <p:sp>
          <p:nvSpPr>
            <p:cNvPr id="13892" name="Google Shape;13892;p67"/>
            <p:cNvSpPr/>
            <p:nvPr/>
          </p:nvSpPr>
          <p:spPr>
            <a:xfrm>
              <a:off x="5780545" y="2007615"/>
              <a:ext cx="329500" cy="75855"/>
            </a:xfrm>
            <a:custGeom>
              <a:avLst/>
              <a:gdLst/>
              <a:ahLst/>
              <a:cxnLst/>
              <a:rect l="l" t="t" r="r" b="b"/>
              <a:pathLst>
                <a:path w="10360" h="2385" extrusionOk="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3" name="Google Shape;13893;p67"/>
            <p:cNvSpPr/>
            <p:nvPr/>
          </p:nvSpPr>
          <p:spPr>
            <a:xfrm>
              <a:off x="5779400" y="2097082"/>
              <a:ext cx="329500" cy="76014"/>
            </a:xfrm>
            <a:custGeom>
              <a:avLst/>
              <a:gdLst/>
              <a:ahLst/>
              <a:cxnLst/>
              <a:rect l="l" t="t" r="r" b="b"/>
              <a:pathLst>
                <a:path w="10360" h="2390" extrusionOk="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4" name="Google Shape;13894;p67"/>
            <p:cNvSpPr/>
            <p:nvPr/>
          </p:nvSpPr>
          <p:spPr>
            <a:xfrm>
              <a:off x="5800996" y="2031850"/>
              <a:ext cx="288217" cy="117201"/>
            </a:xfrm>
            <a:custGeom>
              <a:avLst/>
              <a:gdLst/>
              <a:ahLst/>
              <a:cxnLst/>
              <a:rect l="l" t="t" r="r" b="b"/>
              <a:pathLst>
                <a:path w="9062" h="3685" extrusionOk="0">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5" name="Google Shape;13895;p67"/>
            <p:cNvSpPr/>
            <p:nvPr/>
          </p:nvSpPr>
          <p:spPr>
            <a:xfrm>
              <a:off x="5770336" y="2186073"/>
              <a:ext cx="350682" cy="113639"/>
            </a:xfrm>
            <a:custGeom>
              <a:avLst/>
              <a:gdLst/>
              <a:ahLst/>
              <a:cxnLst/>
              <a:rect l="l" t="t" r="r" b="b"/>
              <a:pathLst>
                <a:path w="11026" h="3573" extrusionOk="0">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6" name="Google Shape;13896;p67"/>
          <p:cNvGrpSpPr/>
          <p:nvPr/>
        </p:nvGrpSpPr>
        <p:grpSpPr>
          <a:xfrm>
            <a:off x="5326878" y="1804908"/>
            <a:ext cx="350332" cy="346229"/>
            <a:chOff x="5326878" y="1980358"/>
            <a:chExt cx="350332" cy="346229"/>
          </a:xfrm>
        </p:grpSpPr>
        <p:sp>
          <p:nvSpPr>
            <p:cNvPr id="13897" name="Google Shape;13897;p67"/>
            <p:cNvSpPr/>
            <p:nvPr/>
          </p:nvSpPr>
          <p:spPr>
            <a:xfrm>
              <a:off x="5352259" y="2005834"/>
              <a:ext cx="94715" cy="94683"/>
            </a:xfrm>
            <a:custGeom>
              <a:avLst/>
              <a:gdLst/>
              <a:ahLst/>
              <a:cxnLst/>
              <a:rect l="l" t="t" r="r" b="b"/>
              <a:pathLst>
                <a:path w="2978" h="2977" extrusionOk="0">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8" name="Google Shape;13898;p67"/>
            <p:cNvSpPr/>
            <p:nvPr/>
          </p:nvSpPr>
          <p:spPr>
            <a:xfrm>
              <a:off x="5534024" y="2005834"/>
              <a:ext cx="94715" cy="94683"/>
            </a:xfrm>
            <a:custGeom>
              <a:avLst/>
              <a:gdLst/>
              <a:ahLst/>
              <a:cxnLst/>
              <a:rect l="l" t="t" r="r" b="b"/>
              <a:pathLst>
                <a:path w="2978" h="2977" extrusionOk="0">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9" name="Google Shape;13899;p67"/>
            <p:cNvSpPr/>
            <p:nvPr/>
          </p:nvSpPr>
          <p:spPr>
            <a:xfrm>
              <a:off x="5326878" y="1980358"/>
              <a:ext cx="350332" cy="144776"/>
            </a:xfrm>
            <a:custGeom>
              <a:avLst/>
              <a:gdLst/>
              <a:ahLst/>
              <a:cxnLst/>
              <a:rect l="l" t="t" r="r" b="b"/>
              <a:pathLst>
                <a:path w="11015" h="4552" extrusionOk="0">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0" name="Google Shape;13900;p67"/>
            <p:cNvSpPr/>
            <p:nvPr/>
          </p:nvSpPr>
          <p:spPr>
            <a:xfrm>
              <a:off x="5627181" y="2089131"/>
              <a:ext cx="42460" cy="237456"/>
            </a:xfrm>
            <a:custGeom>
              <a:avLst/>
              <a:gdLst/>
              <a:ahLst/>
              <a:cxnLst/>
              <a:rect l="l" t="t" r="r" b="b"/>
              <a:pathLst>
                <a:path w="1335" h="7466" extrusionOk="0">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01" name="Google Shape;13901;p67"/>
          <p:cNvSpPr/>
          <p:nvPr/>
        </p:nvSpPr>
        <p:spPr>
          <a:xfrm>
            <a:off x="7992774" y="1802332"/>
            <a:ext cx="330645" cy="349950"/>
          </a:xfrm>
          <a:custGeom>
            <a:avLst/>
            <a:gdLst/>
            <a:ahLst/>
            <a:cxnLst/>
            <a:rect l="l" t="t" r="r" b="b"/>
            <a:pathLst>
              <a:path w="10396" h="11003" extrusionOk="0">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02" name="Google Shape;13902;p67"/>
          <p:cNvGrpSpPr/>
          <p:nvPr/>
        </p:nvGrpSpPr>
        <p:grpSpPr>
          <a:xfrm>
            <a:off x="4883835" y="1817121"/>
            <a:ext cx="350300" cy="323043"/>
            <a:chOff x="4883835" y="1992571"/>
            <a:chExt cx="350300" cy="323043"/>
          </a:xfrm>
        </p:grpSpPr>
        <p:sp>
          <p:nvSpPr>
            <p:cNvPr id="13903" name="Google Shape;13903;p67"/>
            <p:cNvSpPr/>
            <p:nvPr/>
          </p:nvSpPr>
          <p:spPr>
            <a:xfrm>
              <a:off x="4883835" y="1992571"/>
              <a:ext cx="350300" cy="123085"/>
            </a:xfrm>
            <a:custGeom>
              <a:avLst/>
              <a:gdLst/>
              <a:ahLst/>
              <a:cxnLst/>
              <a:rect l="l" t="t" r="r" b="b"/>
              <a:pathLst>
                <a:path w="11014" h="3870" extrusionOk="0">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4" name="Google Shape;13904;p67"/>
            <p:cNvSpPr/>
            <p:nvPr/>
          </p:nvSpPr>
          <p:spPr>
            <a:xfrm>
              <a:off x="5084174" y="2009237"/>
              <a:ext cx="130655" cy="88641"/>
            </a:xfrm>
            <a:custGeom>
              <a:avLst/>
              <a:gdLst/>
              <a:ahLst/>
              <a:cxnLst/>
              <a:rect l="l" t="t" r="r" b="b"/>
              <a:pathLst>
                <a:path w="4108" h="2787" extrusionOk="0">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5" name="Google Shape;13905;p67"/>
            <p:cNvSpPr/>
            <p:nvPr/>
          </p:nvSpPr>
          <p:spPr>
            <a:xfrm>
              <a:off x="4904285" y="2009237"/>
              <a:ext cx="130687" cy="88641"/>
            </a:xfrm>
            <a:custGeom>
              <a:avLst/>
              <a:gdLst/>
              <a:ahLst/>
              <a:cxnLst/>
              <a:rect l="l" t="t" r="r" b="b"/>
              <a:pathLst>
                <a:path w="4109" h="2787" extrusionOk="0">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6" name="Google Shape;13906;p67"/>
            <p:cNvSpPr/>
            <p:nvPr/>
          </p:nvSpPr>
          <p:spPr>
            <a:xfrm>
              <a:off x="4943660" y="2123576"/>
              <a:ext cx="231413" cy="66631"/>
            </a:xfrm>
            <a:custGeom>
              <a:avLst/>
              <a:gdLst/>
              <a:ahLst/>
              <a:cxnLst/>
              <a:rect l="l" t="t" r="r" b="b"/>
              <a:pathLst>
                <a:path w="7276" h="2095" extrusionOk="0">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7" name="Google Shape;13907;p67"/>
            <p:cNvSpPr/>
            <p:nvPr/>
          </p:nvSpPr>
          <p:spPr>
            <a:xfrm>
              <a:off x="5142473" y="2191384"/>
              <a:ext cx="26907" cy="123467"/>
            </a:xfrm>
            <a:custGeom>
              <a:avLst/>
              <a:gdLst/>
              <a:ahLst/>
              <a:cxnLst/>
              <a:rect l="l" t="t" r="r" b="b"/>
              <a:pathLst>
                <a:path w="846" h="3882" extrusionOk="0">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8" name="Google Shape;13908;p67"/>
            <p:cNvSpPr/>
            <p:nvPr/>
          </p:nvSpPr>
          <p:spPr>
            <a:xfrm>
              <a:off x="5203825" y="2089513"/>
              <a:ext cx="27289" cy="226102"/>
            </a:xfrm>
            <a:custGeom>
              <a:avLst/>
              <a:gdLst/>
              <a:ahLst/>
              <a:cxnLst/>
              <a:rect l="l" t="t" r="r" b="b"/>
              <a:pathLst>
                <a:path w="858" h="7109" extrusionOk="0">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9" name="Google Shape;13909;p67"/>
          <p:cNvGrpSpPr/>
          <p:nvPr/>
        </p:nvGrpSpPr>
        <p:grpSpPr>
          <a:xfrm>
            <a:off x="7548967" y="1803477"/>
            <a:ext cx="333285" cy="349950"/>
            <a:chOff x="7548967" y="1978927"/>
            <a:chExt cx="333285" cy="349950"/>
          </a:xfrm>
        </p:grpSpPr>
        <p:sp>
          <p:nvSpPr>
            <p:cNvPr id="13910" name="Google Shape;13910;p67"/>
            <p:cNvSpPr/>
            <p:nvPr/>
          </p:nvSpPr>
          <p:spPr>
            <a:xfrm>
              <a:off x="7548967" y="1978927"/>
              <a:ext cx="333285" cy="234816"/>
            </a:xfrm>
            <a:custGeom>
              <a:avLst/>
              <a:gdLst/>
              <a:ahLst/>
              <a:cxnLst/>
              <a:rect l="l" t="t" r="r" b="b"/>
              <a:pathLst>
                <a:path w="10479" h="7383" extrusionOk="0">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1" name="Google Shape;13911;p67"/>
            <p:cNvSpPr/>
            <p:nvPr/>
          </p:nvSpPr>
          <p:spPr>
            <a:xfrm>
              <a:off x="7570562" y="2001667"/>
              <a:ext cx="51142" cy="51142"/>
            </a:xfrm>
            <a:custGeom>
              <a:avLst/>
              <a:gdLst/>
              <a:ahLst/>
              <a:cxnLst/>
              <a:rect l="l" t="t" r="r" b="b"/>
              <a:pathLst>
                <a:path w="1608" h="1608" extrusionOk="0">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2" name="Google Shape;13912;p67"/>
            <p:cNvSpPr/>
            <p:nvPr/>
          </p:nvSpPr>
          <p:spPr>
            <a:xfrm>
              <a:off x="7807986" y="2001667"/>
              <a:ext cx="51174" cy="51142"/>
            </a:xfrm>
            <a:custGeom>
              <a:avLst/>
              <a:gdLst/>
              <a:ahLst/>
              <a:cxnLst/>
              <a:rect l="l" t="t" r="r" b="b"/>
              <a:pathLst>
                <a:path w="1609" h="1608" extrusionOk="0">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3" name="Google Shape;13913;p67"/>
            <p:cNvSpPr/>
            <p:nvPr/>
          </p:nvSpPr>
          <p:spPr>
            <a:xfrm>
              <a:off x="7570180" y="2121699"/>
              <a:ext cx="288980" cy="207178"/>
            </a:xfrm>
            <a:custGeom>
              <a:avLst/>
              <a:gdLst/>
              <a:ahLst/>
              <a:cxnLst/>
              <a:rect l="l" t="t" r="r" b="b"/>
              <a:pathLst>
                <a:path w="9086" h="6514" extrusionOk="0">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4" name="Google Shape;13914;p67"/>
            <p:cNvSpPr/>
            <p:nvPr/>
          </p:nvSpPr>
          <p:spPr>
            <a:xfrm>
              <a:off x="7658408" y="2088368"/>
              <a:ext cx="30342" cy="154922"/>
            </a:xfrm>
            <a:custGeom>
              <a:avLst/>
              <a:gdLst/>
              <a:ahLst/>
              <a:cxnLst/>
              <a:rect l="l" t="t" r="r" b="b"/>
              <a:pathLst>
                <a:path w="954" h="4871" extrusionOk="0">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5" name="Google Shape;13915;p67"/>
            <p:cNvSpPr/>
            <p:nvPr/>
          </p:nvSpPr>
          <p:spPr>
            <a:xfrm>
              <a:off x="7700072" y="2088368"/>
              <a:ext cx="30310" cy="154922"/>
            </a:xfrm>
            <a:custGeom>
              <a:avLst/>
              <a:gdLst/>
              <a:ahLst/>
              <a:cxnLst/>
              <a:rect l="l" t="t" r="r" b="b"/>
              <a:pathLst>
                <a:path w="953" h="4871" extrusionOk="0">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6" name="Google Shape;13916;p67"/>
            <p:cNvSpPr/>
            <p:nvPr/>
          </p:nvSpPr>
          <p:spPr>
            <a:xfrm>
              <a:off x="7741737" y="2088368"/>
              <a:ext cx="30310" cy="154922"/>
            </a:xfrm>
            <a:custGeom>
              <a:avLst/>
              <a:gdLst/>
              <a:ahLst/>
              <a:cxnLst/>
              <a:rect l="l" t="t" r="r" b="b"/>
              <a:pathLst>
                <a:path w="953" h="4871" extrusionOk="0">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7" name="Google Shape;13917;p67"/>
          <p:cNvGrpSpPr/>
          <p:nvPr/>
        </p:nvGrpSpPr>
        <p:grpSpPr>
          <a:xfrm>
            <a:off x="6214142" y="1803477"/>
            <a:ext cx="346515" cy="350300"/>
            <a:chOff x="6214142" y="1978927"/>
            <a:chExt cx="346515" cy="350300"/>
          </a:xfrm>
        </p:grpSpPr>
        <p:sp>
          <p:nvSpPr>
            <p:cNvPr id="13918" name="Google Shape;13918;p67"/>
            <p:cNvSpPr/>
            <p:nvPr/>
          </p:nvSpPr>
          <p:spPr>
            <a:xfrm>
              <a:off x="6289870" y="1978927"/>
              <a:ext cx="196937" cy="262073"/>
            </a:xfrm>
            <a:custGeom>
              <a:avLst/>
              <a:gdLst/>
              <a:ahLst/>
              <a:cxnLst/>
              <a:rect l="l" t="t" r="r" b="b"/>
              <a:pathLst>
                <a:path w="6192" h="8240" extrusionOk="0">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9" name="Google Shape;13919;p67"/>
            <p:cNvSpPr/>
            <p:nvPr/>
          </p:nvSpPr>
          <p:spPr>
            <a:xfrm>
              <a:off x="6214142" y="2182256"/>
              <a:ext cx="346515" cy="146971"/>
            </a:xfrm>
            <a:custGeom>
              <a:avLst/>
              <a:gdLst/>
              <a:ahLst/>
              <a:cxnLst/>
              <a:rect l="l" t="t" r="r" b="b"/>
              <a:pathLst>
                <a:path w="10895" h="4621" extrusionOk="0">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0" name="Google Shape;13920;p67"/>
          <p:cNvGrpSpPr/>
          <p:nvPr/>
        </p:nvGrpSpPr>
        <p:grpSpPr>
          <a:xfrm>
            <a:off x="7105923" y="1803095"/>
            <a:ext cx="333285" cy="350682"/>
            <a:chOff x="7105923" y="1978545"/>
            <a:chExt cx="333285" cy="350682"/>
          </a:xfrm>
        </p:grpSpPr>
        <p:sp>
          <p:nvSpPr>
            <p:cNvPr id="13921" name="Google Shape;13921;p67"/>
            <p:cNvSpPr/>
            <p:nvPr/>
          </p:nvSpPr>
          <p:spPr>
            <a:xfrm>
              <a:off x="7128632" y="2237978"/>
              <a:ext cx="220059" cy="91249"/>
            </a:xfrm>
            <a:custGeom>
              <a:avLst/>
              <a:gdLst/>
              <a:ahLst/>
              <a:cxnLst/>
              <a:rect l="l" t="t" r="r" b="b"/>
              <a:pathLst>
                <a:path w="6919" h="2869" extrusionOk="0">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2" name="Google Shape;13922;p67"/>
            <p:cNvSpPr/>
            <p:nvPr/>
          </p:nvSpPr>
          <p:spPr>
            <a:xfrm>
              <a:off x="7105923" y="2079271"/>
              <a:ext cx="266621" cy="145063"/>
            </a:xfrm>
            <a:custGeom>
              <a:avLst/>
              <a:gdLst/>
              <a:ahLst/>
              <a:cxnLst/>
              <a:rect l="l" t="t" r="r" b="b"/>
              <a:pathLst>
                <a:path w="8383" h="4561" extrusionOk="0">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3" name="Google Shape;13923;p67"/>
            <p:cNvSpPr/>
            <p:nvPr/>
          </p:nvSpPr>
          <p:spPr>
            <a:xfrm>
              <a:off x="7144184" y="2098609"/>
              <a:ext cx="190480" cy="33332"/>
            </a:xfrm>
            <a:custGeom>
              <a:avLst/>
              <a:gdLst/>
              <a:ahLst/>
              <a:cxnLst/>
              <a:rect l="l" t="t" r="r" b="b"/>
              <a:pathLst>
                <a:path w="5989" h="1048" extrusionOk="0">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4" name="Google Shape;13924;p67"/>
            <p:cNvSpPr/>
            <p:nvPr/>
          </p:nvSpPr>
          <p:spPr>
            <a:xfrm>
              <a:off x="7196440" y="1978927"/>
              <a:ext cx="242768" cy="96210"/>
            </a:xfrm>
            <a:custGeom>
              <a:avLst/>
              <a:gdLst/>
              <a:ahLst/>
              <a:cxnLst/>
              <a:rect l="l" t="t" r="r" b="b"/>
              <a:pathLst>
                <a:path w="7633" h="3025" extrusionOk="0">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5" name="Google Shape;13925;p67"/>
            <p:cNvSpPr/>
            <p:nvPr/>
          </p:nvSpPr>
          <p:spPr>
            <a:xfrm>
              <a:off x="7145297" y="2025139"/>
              <a:ext cx="32982" cy="33363"/>
            </a:xfrm>
            <a:custGeom>
              <a:avLst/>
              <a:gdLst/>
              <a:ahLst/>
              <a:cxnLst/>
              <a:rect l="l" t="t" r="r" b="b"/>
              <a:pathLst>
                <a:path w="1037" h="1049" extrusionOk="0">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6" name="Google Shape;13926;p67"/>
            <p:cNvSpPr/>
            <p:nvPr/>
          </p:nvSpPr>
          <p:spPr>
            <a:xfrm>
              <a:off x="7338417" y="2045590"/>
              <a:ext cx="32982" cy="33332"/>
            </a:xfrm>
            <a:custGeom>
              <a:avLst/>
              <a:gdLst/>
              <a:ahLst/>
              <a:cxnLst/>
              <a:rect l="l" t="t" r="r" b="b"/>
              <a:pathLst>
                <a:path w="1037" h="1048" extrusionOk="0">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7" name="Google Shape;13927;p67"/>
            <p:cNvSpPr/>
            <p:nvPr/>
          </p:nvSpPr>
          <p:spPr>
            <a:xfrm>
              <a:off x="7263453" y="1978545"/>
              <a:ext cx="33363" cy="32982"/>
            </a:xfrm>
            <a:custGeom>
              <a:avLst/>
              <a:gdLst/>
              <a:ahLst/>
              <a:cxnLst/>
              <a:rect l="l" t="t" r="r" b="b"/>
              <a:pathLst>
                <a:path w="1049" h="1037" extrusionOk="0">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28" name="Google Shape;13928;p67"/>
          <p:cNvSpPr/>
          <p:nvPr/>
        </p:nvSpPr>
        <p:spPr>
          <a:xfrm>
            <a:off x="6658713" y="1803095"/>
            <a:ext cx="342349" cy="350332"/>
          </a:xfrm>
          <a:custGeom>
            <a:avLst/>
            <a:gdLst/>
            <a:ahLst/>
            <a:cxnLst/>
            <a:rect l="l" t="t" r="r" b="b"/>
            <a:pathLst>
              <a:path w="10764" h="11015" extrusionOk="0">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9" name="Google Shape;13929;p67"/>
          <p:cNvSpPr/>
          <p:nvPr/>
        </p:nvSpPr>
        <p:spPr>
          <a:xfrm>
            <a:off x="4104898" y="2246807"/>
            <a:ext cx="91662" cy="351541"/>
          </a:xfrm>
          <a:custGeom>
            <a:avLst/>
            <a:gdLst/>
            <a:ahLst/>
            <a:cxnLst/>
            <a:rect l="l" t="t" r="r" b="b"/>
            <a:pathLst>
              <a:path w="2882" h="11053" extrusionOk="0">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30" name="Google Shape;13930;p67"/>
          <p:cNvGrpSpPr/>
          <p:nvPr/>
        </p:nvGrpSpPr>
        <p:grpSpPr>
          <a:xfrm>
            <a:off x="3616406" y="2246902"/>
            <a:ext cx="203393" cy="351827"/>
            <a:chOff x="3616406" y="2422352"/>
            <a:chExt cx="203393" cy="351827"/>
          </a:xfrm>
        </p:grpSpPr>
        <p:sp>
          <p:nvSpPr>
            <p:cNvPr id="13931" name="Google Shape;13931;p67"/>
            <p:cNvSpPr/>
            <p:nvPr/>
          </p:nvSpPr>
          <p:spPr>
            <a:xfrm>
              <a:off x="3640641" y="2422352"/>
              <a:ext cx="154159" cy="92075"/>
            </a:xfrm>
            <a:custGeom>
              <a:avLst/>
              <a:gdLst/>
              <a:ahLst/>
              <a:cxnLst/>
              <a:rect l="l" t="t" r="r" b="b"/>
              <a:pathLst>
                <a:path w="4847" h="2895" extrusionOk="0">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2" name="Google Shape;13932;p67"/>
            <p:cNvSpPr/>
            <p:nvPr/>
          </p:nvSpPr>
          <p:spPr>
            <a:xfrm>
              <a:off x="3616406" y="2479156"/>
              <a:ext cx="203393" cy="295023"/>
            </a:xfrm>
            <a:custGeom>
              <a:avLst/>
              <a:gdLst/>
              <a:ahLst/>
              <a:cxnLst/>
              <a:rect l="l" t="t" r="r" b="b"/>
              <a:pathLst>
                <a:path w="6395" h="9276" extrusionOk="0">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33" name="Google Shape;13933;p67"/>
          <p:cNvGrpSpPr/>
          <p:nvPr/>
        </p:nvGrpSpPr>
        <p:grpSpPr>
          <a:xfrm>
            <a:off x="878187" y="2246520"/>
            <a:ext cx="272696" cy="351827"/>
            <a:chOff x="913012" y="2421970"/>
            <a:chExt cx="272696" cy="351827"/>
          </a:xfrm>
        </p:grpSpPr>
        <p:sp>
          <p:nvSpPr>
            <p:cNvPr id="13934" name="Google Shape;13934;p67"/>
            <p:cNvSpPr/>
            <p:nvPr/>
          </p:nvSpPr>
          <p:spPr>
            <a:xfrm>
              <a:off x="913012" y="2421970"/>
              <a:ext cx="272696" cy="351827"/>
            </a:xfrm>
            <a:custGeom>
              <a:avLst/>
              <a:gdLst/>
              <a:ahLst/>
              <a:cxnLst/>
              <a:rect l="l" t="t" r="r" b="b"/>
              <a:pathLst>
                <a:path w="8574" h="11062" extrusionOk="0">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5" name="Google Shape;13935;p67"/>
            <p:cNvSpPr/>
            <p:nvPr/>
          </p:nvSpPr>
          <p:spPr>
            <a:xfrm>
              <a:off x="1028146" y="2491719"/>
              <a:ext cx="37880" cy="32918"/>
            </a:xfrm>
            <a:custGeom>
              <a:avLst/>
              <a:gdLst/>
              <a:ahLst/>
              <a:cxnLst/>
              <a:rect l="l" t="t" r="r" b="b"/>
              <a:pathLst>
                <a:path w="1191" h="1035" extrusionOk="0">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6" name="Google Shape;13936;p67"/>
            <p:cNvSpPr/>
            <p:nvPr/>
          </p:nvSpPr>
          <p:spPr>
            <a:xfrm>
              <a:off x="952769" y="2687447"/>
              <a:ext cx="16316" cy="16316"/>
            </a:xfrm>
            <a:custGeom>
              <a:avLst/>
              <a:gdLst/>
              <a:ahLst/>
              <a:cxnLst/>
              <a:rect l="l" t="t" r="r" b="b"/>
              <a:pathLst>
                <a:path w="513" h="513" extrusionOk="0">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7" name="Google Shape;13937;p67"/>
            <p:cNvSpPr/>
            <p:nvPr/>
          </p:nvSpPr>
          <p:spPr>
            <a:xfrm>
              <a:off x="1130368" y="2687447"/>
              <a:ext cx="15934" cy="16316"/>
            </a:xfrm>
            <a:custGeom>
              <a:avLst/>
              <a:gdLst/>
              <a:ahLst/>
              <a:cxnLst/>
              <a:rect l="l" t="t" r="r" b="b"/>
              <a:pathLst>
                <a:path w="501" h="513" extrusionOk="0">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38" name="Google Shape;13938;p67"/>
          <p:cNvGrpSpPr/>
          <p:nvPr/>
        </p:nvGrpSpPr>
        <p:grpSpPr>
          <a:xfrm>
            <a:off x="2274743" y="2246902"/>
            <a:ext cx="255649" cy="351445"/>
            <a:chOff x="2274743" y="2422352"/>
            <a:chExt cx="255649" cy="351445"/>
          </a:xfrm>
        </p:grpSpPr>
        <p:sp>
          <p:nvSpPr>
            <p:cNvPr id="13939" name="Google Shape;13939;p67"/>
            <p:cNvSpPr/>
            <p:nvPr/>
          </p:nvSpPr>
          <p:spPr>
            <a:xfrm>
              <a:off x="2274743" y="2422352"/>
              <a:ext cx="255649" cy="351445"/>
            </a:xfrm>
            <a:custGeom>
              <a:avLst/>
              <a:gdLst/>
              <a:ahLst/>
              <a:cxnLst/>
              <a:rect l="l" t="t" r="r" b="b"/>
              <a:pathLst>
                <a:path w="8038" h="11050" extrusionOk="0">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0" name="Google Shape;13940;p67"/>
            <p:cNvSpPr/>
            <p:nvPr/>
          </p:nvSpPr>
          <p:spPr>
            <a:xfrm>
              <a:off x="2347831" y="2600714"/>
              <a:ext cx="71975" cy="75378"/>
            </a:xfrm>
            <a:custGeom>
              <a:avLst/>
              <a:gdLst/>
              <a:ahLst/>
              <a:cxnLst/>
              <a:rect l="l" t="t" r="r" b="b"/>
              <a:pathLst>
                <a:path w="2263" h="2370" extrusionOk="0">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1" name="Google Shape;13941;p67"/>
            <p:cNvSpPr/>
            <p:nvPr/>
          </p:nvSpPr>
          <p:spPr>
            <a:xfrm>
              <a:off x="2408801" y="2546964"/>
              <a:ext cx="43573" cy="93539"/>
            </a:xfrm>
            <a:custGeom>
              <a:avLst/>
              <a:gdLst/>
              <a:ahLst/>
              <a:cxnLst/>
              <a:rect l="l" t="t" r="r" b="b"/>
              <a:pathLst>
                <a:path w="1370" h="2941" extrusionOk="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42" name="Google Shape;13942;p67"/>
          <p:cNvGrpSpPr/>
          <p:nvPr/>
        </p:nvGrpSpPr>
        <p:grpSpPr>
          <a:xfrm>
            <a:off x="2708723" y="2245789"/>
            <a:ext cx="246552" cy="352558"/>
            <a:chOff x="2708723" y="2421239"/>
            <a:chExt cx="246552" cy="352558"/>
          </a:xfrm>
        </p:grpSpPr>
        <p:sp>
          <p:nvSpPr>
            <p:cNvPr id="13943" name="Google Shape;13943;p67"/>
            <p:cNvSpPr/>
            <p:nvPr/>
          </p:nvSpPr>
          <p:spPr>
            <a:xfrm>
              <a:off x="2708723" y="2421239"/>
              <a:ext cx="246552" cy="282905"/>
            </a:xfrm>
            <a:custGeom>
              <a:avLst/>
              <a:gdLst/>
              <a:ahLst/>
              <a:cxnLst/>
              <a:rect l="l" t="t" r="r" b="b"/>
              <a:pathLst>
                <a:path w="7752" h="8895" extrusionOk="0">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4" name="Google Shape;13944;p67"/>
            <p:cNvSpPr/>
            <p:nvPr/>
          </p:nvSpPr>
          <p:spPr>
            <a:xfrm>
              <a:off x="2813234" y="2654497"/>
              <a:ext cx="58712" cy="119301"/>
            </a:xfrm>
            <a:custGeom>
              <a:avLst/>
              <a:gdLst/>
              <a:ahLst/>
              <a:cxnLst/>
              <a:rect l="l" t="t" r="r" b="b"/>
              <a:pathLst>
                <a:path w="1846" h="3751" extrusionOk="0">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45" name="Google Shape;13945;p67"/>
          <p:cNvGrpSpPr/>
          <p:nvPr/>
        </p:nvGrpSpPr>
        <p:grpSpPr>
          <a:xfrm>
            <a:off x="1835485" y="2246902"/>
            <a:ext cx="259433" cy="350714"/>
            <a:chOff x="1835485" y="2422352"/>
            <a:chExt cx="259433" cy="350714"/>
          </a:xfrm>
        </p:grpSpPr>
        <p:sp>
          <p:nvSpPr>
            <p:cNvPr id="13946" name="Google Shape;13946;p67"/>
            <p:cNvSpPr/>
            <p:nvPr/>
          </p:nvSpPr>
          <p:spPr>
            <a:xfrm>
              <a:off x="2027460" y="2437141"/>
              <a:ext cx="36767" cy="33713"/>
            </a:xfrm>
            <a:custGeom>
              <a:avLst/>
              <a:gdLst/>
              <a:ahLst/>
              <a:cxnLst/>
              <a:rect l="l" t="t" r="r" b="b"/>
              <a:pathLst>
                <a:path w="1156" h="1060" extrusionOk="0">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7" name="Google Shape;13947;p67"/>
            <p:cNvSpPr/>
            <p:nvPr/>
          </p:nvSpPr>
          <p:spPr>
            <a:xfrm>
              <a:off x="1870693" y="2531125"/>
              <a:ext cx="33968" cy="32059"/>
            </a:xfrm>
            <a:custGeom>
              <a:avLst/>
              <a:gdLst/>
              <a:ahLst/>
              <a:cxnLst/>
              <a:rect l="l" t="t" r="r" b="b"/>
              <a:pathLst>
                <a:path w="1068" h="1008" extrusionOk="0">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8" name="Google Shape;13948;p67"/>
            <p:cNvSpPr/>
            <p:nvPr/>
          </p:nvSpPr>
          <p:spPr>
            <a:xfrm>
              <a:off x="2028223" y="2531030"/>
              <a:ext cx="32218" cy="31042"/>
            </a:xfrm>
            <a:custGeom>
              <a:avLst/>
              <a:gdLst/>
              <a:ahLst/>
              <a:cxnLst/>
              <a:rect l="l" t="t" r="r" b="b"/>
              <a:pathLst>
                <a:path w="1013" h="976" extrusionOk="0">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9" name="Google Shape;13949;p67"/>
            <p:cNvSpPr/>
            <p:nvPr/>
          </p:nvSpPr>
          <p:spPr>
            <a:xfrm>
              <a:off x="1952495" y="2480714"/>
              <a:ext cx="35208" cy="29165"/>
            </a:xfrm>
            <a:custGeom>
              <a:avLst/>
              <a:gdLst/>
              <a:ahLst/>
              <a:cxnLst/>
              <a:rect l="l" t="t" r="r" b="b"/>
              <a:pathLst>
                <a:path w="1107" h="917" extrusionOk="0">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0" name="Google Shape;13950;p67"/>
            <p:cNvSpPr/>
            <p:nvPr/>
          </p:nvSpPr>
          <p:spPr>
            <a:xfrm>
              <a:off x="1835485" y="2422352"/>
              <a:ext cx="259433" cy="350714"/>
            </a:xfrm>
            <a:custGeom>
              <a:avLst/>
              <a:gdLst/>
              <a:ahLst/>
              <a:cxnLst/>
              <a:rect l="l" t="t" r="r" b="b"/>
              <a:pathLst>
                <a:path w="8157" h="11027" extrusionOk="0">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1" name="Google Shape;13951;p67"/>
            <p:cNvSpPr/>
            <p:nvPr/>
          </p:nvSpPr>
          <p:spPr>
            <a:xfrm>
              <a:off x="1916142" y="2464366"/>
              <a:ext cx="86001" cy="74646"/>
            </a:xfrm>
            <a:custGeom>
              <a:avLst/>
              <a:gdLst/>
              <a:ahLst/>
              <a:cxnLst/>
              <a:rect l="l" t="t" r="r" b="b"/>
              <a:pathLst>
                <a:path w="2704" h="2347" extrusionOk="0">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2" name="Google Shape;13952;p67"/>
            <p:cNvSpPr/>
            <p:nvPr/>
          </p:nvSpPr>
          <p:spPr>
            <a:xfrm>
              <a:off x="1910449" y="2663211"/>
              <a:ext cx="108328" cy="89022"/>
            </a:xfrm>
            <a:custGeom>
              <a:avLst/>
              <a:gdLst/>
              <a:ahLst/>
              <a:cxnLst/>
              <a:rect l="l" t="t" r="r" b="b"/>
              <a:pathLst>
                <a:path w="3406" h="2799" extrusionOk="0">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3" name="Google Shape;13953;p67"/>
          <p:cNvGrpSpPr/>
          <p:nvPr/>
        </p:nvGrpSpPr>
        <p:grpSpPr>
          <a:xfrm>
            <a:off x="3150240" y="2246902"/>
            <a:ext cx="212489" cy="351445"/>
            <a:chOff x="3150240" y="2422352"/>
            <a:chExt cx="212489" cy="351445"/>
          </a:xfrm>
        </p:grpSpPr>
        <p:sp>
          <p:nvSpPr>
            <p:cNvPr id="13954" name="Google Shape;13954;p67"/>
            <p:cNvSpPr/>
            <p:nvPr/>
          </p:nvSpPr>
          <p:spPr>
            <a:xfrm>
              <a:off x="3150240" y="2422352"/>
              <a:ext cx="212489" cy="351445"/>
            </a:xfrm>
            <a:custGeom>
              <a:avLst/>
              <a:gdLst/>
              <a:ahLst/>
              <a:cxnLst/>
              <a:rect l="l" t="t" r="r" b="b"/>
              <a:pathLst>
                <a:path w="6681" h="11050" extrusionOk="0">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5" name="Google Shape;13955;p67"/>
            <p:cNvSpPr/>
            <p:nvPr/>
          </p:nvSpPr>
          <p:spPr>
            <a:xfrm>
              <a:off x="3239230" y="2721860"/>
              <a:ext cx="32982" cy="32250"/>
            </a:xfrm>
            <a:custGeom>
              <a:avLst/>
              <a:gdLst/>
              <a:ahLst/>
              <a:cxnLst/>
              <a:rect l="l" t="t" r="r" b="b"/>
              <a:pathLst>
                <a:path w="1037" h="1014" extrusionOk="0">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6" name="Google Shape;13956;p67"/>
          <p:cNvGrpSpPr/>
          <p:nvPr/>
        </p:nvGrpSpPr>
        <p:grpSpPr>
          <a:xfrm>
            <a:off x="1367060" y="2246679"/>
            <a:ext cx="269261" cy="352050"/>
            <a:chOff x="1367060" y="2422129"/>
            <a:chExt cx="269261" cy="352050"/>
          </a:xfrm>
        </p:grpSpPr>
        <p:sp>
          <p:nvSpPr>
            <p:cNvPr id="13957" name="Google Shape;13957;p67"/>
            <p:cNvSpPr/>
            <p:nvPr/>
          </p:nvSpPr>
          <p:spPr>
            <a:xfrm>
              <a:off x="1392059" y="2651857"/>
              <a:ext cx="129160" cy="122322"/>
            </a:xfrm>
            <a:custGeom>
              <a:avLst/>
              <a:gdLst/>
              <a:ahLst/>
              <a:cxnLst/>
              <a:rect l="l" t="t" r="r" b="b"/>
              <a:pathLst>
                <a:path w="4061" h="3846" extrusionOk="0">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8" name="Google Shape;13958;p67"/>
            <p:cNvSpPr/>
            <p:nvPr/>
          </p:nvSpPr>
          <p:spPr>
            <a:xfrm>
              <a:off x="1367060" y="2441912"/>
              <a:ext cx="82184" cy="212139"/>
            </a:xfrm>
            <a:custGeom>
              <a:avLst/>
              <a:gdLst/>
              <a:ahLst/>
              <a:cxnLst/>
              <a:rect l="l" t="t" r="r" b="b"/>
              <a:pathLst>
                <a:path w="2584" h="6670" extrusionOk="0">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9" name="Google Shape;13959;p67"/>
            <p:cNvSpPr/>
            <p:nvPr/>
          </p:nvSpPr>
          <p:spPr>
            <a:xfrm>
              <a:off x="1456051" y="2422129"/>
              <a:ext cx="180271" cy="162937"/>
            </a:xfrm>
            <a:custGeom>
              <a:avLst/>
              <a:gdLst/>
              <a:ahLst/>
              <a:cxnLst/>
              <a:rect l="l" t="t" r="r" b="b"/>
              <a:pathLst>
                <a:path w="5668" h="5123" extrusionOk="0">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0" name="Google Shape;13960;p67"/>
            <p:cNvSpPr/>
            <p:nvPr/>
          </p:nvSpPr>
          <p:spPr>
            <a:xfrm>
              <a:off x="1532160" y="2593590"/>
              <a:ext cx="81834" cy="180207"/>
            </a:xfrm>
            <a:custGeom>
              <a:avLst/>
              <a:gdLst/>
              <a:ahLst/>
              <a:cxnLst/>
              <a:rect l="l" t="t" r="r" b="b"/>
              <a:pathLst>
                <a:path w="2573" h="5666" extrusionOk="0">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1" name="Google Shape;13961;p67"/>
            <p:cNvSpPr/>
            <p:nvPr/>
          </p:nvSpPr>
          <p:spPr>
            <a:xfrm>
              <a:off x="1425359" y="2572313"/>
              <a:ext cx="24267" cy="17843"/>
            </a:xfrm>
            <a:custGeom>
              <a:avLst/>
              <a:gdLst/>
              <a:ahLst/>
              <a:cxnLst/>
              <a:rect l="l" t="t" r="r" b="b"/>
              <a:pathLst>
                <a:path w="763" h="561" extrusionOk="0">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2" name="Google Shape;13962;p67"/>
            <p:cNvSpPr/>
            <p:nvPr/>
          </p:nvSpPr>
          <p:spPr>
            <a:xfrm>
              <a:off x="1562820" y="2573680"/>
              <a:ext cx="26176" cy="17620"/>
            </a:xfrm>
            <a:custGeom>
              <a:avLst/>
              <a:gdLst/>
              <a:ahLst/>
              <a:cxnLst/>
              <a:rect l="l" t="t" r="r" b="b"/>
              <a:pathLst>
                <a:path w="823" h="554" extrusionOk="0">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3" name="Google Shape;13963;p67"/>
            <p:cNvSpPr/>
            <p:nvPr/>
          </p:nvSpPr>
          <p:spPr>
            <a:xfrm>
              <a:off x="1448100" y="2481414"/>
              <a:ext cx="125375" cy="191275"/>
            </a:xfrm>
            <a:custGeom>
              <a:avLst/>
              <a:gdLst/>
              <a:ahLst/>
              <a:cxnLst/>
              <a:rect l="l" t="t" r="r" b="b"/>
              <a:pathLst>
                <a:path w="3942" h="6014" extrusionOk="0">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4" name="Google Shape;13964;p67"/>
            <p:cNvSpPr/>
            <p:nvPr/>
          </p:nvSpPr>
          <p:spPr>
            <a:xfrm>
              <a:off x="1502232" y="2449259"/>
              <a:ext cx="10655" cy="25380"/>
            </a:xfrm>
            <a:custGeom>
              <a:avLst/>
              <a:gdLst/>
              <a:ahLst/>
              <a:cxnLst/>
              <a:rect l="l" t="t" r="r" b="b"/>
              <a:pathLst>
                <a:path w="335" h="798" extrusionOk="0">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5" name="Google Shape;13965;p67"/>
            <p:cNvSpPr/>
            <p:nvPr/>
          </p:nvSpPr>
          <p:spPr>
            <a:xfrm>
              <a:off x="1458309" y="2460582"/>
              <a:ext cx="18988" cy="23090"/>
            </a:xfrm>
            <a:custGeom>
              <a:avLst/>
              <a:gdLst/>
              <a:ahLst/>
              <a:cxnLst/>
              <a:rect l="l" t="t" r="r" b="b"/>
              <a:pathLst>
                <a:path w="597" h="726" extrusionOk="0">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6" name="Google Shape;13966;p67"/>
            <p:cNvSpPr/>
            <p:nvPr/>
          </p:nvSpPr>
          <p:spPr>
            <a:xfrm>
              <a:off x="1425741" y="2492768"/>
              <a:ext cx="25031" cy="17874"/>
            </a:xfrm>
            <a:custGeom>
              <a:avLst/>
              <a:gdLst/>
              <a:ahLst/>
              <a:cxnLst/>
              <a:rect l="l" t="t" r="r" b="b"/>
              <a:pathLst>
                <a:path w="787" h="562" extrusionOk="0">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7" name="Google Shape;13967;p67"/>
            <p:cNvSpPr/>
            <p:nvPr/>
          </p:nvSpPr>
          <p:spPr>
            <a:xfrm>
              <a:off x="1414768" y="2535959"/>
              <a:ext cx="25031" cy="10655"/>
            </a:xfrm>
            <a:custGeom>
              <a:avLst/>
              <a:gdLst/>
              <a:ahLst/>
              <a:cxnLst/>
              <a:rect l="l" t="t" r="r" b="b"/>
              <a:pathLst>
                <a:path w="787" h="335" extrusionOk="0">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8" name="Google Shape;13968;p67"/>
            <p:cNvSpPr/>
            <p:nvPr/>
          </p:nvSpPr>
          <p:spPr>
            <a:xfrm>
              <a:off x="1573825" y="2537104"/>
              <a:ext cx="24999" cy="10241"/>
            </a:xfrm>
            <a:custGeom>
              <a:avLst/>
              <a:gdLst/>
              <a:ahLst/>
              <a:cxnLst/>
              <a:rect l="l" t="t" r="r" b="b"/>
              <a:pathLst>
                <a:path w="786" h="322" extrusionOk="0">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9" name="Google Shape;13969;p67"/>
            <p:cNvSpPr/>
            <p:nvPr/>
          </p:nvSpPr>
          <p:spPr>
            <a:xfrm>
              <a:off x="1563965" y="2493627"/>
              <a:ext cx="24649" cy="17525"/>
            </a:xfrm>
            <a:custGeom>
              <a:avLst/>
              <a:gdLst/>
              <a:ahLst/>
              <a:cxnLst/>
              <a:rect l="l" t="t" r="r" b="b"/>
              <a:pathLst>
                <a:path w="775" h="551" extrusionOk="0">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0" name="Google Shape;13970;p67"/>
            <p:cNvSpPr/>
            <p:nvPr/>
          </p:nvSpPr>
          <p:spPr>
            <a:xfrm>
              <a:off x="1537853" y="2461440"/>
              <a:ext cx="18956" cy="23090"/>
            </a:xfrm>
            <a:custGeom>
              <a:avLst/>
              <a:gdLst/>
              <a:ahLst/>
              <a:cxnLst/>
              <a:rect l="l" t="t" r="r" b="b"/>
              <a:pathLst>
                <a:path w="596" h="726" extrusionOk="0">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71" name="Google Shape;13971;p67"/>
          <p:cNvSpPr/>
          <p:nvPr/>
        </p:nvSpPr>
        <p:spPr>
          <a:xfrm>
            <a:off x="7075994" y="2250464"/>
            <a:ext cx="353354" cy="351318"/>
          </a:xfrm>
          <a:custGeom>
            <a:avLst/>
            <a:gdLst/>
            <a:ahLst/>
            <a:cxnLst/>
            <a:rect l="l" t="t" r="r" b="b"/>
            <a:pathLst>
              <a:path w="11110" h="11046" extrusionOk="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72" name="Google Shape;13972;p67"/>
          <p:cNvGrpSpPr/>
          <p:nvPr/>
        </p:nvGrpSpPr>
        <p:grpSpPr>
          <a:xfrm>
            <a:off x="4882690" y="2249955"/>
            <a:ext cx="274573" cy="350682"/>
            <a:chOff x="4882690" y="2425405"/>
            <a:chExt cx="274573" cy="350682"/>
          </a:xfrm>
        </p:grpSpPr>
        <p:sp>
          <p:nvSpPr>
            <p:cNvPr id="13973" name="Google Shape;13973;p67"/>
            <p:cNvSpPr/>
            <p:nvPr/>
          </p:nvSpPr>
          <p:spPr>
            <a:xfrm>
              <a:off x="4882690" y="2425405"/>
              <a:ext cx="92075" cy="350682"/>
            </a:xfrm>
            <a:custGeom>
              <a:avLst/>
              <a:gdLst/>
              <a:ahLst/>
              <a:cxnLst/>
              <a:rect l="l" t="t" r="r" b="b"/>
              <a:pathLst>
                <a:path w="2895" h="11026" extrusionOk="0">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4" name="Google Shape;13974;p67"/>
            <p:cNvSpPr/>
            <p:nvPr/>
          </p:nvSpPr>
          <p:spPr>
            <a:xfrm>
              <a:off x="4966782" y="2429254"/>
              <a:ext cx="190480" cy="250655"/>
            </a:xfrm>
            <a:custGeom>
              <a:avLst/>
              <a:gdLst/>
              <a:ahLst/>
              <a:cxnLst/>
              <a:rect l="l" t="t" r="r" b="b"/>
              <a:pathLst>
                <a:path w="5989" h="7881" extrusionOk="0">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75" name="Google Shape;13975;p67"/>
          <p:cNvGrpSpPr/>
          <p:nvPr/>
        </p:nvGrpSpPr>
        <p:grpSpPr>
          <a:xfrm>
            <a:off x="6627639" y="2268434"/>
            <a:ext cx="355993" cy="313247"/>
            <a:chOff x="6627639" y="2443884"/>
            <a:chExt cx="355993" cy="313247"/>
          </a:xfrm>
        </p:grpSpPr>
        <p:sp>
          <p:nvSpPr>
            <p:cNvPr id="13976" name="Google Shape;13976;p67"/>
            <p:cNvSpPr/>
            <p:nvPr/>
          </p:nvSpPr>
          <p:spPr>
            <a:xfrm>
              <a:off x="6627639" y="2444266"/>
              <a:ext cx="92807" cy="87941"/>
            </a:xfrm>
            <a:custGeom>
              <a:avLst/>
              <a:gdLst/>
              <a:ahLst/>
              <a:cxnLst/>
              <a:rect l="l" t="t" r="r" b="b"/>
              <a:pathLst>
                <a:path w="2918" h="2765" extrusionOk="0">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7" name="Google Shape;13977;p67"/>
            <p:cNvSpPr/>
            <p:nvPr/>
          </p:nvSpPr>
          <p:spPr>
            <a:xfrm>
              <a:off x="6891589" y="2443884"/>
              <a:ext cx="92044" cy="86446"/>
            </a:xfrm>
            <a:custGeom>
              <a:avLst/>
              <a:gdLst/>
              <a:ahLst/>
              <a:cxnLst/>
              <a:rect l="l" t="t" r="r" b="b"/>
              <a:pathLst>
                <a:path w="2894" h="2718" extrusionOk="0">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8" name="Google Shape;13978;p67"/>
            <p:cNvSpPr/>
            <p:nvPr/>
          </p:nvSpPr>
          <p:spPr>
            <a:xfrm>
              <a:off x="6662498" y="2512201"/>
              <a:ext cx="288185" cy="244930"/>
            </a:xfrm>
            <a:custGeom>
              <a:avLst/>
              <a:gdLst/>
              <a:ahLst/>
              <a:cxnLst/>
              <a:rect l="l" t="t" r="r" b="b"/>
              <a:pathLst>
                <a:path w="9061" h="7701" extrusionOk="0">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79" name="Google Shape;13979;p67"/>
          <p:cNvGrpSpPr/>
          <p:nvPr/>
        </p:nvGrpSpPr>
        <p:grpSpPr>
          <a:xfrm>
            <a:off x="6183451" y="2286690"/>
            <a:ext cx="351445" cy="277976"/>
            <a:chOff x="6183451" y="2462140"/>
            <a:chExt cx="351445" cy="277976"/>
          </a:xfrm>
        </p:grpSpPr>
        <p:sp>
          <p:nvSpPr>
            <p:cNvPr id="13980" name="Google Shape;13980;p67"/>
            <p:cNvSpPr/>
            <p:nvPr/>
          </p:nvSpPr>
          <p:spPr>
            <a:xfrm>
              <a:off x="6315251" y="2514777"/>
              <a:ext cx="120446" cy="10241"/>
            </a:xfrm>
            <a:custGeom>
              <a:avLst/>
              <a:gdLst/>
              <a:ahLst/>
              <a:cxnLst/>
              <a:rect l="l" t="t" r="r" b="b"/>
              <a:pathLst>
                <a:path w="3787" h="322" extrusionOk="0">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1" name="Google Shape;13981;p67"/>
            <p:cNvSpPr/>
            <p:nvPr/>
          </p:nvSpPr>
          <p:spPr>
            <a:xfrm>
              <a:off x="6274349" y="2514777"/>
              <a:ext cx="27670" cy="10241"/>
            </a:xfrm>
            <a:custGeom>
              <a:avLst/>
              <a:gdLst/>
              <a:ahLst/>
              <a:cxnLst/>
              <a:rect l="l" t="t" r="r" b="b"/>
              <a:pathLst>
                <a:path w="870" h="322" extrusionOk="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2" name="Google Shape;13982;p67"/>
            <p:cNvSpPr/>
            <p:nvPr/>
          </p:nvSpPr>
          <p:spPr>
            <a:xfrm>
              <a:off x="6274349" y="2672307"/>
              <a:ext cx="64405" cy="10623"/>
            </a:xfrm>
            <a:custGeom>
              <a:avLst/>
              <a:gdLst/>
              <a:ahLst/>
              <a:cxnLst/>
              <a:rect l="l" t="t" r="r" b="b"/>
              <a:pathLst>
                <a:path w="2025" h="334" extrusionOk="0">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3" name="Google Shape;13983;p67"/>
            <p:cNvSpPr/>
            <p:nvPr/>
          </p:nvSpPr>
          <p:spPr>
            <a:xfrm>
              <a:off x="6274731" y="2619670"/>
              <a:ext cx="85619" cy="10623"/>
            </a:xfrm>
            <a:custGeom>
              <a:avLst/>
              <a:gdLst/>
              <a:ahLst/>
              <a:cxnLst/>
              <a:rect l="l" t="t" r="r" b="b"/>
              <a:pathLst>
                <a:path w="2692" h="334" extrusionOk="0">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4" name="Google Shape;13984;p67"/>
            <p:cNvSpPr/>
            <p:nvPr/>
          </p:nvSpPr>
          <p:spPr>
            <a:xfrm>
              <a:off x="6274731" y="2567383"/>
              <a:ext cx="122704" cy="10273"/>
            </a:xfrm>
            <a:custGeom>
              <a:avLst/>
              <a:gdLst/>
              <a:ahLst/>
              <a:cxnLst/>
              <a:rect l="l" t="t" r="r" b="b"/>
              <a:pathLst>
                <a:path w="3858" h="323" extrusionOk="0">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5" name="Google Shape;13985;p67"/>
            <p:cNvSpPr/>
            <p:nvPr/>
          </p:nvSpPr>
          <p:spPr>
            <a:xfrm>
              <a:off x="6183451" y="2462140"/>
              <a:ext cx="339709" cy="277976"/>
            </a:xfrm>
            <a:custGeom>
              <a:avLst/>
              <a:gdLst/>
              <a:ahLst/>
              <a:cxnLst/>
              <a:rect l="l" t="t" r="r" b="b"/>
              <a:pathLst>
                <a:path w="10681" h="8740" extrusionOk="0">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6" name="Google Shape;13986;p67"/>
            <p:cNvSpPr/>
            <p:nvPr/>
          </p:nvSpPr>
          <p:spPr>
            <a:xfrm>
              <a:off x="6367888" y="2552562"/>
              <a:ext cx="167008" cy="132627"/>
            </a:xfrm>
            <a:custGeom>
              <a:avLst/>
              <a:gdLst/>
              <a:ahLst/>
              <a:cxnLst/>
              <a:rect l="l" t="t" r="r" b="b"/>
              <a:pathLst>
                <a:path w="5251" h="4170" extrusionOk="0">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7" name="Google Shape;13987;p67"/>
          <p:cNvGrpSpPr/>
          <p:nvPr/>
        </p:nvGrpSpPr>
        <p:grpSpPr>
          <a:xfrm>
            <a:off x="5735477" y="2254408"/>
            <a:ext cx="353354" cy="341299"/>
            <a:chOff x="5735477" y="2429858"/>
            <a:chExt cx="353354" cy="341299"/>
          </a:xfrm>
        </p:grpSpPr>
        <p:sp>
          <p:nvSpPr>
            <p:cNvPr id="13988" name="Google Shape;13988;p67"/>
            <p:cNvSpPr/>
            <p:nvPr/>
          </p:nvSpPr>
          <p:spPr>
            <a:xfrm>
              <a:off x="5824468" y="2594703"/>
              <a:ext cx="176359" cy="76968"/>
            </a:xfrm>
            <a:custGeom>
              <a:avLst/>
              <a:gdLst/>
              <a:ahLst/>
              <a:cxnLst/>
              <a:rect l="l" t="t" r="r" b="b"/>
              <a:pathLst>
                <a:path w="5545" h="2420" extrusionOk="0">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9" name="Google Shape;13989;p67"/>
            <p:cNvSpPr/>
            <p:nvPr/>
          </p:nvSpPr>
          <p:spPr>
            <a:xfrm>
              <a:off x="5735477" y="2429858"/>
              <a:ext cx="353354" cy="126202"/>
            </a:xfrm>
            <a:custGeom>
              <a:avLst/>
              <a:gdLst/>
              <a:ahLst/>
              <a:cxnLst/>
              <a:rect l="l" t="t" r="r" b="b"/>
              <a:pathLst>
                <a:path w="11110" h="3968" extrusionOk="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0" name="Google Shape;13990;p67"/>
            <p:cNvSpPr/>
            <p:nvPr/>
          </p:nvSpPr>
          <p:spPr>
            <a:xfrm>
              <a:off x="5762384" y="2464271"/>
              <a:ext cx="134440" cy="72102"/>
            </a:xfrm>
            <a:custGeom>
              <a:avLst/>
              <a:gdLst/>
              <a:ahLst/>
              <a:cxnLst/>
              <a:rect l="l" t="t" r="r" b="b"/>
              <a:pathLst>
                <a:path w="4227" h="2267" extrusionOk="0">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1" name="Google Shape;13991;p67"/>
            <p:cNvSpPr/>
            <p:nvPr/>
          </p:nvSpPr>
          <p:spPr>
            <a:xfrm>
              <a:off x="5928247" y="2463921"/>
              <a:ext cx="134821" cy="70957"/>
            </a:xfrm>
            <a:custGeom>
              <a:avLst/>
              <a:gdLst/>
              <a:ahLst/>
              <a:cxnLst/>
              <a:rect l="l" t="t" r="r" b="b"/>
              <a:pathLst>
                <a:path w="4239" h="2231" extrusionOk="0">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2" name="Google Shape;13992;p67"/>
            <p:cNvSpPr/>
            <p:nvPr/>
          </p:nvSpPr>
          <p:spPr>
            <a:xfrm>
              <a:off x="5966859" y="2655642"/>
              <a:ext cx="28434" cy="113258"/>
            </a:xfrm>
            <a:custGeom>
              <a:avLst/>
              <a:gdLst/>
              <a:ahLst/>
              <a:cxnLst/>
              <a:rect l="l" t="t" r="r" b="b"/>
              <a:pathLst>
                <a:path w="894" h="3561" extrusionOk="0">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3" name="Google Shape;13993;p67"/>
            <p:cNvSpPr/>
            <p:nvPr/>
          </p:nvSpPr>
          <p:spPr>
            <a:xfrm>
              <a:off x="6054704" y="2499988"/>
              <a:ext cx="27670" cy="271169"/>
            </a:xfrm>
            <a:custGeom>
              <a:avLst/>
              <a:gdLst/>
              <a:ahLst/>
              <a:cxnLst/>
              <a:rect l="l" t="t" r="r" b="b"/>
              <a:pathLst>
                <a:path w="870" h="8526" extrusionOk="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94" name="Google Shape;13994;p67"/>
          <p:cNvGrpSpPr/>
          <p:nvPr/>
        </p:nvGrpSpPr>
        <p:grpSpPr>
          <a:xfrm>
            <a:off x="5243735" y="2271523"/>
            <a:ext cx="405255" cy="275499"/>
            <a:chOff x="5283337" y="2478774"/>
            <a:chExt cx="358633" cy="243913"/>
          </a:xfrm>
        </p:grpSpPr>
        <p:sp>
          <p:nvSpPr>
            <p:cNvPr id="13995" name="Google Shape;13995;p67"/>
            <p:cNvSpPr/>
            <p:nvPr/>
          </p:nvSpPr>
          <p:spPr>
            <a:xfrm>
              <a:off x="5386735" y="2511056"/>
              <a:ext cx="21596" cy="20387"/>
            </a:xfrm>
            <a:custGeom>
              <a:avLst/>
              <a:gdLst/>
              <a:ahLst/>
              <a:cxnLst/>
              <a:rect l="l" t="t" r="r" b="b"/>
              <a:pathLst>
                <a:path w="679" h="641" extrusionOk="0">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6" name="Google Shape;13996;p67"/>
            <p:cNvSpPr/>
            <p:nvPr/>
          </p:nvSpPr>
          <p:spPr>
            <a:xfrm>
              <a:off x="5321599" y="2575811"/>
              <a:ext cx="21977" cy="20387"/>
            </a:xfrm>
            <a:custGeom>
              <a:avLst/>
              <a:gdLst/>
              <a:ahLst/>
              <a:cxnLst/>
              <a:rect l="l" t="t" r="r" b="b"/>
              <a:pathLst>
                <a:path w="691" h="641" extrusionOk="0">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7" name="Google Shape;13997;p67"/>
            <p:cNvSpPr/>
            <p:nvPr/>
          </p:nvSpPr>
          <p:spPr>
            <a:xfrm>
              <a:off x="5386735" y="2575811"/>
              <a:ext cx="21596" cy="20387"/>
            </a:xfrm>
            <a:custGeom>
              <a:avLst/>
              <a:gdLst/>
              <a:ahLst/>
              <a:cxnLst/>
              <a:rect l="l" t="t" r="r" b="b"/>
              <a:pathLst>
                <a:path w="679" h="641" extrusionOk="0">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8" name="Google Shape;13998;p67"/>
            <p:cNvSpPr/>
            <p:nvPr/>
          </p:nvSpPr>
          <p:spPr>
            <a:xfrm>
              <a:off x="5321599" y="2511056"/>
              <a:ext cx="21977" cy="20387"/>
            </a:xfrm>
            <a:custGeom>
              <a:avLst/>
              <a:gdLst/>
              <a:ahLst/>
              <a:cxnLst/>
              <a:rect l="l" t="t" r="r" b="b"/>
              <a:pathLst>
                <a:path w="691" h="641" extrusionOk="0">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9" name="Google Shape;13999;p67"/>
            <p:cNvSpPr/>
            <p:nvPr/>
          </p:nvSpPr>
          <p:spPr>
            <a:xfrm>
              <a:off x="5522670" y="2520916"/>
              <a:ext cx="17079" cy="15457"/>
            </a:xfrm>
            <a:custGeom>
              <a:avLst/>
              <a:gdLst/>
              <a:ahLst/>
              <a:cxnLst/>
              <a:rect l="l" t="t" r="r" b="b"/>
              <a:pathLst>
                <a:path w="537" h="486" extrusionOk="0">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0" name="Google Shape;14000;p67"/>
            <p:cNvSpPr/>
            <p:nvPr/>
          </p:nvSpPr>
          <p:spPr>
            <a:xfrm>
              <a:off x="5473054" y="2570531"/>
              <a:ext cx="16698" cy="15839"/>
            </a:xfrm>
            <a:custGeom>
              <a:avLst/>
              <a:gdLst/>
              <a:ahLst/>
              <a:cxnLst/>
              <a:rect l="l" t="t" r="r" b="b"/>
              <a:pathLst>
                <a:path w="525" h="498" extrusionOk="0">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1" name="Google Shape;14001;p67"/>
            <p:cNvSpPr/>
            <p:nvPr/>
          </p:nvSpPr>
          <p:spPr>
            <a:xfrm>
              <a:off x="5522670" y="2570531"/>
              <a:ext cx="17079" cy="15839"/>
            </a:xfrm>
            <a:custGeom>
              <a:avLst/>
              <a:gdLst/>
              <a:ahLst/>
              <a:cxnLst/>
              <a:rect l="l" t="t" r="r" b="b"/>
              <a:pathLst>
                <a:path w="537" h="498" extrusionOk="0">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2" name="Google Shape;14002;p67"/>
            <p:cNvSpPr/>
            <p:nvPr/>
          </p:nvSpPr>
          <p:spPr>
            <a:xfrm>
              <a:off x="5473054" y="2520916"/>
              <a:ext cx="16698" cy="15457"/>
            </a:xfrm>
            <a:custGeom>
              <a:avLst/>
              <a:gdLst/>
              <a:ahLst/>
              <a:cxnLst/>
              <a:rect l="l" t="t" r="r" b="b"/>
              <a:pathLst>
                <a:path w="525" h="486" extrusionOk="0">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3" name="Google Shape;14003;p67"/>
            <p:cNvSpPr/>
            <p:nvPr/>
          </p:nvSpPr>
          <p:spPr>
            <a:xfrm>
              <a:off x="5343926" y="2638594"/>
              <a:ext cx="95860" cy="10623"/>
            </a:xfrm>
            <a:custGeom>
              <a:avLst/>
              <a:gdLst/>
              <a:ahLst/>
              <a:cxnLst/>
              <a:rect l="l" t="t" r="r" b="b"/>
              <a:pathLst>
                <a:path w="3014" h="334" extrusionOk="0">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4" name="Google Shape;14004;p67"/>
            <p:cNvSpPr/>
            <p:nvPr/>
          </p:nvSpPr>
          <p:spPr>
            <a:xfrm>
              <a:off x="5343926" y="2689323"/>
              <a:ext cx="20482" cy="10655"/>
            </a:xfrm>
            <a:custGeom>
              <a:avLst/>
              <a:gdLst/>
              <a:ahLst/>
              <a:cxnLst/>
              <a:rect l="l" t="t" r="r" b="b"/>
              <a:pathLst>
                <a:path w="644" h="335" extrusionOk="0">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5" name="Google Shape;14005;p67"/>
            <p:cNvSpPr/>
            <p:nvPr/>
          </p:nvSpPr>
          <p:spPr>
            <a:xfrm>
              <a:off x="5378021" y="2689323"/>
              <a:ext cx="61765" cy="10655"/>
            </a:xfrm>
            <a:custGeom>
              <a:avLst/>
              <a:gdLst/>
              <a:ahLst/>
              <a:cxnLst/>
              <a:rect l="l" t="t" r="r" b="b"/>
              <a:pathLst>
                <a:path w="1942" h="335" extrusionOk="0">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6" name="Google Shape;14006;p67"/>
            <p:cNvSpPr/>
            <p:nvPr/>
          </p:nvSpPr>
          <p:spPr>
            <a:xfrm>
              <a:off x="5343926" y="2663975"/>
              <a:ext cx="95860" cy="10241"/>
            </a:xfrm>
            <a:custGeom>
              <a:avLst/>
              <a:gdLst/>
              <a:ahLst/>
              <a:cxnLst/>
              <a:rect l="l" t="t" r="r" b="b"/>
              <a:pathLst>
                <a:path w="3014" h="322" extrusionOk="0">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7" name="Google Shape;14007;p67"/>
            <p:cNvSpPr/>
            <p:nvPr/>
          </p:nvSpPr>
          <p:spPr>
            <a:xfrm>
              <a:off x="5283337" y="2478774"/>
              <a:ext cx="287072" cy="149229"/>
            </a:xfrm>
            <a:custGeom>
              <a:avLst/>
              <a:gdLst/>
              <a:ahLst/>
              <a:cxnLst/>
              <a:rect l="l" t="t" r="r" b="b"/>
              <a:pathLst>
                <a:path w="9026" h="4692" extrusionOk="0">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8" name="Google Shape;14008;p67"/>
            <p:cNvSpPr/>
            <p:nvPr/>
          </p:nvSpPr>
          <p:spPr>
            <a:xfrm>
              <a:off x="5336356" y="2524987"/>
              <a:ext cx="56836" cy="56836"/>
            </a:xfrm>
            <a:custGeom>
              <a:avLst/>
              <a:gdLst/>
              <a:ahLst/>
              <a:cxnLst/>
              <a:rect l="l" t="t" r="r" b="b"/>
              <a:pathLst>
                <a:path w="1787" h="1787" extrusionOk="0">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9" name="Google Shape;14009;p67"/>
            <p:cNvSpPr/>
            <p:nvPr/>
          </p:nvSpPr>
          <p:spPr>
            <a:xfrm>
              <a:off x="5486699" y="2534083"/>
              <a:ext cx="38643" cy="39025"/>
            </a:xfrm>
            <a:custGeom>
              <a:avLst/>
              <a:gdLst/>
              <a:ahLst/>
              <a:cxnLst/>
              <a:rect l="l" t="t" r="r" b="b"/>
              <a:pathLst>
                <a:path w="1215" h="1227" extrusionOk="0">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0" name="Google Shape;14010;p67"/>
            <p:cNvSpPr/>
            <p:nvPr/>
          </p:nvSpPr>
          <p:spPr>
            <a:xfrm>
              <a:off x="5466248" y="2638594"/>
              <a:ext cx="61384" cy="61765"/>
            </a:xfrm>
            <a:custGeom>
              <a:avLst/>
              <a:gdLst/>
              <a:ahLst/>
              <a:cxnLst/>
              <a:rect l="l" t="t" r="r" b="b"/>
              <a:pathLst>
                <a:path w="1930" h="1942" extrusionOk="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1" name="Google Shape;14011;p67"/>
            <p:cNvSpPr/>
            <p:nvPr/>
          </p:nvSpPr>
          <p:spPr>
            <a:xfrm>
              <a:off x="5316287" y="2582458"/>
              <a:ext cx="325683" cy="140228"/>
            </a:xfrm>
            <a:custGeom>
              <a:avLst/>
              <a:gdLst/>
              <a:ahLst/>
              <a:cxnLst/>
              <a:rect l="l" t="t" r="r" b="b"/>
              <a:pathLst>
                <a:path w="10240" h="4409" extrusionOk="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12" name="Google Shape;14012;p67"/>
          <p:cNvGrpSpPr/>
          <p:nvPr/>
        </p:nvGrpSpPr>
        <p:grpSpPr>
          <a:xfrm>
            <a:off x="7964753" y="2295373"/>
            <a:ext cx="362068" cy="258670"/>
            <a:chOff x="7964753" y="2470823"/>
            <a:chExt cx="362068" cy="258670"/>
          </a:xfrm>
        </p:grpSpPr>
        <p:sp>
          <p:nvSpPr>
            <p:cNvPr id="14013" name="Google Shape;14013;p67"/>
            <p:cNvSpPr/>
            <p:nvPr/>
          </p:nvSpPr>
          <p:spPr>
            <a:xfrm>
              <a:off x="8196898" y="2562358"/>
              <a:ext cx="33363" cy="49012"/>
            </a:xfrm>
            <a:custGeom>
              <a:avLst/>
              <a:gdLst/>
              <a:ahLst/>
              <a:cxnLst/>
              <a:rect l="l" t="t" r="r" b="b"/>
              <a:pathLst>
                <a:path w="1049" h="1541" extrusionOk="0">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4" name="Google Shape;14014;p67"/>
            <p:cNvSpPr/>
            <p:nvPr/>
          </p:nvSpPr>
          <p:spPr>
            <a:xfrm>
              <a:off x="8162421" y="2529471"/>
              <a:ext cx="51174" cy="21309"/>
            </a:xfrm>
            <a:custGeom>
              <a:avLst/>
              <a:gdLst/>
              <a:ahLst/>
              <a:cxnLst/>
              <a:rect l="l" t="t" r="r" b="b"/>
              <a:pathLst>
                <a:path w="1609" h="670" extrusionOk="0">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5" name="Google Shape;14015;p67"/>
            <p:cNvSpPr/>
            <p:nvPr/>
          </p:nvSpPr>
          <p:spPr>
            <a:xfrm>
              <a:off x="8241966" y="2551258"/>
              <a:ext cx="47739" cy="30565"/>
            </a:xfrm>
            <a:custGeom>
              <a:avLst/>
              <a:gdLst/>
              <a:ahLst/>
              <a:cxnLst/>
              <a:rect l="l" t="t" r="r" b="b"/>
              <a:pathLst>
                <a:path w="1501" h="961" extrusionOk="0">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6" name="Google Shape;14016;p67"/>
            <p:cNvSpPr/>
            <p:nvPr/>
          </p:nvSpPr>
          <p:spPr>
            <a:xfrm>
              <a:off x="8060582" y="2586720"/>
              <a:ext cx="33713" cy="48884"/>
            </a:xfrm>
            <a:custGeom>
              <a:avLst/>
              <a:gdLst/>
              <a:ahLst/>
              <a:cxnLst/>
              <a:rect l="l" t="t" r="r" b="b"/>
              <a:pathLst>
                <a:path w="1060" h="1537" extrusionOk="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7" name="Google Shape;14017;p67"/>
            <p:cNvSpPr/>
            <p:nvPr/>
          </p:nvSpPr>
          <p:spPr>
            <a:xfrm>
              <a:off x="7999612" y="2581568"/>
              <a:ext cx="49266" cy="22582"/>
            </a:xfrm>
            <a:custGeom>
              <a:avLst/>
              <a:gdLst/>
              <a:ahLst/>
              <a:cxnLst/>
              <a:rect l="l" t="t" r="r" b="b"/>
              <a:pathLst>
                <a:path w="1549" h="710" extrusionOk="0">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8" name="Google Shape;14018;p67"/>
            <p:cNvSpPr/>
            <p:nvPr/>
          </p:nvSpPr>
          <p:spPr>
            <a:xfrm>
              <a:off x="8080651" y="2557873"/>
              <a:ext cx="48121" cy="28879"/>
            </a:xfrm>
            <a:custGeom>
              <a:avLst/>
              <a:gdLst/>
              <a:ahLst/>
              <a:cxnLst/>
              <a:rect l="l" t="t" r="r" b="b"/>
              <a:pathLst>
                <a:path w="1513" h="908" extrusionOk="0">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9" name="Google Shape;14019;p67"/>
            <p:cNvSpPr/>
            <p:nvPr/>
          </p:nvSpPr>
          <p:spPr>
            <a:xfrm>
              <a:off x="7964753" y="2497698"/>
              <a:ext cx="269675" cy="231795"/>
            </a:xfrm>
            <a:custGeom>
              <a:avLst/>
              <a:gdLst/>
              <a:ahLst/>
              <a:cxnLst/>
              <a:rect l="l" t="t" r="r" b="b"/>
              <a:pathLst>
                <a:path w="8479" h="7288" extrusionOk="0">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0" name="Google Shape;14020;p67"/>
            <p:cNvSpPr/>
            <p:nvPr/>
          </p:nvSpPr>
          <p:spPr>
            <a:xfrm>
              <a:off x="8045792" y="2634650"/>
              <a:ext cx="84124" cy="55850"/>
            </a:xfrm>
            <a:custGeom>
              <a:avLst/>
              <a:gdLst/>
              <a:ahLst/>
              <a:cxnLst/>
              <a:rect l="l" t="t" r="r" b="b"/>
              <a:pathLst>
                <a:path w="2645" h="1756" extrusionOk="0">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1" name="Google Shape;14021;p67"/>
            <p:cNvSpPr/>
            <p:nvPr/>
          </p:nvSpPr>
          <p:spPr>
            <a:xfrm>
              <a:off x="8145787" y="2470823"/>
              <a:ext cx="181034" cy="231795"/>
            </a:xfrm>
            <a:custGeom>
              <a:avLst/>
              <a:gdLst/>
              <a:ahLst/>
              <a:cxnLst/>
              <a:rect l="l" t="t" r="r" b="b"/>
              <a:pathLst>
                <a:path w="5692" h="7288" extrusionOk="0">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22" name="Google Shape;14022;p67"/>
          <p:cNvGrpSpPr/>
          <p:nvPr/>
        </p:nvGrpSpPr>
        <p:grpSpPr>
          <a:xfrm>
            <a:off x="7524349" y="2280997"/>
            <a:ext cx="350332" cy="288948"/>
            <a:chOff x="7524349" y="2456447"/>
            <a:chExt cx="350332" cy="288948"/>
          </a:xfrm>
        </p:grpSpPr>
        <p:sp>
          <p:nvSpPr>
            <p:cNvPr id="14023" name="Google Shape;14023;p67"/>
            <p:cNvSpPr/>
            <p:nvPr/>
          </p:nvSpPr>
          <p:spPr>
            <a:xfrm>
              <a:off x="7693647" y="2566651"/>
              <a:ext cx="10623" cy="67045"/>
            </a:xfrm>
            <a:custGeom>
              <a:avLst/>
              <a:gdLst/>
              <a:ahLst/>
              <a:cxnLst/>
              <a:rect l="l" t="t" r="r" b="b"/>
              <a:pathLst>
                <a:path w="334" h="2108" extrusionOk="0">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4" name="Google Shape;14024;p67"/>
            <p:cNvSpPr/>
            <p:nvPr/>
          </p:nvSpPr>
          <p:spPr>
            <a:xfrm>
              <a:off x="7524349" y="2545151"/>
              <a:ext cx="350332" cy="200244"/>
            </a:xfrm>
            <a:custGeom>
              <a:avLst/>
              <a:gdLst/>
              <a:ahLst/>
              <a:cxnLst/>
              <a:rect l="l" t="t" r="r" b="b"/>
              <a:pathLst>
                <a:path w="11015" h="6296" extrusionOk="0">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5" name="Google Shape;14025;p67"/>
            <p:cNvSpPr/>
            <p:nvPr/>
          </p:nvSpPr>
          <p:spPr>
            <a:xfrm>
              <a:off x="7582298" y="2650998"/>
              <a:ext cx="86764" cy="50093"/>
            </a:xfrm>
            <a:custGeom>
              <a:avLst/>
              <a:gdLst/>
              <a:ahLst/>
              <a:cxnLst/>
              <a:rect l="l" t="t" r="r" b="b"/>
              <a:pathLst>
                <a:path w="2728" h="1575" extrusionOk="0">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6" name="Google Shape;14026;p67"/>
            <p:cNvSpPr/>
            <p:nvPr/>
          </p:nvSpPr>
          <p:spPr>
            <a:xfrm>
              <a:off x="7729237" y="2650553"/>
              <a:ext cx="86732" cy="50156"/>
            </a:xfrm>
            <a:custGeom>
              <a:avLst/>
              <a:gdLst/>
              <a:ahLst/>
              <a:cxnLst/>
              <a:rect l="l" t="t" r="r" b="b"/>
              <a:pathLst>
                <a:path w="2727" h="1577" extrusionOk="0">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7" name="Google Shape;14027;p67"/>
            <p:cNvSpPr/>
            <p:nvPr/>
          </p:nvSpPr>
          <p:spPr>
            <a:xfrm>
              <a:off x="7667885" y="2456447"/>
              <a:ext cx="62147" cy="121209"/>
            </a:xfrm>
            <a:custGeom>
              <a:avLst/>
              <a:gdLst/>
              <a:ahLst/>
              <a:cxnLst/>
              <a:rect l="l" t="t" r="r" b="b"/>
              <a:pathLst>
                <a:path w="1954" h="3811" extrusionOk="0">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28" name="Google Shape;14028;p67"/>
          <p:cNvGrpSpPr/>
          <p:nvPr/>
        </p:nvGrpSpPr>
        <p:grpSpPr>
          <a:xfrm>
            <a:off x="3972749" y="2718761"/>
            <a:ext cx="355230" cy="356725"/>
            <a:chOff x="3972749" y="2894211"/>
            <a:chExt cx="355230" cy="356725"/>
          </a:xfrm>
        </p:grpSpPr>
        <p:sp>
          <p:nvSpPr>
            <p:cNvPr id="14029" name="Google Shape;14029;p67"/>
            <p:cNvSpPr/>
            <p:nvPr/>
          </p:nvSpPr>
          <p:spPr>
            <a:xfrm>
              <a:off x="3973512" y="3208508"/>
              <a:ext cx="351795" cy="10623"/>
            </a:xfrm>
            <a:custGeom>
              <a:avLst/>
              <a:gdLst/>
              <a:ahLst/>
              <a:cxnLst/>
              <a:rect l="l" t="t" r="r" b="b"/>
              <a:pathLst>
                <a:path w="11061" h="334" extrusionOk="0">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0" name="Google Shape;14030;p67"/>
            <p:cNvSpPr/>
            <p:nvPr/>
          </p:nvSpPr>
          <p:spPr>
            <a:xfrm>
              <a:off x="4116253" y="3052091"/>
              <a:ext cx="142804" cy="140546"/>
            </a:xfrm>
            <a:custGeom>
              <a:avLst/>
              <a:gdLst/>
              <a:ahLst/>
              <a:cxnLst/>
              <a:rect l="l" t="t" r="r" b="b"/>
              <a:pathLst>
                <a:path w="4490" h="4419" extrusionOk="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1" name="Google Shape;14031;p67"/>
            <p:cNvSpPr/>
            <p:nvPr/>
          </p:nvSpPr>
          <p:spPr>
            <a:xfrm>
              <a:off x="3995839" y="2992647"/>
              <a:ext cx="54927" cy="37148"/>
            </a:xfrm>
            <a:custGeom>
              <a:avLst/>
              <a:gdLst/>
              <a:ahLst/>
              <a:cxnLst/>
              <a:rect l="l" t="t" r="r" b="b"/>
              <a:pathLst>
                <a:path w="1727" h="1168" extrusionOk="0">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2" name="Google Shape;14032;p67"/>
            <p:cNvSpPr/>
            <p:nvPr/>
          </p:nvSpPr>
          <p:spPr>
            <a:xfrm>
              <a:off x="4249548" y="2992647"/>
              <a:ext cx="54959" cy="37148"/>
            </a:xfrm>
            <a:custGeom>
              <a:avLst/>
              <a:gdLst/>
              <a:ahLst/>
              <a:cxnLst/>
              <a:rect l="l" t="t" r="r" b="b"/>
              <a:pathLst>
                <a:path w="1728" h="1168" extrusionOk="0">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3" name="Google Shape;14033;p67"/>
            <p:cNvSpPr/>
            <p:nvPr/>
          </p:nvSpPr>
          <p:spPr>
            <a:xfrm>
              <a:off x="3972749" y="2894211"/>
              <a:ext cx="355230" cy="356725"/>
            </a:xfrm>
            <a:custGeom>
              <a:avLst/>
              <a:gdLst/>
              <a:ahLst/>
              <a:cxnLst/>
              <a:rect l="l" t="t" r="r" b="b"/>
              <a:pathLst>
                <a:path w="11169" h="11216" extrusionOk="0">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34" name="Google Shape;14034;p67"/>
          <p:cNvGrpSpPr/>
          <p:nvPr/>
        </p:nvGrpSpPr>
        <p:grpSpPr>
          <a:xfrm>
            <a:off x="3527797" y="2743346"/>
            <a:ext cx="355993" cy="307904"/>
            <a:chOff x="3527797" y="2918796"/>
            <a:chExt cx="355993" cy="307904"/>
          </a:xfrm>
        </p:grpSpPr>
        <p:sp>
          <p:nvSpPr>
            <p:cNvPr id="14035" name="Google Shape;14035;p67"/>
            <p:cNvSpPr/>
            <p:nvPr/>
          </p:nvSpPr>
          <p:spPr>
            <a:xfrm>
              <a:off x="3527797" y="2918796"/>
              <a:ext cx="355993" cy="307904"/>
            </a:xfrm>
            <a:custGeom>
              <a:avLst/>
              <a:gdLst/>
              <a:ahLst/>
              <a:cxnLst/>
              <a:rect l="l" t="t" r="r" b="b"/>
              <a:pathLst>
                <a:path w="11193" h="9681" extrusionOk="0">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6" name="Google Shape;14036;p67"/>
            <p:cNvSpPr/>
            <p:nvPr/>
          </p:nvSpPr>
          <p:spPr>
            <a:xfrm>
              <a:off x="3552414" y="3088826"/>
              <a:ext cx="52669" cy="52224"/>
            </a:xfrm>
            <a:custGeom>
              <a:avLst/>
              <a:gdLst/>
              <a:ahLst/>
              <a:cxnLst/>
              <a:rect l="l" t="t" r="r" b="b"/>
              <a:pathLst>
                <a:path w="1656" h="1642"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7" name="Google Shape;14037;p67"/>
            <p:cNvSpPr/>
            <p:nvPr/>
          </p:nvSpPr>
          <p:spPr>
            <a:xfrm>
              <a:off x="3552414" y="3153199"/>
              <a:ext cx="52669" cy="52256"/>
            </a:xfrm>
            <a:custGeom>
              <a:avLst/>
              <a:gdLst/>
              <a:ahLst/>
              <a:cxnLst/>
              <a:rect l="l" t="t" r="r" b="b"/>
              <a:pathLst>
                <a:path w="1656" h="1643"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8" name="Google Shape;14038;p67"/>
            <p:cNvSpPr/>
            <p:nvPr/>
          </p:nvSpPr>
          <p:spPr>
            <a:xfrm>
              <a:off x="3616024" y="3153199"/>
              <a:ext cx="52287" cy="52256"/>
            </a:xfrm>
            <a:custGeom>
              <a:avLst/>
              <a:gdLst/>
              <a:ahLst/>
              <a:cxnLst/>
              <a:rect l="l" t="t" r="r" b="b"/>
              <a:pathLst>
                <a:path w="1644" h="1643" extrusionOk="0">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9" name="Google Shape;14039;p67"/>
            <p:cNvSpPr/>
            <p:nvPr/>
          </p:nvSpPr>
          <p:spPr>
            <a:xfrm>
              <a:off x="3679252" y="3153199"/>
              <a:ext cx="57217" cy="52256"/>
            </a:xfrm>
            <a:custGeom>
              <a:avLst/>
              <a:gdLst/>
              <a:ahLst/>
              <a:cxnLst/>
              <a:rect l="l" t="t" r="r" b="b"/>
              <a:pathLst>
                <a:path w="1799" h="1643" extrusionOk="0">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0" name="Google Shape;14040;p67"/>
            <p:cNvSpPr/>
            <p:nvPr/>
          </p:nvSpPr>
          <p:spPr>
            <a:xfrm>
              <a:off x="3742894" y="3153199"/>
              <a:ext cx="57185" cy="52256"/>
            </a:xfrm>
            <a:custGeom>
              <a:avLst/>
              <a:gdLst/>
              <a:ahLst/>
              <a:cxnLst/>
              <a:rect l="l" t="t" r="r" b="b"/>
              <a:pathLst>
                <a:path w="1798" h="1643" extrusionOk="0">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1" name="Google Shape;14041;p67"/>
            <p:cNvSpPr/>
            <p:nvPr/>
          </p:nvSpPr>
          <p:spPr>
            <a:xfrm>
              <a:off x="3806122" y="3088826"/>
              <a:ext cx="57217" cy="52224"/>
            </a:xfrm>
            <a:custGeom>
              <a:avLst/>
              <a:gdLst/>
              <a:ahLst/>
              <a:cxnLst/>
              <a:rect l="l" t="t" r="r" b="b"/>
              <a:pathLst>
                <a:path w="1799" h="1642"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2" name="Google Shape;14042;p67"/>
            <p:cNvSpPr/>
            <p:nvPr/>
          </p:nvSpPr>
          <p:spPr>
            <a:xfrm>
              <a:off x="3806122" y="3153199"/>
              <a:ext cx="57217" cy="52256"/>
            </a:xfrm>
            <a:custGeom>
              <a:avLst/>
              <a:gdLst/>
              <a:ahLst/>
              <a:cxnLst/>
              <a:rect l="l" t="t" r="r" b="b"/>
              <a:pathLst>
                <a:path w="1799" h="1643"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3" name="Google Shape;14043;p67"/>
            <p:cNvSpPr/>
            <p:nvPr/>
          </p:nvSpPr>
          <p:spPr>
            <a:xfrm>
              <a:off x="3549742" y="2940392"/>
              <a:ext cx="107215" cy="72420"/>
            </a:xfrm>
            <a:custGeom>
              <a:avLst/>
              <a:gdLst/>
              <a:ahLst/>
              <a:cxnLst/>
              <a:rect l="l" t="t" r="r" b="b"/>
              <a:pathLst>
                <a:path w="3371" h="2277" extrusionOk="0">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4" name="Google Shape;14044;p67"/>
            <p:cNvSpPr/>
            <p:nvPr/>
          </p:nvSpPr>
          <p:spPr>
            <a:xfrm>
              <a:off x="3630050" y="2983551"/>
              <a:ext cx="93539" cy="73120"/>
            </a:xfrm>
            <a:custGeom>
              <a:avLst/>
              <a:gdLst/>
              <a:ahLst/>
              <a:cxnLst/>
              <a:rect l="l" t="t" r="r" b="b"/>
              <a:pathLst>
                <a:path w="2941" h="2299" extrusionOk="0">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45" name="Google Shape;14045;p67"/>
          <p:cNvGrpSpPr/>
          <p:nvPr/>
        </p:nvGrpSpPr>
        <p:grpSpPr>
          <a:xfrm>
            <a:off x="3082845" y="2745509"/>
            <a:ext cx="356375" cy="302338"/>
            <a:chOff x="3082845" y="2920959"/>
            <a:chExt cx="356375" cy="302338"/>
          </a:xfrm>
        </p:grpSpPr>
        <p:sp>
          <p:nvSpPr>
            <p:cNvPr id="14046" name="Google Shape;14046;p67"/>
            <p:cNvSpPr/>
            <p:nvPr/>
          </p:nvSpPr>
          <p:spPr>
            <a:xfrm>
              <a:off x="3082845" y="2920959"/>
              <a:ext cx="217769" cy="130432"/>
            </a:xfrm>
            <a:custGeom>
              <a:avLst/>
              <a:gdLst/>
              <a:ahLst/>
              <a:cxnLst/>
              <a:rect l="l" t="t" r="r" b="b"/>
              <a:pathLst>
                <a:path w="6847" h="4101" extrusionOk="0">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7" name="Google Shape;14047;p67"/>
            <p:cNvSpPr/>
            <p:nvPr/>
          </p:nvSpPr>
          <p:spPr>
            <a:xfrm>
              <a:off x="3260444" y="2997577"/>
              <a:ext cx="178776" cy="225720"/>
            </a:xfrm>
            <a:custGeom>
              <a:avLst/>
              <a:gdLst/>
              <a:ahLst/>
              <a:cxnLst/>
              <a:rect l="l" t="t" r="r" b="b"/>
              <a:pathLst>
                <a:path w="5621" h="7097" extrusionOk="0">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48" name="Google Shape;14048;p67"/>
          <p:cNvGrpSpPr/>
          <p:nvPr/>
        </p:nvGrpSpPr>
        <p:grpSpPr>
          <a:xfrm>
            <a:off x="2639038" y="2719492"/>
            <a:ext cx="355612" cy="355612"/>
            <a:chOff x="2639038" y="2894942"/>
            <a:chExt cx="355612" cy="355612"/>
          </a:xfrm>
        </p:grpSpPr>
        <p:sp>
          <p:nvSpPr>
            <p:cNvPr id="14049" name="Google Shape;14049;p67"/>
            <p:cNvSpPr/>
            <p:nvPr/>
          </p:nvSpPr>
          <p:spPr>
            <a:xfrm>
              <a:off x="2748479" y="2894942"/>
              <a:ext cx="246171" cy="304119"/>
            </a:xfrm>
            <a:custGeom>
              <a:avLst/>
              <a:gdLst/>
              <a:ahLst/>
              <a:cxnLst/>
              <a:rect l="l" t="t" r="r" b="b"/>
              <a:pathLst>
                <a:path w="7740" h="9562" extrusionOk="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0" name="Google Shape;14050;p67"/>
            <p:cNvSpPr/>
            <p:nvPr/>
          </p:nvSpPr>
          <p:spPr>
            <a:xfrm>
              <a:off x="2639038" y="2945703"/>
              <a:ext cx="246552" cy="304851"/>
            </a:xfrm>
            <a:custGeom>
              <a:avLst/>
              <a:gdLst/>
              <a:ahLst/>
              <a:cxnLst/>
              <a:rect l="l" t="t" r="r" b="b"/>
              <a:pathLst>
                <a:path w="7752" h="9585" extrusionOk="0">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51" name="Google Shape;14051;p67"/>
          <p:cNvGrpSpPr/>
          <p:nvPr/>
        </p:nvGrpSpPr>
        <p:grpSpPr>
          <a:xfrm>
            <a:off x="2194468" y="2763415"/>
            <a:ext cx="355993" cy="267766"/>
            <a:chOff x="2194468" y="2938865"/>
            <a:chExt cx="355993" cy="267766"/>
          </a:xfrm>
        </p:grpSpPr>
        <p:sp>
          <p:nvSpPr>
            <p:cNvPr id="14052" name="Google Shape;14052;p67"/>
            <p:cNvSpPr/>
            <p:nvPr/>
          </p:nvSpPr>
          <p:spPr>
            <a:xfrm>
              <a:off x="2194468" y="2938865"/>
              <a:ext cx="355993" cy="267766"/>
            </a:xfrm>
            <a:custGeom>
              <a:avLst/>
              <a:gdLst/>
              <a:ahLst/>
              <a:cxnLst/>
              <a:rect l="l" t="t" r="r" b="b"/>
              <a:pathLst>
                <a:path w="11193" h="8419" extrusionOk="0">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3" name="Google Shape;14053;p67"/>
            <p:cNvSpPr/>
            <p:nvPr/>
          </p:nvSpPr>
          <p:spPr>
            <a:xfrm>
              <a:off x="2217940"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4" name="Google Shape;14054;p67"/>
            <p:cNvSpPr/>
            <p:nvPr/>
          </p:nvSpPr>
          <p:spPr>
            <a:xfrm>
              <a:off x="2270959"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5" name="Google Shape;14055;p67"/>
            <p:cNvSpPr/>
            <p:nvPr/>
          </p:nvSpPr>
          <p:spPr>
            <a:xfrm>
              <a:off x="2323978" y="3005528"/>
              <a:ext cx="39025" cy="10623"/>
            </a:xfrm>
            <a:custGeom>
              <a:avLst/>
              <a:gdLst/>
              <a:ahLst/>
              <a:cxnLst/>
              <a:rect l="l" t="t" r="r" b="b"/>
              <a:pathLst>
                <a:path w="1227" h="334" extrusionOk="0">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6" name="Google Shape;14056;p67"/>
            <p:cNvSpPr/>
            <p:nvPr/>
          </p:nvSpPr>
          <p:spPr>
            <a:xfrm>
              <a:off x="2376996"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7" name="Google Shape;14057;p67"/>
            <p:cNvSpPr/>
            <p:nvPr/>
          </p:nvSpPr>
          <p:spPr>
            <a:xfrm>
              <a:off x="2429634"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8" name="Google Shape;14058;p67"/>
            <p:cNvSpPr/>
            <p:nvPr/>
          </p:nvSpPr>
          <p:spPr>
            <a:xfrm>
              <a:off x="2482653"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9" name="Google Shape;14059;p67"/>
            <p:cNvSpPr/>
            <p:nvPr/>
          </p:nvSpPr>
          <p:spPr>
            <a:xfrm>
              <a:off x="2223251" y="2962369"/>
              <a:ext cx="259433" cy="10623"/>
            </a:xfrm>
            <a:custGeom>
              <a:avLst/>
              <a:gdLst/>
              <a:ahLst/>
              <a:cxnLst/>
              <a:rect l="l" t="t" r="r" b="b"/>
              <a:pathLst>
                <a:path w="8157" h="334" extrusionOk="0">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0" name="Google Shape;14060;p67"/>
            <p:cNvSpPr/>
            <p:nvPr/>
          </p:nvSpPr>
          <p:spPr>
            <a:xfrm>
              <a:off x="2502340" y="2954927"/>
              <a:ext cx="30692" cy="25635"/>
            </a:xfrm>
            <a:custGeom>
              <a:avLst/>
              <a:gdLst/>
              <a:ahLst/>
              <a:cxnLst/>
              <a:rect l="l" t="t" r="r" b="b"/>
              <a:pathLst>
                <a:path w="965" h="806" extrusionOk="0">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1" name="Google Shape;14061;p67"/>
            <p:cNvSpPr/>
            <p:nvPr/>
          </p:nvSpPr>
          <p:spPr>
            <a:xfrm>
              <a:off x="2217940" y="3032404"/>
              <a:ext cx="101140" cy="83361"/>
            </a:xfrm>
            <a:custGeom>
              <a:avLst/>
              <a:gdLst/>
              <a:ahLst/>
              <a:cxnLst/>
              <a:rect l="l" t="t" r="r" b="b"/>
              <a:pathLst>
                <a:path w="3180" h="2621" extrusionOk="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2" name="Google Shape;14062;p67"/>
            <p:cNvSpPr/>
            <p:nvPr/>
          </p:nvSpPr>
          <p:spPr>
            <a:xfrm>
              <a:off x="2217558" y="3082401"/>
              <a:ext cx="133708" cy="96592"/>
            </a:xfrm>
            <a:custGeom>
              <a:avLst/>
              <a:gdLst/>
              <a:ahLst/>
              <a:cxnLst/>
              <a:rect l="l" t="t" r="r" b="b"/>
              <a:pathLst>
                <a:path w="4204" h="3037" extrusionOk="0">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3" name="Google Shape;14063;p67"/>
            <p:cNvSpPr/>
            <p:nvPr/>
          </p:nvSpPr>
          <p:spPr>
            <a:xfrm>
              <a:off x="2329671" y="3032404"/>
              <a:ext cx="82566" cy="145444"/>
            </a:xfrm>
            <a:custGeom>
              <a:avLst/>
              <a:gdLst/>
              <a:ahLst/>
              <a:cxnLst/>
              <a:rect l="l" t="t" r="r" b="b"/>
              <a:pathLst>
                <a:path w="2596" h="4573" extrusionOk="0">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4" name="Google Shape;14064;p67"/>
            <p:cNvSpPr/>
            <p:nvPr/>
          </p:nvSpPr>
          <p:spPr>
            <a:xfrm>
              <a:off x="2437585" y="3032404"/>
              <a:ext cx="84092" cy="10655"/>
            </a:xfrm>
            <a:custGeom>
              <a:avLst/>
              <a:gdLst/>
              <a:ahLst/>
              <a:cxnLst/>
              <a:rect l="l" t="t" r="r" b="b"/>
              <a:pathLst>
                <a:path w="2644" h="335" extrusionOk="0">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5" name="Google Shape;14065;p67"/>
            <p:cNvSpPr/>
            <p:nvPr/>
          </p:nvSpPr>
          <p:spPr>
            <a:xfrm>
              <a:off x="2427344" y="3055144"/>
              <a:ext cx="94334" cy="10623"/>
            </a:xfrm>
            <a:custGeom>
              <a:avLst/>
              <a:gdLst/>
              <a:ahLst/>
              <a:cxnLst/>
              <a:rect l="l" t="t" r="r" b="b"/>
              <a:pathLst>
                <a:path w="2966" h="334" extrusionOk="0">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6" name="Google Shape;14066;p67"/>
            <p:cNvSpPr/>
            <p:nvPr/>
          </p:nvSpPr>
          <p:spPr>
            <a:xfrm>
              <a:off x="2427344" y="3077853"/>
              <a:ext cx="94334" cy="10623"/>
            </a:xfrm>
            <a:custGeom>
              <a:avLst/>
              <a:gdLst/>
              <a:ahLst/>
              <a:cxnLst/>
              <a:rect l="l" t="t" r="r" b="b"/>
              <a:pathLst>
                <a:path w="2966" h="334" extrusionOk="0">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7" name="Google Shape;14067;p67"/>
            <p:cNvSpPr/>
            <p:nvPr/>
          </p:nvSpPr>
          <p:spPr>
            <a:xfrm>
              <a:off x="2427344" y="3100212"/>
              <a:ext cx="94334" cy="10623"/>
            </a:xfrm>
            <a:custGeom>
              <a:avLst/>
              <a:gdLst/>
              <a:ahLst/>
              <a:cxnLst/>
              <a:rect l="l" t="t" r="r" b="b"/>
              <a:pathLst>
                <a:path w="2966" h="334" extrusionOk="0">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8" name="Google Shape;14068;p67"/>
            <p:cNvSpPr/>
            <p:nvPr/>
          </p:nvSpPr>
          <p:spPr>
            <a:xfrm>
              <a:off x="2427344" y="3122921"/>
              <a:ext cx="94334" cy="10623"/>
            </a:xfrm>
            <a:custGeom>
              <a:avLst/>
              <a:gdLst/>
              <a:ahLst/>
              <a:cxnLst/>
              <a:rect l="l" t="t" r="r" b="b"/>
              <a:pathLst>
                <a:path w="2966" h="334" extrusionOk="0">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9" name="Google Shape;14069;p67"/>
            <p:cNvSpPr/>
            <p:nvPr/>
          </p:nvSpPr>
          <p:spPr>
            <a:xfrm>
              <a:off x="2427344" y="3145629"/>
              <a:ext cx="94334" cy="10655"/>
            </a:xfrm>
            <a:custGeom>
              <a:avLst/>
              <a:gdLst/>
              <a:ahLst/>
              <a:cxnLst/>
              <a:rect l="l" t="t" r="r" b="b"/>
              <a:pathLst>
                <a:path w="2966" h="335" extrusionOk="0">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0" name="Google Shape;14070;p67"/>
            <p:cNvSpPr/>
            <p:nvPr/>
          </p:nvSpPr>
          <p:spPr>
            <a:xfrm>
              <a:off x="2427344" y="3167988"/>
              <a:ext cx="68953" cy="10241"/>
            </a:xfrm>
            <a:custGeom>
              <a:avLst/>
              <a:gdLst/>
              <a:ahLst/>
              <a:cxnLst/>
              <a:rect l="l" t="t" r="r" b="b"/>
              <a:pathLst>
                <a:path w="2168" h="322" extrusionOk="0">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1" name="Google Shape;14071;p67"/>
            <p:cNvSpPr/>
            <p:nvPr/>
          </p:nvSpPr>
          <p:spPr>
            <a:xfrm>
              <a:off x="2323214" y="3050882"/>
              <a:ext cx="66695" cy="69780"/>
            </a:xfrm>
            <a:custGeom>
              <a:avLst/>
              <a:gdLst/>
              <a:ahLst/>
              <a:cxnLst/>
              <a:rect l="l" t="t" r="r" b="b"/>
              <a:pathLst>
                <a:path w="2097" h="2194" extrusionOk="0">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72" name="Google Shape;14072;p67"/>
          <p:cNvGrpSpPr/>
          <p:nvPr/>
        </p:nvGrpSpPr>
        <p:grpSpPr>
          <a:xfrm>
            <a:off x="1749897" y="2719111"/>
            <a:ext cx="355993" cy="355612"/>
            <a:chOff x="1749897" y="2894561"/>
            <a:chExt cx="355993" cy="355612"/>
          </a:xfrm>
        </p:grpSpPr>
        <p:sp>
          <p:nvSpPr>
            <p:cNvPr id="14073" name="Google Shape;14073;p67"/>
            <p:cNvSpPr/>
            <p:nvPr/>
          </p:nvSpPr>
          <p:spPr>
            <a:xfrm>
              <a:off x="1899858" y="2895324"/>
              <a:ext cx="206033" cy="161728"/>
            </a:xfrm>
            <a:custGeom>
              <a:avLst/>
              <a:gdLst/>
              <a:ahLst/>
              <a:cxnLst/>
              <a:rect l="l" t="t" r="r" b="b"/>
              <a:pathLst>
                <a:path w="6478" h="5085" extrusionOk="0">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4" name="Google Shape;14074;p67"/>
            <p:cNvSpPr/>
            <p:nvPr/>
          </p:nvSpPr>
          <p:spPr>
            <a:xfrm>
              <a:off x="1751424" y="2894561"/>
              <a:ext cx="135585" cy="161379"/>
            </a:xfrm>
            <a:custGeom>
              <a:avLst/>
              <a:gdLst/>
              <a:ahLst/>
              <a:cxnLst/>
              <a:rect l="l" t="t" r="r" b="b"/>
              <a:pathLst>
                <a:path w="4263" h="5074" extrusionOk="0">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5" name="Google Shape;14075;p67"/>
            <p:cNvSpPr/>
            <p:nvPr/>
          </p:nvSpPr>
          <p:spPr>
            <a:xfrm>
              <a:off x="1931663" y="2921468"/>
              <a:ext cx="64787" cy="10241"/>
            </a:xfrm>
            <a:custGeom>
              <a:avLst/>
              <a:gdLst/>
              <a:ahLst/>
              <a:cxnLst/>
              <a:rect l="l" t="t" r="r" b="b"/>
              <a:pathLst>
                <a:path w="2037" h="322" extrusionOk="0">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6" name="Google Shape;14076;p67"/>
            <p:cNvSpPr/>
            <p:nvPr/>
          </p:nvSpPr>
          <p:spPr>
            <a:xfrm>
              <a:off x="2009681" y="2921468"/>
              <a:ext cx="65168" cy="10241"/>
            </a:xfrm>
            <a:custGeom>
              <a:avLst/>
              <a:gdLst/>
              <a:ahLst/>
              <a:cxnLst/>
              <a:rect l="l" t="t" r="r" b="b"/>
              <a:pathLst>
                <a:path w="2049" h="322" extrusionOk="0">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7" name="Google Shape;14077;p67"/>
            <p:cNvSpPr/>
            <p:nvPr/>
          </p:nvSpPr>
          <p:spPr>
            <a:xfrm>
              <a:off x="1931663" y="2954418"/>
              <a:ext cx="64787" cy="10623"/>
            </a:xfrm>
            <a:custGeom>
              <a:avLst/>
              <a:gdLst/>
              <a:ahLst/>
              <a:cxnLst/>
              <a:rect l="l" t="t" r="r" b="b"/>
              <a:pathLst>
                <a:path w="2037" h="334" extrusionOk="0">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8" name="Google Shape;14078;p67"/>
            <p:cNvSpPr/>
            <p:nvPr/>
          </p:nvSpPr>
          <p:spPr>
            <a:xfrm>
              <a:off x="2009681" y="2954418"/>
              <a:ext cx="65168" cy="10623"/>
            </a:xfrm>
            <a:custGeom>
              <a:avLst/>
              <a:gdLst/>
              <a:ahLst/>
              <a:cxnLst/>
              <a:rect l="l" t="t" r="r" b="b"/>
              <a:pathLst>
                <a:path w="2049" h="334" extrusionOk="0">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9" name="Google Shape;14079;p67"/>
            <p:cNvSpPr/>
            <p:nvPr/>
          </p:nvSpPr>
          <p:spPr>
            <a:xfrm>
              <a:off x="1931663" y="2987718"/>
              <a:ext cx="64787" cy="10273"/>
            </a:xfrm>
            <a:custGeom>
              <a:avLst/>
              <a:gdLst/>
              <a:ahLst/>
              <a:cxnLst/>
              <a:rect l="l" t="t" r="r" b="b"/>
              <a:pathLst>
                <a:path w="2037" h="323" extrusionOk="0">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0" name="Google Shape;14080;p67"/>
            <p:cNvSpPr/>
            <p:nvPr/>
          </p:nvSpPr>
          <p:spPr>
            <a:xfrm>
              <a:off x="2009681" y="2987718"/>
              <a:ext cx="65168" cy="10273"/>
            </a:xfrm>
            <a:custGeom>
              <a:avLst/>
              <a:gdLst/>
              <a:ahLst/>
              <a:cxnLst/>
              <a:rect l="l" t="t" r="r" b="b"/>
              <a:pathLst>
                <a:path w="2049" h="323" extrusionOk="0">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1" name="Google Shape;14081;p67"/>
            <p:cNvSpPr/>
            <p:nvPr/>
          </p:nvSpPr>
          <p:spPr>
            <a:xfrm>
              <a:off x="1931663" y="3020668"/>
              <a:ext cx="64787" cy="10655"/>
            </a:xfrm>
            <a:custGeom>
              <a:avLst/>
              <a:gdLst/>
              <a:ahLst/>
              <a:cxnLst/>
              <a:rect l="l" t="t" r="r" b="b"/>
              <a:pathLst>
                <a:path w="2037" h="335" extrusionOk="0">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2" name="Google Shape;14082;p67"/>
            <p:cNvSpPr/>
            <p:nvPr/>
          </p:nvSpPr>
          <p:spPr>
            <a:xfrm>
              <a:off x="2009681" y="3020668"/>
              <a:ext cx="65168" cy="10655"/>
            </a:xfrm>
            <a:custGeom>
              <a:avLst/>
              <a:gdLst/>
              <a:ahLst/>
              <a:cxnLst/>
              <a:rect l="l" t="t" r="r" b="b"/>
              <a:pathLst>
                <a:path w="2049" h="335" extrusionOk="0">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3" name="Google Shape;14083;p67"/>
            <p:cNvSpPr/>
            <p:nvPr/>
          </p:nvSpPr>
          <p:spPr>
            <a:xfrm>
              <a:off x="1749897" y="3069138"/>
              <a:ext cx="355993" cy="181034"/>
            </a:xfrm>
            <a:custGeom>
              <a:avLst/>
              <a:gdLst/>
              <a:ahLst/>
              <a:cxnLst/>
              <a:rect l="l" t="t" r="r" b="b"/>
              <a:pathLst>
                <a:path w="11193" h="5692" extrusionOk="0">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84" name="Google Shape;14084;p67"/>
          <p:cNvGrpSpPr/>
          <p:nvPr/>
        </p:nvGrpSpPr>
        <p:grpSpPr>
          <a:xfrm>
            <a:off x="1305327" y="2718761"/>
            <a:ext cx="357520" cy="357488"/>
            <a:chOff x="1305327" y="2894211"/>
            <a:chExt cx="357520" cy="357488"/>
          </a:xfrm>
        </p:grpSpPr>
        <p:sp>
          <p:nvSpPr>
            <p:cNvPr id="14085" name="Google Shape;14085;p67"/>
            <p:cNvSpPr/>
            <p:nvPr/>
          </p:nvSpPr>
          <p:spPr>
            <a:xfrm>
              <a:off x="1305709" y="2975600"/>
              <a:ext cx="281379" cy="275336"/>
            </a:xfrm>
            <a:custGeom>
              <a:avLst/>
              <a:gdLst/>
              <a:ahLst/>
              <a:cxnLst/>
              <a:rect l="l" t="t" r="r" b="b"/>
              <a:pathLst>
                <a:path w="8847" h="8657" extrusionOk="0">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6" name="Google Shape;14086;p67"/>
            <p:cNvSpPr/>
            <p:nvPr/>
          </p:nvSpPr>
          <p:spPr>
            <a:xfrm>
              <a:off x="1305327" y="2894211"/>
              <a:ext cx="357520" cy="357488"/>
            </a:xfrm>
            <a:custGeom>
              <a:avLst/>
              <a:gdLst/>
              <a:ahLst/>
              <a:cxnLst/>
              <a:rect l="l" t="t" r="r" b="b"/>
              <a:pathLst>
                <a:path w="11241" h="11240" extrusionOk="0">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7" name="Google Shape;14087;p67"/>
            <p:cNvSpPr/>
            <p:nvPr/>
          </p:nvSpPr>
          <p:spPr>
            <a:xfrm>
              <a:off x="1366679" y="3029191"/>
              <a:ext cx="57981" cy="70289"/>
            </a:xfrm>
            <a:custGeom>
              <a:avLst/>
              <a:gdLst/>
              <a:ahLst/>
              <a:cxnLst/>
              <a:rect l="l" t="t" r="r" b="b"/>
              <a:pathLst>
                <a:path w="1823" h="2210" extrusionOk="0">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8" name="Google Shape;14088;p67"/>
            <p:cNvSpPr/>
            <p:nvPr/>
          </p:nvSpPr>
          <p:spPr>
            <a:xfrm>
              <a:off x="1428031" y="3091211"/>
              <a:ext cx="100377" cy="99518"/>
            </a:xfrm>
            <a:custGeom>
              <a:avLst/>
              <a:gdLst/>
              <a:ahLst/>
              <a:cxnLst/>
              <a:rect l="l" t="t" r="r" b="b"/>
              <a:pathLst>
                <a:path w="3156" h="3129" extrusionOk="0">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9" name="Google Shape;14089;p67"/>
            <p:cNvSpPr/>
            <p:nvPr/>
          </p:nvSpPr>
          <p:spPr>
            <a:xfrm>
              <a:off x="1366297" y="3110040"/>
              <a:ext cx="66663" cy="80689"/>
            </a:xfrm>
            <a:custGeom>
              <a:avLst/>
              <a:gdLst/>
              <a:ahLst/>
              <a:cxnLst/>
              <a:rect l="l" t="t" r="r" b="b"/>
              <a:pathLst>
                <a:path w="2096" h="2537" extrusionOk="0">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90" name="Google Shape;14090;p67"/>
          <p:cNvGrpSpPr/>
          <p:nvPr/>
        </p:nvGrpSpPr>
        <p:grpSpPr>
          <a:xfrm>
            <a:off x="853950" y="2719270"/>
            <a:ext cx="364104" cy="353290"/>
            <a:chOff x="853950" y="2894720"/>
            <a:chExt cx="364104" cy="353290"/>
          </a:xfrm>
        </p:grpSpPr>
        <p:sp>
          <p:nvSpPr>
            <p:cNvPr id="14091" name="Google Shape;14091;p67"/>
            <p:cNvSpPr/>
            <p:nvPr/>
          </p:nvSpPr>
          <p:spPr>
            <a:xfrm>
              <a:off x="1056167" y="3155298"/>
              <a:ext cx="57472" cy="57662"/>
            </a:xfrm>
            <a:custGeom>
              <a:avLst/>
              <a:gdLst/>
              <a:ahLst/>
              <a:cxnLst/>
              <a:rect l="l" t="t" r="r" b="b"/>
              <a:pathLst>
                <a:path w="1807" h="1813" extrusionOk="0">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2" name="Google Shape;14092;p67"/>
            <p:cNvSpPr/>
            <p:nvPr/>
          </p:nvSpPr>
          <p:spPr>
            <a:xfrm>
              <a:off x="868326" y="2975027"/>
              <a:ext cx="192802" cy="82025"/>
            </a:xfrm>
            <a:custGeom>
              <a:avLst/>
              <a:gdLst/>
              <a:ahLst/>
              <a:cxnLst/>
              <a:rect l="l" t="t" r="r" b="b"/>
              <a:pathLst>
                <a:path w="6062" h="2579" extrusionOk="0">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3" name="Google Shape;14093;p67"/>
            <p:cNvSpPr/>
            <p:nvPr/>
          </p:nvSpPr>
          <p:spPr>
            <a:xfrm>
              <a:off x="853950" y="3067580"/>
              <a:ext cx="137875" cy="168598"/>
            </a:xfrm>
            <a:custGeom>
              <a:avLst/>
              <a:gdLst/>
              <a:ahLst/>
              <a:cxnLst/>
              <a:rect l="l" t="t" r="r" b="b"/>
              <a:pathLst>
                <a:path w="4335" h="5301" extrusionOk="0">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4" name="Google Shape;14094;p67"/>
            <p:cNvSpPr/>
            <p:nvPr/>
          </p:nvSpPr>
          <p:spPr>
            <a:xfrm>
              <a:off x="937248" y="3014975"/>
              <a:ext cx="87877" cy="57217"/>
            </a:xfrm>
            <a:custGeom>
              <a:avLst/>
              <a:gdLst/>
              <a:ahLst/>
              <a:cxnLst/>
              <a:rect l="l" t="t" r="r" b="b"/>
              <a:pathLst>
                <a:path w="2763" h="1799" extrusionOk="0">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5" name="Google Shape;14095;p67"/>
            <p:cNvSpPr/>
            <p:nvPr/>
          </p:nvSpPr>
          <p:spPr>
            <a:xfrm>
              <a:off x="978912" y="3095664"/>
              <a:ext cx="78399" cy="79290"/>
            </a:xfrm>
            <a:custGeom>
              <a:avLst/>
              <a:gdLst/>
              <a:ahLst/>
              <a:cxnLst/>
              <a:rect l="l" t="t" r="r" b="b"/>
              <a:pathLst>
                <a:path w="2465" h="2493" extrusionOk="0">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6" name="Google Shape;14096;p67"/>
            <p:cNvSpPr/>
            <p:nvPr/>
          </p:nvSpPr>
          <p:spPr>
            <a:xfrm>
              <a:off x="891067" y="3070697"/>
              <a:ext cx="74615" cy="77477"/>
            </a:xfrm>
            <a:custGeom>
              <a:avLst/>
              <a:gdLst/>
              <a:ahLst/>
              <a:cxnLst/>
              <a:rect l="l" t="t" r="r" b="b"/>
              <a:pathLst>
                <a:path w="2346" h="2436" extrusionOk="0">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7" name="Google Shape;14097;p67"/>
            <p:cNvSpPr/>
            <p:nvPr/>
          </p:nvSpPr>
          <p:spPr>
            <a:xfrm>
              <a:off x="999745" y="2894720"/>
              <a:ext cx="218310" cy="353290"/>
            </a:xfrm>
            <a:custGeom>
              <a:avLst/>
              <a:gdLst/>
              <a:ahLst/>
              <a:cxnLst/>
              <a:rect l="l" t="t" r="r" b="b"/>
              <a:pathLst>
                <a:path w="6864" h="11108" extrusionOk="0">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98" name="Google Shape;14098;p67"/>
          <p:cNvGrpSpPr/>
          <p:nvPr/>
        </p:nvGrpSpPr>
        <p:grpSpPr>
          <a:xfrm>
            <a:off x="7066548" y="2737144"/>
            <a:ext cx="352209" cy="334938"/>
            <a:chOff x="7066548" y="2912594"/>
            <a:chExt cx="352209" cy="334938"/>
          </a:xfrm>
        </p:grpSpPr>
        <p:sp>
          <p:nvSpPr>
            <p:cNvPr id="14099" name="Google Shape;14099;p67"/>
            <p:cNvSpPr/>
            <p:nvPr/>
          </p:nvSpPr>
          <p:spPr>
            <a:xfrm>
              <a:off x="7066548" y="2912594"/>
              <a:ext cx="219264" cy="266399"/>
            </a:xfrm>
            <a:custGeom>
              <a:avLst/>
              <a:gdLst/>
              <a:ahLst/>
              <a:cxnLst/>
              <a:rect l="l" t="t" r="r" b="b"/>
              <a:pathLst>
                <a:path w="6894" h="8376" extrusionOk="0">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0" name="Google Shape;14100;p67"/>
            <p:cNvSpPr/>
            <p:nvPr/>
          </p:nvSpPr>
          <p:spPr>
            <a:xfrm>
              <a:off x="7262690" y="2968571"/>
              <a:ext cx="156067" cy="278962"/>
            </a:xfrm>
            <a:custGeom>
              <a:avLst/>
              <a:gdLst/>
              <a:ahLst/>
              <a:cxnLst/>
              <a:rect l="l" t="t" r="r" b="b"/>
              <a:pathLst>
                <a:path w="4907" h="8771" extrusionOk="0">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1" name="Google Shape;14101;p67"/>
            <p:cNvSpPr/>
            <p:nvPr/>
          </p:nvSpPr>
          <p:spPr>
            <a:xfrm>
              <a:off x="7356610" y="3200843"/>
              <a:ext cx="58362" cy="24363"/>
            </a:xfrm>
            <a:custGeom>
              <a:avLst/>
              <a:gdLst/>
              <a:ahLst/>
              <a:cxnLst/>
              <a:rect l="l" t="t" r="r" b="b"/>
              <a:pathLst>
                <a:path w="1835" h="766" extrusionOk="0">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2" name="Google Shape;14102;p67"/>
            <p:cNvSpPr/>
            <p:nvPr/>
          </p:nvSpPr>
          <p:spPr>
            <a:xfrm>
              <a:off x="7068806" y="3188821"/>
              <a:ext cx="179539" cy="24617"/>
            </a:xfrm>
            <a:custGeom>
              <a:avLst/>
              <a:gdLst/>
              <a:ahLst/>
              <a:cxnLst/>
              <a:rect l="l" t="t" r="r" b="b"/>
              <a:pathLst>
                <a:path w="5645" h="774" extrusionOk="0">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3" name="Google Shape;14103;p67"/>
            <p:cNvSpPr/>
            <p:nvPr/>
          </p:nvSpPr>
          <p:spPr>
            <a:xfrm>
              <a:off x="7361158" y="3154726"/>
              <a:ext cx="49997" cy="20482"/>
            </a:xfrm>
            <a:custGeom>
              <a:avLst/>
              <a:gdLst/>
              <a:ahLst/>
              <a:cxnLst/>
              <a:rect l="l" t="t" r="r" b="b"/>
              <a:pathLst>
                <a:path w="1572" h="644" extrusionOk="0">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4" name="Google Shape;14104;p67"/>
            <p:cNvSpPr/>
            <p:nvPr/>
          </p:nvSpPr>
          <p:spPr>
            <a:xfrm>
              <a:off x="7155920" y="3139523"/>
              <a:ext cx="148084" cy="33045"/>
            </a:xfrm>
            <a:custGeom>
              <a:avLst/>
              <a:gdLst/>
              <a:ahLst/>
              <a:cxnLst/>
              <a:rect l="l" t="t" r="r" b="b"/>
              <a:pathLst>
                <a:path w="4656" h="1039" extrusionOk="0">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05" name="Google Shape;14105;p67"/>
          <p:cNvSpPr/>
          <p:nvPr/>
        </p:nvSpPr>
        <p:spPr>
          <a:xfrm>
            <a:off x="6591286" y="2708520"/>
            <a:ext cx="390088" cy="357520"/>
          </a:xfrm>
          <a:custGeom>
            <a:avLst/>
            <a:gdLst/>
            <a:ahLst/>
            <a:cxnLst/>
            <a:rect l="l" t="t" r="r" b="b"/>
            <a:pathLst>
              <a:path w="12265" h="11241" extrusionOk="0">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6" name="Google Shape;14106;p67"/>
          <p:cNvSpPr/>
          <p:nvPr/>
        </p:nvSpPr>
        <p:spPr>
          <a:xfrm>
            <a:off x="6134980" y="2726331"/>
            <a:ext cx="390470" cy="332108"/>
          </a:xfrm>
          <a:custGeom>
            <a:avLst/>
            <a:gdLst/>
            <a:ahLst/>
            <a:cxnLst/>
            <a:rect l="l" t="t" r="r" b="b"/>
            <a:pathLst>
              <a:path w="12277" h="10442" extrusionOk="0">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07" name="Google Shape;14107;p67"/>
          <p:cNvGrpSpPr/>
          <p:nvPr/>
        </p:nvGrpSpPr>
        <p:grpSpPr>
          <a:xfrm>
            <a:off x="7541397" y="2729352"/>
            <a:ext cx="318495" cy="352209"/>
            <a:chOff x="7541397" y="2904802"/>
            <a:chExt cx="318495" cy="352209"/>
          </a:xfrm>
        </p:grpSpPr>
        <p:sp>
          <p:nvSpPr>
            <p:cNvPr id="14108" name="Google Shape;14108;p67"/>
            <p:cNvSpPr/>
            <p:nvPr/>
          </p:nvSpPr>
          <p:spPr>
            <a:xfrm>
              <a:off x="7541397" y="2904802"/>
              <a:ext cx="318495" cy="352209"/>
            </a:xfrm>
            <a:custGeom>
              <a:avLst/>
              <a:gdLst/>
              <a:ahLst/>
              <a:cxnLst/>
              <a:rect l="l" t="t" r="r" b="b"/>
              <a:pathLst>
                <a:path w="10014" h="11074" extrusionOk="0">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9" name="Google Shape;14109;p67"/>
            <p:cNvSpPr/>
            <p:nvPr/>
          </p:nvSpPr>
          <p:spPr>
            <a:xfrm>
              <a:off x="7642505" y="2952128"/>
              <a:ext cx="112876" cy="106451"/>
            </a:xfrm>
            <a:custGeom>
              <a:avLst/>
              <a:gdLst/>
              <a:ahLst/>
              <a:cxnLst/>
              <a:rect l="l" t="t" r="r" b="b"/>
              <a:pathLst>
                <a:path w="3549" h="3347" extrusionOk="0">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10" name="Google Shape;14110;p67"/>
          <p:cNvGrpSpPr/>
          <p:nvPr/>
        </p:nvGrpSpPr>
        <p:grpSpPr>
          <a:xfrm>
            <a:off x="8003015" y="2728589"/>
            <a:ext cx="306759" cy="351445"/>
            <a:chOff x="8003015" y="2904039"/>
            <a:chExt cx="306759" cy="351445"/>
          </a:xfrm>
        </p:grpSpPr>
        <p:sp>
          <p:nvSpPr>
            <p:cNvPr id="14111" name="Google Shape;14111;p67"/>
            <p:cNvSpPr/>
            <p:nvPr/>
          </p:nvSpPr>
          <p:spPr>
            <a:xfrm>
              <a:off x="8094263" y="2957439"/>
              <a:ext cx="30342" cy="30310"/>
            </a:xfrm>
            <a:custGeom>
              <a:avLst/>
              <a:gdLst/>
              <a:ahLst/>
              <a:cxnLst/>
              <a:rect l="l" t="t" r="r" b="b"/>
              <a:pathLst>
                <a:path w="954" h="953" extrusionOk="0">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2" name="Google Shape;14112;p67"/>
            <p:cNvSpPr/>
            <p:nvPr/>
          </p:nvSpPr>
          <p:spPr>
            <a:xfrm>
              <a:off x="8187420" y="2957439"/>
              <a:ext cx="30342" cy="30310"/>
            </a:xfrm>
            <a:custGeom>
              <a:avLst/>
              <a:gdLst/>
              <a:ahLst/>
              <a:cxnLst/>
              <a:rect l="l" t="t" r="r" b="b"/>
              <a:pathLst>
                <a:path w="954" h="953" extrusionOk="0">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3" name="Google Shape;14113;p67"/>
            <p:cNvSpPr/>
            <p:nvPr/>
          </p:nvSpPr>
          <p:spPr>
            <a:xfrm>
              <a:off x="8094263" y="3027856"/>
              <a:ext cx="30342" cy="30342"/>
            </a:xfrm>
            <a:custGeom>
              <a:avLst/>
              <a:gdLst/>
              <a:ahLst/>
              <a:cxnLst/>
              <a:rect l="l" t="t" r="r" b="b"/>
              <a:pathLst>
                <a:path w="954" h="954" extrusionOk="0">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4" name="Google Shape;14114;p67"/>
            <p:cNvSpPr/>
            <p:nvPr/>
          </p:nvSpPr>
          <p:spPr>
            <a:xfrm>
              <a:off x="8187420" y="3027856"/>
              <a:ext cx="30342" cy="30342"/>
            </a:xfrm>
            <a:custGeom>
              <a:avLst/>
              <a:gdLst/>
              <a:ahLst/>
              <a:cxnLst/>
              <a:rect l="l" t="t" r="r" b="b"/>
              <a:pathLst>
                <a:path w="954" h="954" extrusionOk="0">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5" name="Google Shape;14115;p67"/>
            <p:cNvSpPr/>
            <p:nvPr/>
          </p:nvSpPr>
          <p:spPr>
            <a:xfrm>
              <a:off x="8003015" y="3050214"/>
              <a:ext cx="306759" cy="205269"/>
            </a:xfrm>
            <a:custGeom>
              <a:avLst/>
              <a:gdLst/>
              <a:ahLst/>
              <a:cxnLst/>
              <a:rect l="l" t="t" r="r" b="b"/>
              <a:pathLst>
                <a:path w="9645" h="6454" extrusionOk="0">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6" name="Google Shape;14116;p67"/>
            <p:cNvSpPr/>
            <p:nvPr/>
          </p:nvSpPr>
          <p:spPr>
            <a:xfrm>
              <a:off x="8040131" y="2904039"/>
              <a:ext cx="230268" cy="132182"/>
            </a:xfrm>
            <a:custGeom>
              <a:avLst/>
              <a:gdLst/>
              <a:ahLst/>
              <a:cxnLst/>
              <a:rect l="l" t="t" r="r" b="b"/>
              <a:pathLst>
                <a:path w="7240" h="4156" extrusionOk="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17" name="Google Shape;14117;p67"/>
          <p:cNvGrpSpPr/>
          <p:nvPr/>
        </p:nvGrpSpPr>
        <p:grpSpPr>
          <a:xfrm>
            <a:off x="5687770" y="2710046"/>
            <a:ext cx="369638" cy="369606"/>
            <a:chOff x="5687770" y="2885496"/>
            <a:chExt cx="369638" cy="369606"/>
          </a:xfrm>
        </p:grpSpPr>
        <p:sp>
          <p:nvSpPr>
            <p:cNvPr id="14118" name="Google Shape;14118;p67"/>
            <p:cNvSpPr/>
            <p:nvPr/>
          </p:nvSpPr>
          <p:spPr>
            <a:xfrm>
              <a:off x="5772594" y="3003366"/>
              <a:ext cx="112113" cy="110872"/>
            </a:xfrm>
            <a:custGeom>
              <a:avLst/>
              <a:gdLst/>
              <a:ahLst/>
              <a:cxnLst/>
              <a:rect l="l" t="t" r="r" b="b"/>
              <a:pathLst>
                <a:path w="3525" h="3486" extrusionOk="0">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9" name="Google Shape;14119;p67"/>
            <p:cNvSpPr/>
            <p:nvPr/>
          </p:nvSpPr>
          <p:spPr>
            <a:xfrm>
              <a:off x="5800996" y="3031736"/>
              <a:ext cx="112113" cy="110904"/>
            </a:xfrm>
            <a:custGeom>
              <a:avLst/>
              <a:gdLst/>
              <a:ahLst/>
              <a:cxnLst/>
              <a:rect l="l" t="t" r="r" b="b"/>
              <a:pathLst>
                <a:path w="3525" h="3487" extrusionOk="0">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0" name="Google Shape;14120;p67"/>
            <p:cNvSpPr/>
            <p:nvPr/>
          </p:nvSpPr>
          <p:spPr>
            <a:xfrm>
              <a:off x="5829016" y="3141558"/>
              <a:ext cx="31455" cy="30247"/>
            </a:xfrm>
            <a:custGeom>
              <a:avLst/>
              <a:gdLst/>
              <a:ahLst/>
              <a:cxnLst/>
              <a:rect l="l" t="t" r="r" b="b"/>
              <a:pathLst>
                <a:path w="989" h="951" extrusionOk="0">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1" name="Google Shape;14121;p67"/>
            <p:cNvSpPr/>
            <p:nvPr/>
          </p:nvSpPr>
          <p:spPr>
            <a:xfrm>
              <a:off x="5866514" y="3060519"/>
              <a:ext cx="75378" cy="73788"/>
            </a:xfrm>
            <a:custGeom>
              <a:avLst/>
              <a:gdLst/>
              <a:ahLst/>
              <a:cxnLst/>
              <a:rect l="l" t="t" r="r" b="b"/>
              <a:pathLst>
                <a:path w="2370" h="2320" extrusionOk="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2" name="Google Shape;14122;p67"/>
            <p:cNvSpPr/>
            <p:nvPr/>
          </p:nvSpPr>
          <p:spPr>
            <a:xfrm>
              <a:off x="5687770" y="2885496"/>
              <a:ext cx="369638" cy="369606"/>
            </a:xfrm>
            <a:custGeom>
              <a:avLst/>
              <a:gdLst/>
              <a:ahLst/>
              <a:cxnLst/>
              <a:rect l="l" t="t" r="r" b="b"/>
              <a:pathLst>
                <a:path w="11622" h="11621" extrusionOk="0">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3" name="Google Shape;14123;p67"/>
            <p:cNvSpPr/>
            <p:nvPr/>
          </p:nvSpPr>
          <p:spPr>
            <a:xfrm>
              <a:off x="5737386" y="2968794"/>
              <a:ext cx="182942" cy="181416"/>
            </a:xfrm>
            <a:custGeom>
              <a:avLst/>
              <a:gdLst/>
              <a:ahLst/>
              <a:cxnLst/>
              <a:rect l="l" t="t" r="r" b="b"/>
              <a:pathLst>
                <a:path w="5752" h="5704" extrusionOk="0">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4" name="Google Shape;14124;p67"/>
            <p:cNvSpPr/>
            <p:nvPr/>
          </p:nvSpPr>
          <p:spPr>
            <a:xfrm>
              <a:off x="5793808" y="3024548"/>
              <a:ext cx="181797" cy="181320"/>
            </a:xfrm>
            <a:custGeom>
              <a:avLst/>
              <a:gdLst/>
              <a:ahLst/>
              <a:cxnLst/>
              <a:rect l="l" t="t" r="r" b="b"/>
              <a:pathLst>
                <a:path w="5716" h="5701" extrusionOk="0">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5" name="Google Shape;14125;p67"/>
            <p:cNvSpPr/>
            <p:nvPr/>
          </p:nvSpPr>
          <p:spPr>
            <a:xfrm>
              <a:off x="5964600" y="3015483"/>
              <a:ext cx="23122" cy="21882"/>
            </a:xfrm>
            <a:custGeom>
              <a:avLst/>
              <a:gdLst/>
              <a:ahLst/>
              <a:cxnLst/>
              <a:rect l="l" t="t" r="r" b="b"/>
              <a:pathLst>
                <a:path w="727" h="688" extrusionOk="0">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6" name="Google Shape;14126;p67"/>
            <p:cNvSpPr/>
            <p:nvPr/>
          </p:nvSpPr>
          <p:spPr>
            <a:xfrm>
              <a:off x="5935817" y="2986700"/>
              <a:ext cx="22741" cy="21119"/>
            </a:xfrm>
            <a:custGeom>
              <a:avLst/>
              <a:gdLst/>
              <a:ahLst/>
              <a:cxnLst/>
              <a:rect l="l" t="t" r="r" b="b"/>
              <a:pathLst>
                <a:path w="715" h="664" extrusionOk="0">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7" name="Google Shape;14127;p67"/>
            <p:cNvSpPr/>
            <p:nvPr/>
          </p:nvSpPr>
          <p:spPr>
            <a:xfrm>
              <a:off x="5906270" y="2957153"/>
              <a:ext cx="23504" cy="21914"/>
            </a:xfrm>
            <a:custGeom>
              <a:avLst/>
              <a:gdLst/>
              <a:ahLst/>
              <a:cxnLst/>
              <a:rect l="l" t="t" r="r" b="b"/>
              <a:pathLst>
                <a:path w="739" h="689" extrusionOk="0">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8" name="Google Shape;14128;p67"/>
          <p:cNvGrpSpPr/>
          <p:nvPr/>
        </p:nvGrpSpPr>
        <p:grpSpPr>
          <a:xfrm>
            <a:off x="4881958" y="2729352"/>
            <a:ext cx="156417" cy="349537"/>
            <a:chOff x="4881958" y="2904802"/>
            <a:chExt cx="156417" cy="349537"/>
          </a:xfrm>
        </p:grpSpPr>
        <p:sp>
          <p:nvSpPr>
            <p:cNvPr id="14129" name="Google Shape;14129;p67"/>
            <p:cNvSpPr/>
            <p:nvPr/>
          </p:nvSpPr>
          <p:spPr>
            <a:xfrm>
              <a:off x="4994802" y="3168370"/>
              <a:ext cx="10241" cy="10623"/>
            </a:xfrm>
            <a:custGeom>
              <a:avLst/>
              <a:gdLst/>
              <a:ahLst/>
              <a:cxnLst/>
              <a:rect l="l" t="t" r="r" b="b"/>
              <a:pathLst>
                <a:path w="322" h="334" extrusionOk="0">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0" name="Google Shape;14130;p67"/>
            <p:cNvSpPr/>
            <p:nvPr/>
          </p:nvSpPr>
          <p:spPr>
            <a:xfrm>
              <a:off x="4994802" y="3194864"/>
              <a:ext cx="10241" cy="10273"/>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1" name="Google Shape;14131;p67"/>
            <p:cNvSpPr/>
            <p:nvPr/>
          </p:nvSpPr>
          <p:spPr>
            <a:xfrm>
              <a:off x="4937999" y="2904802"/>
              <a:ext cx="45831" cy="221935"/>
            </a:xfrm>
            <a:custGeom>
              <a:avLst/>
              <a:gdLst/>
              <a:ahLst/>
              <a:cxnLst/>
              <a:rect l="l" t="t" r="r" b="b"/>
              <a:pathLst>
                <a:path w="1441" h="6978" extrusionOk="0">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2" name="Google Shape;14132;p67"/>
            <p:cNvSpPr/>
            <p:nvPr/>
          </p:nvSpPr>
          <p:spPr>
            <a:xfrm>
              <a:off x="4937617" y="3141463"/>
              <a:ext cx="44718" cy="10273"/>
            </a:xfrm>
            <a:custGeom>
              <a:avLst/>
              <a:gdLst/>
              <a:ahLst/>
              <a:cxnLst/>
              <a:rect l="l" t="t" r="r" b="b"/>
              <a:pathLst>
                <a:path w="1406" h="323" extrusionOk="0">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3" name="Google Shape;14133;p67"/>
            <p:cNvSpPr/>
            <p:nvPr/>
          </p:nvSpPr>
          <p:spPr>
            <a:xfrm>
              <a:off x="4937617" y="3168370"/>
              <a:ext cx="44718" cy="10623"/>
            </a:xfrm>
            <a:custGeom>
              <a:avLst/>
              <a:gdLst/>
              <a:ahLst/>
              <a:cxnLst/>
              <a:rect l="l" t="t" r="r" b="b"/>
              <a:pathLst>
                <a:path w="1406" h="334" extrusionOk="0">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4" name="Google Shape;14134;p67"/>
            <p:cNvSpPr/>
            <p:nvPr/>
          </p:nvSpPr>
          <p:spPr>
            <a:xfrm>
              <a:off x="4937617" y="3195245"/>
              <a:ext cx="44718" cy="10623"/>
            </a:xfrm>
            <a:custGeom>
              <a:avLst/>
              <a:gdLst/>
              <a:ahLst/>
              <a:cxnLst/>
              <a:rect l="l" t="t" r="r" b="b"/>
              <a:pathLst>
                <a:path w="1406" h="334" extrusionOk="0">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5" name="Google Shape;14135;p67"/>
            <p:cNvSpPr/>
            <p:nvPr/>
          </p:nvSpPr>
          <p:spPr>
            <a:xfrm>
              <a:off x="4881958" y="3054953"/>
              <a:ext cx="156417" cy="199386"/>
            </a:xfrm>
            <a:custGeom>
              <a:avLst/>
              <a:gdLst/>
              <a:ahLst/>
              <a:cxnLst/>
              <a:rect l="l" t="t" r="r" b="b"/>
              <a:pathLst>
                <a:path w="4918" h="6269" extrusionOk="0">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36" name="Google Shape;14136;p67"/>
          <p:cNvGrpSpPr/>
          <p:nvPr/>
        </p:nvGrpSpPr>
        <p:grpSpPr>
          <a:xfrm>
            <a:off x="5230318" y="2711064"/>
            <a:ext cx="371133" cy="367443"/>
            <a:chOff x="5230318" y="2886514"/>
            <a:chExt cx="371133" cy="367443"/>
          </a:xfrm>
        </p:grpSpPr>
        <p:sp>
          <p:nvSpPr>
            <p:cNvPr id="14137" name="Google Shape;14137;p67"/>
            <p:cNvSpPr/>
            <p:nvPr/>
          </p:nvSpPr>
          <p:spPr>
            <a:xfrm>
              <a:off x="5328023" y="3080397"/>
              <a:ext cx="72356" cy="70257"/>
            </a:xfrm>
            <a:custGeom>
              <a:avLst/>
              <a:gdLst/>
              <a:ahLst/>
              <a:cxnLst/>
              <a:rect l="l" t="t" r="r" b="b"/>
              <a:pathLst>
                <a:path w="2275" h="2209" extrusionOk="0">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8" name="Google Shape;14138;p67"/>
            <p:cNvSpPr/>
            <p:nvPr/>
          </p:nvSpPr>
          <p:spPr>
            <a:xfrm>
              <a:off x="5372328" y="3064877"/>
              <a:ext cx="56836" cy="55468"/>
            </a:xfrm>
            <a:custGeom>
              <a:avLst/>
              <a:gdLst/>
              <a:ahLst/>
              <a:cxnLst/>
              <a:rect l="l" t="t" r="r" b="b"/>
              <a:pathLst>
                <a:path w="1787" h="1744" extrusionOk="0">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9" name="Google Shape;14139;p67"/>
            <p:cNvSpPr/>
            <p:nvPr/>
          </p:nvSpPr>
          <p:spPr>
            <a:xfrm>
              <a:off x="5390902" y="3028269"/>
              <a:ext cx="57949" cy="73533"/>
            </a:xfrm>
            <a:custGeom>
              <a:avLst/>
              <a:gdLst/>
              <a:ahLst/>
              <a:cxnLst/>
              <a:rect l="l" t="t" r="r" b="b"/>
              <a:pathLst>
                <a:path w="1822" h="2312" extrusionOk="0">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0" name="Google Shape;14140;p67"/>
            <p:cNvSpPr/>
            <p:nvPr/>
          </p:nvSpPr>
          <p:spPr>
            <a:xfrm>
              <a:off x="5230318" y="2886514"/>
              <a:ext cx="371133" cy="367443"/>
            </a:xfrm>
            <a:custGeom>
              <a:avLst/>
              <a:gdLst/>
              <a:ahLst/>
              <a:cxnLst/>
              <a:rect l="l" t="t" r="r" b="b"/>
              <a:pathLst>
                <a:path w="11669" h="11553" extrusionOk="0">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1" name="Google Shape;14141;p67"/>
            <p:cNvSpPr/>
            <p:nvPr/>
          </p:nvSpPr>
          <p:spPr>
            <a:xfrm>
              <a:off x="5337501" y="3026074"/>
              <a:ext cx="181797" cy="180175"/>
            </a:xfrm>
            <a:custGeom>
              <a:avLst/>
              <a:gdLst/>
              <a:ahLst/>
              <a:cxnLst/>
              <a:rect l="l" t="t" r="r" b="b"/>
              <a:pathLst>
                <a:path w="5716" h="5665" extrusionOk="0">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2" name="Google Shape;14142;p67"/>
            <p:cNvSpPr/>
            <p:nvPr/>
          </p:nvSpPr>
          <p:spPr>
            <a:xfrm>
              <a:off x="5281461" y="2969462"/>
              <a:ext cx="181416" cy="180366"/>
            </a:xfrm>
            <a:custGeom>
              <a:avLst/>
              <a:gdLst/>
              <a:ahLst/>
              <a:cxnLst/>
              <a:rect l="l" t="t" r="r" b="b"/>
              <a:pathLst>
                <a:path w="5704" h="5671" extrusionOk="0">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3" name="Google Shape;14143;p67"/>
            <p:cNvSpPr/>
            <p:nvPr/>
          </p:nvSpPr>
          <p:spPr>
            <a:xfrm>
              <a:off x="5508294" y="3016978"/>
              <a:ext cx="23122" cy="21532"/>
            </a:xfrm>
            <a:custGeom>
              <a:avLst/>
              <a:gdLst/>
              <a:ahLst/>
              <a:cxnLst/>
              <a:rect l="l" t="t" r="r" b="b"/>
              <a:pathLst>
                <a:path w="727" h="677" extrusionOk="0">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4" name="Google Shape;14144;p67"/>
            <p:cNvSpPr/>
            <p:nvPr/>
          </p:nvSpPr>
          <p:spPr>
            <a:xfrm>
              <a:off x="5478366" y="2987082"/>
              <a:ext cx="23504" cy="21882"/>
            </a:xfrm>
            <a:custGeom>
              <a:avLst/>
              <a:gdLst/>
              <a:ahLst/>
              <a:cxnLst/>
              <a:rect l="l" t="t" r="r" b="b"/>
              <a:pathLst>
                <a:path w="739" h="688" extrusionOk="0">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5" name="Google Shape;14145;p67"/>
            <p:cNvSpPr/>
            <p:nvPr/>
          </p:nvSpPr>
          <p:spPr>
            <a:xfrm>
              <a:off x="5449200" y="2957916"/>
              <a:ext cx="23122" cy="21500"/>
            </a:xfrm>
            <a:custGeom>
              <a:avLst/>
              <a:gdLst/>
              <a:ahLst/>
              <a:cxnLst/>
              <a:rect l="l" t="t" r="r" b="b"/>
              <a:pathLst>
                <a:path w="727" h="676" extrusionOk="0">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46" name="Google Shape;14146;p67"/>
          <p:cNvGrpSpPr/>
          <p:nvPr/>
        </p:nvGrpSpPr>
        <p:grpSpPr>
          <a:xfrm>
            <a:off x="5748358" y="3259128"/>
            <a:ext cx="352590" cy="182561"/>
            <a:chOff x="5748358" y="3434578"/>
            <a:chExt cx="352590" cy="182561"/>
          </a:xfrm>
        </p:grpSpPr>
        <p:sp>
          <p:nvSpPr>
            <p:cNvPr id="14147" name="Google Shape;14147;p67"/>
            <p:cNvSpPr/>
            <p:nvPr/>
          </p:nvSpPr>
          <p:spPr>
            <a:xfrm>
              <a:off x="5857799" y="3457668"/>
              <a:ext cx="26525" cy="50761"/>
            </a:xfrm>
            <a:custGeom>
              <a:avLst/>
              <a:gdLst/>
              <a:ahLst/>
              <a:cxnLst/>
              <a:rect l="l" t="t" r="r" b="b"/>
              <a:pathLst>
                <a:path w="834" h="1596" extrusionOk="0">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8" name="Google Shape;14148;p67"/>
            <p:cNvSpPr/>
            <p:nvPr/>
          </p:nvSpPr>
          <p:spPr>
            <a:xfrm>
              <a:off x="5823704" y="3457668"/>
              <a:ext cx="26557" cy="51142"/>
            </a:xfrm>
            <a:custGeom>
              <a:avLst/>
              <a:gdLst/>
              <a:ahLst/>
              <a:cxnLst/>
              <a:rect l="l" t="t" r="r" b="b"/>
              <a:pathLst>
                <a:path w="835" h="1608" extrusionOk="0">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9" name="Google Shape;14149;p67"/>
            <p:cNvSpPr/>
            <p:nvPr/>
          </p:nvSpPr>
          <p:spPr>
            <a:xfrm>
              <a:off x="5788115" y="3457668"/>
              <a:ext cx="26557" cy="50761"/>
            </a:xfrm>
            <a:custGeom>
              <a:avLst/>
              <a:gdLst/>
              <a:ahLst/>
              <a:cxnLst/>
              <a:rect l="l" t="t" r="r" b="b"/>
              <a:pathLst>
                <a:path w="835" h="1596" extrusionOk="0">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0" name="Google Shape;14150;p67"/>
            <p:cNvSpPr/>
            <p:nvPr/>
          </p:nvSpPr>
          <p:spPr>
            <a:xfrm>
              <a:off x="5913458" y="3457668"/>
              <a:ext cx="142423" cy="50761"/>
            </a:xfrm>
            <a:custGeom>
              <a:avLst/>
              <a:gdLst/>
              <a:ahLst/>
              <a:cxnLst/>
              <a:rect l="l" t="t" r="r" b="b"/>
              <a:pathLst>
                <a:path w="4478" h="1596" extrusionOk="0">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1" name="Google Shape;14151;p67"/>
            <p:cNvSpPr/>
            <p:nvPr/>
          </p:nvSpPr>
          <p:spPr>
            <a:xfrm>
              <a:off x="5748358" y="3434578"/>
              <a:ext cx="352590" cy="39788"/>
            </a:xfrm>
            <a:custGeom>
              <a:avLst/>
              <a:gdLst/>
              <a:ahLst/>
              <a:cxnLst/>
              <a:rect l="l" t="t" r="r" b="b"/>
              <a:pathLst>
                <a:path w="11086" h="1251" extrusionOk="0">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2" name="Google Shape;14152;p67"/>
            <p:cNvSpPr/>
            <p:nvPr/>
          </p:nvSpPr>
          <p:spPr>
            <a:xfrm>
              <a:off x="5748358" y="3488328"/>
              <a:ext cx="352590" cy="128810"/>
            </a:xfrm>
            <a:custGeom>
              <a:avLst/>
              <a:gdLst/>
              <a:ahLst/>
              <a:cxnLst/>
              <a:rect l="l" t="t" r="r" b="b"/>
              <a:pathLst>
                <a:path w="11086" h="4050" extrusionOk="0">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53" name="Google Shape;14153;p67"/>
          <p:cNvGrpSpPr/>
          <p:nvPr/>
        </p:nvGrpSpPr>
        <p:grpSpPr>
          <a:xfrm>
            <a:off x="862283" y="4099321"/>
            <a:ext cx="341204" cy="359301"/>
            <a:chOff x="862283" y="4274771"/>
            <a:chExt cx="341204" cy="359301"/>
          </a:xfrm>
        </p:grpSpPr>
        <p:sp>
          <p:nvSpPr>
            <p:cNvPr id="14154" name="Google Shape;14154;p67"/>
            <p:cNvSpPr/>
            <p:nvPr/>
          </p:nvSpPr>
          <p:spPr>
            <a:xfrm>
              <a:off x="1100089" y="4490790"/>
              <a:ext cx="24267" cy="17366"/>
            </a:xfrm>
            <a:custGeom>
              <a:avLst/>
              <a:gdLst/>
              <a:ahLst/>
              <a:cxnLst/>
              <a:rect l="l" t="t" r="r" b="b"/>
              <a:pathLst>
                <a:path w="763" h="546" extrusionOk="0">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5" name="Google Shape;14155;p67"/>
            <p:cNvSpPr/>
            <p:nvPr/>
          </p:nvSpPr>
          <p:spPr>
            <a:xfrm>
              <a:off x="1100089" y="4476001"/>
              <a:ext cx="24267" cy="17397"/>
            </a:xfrm>
            <a:custGeom>
              <a:avLst/>
              <a:gdLst/>
              <a:ahLst/>
              <a:cxnLst/>
              <a:rect l="l" t="t" r="r" b="b"/>
              <a:pathLst>
                <a:path w="763" h="547" extrusionOk="0">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6" name="Google Shape;14156;p67"/>
            <p:cNvSpPr/>
            <p:nvPr/>
          </p:nvSpPr>
          <p:spPr>
            <a:xfrm>
              <a:off x="862283" y="4274771"/>
              <a:ext cx="341204" cy="359301"/>
            </a:xfrm>
            <a:custGeom>
              <a:avLst/>
              <a:gdLst/>
              <a:ahLst/>
              <a:cxnLst/>
              <a:rect l="l" t="t" r="r" b="b"/>
              <a:pathLst>
                <a:path w="10728" h="11297" extrusionOk="0">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57" name="Google Shape;14157;p67"/>
          <p:cNvGrpSpPr/>
          <p:nvPr/>
        </p:nvGrpSpPr>
        <p:grpSpPr>
          <a:xfrm>
            <a:off x="1396957" y="4111915"/>
            <a:ext cx="301861" cy="332871"/>
            <a:chOff x="1396957" y="4287365"/>
            <a:chExt cx="301861" cy="332871"/>
          </a:xfrm>
        </p:grpSpPr>
        <p:sp>
          <p:nvSpPr>
            <p:cNvPr id="14158" name="Google Shape;14158;p67"/>
            <p:cNvSpPr/>
            <p:nvPr/>
          </p:nvSpPr>
          <p:spPr>
            <a:xfrm>
              <a:off x="1396957" y="4287365"/>
              <a:ext cx="301861" cy="332871"/>
            </a:xfrm>
            <a:custGeom>
              <a:avLst/>
              <a:gdLst/>
              <a:ahLst/>
              <a:cxnLst/>
              <a:rect l="l" t="t" r="r" b="b"/>
              <a:pathLst>
                <a:path w="9491" h="10466" extrusionOk="0">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9" name="Google Shape;14159;p67"/>
            <p:cNvSpPr/>
            <p:nvPr/>
          </p:nvSpPr>
          <p:spPr>
            <a:xfrm>
              <a:off x="1689309" y="4378614"/>
              <a:ext cx="9510" cy="46976"/>
            </a:xfrm>
            <a:custGeom>
              <a:avLst/>
              <a:gdLst/>
              <a:ahLst/>
              <a:cxnLst/>
              <a:rect l="l" t="t" r="r" b="b"/>
              <a:pathLst>
                <a:path w="299" h="1477" extrusionOk="0">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0" name="Google Shape;14160;p67"/>
            <p:cNvSpPr/>
            <p:nvPr/>
          </p:nvSpPr>
          <p:spPr>
            <a:xfrm>
              <a:off x="1520424" y="4385420"/>
              <a:ext cx="33363" cy="32982"/>
            </a:xfrm>
            <a:custGeom>
              <a:avLst/>
              <a:gdLst/>
              <a:ahLst/>
              <a:cxnLst/>
              <a:rect l="l" t="t" r="r" b="b"/>
              <a:pathLst>
                <a:path w="1049" h="1037" extrusionOk="0">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1" name="Google Shape;14161;p67"/>
            <p:cNvSpPr/>
            <p:nvPr/>
          </p:nvSpPr>
          <p:spPr>
            <a:xfrm>
              <a:off x="1563202" y="4398683"/>
              <a:ext cx="34508" cy="9510"/>
            </a:xfrm>
            <a:custGeom>
              <a:avLst/>
              <a:gdLst/>
              <a:ahLst/>
              <a:cxnLst/>
              <a:rect l="l" t="t" r="r" b="b"/>
              <a:pathLst>
                <a:path w="1085" h="299" extrusionOk="0">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2" name="Google Shape;14162;p67"/>
            <p:cNvSpPr/>
            <p:nvPr/>
          </p:nvSpPr>
          <p:spPr>
            <a:xfrm>
              <a:off x="1563965" y="4410037"/>
              <a:ext cx="92807" cy="9510"/>
            </a:xfrm>
            <a:custGeom>
              <a:avLst/>
              <a:gdLst/>
              <a:ahLst/>
              <a:cxnLst/>
              <a:rect l="l" t="t" r="r" b="b"/>
              <a:pathLst>
                <a:path w="2918" h="299" extrusionOk="0">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3" name="Google Shape;14163;p67"/>
            <p:cNvSpPr/>
            <p:nvPr/>
          </p:nvSpPr>
          <p:spPr>
            <a:xfrm>
              <a:off x="1563202" y="4385039"/>
              <a:ext cx="10273" cy="9510"/>
            </a:xfrm>
            <a:custGeom>
              <a:avLst/>
              <a:gdLst/>
              <a:ahLst/>
              <a:cxnLst/>
              <a:rect l="l" t="t" r="r" b="b"/>
              <a:pathLst>
                <a:path w="323" h="299" extrusionOk="0">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4" name="Google Shape;14164;p67"/>
            <p:cNvSpPr/>
            <p:nvPr/>
          </p:nvSpPr>
          <p:spPr>
            <a:xfrm>
              <a:off x="1520424" y="4436944"/>
              <a:ext cx="33363" cy="33332"/>
            </a:xfrm>
            <a:custGeom>
              <a:avLst/>
              <a:gdLst/>
              <a:ahLst/>
              <a:cxnLst/>
              <a:rect l="l" t="t" r="r" b="b"/>
              <a:pathLst>
                <a:path w="1049" h="1048" extrusionOk="0">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5" name="Google Shape;14165;p67"/>
            <p:cNvSpPr/>
            <p:nvPr/>
          </p:nvSpPr>
          <p:spPr>
            <a:xfrm>
              <a:off x="1563202" y="4450175"/>
              <a:ext cx="34508" cy="9510"/>
            </a:xfrm>
            <a:custGeom>
              <a:avLst/>
              <a:gdLst/>
              <a:ahLst/>
              <a:cxnLst/>
              <a:rect l="l" t="t" r="r" b="b"/>
              <a:pathLst>
                <a:path w="1085" h="299" extrusionOk="0">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6" name="Google Shape;14166;p67"/>
            <p:cNvSpPr/>
            <p:nvPr/>
          </p:nvSpPr>
          <p:spPr>
            <a:xfrm>
              <a:off x="1563965" y="4461530"/>
              <a:ext cx="92807" cy="9510"/>
            </a:xfrm>
            <a:custGeom>
              <a:avLst/>
              <a:gdLst/>
              <a:ahLst/>
              <a:cxnLst/>
              <a:rect l="l" t="t" r="r" b="b"/>
              <a:pathLst>
                <a:path w="2918" h="299" extrusionOk="0">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7" name="Google Shape;14167;p67"/>
            <p:cNvSpPr/>
            <p:nvPr/>
          </p:nvSpPr>
          <p:spPr>
            <a:xfrm>
              <a:off x="1563202" y="4436563"/>
              <a:ext cx="10273" cy="9478"/>
            </a:xfrm>
            <a:custGeom>
              <a:avLst/>
              <a:gdLst/>
              <a:ahLst/>
              <a:cxnLst/>
              <a:rect l="l" t="t" r="r" b="b"/>
              <a:pathLst>
                <a:path w="323" h="298" extrusionOk="0">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8" name="Google Shape;14168;p67"/>
            <p:cNvSpPr/>
            <p:nvPr/>
          </p:nvSpPr>
          <p:spPr>
            <a:xfrm>
              <a:off x="1520424" y="4488437"/>
              <a:ext cx="33363" cy="33332"/>
            </a:xfrm>
            <a:custGeom>
              <a:avLst/>
              <a:gdLst/>
              <a:ahLst/>
              <a:cxnLst/>
              <a:rect l="l" t="t" r="r" b="b"/>
              <a:pathLst>
                <a:path w="1049" h="1048" extrusionOk="0">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9" name="Google Shape;14169;p67"/>
            <p:cNvSpPr/>
            <p:nvPr/>
          </p:nvSpPr>
          <p:spPr>
            <a:xfrm>
              <a:off x="1563202" y="4501667"/>
              <a:ext cx="34508" cy="9510"/>
            </a:xfrm>
            <a:custGeom>
              <a:avLst/>
              <a:gdLst/>
              <a:ahLst/>
              <a:cxnLst/>
              <a:rect l="l" t="t" r="r" b="b"/>
              <a:pathLst>
                <a:path w="1085" h="299" extrusionOk="0">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0" name="Google Shape;14170;p67"/>
            <p:cNvSpPr/>
            <p:nvPr/>
          </p:nvSpPr>
          <p:spPr>
            <a:xfrm>
              <a:off x="1563202" y="4513785"/>
              <a:ext cx="93570" cy="9510"/>
            </a:xfrm>
            <a:custGeom>
              <a:avLst/>
              <a:gdLst/>
              <a:ahLst/>
              <a:cxnLst/>
              <a:rect l="l" t="t" r="r" b="b"/>
              <a:pathLst>
                <a:path w="2942" h="299" extrusionOk="0">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1" name="Google Shape;14171;p67"/>
            <p:cNvSpPr/>
            <p:nvPr/>
          </p:nvSpPr>
          <p:spPr>
            <a:xfrm>
              <a:off x="1563202" y="4488055"/>
              <a:ext cx="10273" cy="9478"/>
            </a:xfrm>
            <a:custGeom>
              <a:avLst/>
              <a:gdLst/>
              <a:ahLst/>
              <a:cxnLst/>
              <a:rect l="l" t="t" r="r" b="b"/>
              <a:pathLst>
                <a:path w="323" h="298" extrusionOk="0">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2" name="Google Shape;14172;p67"/>
            <p:cNvSpPr/>
            <p:nvPr/>
          </p:nvSpPr>
          <p:spPr>
            <a:xfrm>
              <a:off x="1522682" y="4318025"/>
              <a:ext cx="141659" cy="37912"/>
            </a:xfrm>
            <a:custGeom>
              <a:avLst/>
              <a:gdLst/>
              <a:ahLst/>
              <a:cxnLst/>
              <a:rect l="l" t="t" r="r" b="b"/>
              <a:pathLst>
                <a:path w="4454" h="1192" extrusionOk="0">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73" name="Google Shape;14173;p67"/>
          <p:cNvGrpSpPr/>
          <p:nvPr/>
        </p:nvGrpSpPr>
        <p:grpSpPr>
          <a:xfrm>
            <a:off x="1865381" y="4102056"/>
            <a:ext cx="396131" cy="355612"/>
            <a:chOff x="1865381" y="4277506"/>
            <a:chExt cx="396131" cy="355612"/>
          </a:xfrm>
        </p:grpSpPr>
        <p:sp>
          <p:nvSpPr>
            <p:cNvPr id="14174" name="Google Shape;14174;p67"/>
            <p:cNvSpPr/>
            <p:nvPr/>
          </p:nvSpPr>
          <p:spPr>
            <a:xfrm>
              <a:off x="1865381" y="4277506"/>
              <a:ext cx="396131" cy="355612"/>
            </a:xfrm>
            <a:custGeom>
              <a:avLst/>
              <a:gdLst/>
              <a:ahLst/>
              <a:cxnLst/>
              <a:rect l="l" t="t" r="r" b="b"/>
              <a:pathLst>
                <a:path w="12455" h="11181" extrusionOk="0">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5" name="Google Shape;14175;p67"/>
            <p:cNvSpPr/>
            <p:nvPr/>
          </p:nvSpPr>
          <p:spPr>
            <a:xfrm>
              <a:off x="2057770" y="4294553"/>
              <a:ext cx="22741" cy="35622"/>
            </a:xfrm>
            <a:custGeom>
              <a:avLst/>
              <a:gdLst/>
              <a:ahLst/>
              <a:cxnLst/>
              <a:rect l="l" t="t" r="r" b="b"/>
              <a:pathLst>
                <a:path w="715" h="1120" extrusionOk="0">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6" name="Google Shape;14176;p67"/>
            <p:cNvSpPr/>
            <p:nvPr/>
          </p:nvSpPr>
          <p:spPr>
            <a:xfrm>
              <a:off x="2048292" y="4456250"/>
              <a:ext cx="30724" cy="64055"/>
            </a:xfrm>
            <a:custGeom>
              <a:avLst/>
              <a:gdLst/>
              <a:ahLst/>
              <a:cxnLst/>
              <a:rect l="l" t="t" r="r" b="b"/>
              <a:pathLst>
                <a:path w="966" h="2014" extrusionOk="0">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7" name="Google Shape;14177;p67"/>
            <p:cNvSpPr/>
            <p:nvPr/>
          </p:nvSpPr>
          <p:spPr>
            <a:xfrm>
              <a:off x="1898713" y="4487196"/>
              <a:ext cx="17461" cy="16030"/>
            </a:xfrm>
            <a:custGeom>
              <a:avLst/>
              <a:gdLst/>
              <a:ahLst/>
              <a:cxnLst/>
              <a:rect l="l" t="t" r="r" b="b"/>
              <a:pathLst>
                <a:path w="549" h="504" extrusionOk="0">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8" name="Google Shape;14178;p67"/>
            <p:cNvSpPr/>
            <p:nvPr/>
          </p:nvSpPr>
          <p:spPr>
            <a:xfrm>
              <a:off x="1887740" y="4502494"/>
              <a:ext cx="19337" cy="13231"/>
            </a:xfrm>
            <a:custGeom>
              <a:avLst/>
              <a:gdLst/>
              <a:ahLst/>
              <a:cxnLst/>
              <a:rect l="l" t="t" r="r" b="b"/>
              <a:pathLst>
                <a:path w="608" h="416" extrusionOk="0">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9" name="Google Shape;14179;p67"/>
            <p:cNvSpPr/>
            <p:nvPr/>
          </p:nvSpPr>
          <p:spPr>
            <a:xfrm>
              <a:off x="1913852" y="4477019"/>
              <a:ext cx="13676" cy="17874"/>
            </a:xfrm>
            <a:custGeom>
              <a:avLst/>
              <a:gdLst/>
              <a:ahLst/>
              <a:cxnLst/>
              <a:rect l="l" t="t" r="r" b="b"/>
              <a:pathLst>
                <a:path w="430" h="562" extrusionOk="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80" name="Google Shape;14180;p67"/>
          <p:cNvGrpSpPr/>
          <p:nvPr/>
        </p:nvGrpSpPr>
        <p:grpSpPr>
          <a:xfrm>
            <a:off x="2411823" y="4128549"/>
            <a:ext cx="334398" cy="299953"/>
            <a:chOff x="2411823" y="4303999"/>
            <a:chExt cx="334398" cy="299953"/>
          </a:xfrm>
        </p:grpSpPr>
        <p:sp>
          <p:nvSpPr>
            <p:cNvPr id="14181" name="Google Shape;14181;p67"/>
            <p:cNvSpPr/>
            <p:nvPr/>
          </p:nvSpPr>
          <p:spPr>
            <a:xfrm>
              <a:off x="2411823" y="4303999"/>
              <a:ext cx="237838" cy="84124"/>
            </a:xfrm>
            <a:custGeom>
              <a:avLst/>
              <a:gdLst/>
              <a:ahLst/>
              <a:cxnLst/>
              <a:rect l="l" t="t" r="r" b="b"/>
              <a:pathLst>
                <a:path w="7478" h="2645" extrusionOk="0">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2" name="Google Shape;14182;p67"/>
            <p:cNvSpPr/>
            <p:nvPr/>
          </p:nvSpPr>
          <p:spPr>
            <a:xfrm>
              <a:off x="2412205" y="4330525"/>
              <a:ext cx="334016" cy="273428"/>
            </a:xfrm>
            <a:custGeom>
              <a:avLst/>
              <a:gdLst/>
              <a:ahLst/>
              <a:cxnLst/>
              <a:rect l="l" t="t" r="r" b="b"/>
              <a:pathLst>
                <a:path w="10502" h="8597" extrusionOk="0">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3" name="Google Shape;14183;p67"/>
            <p:cNvSpPr/>
            <p:nvPr/>
          </p:nvSpPr>
          <p:spPr>
            <a:xfrm>
              <a:off x="2543241" y="4476319"/>
              <a:ext cx="20101" cy="9478"/>
            </a:xfrm>
            <a:custGeom>
              <a:avLst/>
              <a:gdLst/>
              <a:ahLst/>
              <a:cxnLst/>
              <a:rect l="l" t="t" r="r" b="b"/>
              <a:pathLst>
                <a:path w="632" h="298" extrusionOk="0">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4" name="Google Shape;14184;p67"/>
            <p:cNvSpPr/>
            <p:nvPr/>
          </p:nvSpPr>
          <p:spPr>
            <a:xfrm>
              <a:off x="2568590" y="4475937"/>
              <a:ext cx="129160" cy="9478"/>
            </a:xfrm>
            <a:custGeom>
              <a:avLst/>
              <a:gdLst/>
              <a:ahLst/>
              <a:cxnLst/>
              <a:rect l="l" t="t" r="r" b="b"/>
              <a:pathLst>
                <a:path w="4061" h="298" extrusionOk="0">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5" name="Google Shape;14185;p67"/>
            <p:cNvSpPr/>
            <p:nvPr/>
          </p:nvSpPr>
          <p:spPr>
            <a:xfrm>
              <a:off x="2543241" y="4491840"/>
              <a:ext cx="154890" cy="9510"/>
            </a:xfrm>
            <a:custGeom>
              <a:avLst/>
              <a:gdLst/>
              <a:ahLst/>
              <a:cxnLst/>
              <a:rect l="l" t="t" r="r" b="b"/>
              <a:pathLst>
                <a:path w="4870" h="299" extrusionOk="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6" name="Google Shape;14186;p67"/>
            <p:cNvSpPr/>
            <p:nvPr/>
          </p:nvSpPr>
          <p:spPr>
            <a:xfrm>
              <a:off x="2543241" y="4508506"/>
              <a:ext cx="154890" cy="9478"/>
            </a:xfrm>
            <a:custGeom>
              <a:avLst/>
              <a:gdLst/>
              <a:ahLst/>
              <a:cxnLst/>
              <a:rect l="l" t="t" r="r" b="b"/>
              <a:pathLst>
                <a:path w="4870" h="298" extrusionOk="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7" name="Google Shape;14187;p67"/>
            <p:cNvSpPr/>
            <p:nvPr/>
          </p:nvSpPr>
          <p:spPr>
            <a:xfrm>
              <a:off x="2635635" y="4436563"/>
              <a:ext cx="62497" cy="27289"/>
            </a:xfrm>
            <a:custGeom>
              <a:avLst/>
              <a:gdLst/>
              <a:ahLst/>
              <a:cxnLst/>
              <a:rect l="l" t="t" r="r" b="b"/>
              <a:pathLst>
                <a:path w="1965" h="858" extrusionOk="0">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88" name="Google Shape;14188;p67"/>
          <p:cNvGrpSpPr/>
          <p:nvPr/>
        </p:nvGrpSpPr>
        <p:grpSpPr>
          <a:xfrm>
            <a:off x="2903337" y="4103582"/>
            <a:ext cx="382519" cy="350682"/>
            <a:chOff x="2903337" y="4279032"/>
            <a:chExt cx="382519" cy="350682"/>
          </a:xfrm>
        </p:grpSpPr>
        <p:sp>
          <p:nvSpPr>
            <p:cNvPr id="14189" name="Google Shape;14189;p67"/>
            <p:cNvSpPr/>
            <p:nvPr/>
          </p:nvSpPr>
          <p:spPr>
            <a:xfrm>
              <a:off x="2966979" y="4320570"/>
              <a:ext cx="202248" cy="184183"/>
            </a:xfrm>
            <a:custGeom>
              <a:avLst/>
              <a:gdLst/>
              <a:ahLst/>
              <a:cxnLst/>
              <a:rect l="l" t="t" r="r" b="b"/>
              <a:pathLst>
                <a:path w="6359" h="5791" extrusionOk="0">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0" name="Google Shape;14190;p67"/>
            <p:cNvSpPr/>
            <p:nvPr/>
          </p:nvSpPr>
          <p:spPr>
            <a:xfrm>
              <a:off x="2903337" y="4279032"/>
              <a:ext cx="382519" cy="350682"/>
            </a:xfrm>
            <a:custGeom>
              <a:avLst/>
              <a:gdLst/>
              <a:ahLst/>
              <a:cxnLst/>
              <a:rect l="l" t="t" r="r" b="b"/>
              <a:pathLst>
                <a:path w="12027" h="11026" extrusionOk="0">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1" name="Google Shape;14191;p67"/>
            <p:cNvSpPr/>
            <p:nvPr/>
          </p:nvSpPr>
          <p:spPr>
            <a:xfrm>
              <a:off x="2937814" y="4300215"/>
              <a:ext cx="11768" cy="11418"/>
            </a:xfrm>
            <a:custGeom>
              <a:avLst/>
              <a:gdLst/>
              <a:ahLst/>
              <a:cxnLst/>
              <a:rect l="l" t="t" r="r" b="b"/>
              <a:pathLst>
                <a:path w="370" h="359" extrusionOk="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2" name="Google Shape;14192;p67"/>
            <p:cNvSpPr/>
            <p:nvPr/>
          </p:nvSpPr>
          <p:spPr>
            <a:xfrm>
              <a:off x="2952572" y="4300215"/>
              <a:ext cx="11386" cy="11418"/>
            </a:xfrm>
            <a:custGeom>
              <a:avLst/>
              <a:gdLst/>
              <a:ahLst/>
              <a:cxnLst/>
              <a:rect l="l" t="t" r="r" b="b"/>
              <a:pathLst>
                <a:path w="358" h="359" extrusionOk="0">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3" name="Google Shape;14193;p67"/>
            <p:cNvSpPr/>
            <p:nvPr/>
          </p:nvSpPr>
          <p:spPr>
            <a:xfrm>
              <a:off x="2967361" y="4300215"/>
              <a:ext cx="11386" cy="11418"/>
            </a:xfrm>
            <a:custGeom>
              <a:avLst/>
              <a:gdLst/>
              <a:ahLst/>
              <a:cxnLst/>
              <a:rect l="l" t="t" r="r" b="b"/>
              <a:pathLst>
                <a:path w="358" h="359" extrusionOk="0">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4" name="Google Shape;14194;p67"/>
            <p:cNvSpPr/>
            <p:nvPr/>
          </p:nvSpPr>
          <p:spPr>
            <a:xfrm>
              <a:off x="3016563" y="4424063"/>
              <a:ext cx="11418" cy="11386"/>
            </a:xfrm>
            <a:custGeom>
              <a:avLst/>
              <a:gdLst/>
              <a:ahLst/>
              <a:cxnLst/>
              <a:rect l="l" t="t" r="r" b="b"/>
              <a:pathLst>
                <a:path w="359" h="358" extrusionOk="0">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5" name="Google Shape;14195;p67"/>
            <p:cNvSpPr/>
            <p:nvPr/>
          </p:nvSpPr>
          <p:spPr>
            <a:xfrm>
              <a:off x="3016563" y="4442606"/>
              <a:ext cx="11418" cy="11386"/>
            </a:xfrm>
            <a:custGeom>
              <a:avLst/>
              <a:gdLst/>
              <a:ahLst/>
              <a:cxnLst/>
              <a:rect l="l" t="t" r="r" b="b"/>
              <a:pathLst>
                <a:path w="359" h="358" extrusionOk="0">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6" name="Google Shape;14196;p67"/>
            <p:cNvSpPr/>
            <p:nvPr/>
          </p:nvSpPr>
          <p:spPr>
            <a:xfrm>
              <a:off x="3032498" y="4424063"/>
              <a:ext cx="11768" cy="11386"/>
            </a:xfrm>
            <a:custGeom>
              <a:avLst/>
              <a:gdLst/>
              <a:ahLst/>
              <a:cxnLst/>
              <a:rect l="l" t="t" r="r" b="b"/>
              <a:pathLst>
                <a:path w="370" h="358" extrusionOk="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7" name="Google Shape;14197;p67"/>
            <p:cNvSpPr/>
            <p:nvPr/>
          </p:nvSpPr>
          <p:spPr>
            <a:xfrm>
              <a:off x="3032498" y="4442606"/>
              <a:ext cx="11768" cy="11386"/>
            </a:xfrm>
            <a:custGeom>
              <a:avLst/>
              <a:gdLst/>
              <a:ahLst/>
              <a:cxnLst/>
              <a:rect l="l" t="t" r="r" b="b"/>
              <a:pathLst>
                <a:path w="370" h="358" extrusionOk="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8" name="Google Shape;14198;p67"/>
            <p:cNvSpPr/>
            <p:nvPr/>
          </p:nvSpPr>
          <p:spPr>
            <a:xfrm>
              <a:off x="3016213" y="4357527"/>
              <a:ext cx="112494" cy="111636"/>
            </a:xfrm>
            <a:custGeom>
              <a:avLst/>
              <a:gdLst/>
              <a:ahLst/>
              <a:cxnLst/>
              <a:rect l="l" t="t" r="r" b="b"/>
              <a:pathLst>
                <a:path w="3537" h="3510" extrusionOk="0">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9" name="Google Shape;14199;p67"/>
            <p:cNvSpPr/>
            <p:nvPr/>
          </p:nvSpPr>
          <p:spPr>
            <a:xfrm>
              <a:off x="2937051" y="4499791"/>
              <a:ext cx="14439" cy="11386"/>
            </a:xfrm>
            <a:custGeom>
              <a:avLst/>
              <a:gdLst/>
              <a:ahLst/>
              <a:cxnLst/>
              <a:rect l="l" t="t" r="r" b="b"/>
              <a:pathLst>
                <a:path w="454" h="358" extrusionOk="0">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0" name="Google Shape;14200;p67"/>
            <p:cNvSpPr/>
            <p:nvPr/>
          </p:nvSpPr>
          <p:spPr>
            <a:xfrm>
              <a:off x="2953717" y="4499791"/>
              <a:ext cx="30310" cy="11386"/>
            </a:xfrm>
            <a:custGeom>
              <a:avLst/>
              <a:gdLst/>
              <a:ahLst/>
              <a:cxnLst/>
              <a:rect l="l" t="t" r="r" b="b"/>
              <a:pathLst>
                <a:path w="953" h="358" extrusionOk="0">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1" name="Google Shape;14201;p67"/>
            <p:cNvSpPr/>
            <p:nvPr/>
          </p:nvSpPr>
          <p:spPr>
            <a:xfrm>
              <a:off x="2937051" y="4514930"/>
              <a:ext cx="46976" cy="11386"/>
            </a:xfrm>
            <a:custGeom>
              <a:avLst/>
              <a:gdLst/>
              <a:ahLst/>
              <a:cxnLst/>
              <a:rect l="l" t="t" r="r" b="b"/>
              <a:pathLst>
                <a:path w="1477" h="358" extrusionOk="0">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2" name="Google Shape;14202;p67"/>
            <p:cNvSpPr/>
            <p:nvPr/>
          </p:nvSpPr>
          <p:spPr>
            <a:xfrm>
              <a:off x="2937051" y="4529719"/>
              <a:ext cx="46976" cy="11386"/>
            </a:xfrm>
            <a:custGeom>
              <a:avLst/>
              <a:gdLst/>
              <a:ahLst/>
              <a:cxnLst/>
              <a:rect l="l" t="t" r="r" b="b"/>
              <a:pathLst>
                <a:path w="1477" h="358" extrusionOk="0">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3" name="Google Shape;14203;p67"/>
            <p:cNvSpPr/>
            <p:nvPr/>
          </p:nvSpPr>
          <p:spPr>
            <a:xfrm>
              <a:off x="3213881" y="4343787"/>
              <a:ext cx="11386" cy="126488"/>
            </a:xfrm>
            <a:custGeom>
              <a:avLst/>
              <a:gdLst/>
              <a:ahLst/>
              <a:cxnLst/>
              <a:rect l="l" t="t" r="r" b="b"/>
              <a:pathLst>
                <a:path w="358" h="3977" extrusionOk="0">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04" name="Google Shape;14204;p67"/>
          <p:cNvGrpSpPr/>
          <p:nvPr/>
        </p:nvGrpSpPr>
        <p:grpSpPr>
          <a:xfrm>
            <a:off x="3933342" y="4140317"/>
            <a:ext cx="383632" cy="276449"/>
            <a:chOff x="3933342" y="4315767"/>
            <a:chExt cx="383632" cy="276449"/>
          </a:xfrm>
        </p:grpSpPr>
        <p:sp>
          <p:nvSpPr>
            <p:cNvPr id="14205" name="Google Shape;14205;p67"/>
            <p:cNvSpPr/>
            <p:nvPr/>
          </p:nvSpPr>
          <p:spPr>
            <a:xfrm>
              <a:off x="3933342" y="4315767"/>
              <a:ext cx="383632" cy="276449"/>
            </a:xfrm>
            <a:custGeom>
              <a:avLst/>
              <a:gdLst/>
              <a:ahLst/>
              <a:cxnLst/>
              <a:rect l="l" t="t" r="r" b="b"/>
              <a:pathLst>
                <a:path w="12062" h="8692" extrusionOk="0">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6" name="Google Shape;14206;p67"/>
            <p:cNvSpPr/>
            <p:nvPr/>
          </p:nvSpPr>
          <p:spPr>
            <a:xfrm>
              <a:off x="4035214" y="4410037"/>
              <a:ext cx="11386" cy="140896"/>
            </a:xfrm>
            <a:custGeom>
              <a:avLst/>
              <a:gdLst/>
              <a:ahLst/>
              <a:cxnLst/>
              <a:rect l="l" t="t" r="r" b="b"/>
              <a:pathLst>
                <a:path w="358" h="4430" extrusionOk="0">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7" name="Google Shape;14207;p67"/>
            <p:cNvSpPr/>
            <p:nvPr/>
          </p:nvSpPr>
          <p:spPr>
            <a:xfrm>
              <a:off x="4221146" y="4390827"/>
              <a:ext cx="42460" cy="32886"/>
            </a:xfrm>
            <a:custGeom>
              <a:avLst/>
              <a:gdLst/>
              <a:ahLst/>
              <a:cxnLst/>
              <a:rect l="l" t="t" r="r" b="b"/>
              <a:pathLst>
                <a:path w="1335" h="1034" extrusionOk="0">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8" name="Google Shape;14208;p67"/>
            <p:cNvSpPr/>
            <p:nvPr/>
          </p:nvSpPr>
          <p:spPr>
            <a:xfrm>
              <a:off x="4054519" y="4384561"/>
              <a:ext cx="192961" cy="192516"/>
            </a:xfrm>
            <a:custGeom>
              <a:avLst/>
              <a:gdLst/>
              <a:ahLst/>
              <a:cxnLst/>
              <a:rect l="l" t="t" r="r" b="b"/>
              <a:pathLst>
                <a:path w="6067" h="6053" extrusionOk="0">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9" name="Google Shape;14209;p67"/>
            <p:cNvSpPr/>
            <p:nvPr/>
          </p:nvSpPr>
          <p:spPr>
            <a:xfrm>
              <a:off x="4085593" y="4420278"/>
              <a:ext cx="145826" cy="120923"/>
            </a:xfrm>
            <a:custGeom>
              <a:avLst/>
              <a:gdLst/>
              <a:ahLst/>
              <a:cxnLst/>
              <a:rect l="l" t="t" r="r" b="b"/>
              <a:pathLst>
                <a:path w="4585" h="3802" extrusionOk="0">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0" name="Google Shape;14210;p67"/>
            <p:cNvSpPr/>
            <p:nvPr/>
          </p:nvSpPr>
          <p:spPr>
            <a:xfrm>
              <a:off x="4131392" y="4449507"/>
              <a:ext cx="54577" cy="45767"/>
            </a:xfrm>
            <a:custGeom>
              <a:avLst/>
              <a:gdLst/>
              <a:ahLst/>
              <a:cxnLst/>
              <a:rect l="l" t="t" r="r" b="b"/>
              <a:pathLst>
                <a:path w="1716" h="1439" extrusionOk="0">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1" name="Google Shape;14211;p67"/>
          <p:cNvGrpSpPr/>
          <p:nvPr/>
        </p:nvGrpSpPr>
        <p:grpSpPr>
          <a:xfrm>
            <a:off x="3441065" y="4127055"/>
            <a:ext cx="337069" cy="302593"/>
            <a:chOff x="3441065" y="4302505"/>
            <a:chExt cx="337069" cy="302593"/>
          </a:xfrm>
        </p:grpSpPr>
        <p:sp>
          <p:nvSpPr>
            <p:cNvPr id="14212" name="Google Shape;14212;p67"/>
            <p:cNvSpPr/>
            <p:nvPr/>
          </p:nvSpPr>
          <p:spPr>
            <a:xfrm>
              <a:off x="3441065" y="4366941"/>
              <a:ext cx="337069" cy="173655"/>
            </a:xfrm>
            <a:custGeom>
              <a:avLst/>
              <a:gdLst/>
              <a:ahLst/>
              <a:cxnLst/>
              <a:rect l="l" t="t" r="r" b="b"/>
              <a:pathLst>
                <a:path w="10598" h="5460" extrusionOk="0">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3" name="Google Shape;14213;p67"/>
            <p:cNvSpPr/>
            <p:nvPr/>
          </p:nvSpPr>
          <p:spPr>
            <a:xfrm>
              <a:off x="3572864" y="4423300"/>
              <a:ext cx="76141" cy="61479"/>
            </a:xfrm>
            <a:custGeom>
              <a:avLst/>
              <a:gdLst/>
              <a:ahLst/>
              <a:cxnLst/>
              <a:rect l="l" t="t" r="r" b="b"/>
              <a:pathLst>
                <a:path w="2394" h="1933" extrusionOk="0">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4" name="Google Shape;14214;p67"/>
            <p:cNvSpPr/>
            <p:nvPr/>
          </p:nvSpPr>
          <p:spPr>
            <a:xfrm>
              <a:off x="3619045" y="4394485"/>
              <a:ext cx="46626" cy="39088"/>
            </a:xfrm>
            <a:custGeom>
              <a:avLst/>
              <a:gdLst/>
              <a:ahLst/>
              <a:cxnLst/>
              <a:rect l="l" t="t" r="r" b="b"/>
              <a:pathLst>
                <a:path w="1466" h="1229" extrusionOk="0">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5" name="Google Shape;14215;p67"/>
            <p:cNvSpPr/>
            <p:nvPr/>
          </p:nvSpPr>
          <p:spPr>
            <a:xfrm>
              <a:off x="3604669" y="4302505"/>
              <a:ext cx="9860" cy="42046"/>
            </a:xfrm>
            <a:custGeom>
              <a:avLst/>
              <a:gdLst/>
              <a:ahLst/>
              <a:cxnLst/>
              <a:rect l="l" t="t" r="r" b="b"/>
              <a:pathLst>
                <a:path w="310" h="1322" extrusionOk="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6" name="Google Shape;14216;p67"/>
            <p:cNvSpPr/>
            <p:nvPr/>
          </p:nvSpPr>
          <p:spPr>
            <a:xfrm>
              <a:off x="3528178" y="4315926"/>
              <a:ext cx="22359" cy="40742"/>
            </a:xfrm>
            <a:custGeom>
              <a:avLst/>
              <a:gdLst/>
              <a:ahLst/>
              <a:cxnLst/>
              <a:rect l="l" t="t" r="r" b="b"/>
              <a:pathLst>
                <a:path w="703" h="1281" extrusionOk="0">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7" name="Google Shape;14217;p67"/>
            <p:cNvSpPr/>
            <p:nvPr/>
          </p:nvSpPr>
          <p:spPr>
            <a:xfrm>
              <a:off x="3457730" y="4348590"/>
              <a:ext cx="32600" cy="35367"/>
            </a:xfrm>
            <a:custGeom>
              <a:avLst/>
              <a:gdLst/>
              <a:ahLst/>
              <a:cxnLst/>
              <a:rect l="l" t="t" r="r" b="b"/>
              <a:pathLst>
                <a:path w="1025" h="1112" extrusionOk="0">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8" name="Google Shape;14218;p67"/>
            <p:cNvSpPr/>
            <p:nvPr/>
          </p:nvSpPr>
          <p:spPr>
            <a:xfrm>
              <a:off x="3727723" y="4351611"/>
              <a:ext cx="32218" cy="34954"/>
            </a:xfrm>
            <a:custGeom>
              <a:avLst/>
              <a:gdLst/>
              <a:ahLst/>
              <a:cxnLst/>
              <a:rect l="l" t="t" r="r" b="b"/>
              <a:pathLst>
                <a:path w="1013" h="1099" extrusionOk="0">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9" name="Google Shape;14219;p67"/>
            <p:cNvSpPr/>
            <p:nvPr/>
          </p:nvSpPr>
          <p:spPr>
            <a:xfrm>
              <a:off x="3668279" y="4315926"/>
              <a:ext cx="22391" cy="40742"/>
            </a:xfrm>
            <a:custGeom>
              <a:avLst/>
              <a:gdLst/>
              <a:ahLst/>
              <a:cxnLst/>
              <a:rect l="l" t="t" r="r" b="b"/>
              <a:pathLst>
                <a:path w="704" h="1281" extrusionOk="0">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0" name="Google Shape;14220;p67"/>
            <p:cNvSpPr/>
            <p:nvPr/>
          </p:nvSpPr>
          <p:spPr>
            <a:xfrm>
              <a:off x="3603143" y="4563019"/>
              <a:ext cx="9891" cy="42078"/>
            </a:xfrm>
            <a:custGeom>
              <a:avLst/>
              <a:gdLst/>
              <a:ahLst/>
              <a:cxnLst/>
              <a:rect l="l" t="t" r="r" b="b"/>
              <a:pathLst>
                <a:path w="311" h="1323" extrusionOk="0">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1" name="Google Shape;14221;p67"/>
            <p:cNvSpPr/>
            <p:nvPr/>
          </p:nvSpPr>
          <p:spPr>
            <a:xfrm>
              <a:off x="3667134" y="4552206"/>
              <a:ext cx="22009" cy="40233"/>
            </a:xfrm>
            <a:custGeom>
              <a:avLst/>
              <a:gdLst/>
              <a:ahLst/>
              <a:cxnLst/>
              <a:rect l="l" t="t" r="r" b="b"/>
              <a:pathLst>
                <a:path w="692" h="1265" extrusionOk="0">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2" name="Google Shape;14222;p67"/>
            <p:cNvSpPr/>
            <p:nvPr/>
          </p:nvSpPr>
          <p:spPr>
            <a:xfrm>
              <a:off x="3727723" y="4524662"/>
              <a:ext cx="32982" cy="35367"/>
            </a:xfrm>
            <a:custGeom>
              <a:avLst/>
              <a:gdLst/>
              <a:ahLst/>
              <a:cxnLst/>
              <a:rect l="l" t="t" r="r" b="b"/>
              <a:pathLst>
                <a:path w="1037" h="1112" extrusionOk="0">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3" name="Google Shape;14223;p67"/>
            <p:cNvSpPr/>
            <p:nvPr/>
          </p:nvSpPr>
          <p:spPr>
            <a:xfrm>
              <a:off x="3457349" y="4522023"/>
              <a:ext cx="32218" cy="34954"/>
            </a:xfrm>
            <a:custGeom>
              <a:avLst/>
              <a:gdLst/>
              <a:ahLst/>
              <a:cxnLst/>
              <a:rect l="l" t="t" r="r" b="b"/>
              <a:pathLst>
                <a:path w="1013" h="1099" extrusionOk="0">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4" name="Google Shape;14224;p67"/>
            <p:cNvSpPr/>
            <p:nvPr/>
          </p:nvSpPr>
          <p:spPr>
            <a:xfrm>
              <a:off x="3526270" y="4551665"/>
              <a:ext cx="22772" cy="40392"/>
            </a:xfrm>
            <a:custGeom>
              <a:avLst/>
              <a:gdLst/>
              <a:ahLst/>
              <a:cxnLst/>
              <a:rect l="l" t="t" r="r" b="b"/>
              <a:pathLst>
                <a:path w="716" h="1270" extrusionOk="0">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25" name="Google Shape;14225;p67"/>
          <p:cNvGrpSpPr/>
          <p:nvPr/>
        </p:nvGrpSpPr>
        <p:grpSpPr>
          <a:xfrm>
            <a:off x="3532345" y="3187185"/>
            <a:ext cx="339328" cy="336274"/>
            <a:chOff x="3532345" y="3362635"/>
            <a:chExt cx="339328" cy="336274"/>
          </a:xfrm>
        </p:grpSpPr>
        <p:sp>
          <p:nvSpPr>
            <p:cNvPr id="14226" name="Google Shape;14226;p67"/>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7" name="Google Shape;14227;p67"/>
            <p:cNvSpPr/>
            <p:nvPr/>
          </p:nvSpPr>
          <p:spPr>
            <a:xfrm>
              <a:off x="3819385" y="3493258"/>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8" name="Google Shape;14228;p67"/>
            <p:cNvSpPr/>
            <p:nvPr/>
          </p:nvSpPr>
          <p:spPr>
            <a:xfrm>
              <a:off x="3532345" y="3362635"/>
              <a:ext cx="339328" cy="282142"/>
            </a:xfrm>
            <a:custGeom>
              <a:avLst/>
              <a:gdLst/>
              <a:ahLst/>
              <a:cxnLst/>
              <a:rect l="l" t="t" r="r" b="b"/>
              <a:pathLst>
                <a:path w="10669" h="8871" extrusionOk="0">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9" name="Google Shape;14229;p67"/>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0" name="Google Shape;14230;p67"/>
            <p:cNvSpPr/>
            <p:nvPr/>
          </p:nvSpPr>
          <p:spPr>
            <a:xfrm>
              <a:off x="3644044" y="3592490"/>
              <a:ext cx="112494" cy="106420"/>
            </a:xfrm>
            <a:custGeom>
              <a:avLst/>
              <a:gdLst/>
              <a:ahLst/>
              <a:cxnLst/>
              <a:rect l="l" t="t" r="r" b="b"/>
              <a:pathLst>
                <a:path w="3537" h="3346" extrusionOk="0">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31" name="Google Shape;14231;p67"/>
          <p:cNvSpPr/>
          <p:nvPr/>
        </p:nvSpPr>
        <p:spPr>
          <a:xfrm>
            <a:off x="3968964" y="3174495"/>
            <a:ext cx="359015" cy="358442"/>
          </a:xfrm>
          <a:custGeom>
            <a:avLst/>
            <a:gdLst/>
            <a:ahLst/>
            <a:cxnLst/>
            <a:rect l="l" t="t" r="r" b="b"/>
            <a:pathLst>
              <a:path w="11288" h="11270" extrusionOk="0">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32" name="Google Shape;14232;p67"/>
          <p:cNvGrpSpPr/>
          <p:nvPr/>
        </p:nvGrpSpPr>
        <p:grpSpPr>
          <a:xfrm>
            <a:off x="1883955" y="3633250"/>
            <a:ext cx="162873" cy="351445"/>
            <a:chOff x="1883955" y="3808700"/>
            <a:chExt cx="162873" cy="351445"/>
          </a:xfrm>
        </p:grpSpPr>
        <p:sp>
          <p:nvSpPr>
            <p:cNvPr id="14233" name="Google Shape;14233;p67"/>
            <p:cNvSpPr/>
            <p:nvPr/>
          </p:nvSpPr>
          <p:spPr>
            <a:xfrm>
              <a:off x="1901734" y="3808700"/>
              <a:ext cx="131832" cy="209054"/>
            </a:xfrm>
            <a:custGeom>
              <a:avLst/>
              <a:gdLst/>
              <a:ahLst/>
              <a:cxnLst/>
              <a:rect l="l" t="t" r="r" b="b"/>
              <a:pathLst>
                <a:path w="4145" h="6573" extrusionOk="0">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4" name="Google Shape;14234;p67"/>
            <p:cNvSpPr/>
            <p:nvPr/>
          </p:nvSpPr>
          <p:spPr>
            <a:xfrm>
              <a:off x="1883955" y="3978730"/>
              <a:ext cx="162873" cy="181416"/>
            </a:xfrm>
            <a:custGeom>
              <a:avLst/>
              <a:gdLst/>
              <a:ahLst/>
              <a:cxnLst/>
              <a:rect l="l" t="t" r="r" b="b"/>
              <a:pathLst>
                <a:path w="5121" h="5704" extrusionOk="0">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5" name="Google Shape;14235;p67"/>
          <p:cNvGrpSpPr/>
          <p:nvPr/>
        </p:nvGrpSpPr>
        <p:grpSpPr>
          <a:xfrm>
            <a:off x="939156" y="3633759"/>
            <a:ext cx="192007" cy="351318"/>
            <a:chOff x="939156" y="3809209"/>
            <a:chExt cx="192007" cy="351318"/>
          </a:xfrm>
        </p:grpSpPr>
        <p:sp>
          <p:nvSpPr>
            <p:cNvPr id="14236" name="Google Shape;14236;p67"/>
            <p:cNvSpPr/>
            <p:nvPr/>
          </p:nvSpPr>
          <p:spPr>
            <a:xfrm>
              <a:off x="939538" y="3809209"/>
              <a:ext cx="191625" cy="106706"/>
            </a:xfrm>
            <a:custGeom>
              <a:avLst/>
              <a:gdLst/>
              <a:ahLst/>
              <a:cxnLst/>
              <a:rect l="l" t="t" r="r" b="b"/>
              <a:pathLst>
                <a:path w="6025" h="3355" extrusionOk="0">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7" name="Google Shape;14237;p67"/>
            <p:cNvSpPr/>
            <p:nvPr/>
          </p:nvSpPr>
          <p:spPr>
            <a:xfrm>
              <a:off x="939156" y="3898835"/>
              <a:ext cx="192007" cy="261692"/>
            </a:xfrm>
            <a:custGeom>
              <a:avLst/>
              <a:gdLst/>
              <a:ahLst/>
              <a:cxnLst/>
              <a:rect l="l" t="t" r="r" b="b"/>
              <a:pathLst>
                <a:path w="6037" h="8228" extrusionOk="0">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8" name="Google Shape;14238;p67"/>
          <p:cNvGrpSpPr/>
          <p:nvPr/>
        </p:nvGrpSpPr>
        <p:grpSpPr>
          <a:xfrm>
            <a:off x="2306167" y="3634395"/>
            <a:ext cx="193915" cy="349155"/>
            <a:chOff x="2306167" y="3809845"/>
            <a:chExt cx="193915" cy="349155"/>
          </a:xfrm>
        </p:grpSpPr>
        <p:sp>
          <p:nvSpPr>
            <p:cNvPr id="14239" name="Google Shape;14239;p67"/>
            <p:cNvSpPr/>
            <p:nvPr/>
          </p:nvSpPr>
          <p:spPr>
            <a:xfrm>
              <a:off x="2306167" y="3809845"/>
              <a:ext cx="137875" cy="349155"/>
            </a:xfrm>
            <a:custGeom>
              <a:avLst/>
              <a:gdLst/>
              <a:ahLst/>
              <a:cxnLst/>
              <a:rect l="l" t="t" r="r" b="b"/>
              <a:pathLst>
                <a:path w="4335" h="10978" extrusionOk="0">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0" name="Google Shape;14240;p67"/>
            <p:cNvSpPr/>
            <p:nvPr/>
          </p:nvSpPr>
          <p:spPr>
            <a:xfrm>
              <a:off x="2474701" y="3860256"/>
              <a:ext cx="22741" cy="17779"/>
            </a:xfrm>
            <a:custGeom>
              <a:avLst/>
              <a:gdLst/>
              <a:ahLst/>
              <a:cxnLst/>
              <a:rect l="l" t="t" r="r" b="b"/>
              <a:pathLst>
                <a:path w="715" h="559" extrusionOk="0">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1" name="Google Shape;14241;p67"/>
            <p:cNvSpPr/>
            <p:nvPr/>
          </p:nvSpPr>
          <p:spPr>
            <a:xfrm>
              <a:off x="2409565" y="3840092"/>
              <a:ext cx="25031" cy="12945"/>
            </a:xfrm>
            <a:custGeom>
              <a:avLst/>
              <a:gdLst/>
              <a:ahLst/>
              <a:cxnLst/>
              <a:rect l="l" t="t" r="r" b="b"/>
              <a:pathLst>
                <a:path w="787" h="407" extrusionOk="0">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2" name="Google Shape;14242;p67"/>
            <p:cNvSpPr/>
            <p:nvPr/>
          </p:nvSpPr>
          <p:spPr>
            <a:xfrm>
              <a:off x="2442865" y="3847916"/>
              <a:ext cx="24267" cy="14598"/>
            </a:xfrm>
            <a:custGeom>
              <a:avLst/>
              <a:gdLst/>
              <a:ahLst/>
              <a:cxnLst/>
              <a:rect l="l" t="t" r="r" b="b"/>
              <a:pathLst>
                <a:path w="763" h="459" extrusionOk="0">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3" name="Google Shape;14243;p67"/>
            <p:cNvSpPr/>
            <p:nvPr/>
          </p:nvSpPr>
          <p:spPr>
            <a:xfrm>
              <a:off x="2409183" y="3824952"/>
              <a:ext cx="24267" cy="11800"/>
            </a:xfrm>
            <a:custGeom>
              <a:avLst/>
              <a:gdLst/>
              <a:ahLst/>
              <a:cxnLst/>
              <a:rect l="l" t="t" r="r" b="b"/>
              <a:pathLst>
                <a:path w="763" h="371" extrusionOk="0">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4" name="Google Shape;14244;p67"/>
            <p:cNvSpPr/>
            <p:nvPr/>
          </p:nvSpPr>
          <p:spPr>
            <a:xfrm>
              <a:off x="2442865" y="3820023"/>
              <a:ext cx="24267" cy="12181"/>
            </a:xfrm>
            <a:custGeom>
              <a:avLst/>
              <a:gdLst/>
              <a:ahLst/>
              <a:cxnLst/>
              <a:rect l="l" t="t" r="r" b="b"/>
              <a:pathLst>
                <a:path w="763" h="383" extrusionOk="0">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5" name="Google Shape;14245;p67"/>
            <p:cNvSpPr/>
            <p:nvPr/>
          </p:nvSpPr>
          <p:spPr>
            <a:xfrm>
              <a:off x="2476196" y="3811054"/>
              <a:ext cx="23886" cy="15871"/>
            </a:xfrm>
            <a:custGeom>
              <a:avLst/>
              <a:gdLst/>
              <a:ahLst/>
              <a:cxnLst/>
              <a:rect l="l" t="t" r="r" b="b"/>
              <a:pathLst>
                <a:path w="751" h="499" extrusionOk="0">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6" name="Google Shape;14246;p67"/>
          <p:cNvGrpSpPr/>
          <p:nvPr/>
        </p:nvGrpSpPr>
        <p:grpSpPr>
          <a:xfrm>
            <a:off x="1323901" y="3631723"/>
            <a:ext cx="356343" cy="356757"/>
            <a:chOff x="1323901" y="3807173"/>
            <a:chExt cx="356343" cy="356757"/>
          </a:xfrm>
        </p:grpSpPr>
        <p:sp>
          <p:nvSpPr>
            <p:cNvPr id="14247" name="Google Shape;14247;p67"/>
            <p:cNvSpPr/>
            <p:nvPr/>
          </p:nvSpPr>
          <p:spPr>
            <a:xfrm>
              <a:off x="1478760" y="4058242"/>
              <a:ext cx="413" cy="32"/>
            </a:xfrm>
            <a:custGeom>
              <a:avLst/>
              <a:gdLst/>
              <a:ahLst/>
              <a:cxnLst/>
              <a:rect l="l" t="t" r="r" b="b"/>
              <a:pathLst>
                <a:path w="13" h="1" extrusionOk="0">
                  <a:moveTo>
                    <a:pt x="13" y="1"/>
                  </a:moveTo>
                  <a:cubicBezTo>
                    <a:pt x="1" y="1"/>
                    <a:pt x="1" y="1"/>
                    <a:pt x="13" y="1"/>
                  </a:cubicBezTo>
                  <a:cubicBezTo>
                    <a:pt x="1" y="1"/>
                    <a:pt x="1" y="1"/>
                    <a:pt x="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8" name="Google Shape;14248;p67"/>
            <p:cNvSpPr/>
            <p:nvPr/>
          </p:nvSpPr>
          <p:spPr>
            <a:xfrm>
              <a:off x="1323901" y="3807173"/>
              <a:ext cx="356343" cy="356757"/>
            </a:xfrm>
            <a:custGeom>
              <a:avLst/>
              <a:gdLst/>
              <a:ahLst/>
              <a:cxnLst/>
              <a:rect l="l" t="t" r="r" b="b"/>
              <a:pathLst>
                <a:path w="11204" h="11217" extrusionOk="0">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9" name="Google Shape;14249;p67"/>
            <p:cNvSpPr/>
            <p:nvPr/>
          </p:nvSpPr>
          <p:spPr>
            <a:xfrm>
              <a:off x="1605630" y="4063935"/>
              <a:ext cx="46976" cy="76523"/>
            </a:xfrm>
            <a:custGeom>
              <a:avLst/>
              <a:gdLst/>
              <a:ahLst/>
              <a:cxnLst/>
              <a:rect l="l" t="t" r="r" b="b"/>
              <a:pathLst>
                <a:path w="1477" h="2406" extrusionOk="0">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0" name="Google Shape;14250;p67"/>
            <p:cNvSpPr/>
            <p:nvPr/>
          </p:nvSpPr>
          <p:spPr>
            <a:xfrm>
              <a:off x="1582158" y="4065462"/>
              <a:ext cx="10623" cy="45449"/>
            </a:xfrm>
            <a:custGeom>
              <a:avLst/>
              <a:gdLst/>
              <a:ahLst/>
              <a:cxnLst/>
              <a:rect l="l" t="t" r="r" b="b"/>
              <a:pathLst>
                <a:path w="334" h="1429" extrusionOk="0">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1" name="Google Shape;14251;p67"/>
            <p:cNvSpPr/>
            <p:nvPr/>
          </p:nvSpPr>
          <p:spPr>
            <a:xfrm>
              <a:off x="1582158" y="4121884"/>
              <a:ext cx="10623" cy="17429"/>
            </a:xfrm>
            <a:custGeom>
              <a:avLst/>
              <a:gdLst/>
              <a:ahLst/>
              <a:cxnLst/>
              <a:rect l="l" t="t" r="r" b="b"/>
              <a:pathLst>
                <a:path w="334" h="548" extrusionOk="0">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2" name="Google Shape;14252;p67"/>
            <p:cNvSpPr/>
            <p:nvPr/>
          </p:nvSpPr>
          <p:spPr>
            <a:xfrm>
              <a:off x="1497684" y="4121884"/>
              <a:ext cx="10273" cy="17429"/>
            </a:xfrm>
            <a:custGeom>
              <a:avLst/>
              <a:gdLst/>
              <a:ahLst/>
              <a:cxnLst/>
              <a:rect l="l" t="t" r="r" b="b"/>
              <a:pathLst>
                <a:path w="323" h="548" extrusionOk="0">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3" name="Google Shape;14253;p67"/>
            <p:cNvSpPr/>
            <p:nvPr/>
          </p:nvSpPr>
          <p:spPr>
            <a:xfrm>
              <a:off x="1360604" y="4091574"/>
              <a:ext cx="43986" cy="43573"/>
            </a:xfrm>
            <a:custGeom>
              <a:avLst/>
              <a:gdLst/>
              <a:ahLst/>
              <a:cxnLst/>
              <a:rect l="l" t="t" r="r" b="b"/>
              <a:pathLst>
                <a:path w="1383" h="1370" extrusionOk="0">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4" name="Google Shape;14254;p67"/>
            <p:cNvSpPr/>
            <p:nvPr/>
          </p:nvSpPr>
          <p:spPr>
            <a:xfrm>
              <a:off x="1344320" y="3832172"/>
              <a:ext cx="76523" cy="46626"/>
            </a:xfrm>
            <a:custGeom>
              <a:avLst/>
              <a:gdLst/>
              <a:ahLst/>
              <a:cxnLst/>
              <a:rect l="l" t="t" r="r" b="b"/>
              <a:pathLst>
                <a:path w="2406" h="1466" extrusionOk="0">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5" name="Google Shape;14255;p67"/>
            <p:cNvSpPr/>
            <p:nvPr/>
          </p:nvSpPr>
          <p:spPr>
            <a:xfrm>
              <a:off x="1401887" y="3891648"/>
              <a:ext cx="17843" cy="10623"/>
            </a:xfrm>
            <a:custGeom>
              <a:avLst/>
              <a:gdLst/>
              <a:ahLst/>
              <a:cxnLst/>
              <a:rect l="l" t="t" r="r" b="b"/>
              <a:pathLst>
                <a:path w="561" h="334" extrusionOk="0">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6" name="Google Shape;14256;p67"/>
            <p:cNvSpPr/>
            <p:nvPr/>
          </p:nvSpPr>
          <p:spPr>
            <a:xfrm>
              <a:off x="1345465" y="3891648"/>
              <a:ext cx="45863" cy="10623"/>
            </a:xfrm>
            <a:custGeom>
              <a:avLst/>
              <a:gdLst/>
              <a:ahLst/>
              <a:cxnLst/>
              <a:rect l="l" t="t" r="r" b="b"/>
              <a:pathLst>
                <a:path w="1442" h="334" extrusionOk="0">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7" name="Google Shape;14257;p67"/>
            <p:cNvSpPr/>
            <p:nvPr/>
          </p:nvSpPr>
          <p:spPr>
            <a:xfrm>
              <a:off x="1343588" y="3917378"/>
              <a:ext cx="77254" cy="46626"/>
            </a:xfrm>
            <a:custGeom>
              <a:avLst/>
              <a:gdLst/>
              <a:ahLst/>
              <a:cxnLst/>
              <a:rect l="l" t="t" r="r" b="b"/>
              <a:pathLst>
                <a:path w="2429" h="1466" extrusionOk="0">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8" name="Google Shape;14258;p67"/>
            <p:cNvSpPr/>
            <p:nvPr/>
          </p:nvSpPr>
          <p:spPr>
            <a:xfrm>
              <a:off x="1401887" y="3976471"/>
              <a:ext cx="17843" cy="10241"/>
            </a:xfrm>
            <a:custGeom>
              <a:avLst/>
              <a:gdLst/>
              <a:ahLst/>
              <a:cxnLst/>
              <a:rect l="l" t="t" r="r" b="b"/>
              <a:pathLst>
                <a:path w="561" h="322" extrusionOk="0">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9" name="Google Shape;14259;p67"/>
            <p:cNvSpPr/>
            <p:nvPr/>
          </p:nvSpPr>
          <p:spPr>
            <a:xfrm>
              <a:off x="1345465" y="3976471"/>
              <a:ext cx="45863" cy="10241"/>
            </a:xfrm>
            <a:custGeom>
              <a:avLst/>
              <a:gdLst/>
              <a:ahLst/>
              <a:cxnLst/>
              <a:rect l="l" t="t" r="r" b="b"/>
              <a:pathLst>
                <a:path w="1442" h="322" extrusionOk="0">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0" name="Google Shape;14260;p67"/>
            <p:cNvSpPr/>
            <p:nvPr/>
          </p:nvSpPr>
          <p:spPr>
            <a:xfrm>
              <a:off x="1343588" y="4001057"/>
              <a:ext cx="77636" cy="46626"/>
            </a:xfrm>
            <a:custGeom>
              <a:avLst/>
              <a:gdLst/>
              <a:ahLst/>
              <a:cxnLst/>
              <a:rect l="l" t="t" r="r" b="b"/>
              <a:pathLst>
                <a:path w="2441" h="1466" extrusionOk="0">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1" name="Google Shape;14261;p67"/>
            <p:cNvSpPr/>
            <p:nvPr/>
          </p:nvSpPr>
          <p:spPr>
            <a:xfrm>
              <a:off x="1344702" y="4060150"/>
              <a:ext cx="46626" cy="10623"/>
            </a:xfrm>
            <a:custGeom>
              <a:avLst/>
              <a:gdLst/>
              <a:ahLst/>
              <a:cxnLst/>
              <a:rect l="l" t="t" r="r" b="b"/>
              <a:pathLst>
                <a:path w="1466" h="334" extrusionOk="0">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2" name="Google Shape;14262;p67"/>
            <p:cNvSpPr/>
            <p:nvPr/>
          </p:nvSpPr>
          <p:spPr>
            <a:xfrm>
              <a:off x="1401887" y="4060150"/>
              <a:ext cx="17843" cy="10623"/>
            </a:xfrm>
            <a:custGeom>
              <a:avLst/>
              <a:gdLst/>
              <a:ahLst/>
              <a:cxnLst/>
              <a:rect l="l" t="t" r="r" b="b"/>
              <a:pathLst>
                <a:path w="561" h="334" extrusionOk="0">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3" name="Google Shape;14263;p67"/>
            <p:cNvSpPr/>
            <p:nvPr/>
          </p:nvSpPr>
          <p:spPr>
            <a:xfrm>
              <a:off x="1563584" y="3936365"/>
              <a:ext cx="67077" cy="80276"/>
            </a:xfrm>
            <a:custGeom>
              <a:avLst/>
              <a:gdLst/>
              <a:ahLst/>
              <a:cxnLst/>
              <a:rect l="l" t="t" r="r" b="b"/>
              <a:pathLst>
                <a:path w="2109" h="2524" extrusionOk="0">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4" name="Google Shape;14264;p67"/>
            <p:cNvSpPr/>
            <p:nvPr/>
          </p:nvSpPr>
          <p:spPr>
            <a:xfrm>
              <a:off x="1569658" y="4013174"/>
              <a:ext cx="15553" cy="16698"/>
            </a:xfrm>
            <a:custGeom>
              <a:avLst/>
              <a:gdLst/>
              <a:ahLst/>
              <a:cxnLst/>
              <a:rect l="l" t="t" r="r" b="b"/>
              <a:pathLst>
                <a:path w="489" h="525" extrusionOk="0">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5" name="Google Shape;14265;p67"/>
            <p:cNvSpPr/>
            <p:nvPr/>
          </p:nvSpPr>
          <p:spPr>
            <a:xfrm>
              <a:off x="1541256" y="3964417"/>
              <a:ext cx="29165" cy="40615"/>
            </a:xfrm>
            <a:custGeom>
              <a:avLst/>
              <a:gdLst/>
              <a:ahLst/>
              <a:cxnLst/>
              <a:rect l="l" t="t" r="r" b="b"/>
              <a:pathLst>
                <a:path w="917" h="1277" extrusionOk="0">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6" name="Google Shape;14266;p67"/>
            <p:cNvSpPr/>
            <p:nvPr/>
          </p:nvSpPr>
          <p:spPr>
            <a:xfrm>
              <a:off x="1496189" y="4055284"/>
              <a:ext cx="15171" cy="16634"/>
            </a:xfrm>
            <a:custGeom>
              <a:avLst/>
              <a:gdLst/>
              <a:ahLst/>
              <a:cxnLst/>
              <a:rect l="l" t="t" r="r" b="b"/>
              <a:pathLst>
                <a:path w="477" h="523" extrusionOk="0">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7" name="Google Shape;14267;p67"/>
            <p:cNvSpPr/>
            <p:nvPr/>
          </p:nvSpPr>
          <p:spPr>
            <a:xfrm>
              <a:off x="1468169" y="3851859"/>
              <a:ext cx="78781" cy="69717"/>
            </a:xfrm>
            <a:custGeom>
              <a:avLst/>
              <a:gdLst/>
              <a:ahLst/>
              <a:cxnLst/>
              <a:rect l="l" t="t" r="r" b="b"/>
              <a:pathLst>
                <a:path w="2477" h="2192" extrusionOk="0">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8" name="Google Shape;14268;p67"/>
            <p:cNvSpPr/>
            <p:nvPr/>
          </p:nvSpPr>
          <p:spPr>
            <a:xfrm>
              <a:off x="1503377" y="3929368"/>
              <a:ext cx="17843" cy="13740"/>
            </a:xfrm>
            <a:custGeom>
              <a:avLst/>
              <a:gdLst/>
              <a:ahLst/>
              <a:cxnLst/>
              <a:rect l="l" t="t" r="r" b="b"/>
              <a:pathLst>
                <a:path w="561" h="432" extrusionOk="0">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9" name="Google Shape;14269;p67"/>
            <p:cNvSpPr/>
            <p:nvPr/>
          </p:nvSpPr>
          <p:spPr>
            <a:xfrm>
              <a:off x="1454524" y="3900966"/>
              <a:ext cx="42078" cy="27798"/>
            </a:xfrm>
            <a:custGeom>
              <a:avLst/>
              <a:gdLst/>
              <a:ahLst/>
              <a:cxnLst/>
              <a:rect l="l" t="t" r="r" b="b"/>
              <a:pathLst>
                <a:path w="1323" h="874" extrusionOk="0">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0" name="Google Shape;14270;p67"/>
            <p:cNvSpPr/>
            <p:nvPr/>
          </p:nvSpPr>
          <p:spPr>
            <a:xfrm>
              <a:off x="1460981" y="4002265"/>
              <a:ext cx="19083" cy="13740"/>
            </a:xfrm>
            <a:custGeom>
              <a:avLst/>
              <a:gdLst/>
              <a:ahLst/>
              <a:cxnLst/>
              <a:rect l="l" t="t" r="r" b="b"/>
              <a:pathLst>
                <a:path w="600" h="432" extrusionOk="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71" name="Google Shape;14271;p67"/>
          <p:cNvSpPr/>
          <p:nvPr/>
        </p:nvSpPr>
        <p:spPr>
          <a:xfrm>
            <a:off x="2787472" y="3629465"/>
            <a:ext cx="89022" cy="360064"/>
          </a:xfrm>
          <a:custGeom>
            <a:avLst/>
            <a:gdLst/>
            <a:ahLst/>
            <a:cxnLst/>
            <a:rect l="l" t="t" r="r" b="b"/>
            <a:pathLst>
              <a:path w="2799" h="11321" extrusionOk="0">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72" name="Google Shape;14272;p67"/>
          <p:cNvGrpSpPr/>
          <p:nvPr/>
        </p:nvGrpSpPr>
        <p:grpSpPr>
          <a:xfrm>
            <a:off x="859262" y="3178470"/>
            <a:ext cx="306759" cy="351445"/>
            <a:chOff x="859262" y="3353920"/>
            <a:chExt cx="306759" cy="351445"/>
          </a:xfrm>
        </p:grpSpPr>
        <p:sp>
          <p:nvSpPr>
            <p:cNvPr id="14273" name="Google Shape;14273;p67"/>
            <p:cNvSpPr/>
            <p:nvPr/>
          </p:nvSpPr>
          <p:spPr>
            <a:xfrm>
              <a:off x="859262" y="3415718"/>
              <a:ext cx="132563" cy="205937"/>
            </a:xfrm>
            <a:custGeom>
              <a:avLst/>
              <a:gdLst/>
              <a:ahLst/>
              <a:cxnLst/>
              <a:rect l="l" t="t" r="r" b="b"/>
              <a:pathLst>
                <a:path w="4168" h="6475" extrusionOk="0">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4" name="Google Shape;14274;p67"/>
            <p:cNvSpPr/>
            <p:nvPr/>
          </p:nvSpPr>
          <p:spPr>
            <a:xfrm>
              <a:off x="916415" y="3353920"/>
              <a:ext cx="178013" cy="62147"/>
            </a:xfrm>
            <a:custGeom>
              <a:avLst/>
              <a:gdLst/>
              <a:ahLst/>
              <a:cxnLst/>
              <a:rect l="l" t="t" r="r" b="b"/>
              <a:pathLst>
                <a:path w="5597" h="1954" extrusionOk="0">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5" name="Google Shape;14275;p67"/>
            <p:cNvSpPr/>
            <p:nvPr/>
          </p:nvSpPr>
          <p:spPr>
            <a:xfrm>
              <a:off x="920582" y="3405858"/>
              <a:ext cx="245439" cy="243817"/>
            </a:xfrm>
            <a:custGeom>
              <a:avLst/>
              <a:gdLst/>
              <a:ahLst/>
              <a:cxnLst/>
              <a:rect l="l" t="t" r="r" b="b"/>
              <a:pathLst>
                <a:path w="7717" h="7666" extrusionOk="0">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6" name="Google Shape;14276;p67"/>
            <p:cNvSpPr/>
            <p:nvPr/>
          </p:nvSpPr>
          <p:spPr>
            <a:xfrm>
              <a:off x="986100" y="3642074"/>
              <a:ext cx="129923" cy="63292"/>
            </a:xfrm>
            <a:custGeom>
              <a:avLst/>
              <a:gdLst/>
              <a:ahLst/>
              <a:cxnLst/>
              <a:rect l="l" t="t" r="r" b="b"/>
              <a:pathLst>
                <a:path w="4085" h="1990" extrusionOk="0">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7" name="Google Shape;14277;p67"/>
            <p:cNvSpPr/>
            <p:nvPr/>
          </p:nvSpPr>
          <p:spPr>
            <a:xfrm>
              <a:off x="862283" y="3599678"/>
              <a:ext cx="118696" cy="84156"/>
            </a:xfrm>
            <a:custGeom>
              <a:avLst/>
              <a:gdLst/>
              <a:ahLst/>
              <a:cxnLst/>
              <a:rect l="l" t="t" r="r" b="b"/>
              <a:pathLst>
                <a:path w="3732" h="2646" extrusionOk="0">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78" name="Google Shape;14278;p67"/>
          <p:cNvSpPr/>
          <p:nvPr/>
        </p:nvSpPr>
        <p:spPr>
          <a:xfrm>
            <a:off x="1315918" y="3185181"/>
            <a:ext cx="288599" cy="337515"/>
          </a:xfrm>
          <a:custGeom>
            <a:avLst/>
            <a:gdLst/>
            <a:ahLst/>
            <a:cxnLst/>
            <a:rect l="l" t="t" r="r" b="b"/>
            <a:pathLst>
              <a:path w="9074" h="10612" extrusionOk="0">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79" name="Google Shape;14279;p67"/>
          <p:cNvGrpSpPr/>
          <p:nvPr/>
        </p:nvGrpSpPr>
        <p:grpSpPr>
          <a:xfrm>
            <a:off x="3967437" y="3661652"/>
            <a:ext cx="364708" cy="295405"/>
            <a:chOff x="3967437" y="3837102"/>
            <a:chExt cx="364708" cy="295405"/>
          </a:xfrm>
        </p:grpSpPr>
        <p:sp>
          <p:nvSpPr>
            <p:cNvPr id="14280" name="Google Shape;14280;p67"/>
            <p:cNvSpPr/>
            <p:nvPr/>
          </p:nvSpPr>
          <p:spPr>
            <a:xfrm>
              <a:off x="4178750" y="3868334"/>
              <a:ext cx="153396" cy="264172"/>
            </a:xfrm>
            <a:custGeom>
              <a:avLst/>
              <a:gdLst/>
              <a:ahLst/>
              <a:cxnLst/>
              <a:rect l="l" t="t" r="r" b="b"/>
              <a:pathLst>
                <a:path w="4823" h="8306" extrusionOk="0">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1" name="Google Shape;14281;p67"/>
            <p:cNvSpPr/>
            <p:nvPr/>
          </p:nvSpPr>
          <p:spPr>
            <a:xfrm>
              <a:off x="3969346" y="3937447"/>
              <a:ext cx="198431" cy="194678"/>
            </a:xfrm>
            <a:custGeom>
              <a:avLst/>
              <a:gdLst/>
              <a:ahLst/>
              <a:cxnLst/>
              <a:rect l="l" t="t" r="r" b="b"/>
              <a:pathLst>
                <a:path w="6239" h="6121" extrusionOk="0">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2" name="Google Shape;14282;p67"/>
            <p:cNvSpPr/>
            <p:nvPr/>
          </p:nvSpPr>
          <p:spPr>
            <a:xfrm>
              <a:off x="3967437" y="3837102"/>
              <a:ext cx="331376" cy="89786"/>
            </a:xfrm>
            <a:custGeom>
              <a:avLst/>
              <a:gdLst/>
              <a:ahLst/>
              <a:cxnLst/>
              <a:rect l="l" t="t" r="r" b="b"/>
              <a:pathLst>
                <a:path w="10419" h="2823" extrusionOk="0">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3" name="Google Shape;14283;p67"/>
            <p:cNvSpPr/>
            <p:nvPr/>
          </p:nvSpPr>
          <p:spPr>
            <a:xfrm>
              <a:off x="3994694" y="3917378"/>
              <a:ext cx="158325" cy="156067"/>
            </a:xfrm>
            <a:custGeom>
              <a:avLst/>
              <a:gdLst/>
              <a:ahLst/>
              <a:cxnLst/>
              <a:rect l="l" t="t" r="r" b="b"/>
              <a:pathLst>
                <a:path w="4978" h="4907" extrusionOk="0">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4" name="Google Shape;14284;p67"/>
            <p:cNvSpPr/>
            <p:nvPr/>
          </p:nvSpPr>
          <p:spPr>
            <a:xfrm>
              <a:off x="4160812" y="3927174"/>
              <a:ext cx="155813" cy="149992"/>
            </a:xfrm>
            <a:custGeom>
              <a:avLst/>
              <a:gdLst/>
              <a:ahLst/>
              <a:cxnLst/>
              <a:rect l="l" t="t" r="r" b="b"/>
              <a:pathLst>
                <a:path w="4899" h="4716" extrusionOk="0">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85" name="Google Shape;14285;p67"/>
          <p:cNvSpPr/>
          <p:nvPr/>
        </p:nvSpPr>
        <p:spPr>
          <a:xfrm>
            <a:off x="3216521" y="3632487"/>
            <a:ext cx="78049" cy="353417"/>
          </a:xfrm>
          <a:custGeom>
            <a:avLst/>
            <a:gdLst/>
            <a:ahLst/>
            <a:cxnLst/>
            <a:rect l="l" t="t" r="r" b="b"/>
            <a:pathLst>
              <a:path w="2454" h="11112" extrusionOk="0">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6" name="Google Shape;14286;p67"/>
          <p:cNvSpPr/>
          <p:nvPr/>
        </p:nvSpPr>
        <p:spPr>
          <a:xfrm>
            <a:off x="3469466" y="3652747"/>
            <a:ext cx="363563" cy="311657"/>
          </a:xfrm>
          <a:custGeom>
            <a:avLst/>
            <a:gdLst/>
            <a:ahLst/>
            <a:cxnLst/>
            <a:rect l="l" t="t" r="r" b="b"/>
            <a:pathLst>
              <a:path w="11431" h="9799" extrusionOk="0">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7" name="Google Shape;14287;p67"/>
          <p:cNvSpPr/>
          <p:nvPr/>
        </p:nvSpPr>
        <p:spPr>
          <a:xfrm>
            <a:off x="5314611" y="3643110"/>
            <a:ext cx="324188" cy="324538"/>
          </a:xfrm>
          <a:custGeom>
            <a:avLst/>
            <a:gdLst/>
            <a:ahLst/>
            <a:cxnLst/>
            <a:rect l="l" t="t" r="r" b="b"/>
            <a:pathLst>
              <a:path w="10193" h="10204" extrusionOk="0">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88" name="Google Shape;14288;p67"/>
          <p:cNvGrpSpPr/>
          <p:nvPr/>
        </p:nvGrpSpPr>
        <p:grpSpPr>
          <a:xfrm>
            <a:off x="5811827" y="3631001"/>
            <a:ext cx="283743" cy="308444"/>
            <a:chOff x="5964227" y="3858701"/>
            <a:chExt cx="283743" cy="308444"/>
          </a:xfrm>
        </p:grpSpPr>
        <p:sp>
          <p:nvSpPr>
            <p:cNvPr id="14289" name="Google Shape;14289;p67"/>
            <p:cNvSpPr/>
            <p:nvPr/>
          </p:nvSpPr>
          <p:spPr>
            <a:xfrm>
              <a:off x="5964227" y="3858701"/>
              <a:ext cx="283743" cy="308444"/>
            </a:xfrm>
            <a:custGeom>
              <a:avLst/>
              <a:gdLst/>
              <a:ahLst/>
              <a:cxnLst/>
              <a:rect l="l" t="t" r="r" b="b"/>
              <a:pathLst>
                <a:path w="6978" h="7585" extrusionOk="0">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0" name="Google Shape;14290;p67"/>
            <p:cNvSpPr/>
            <p:nvPr/>
          </p:nvSpPr>
          <p:spPr>
            <a:xfrm>
              <a:off x="6202788" y="3976471"/>
              <a:ext cx="19719" cy="7601"/>
            </a:xfrm>
            <a:custGeom>
              <a:avLst/>
              <a:gdLst/>
              <a:ahLst/>
              <a:cxnLst/>
              <a:rect l="l" t="t" r="r" b="b"/>
              <a:pathLst>
                <a:path w="620" h="239" extrusionOk="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1" name="Google Shape;14291;p67"/>
            <p:cNvSpPr/>
            <p:nvPr/>
          </p:nvSpPr>
          <p:spPr>
            <a:xfrm>
              <a:off x="6186122" y="3930259"/>
              <a:ext cx="17429" cy="16316"/>
            </a:xfrm>
            <a:custGeom>
              <a:avLst/>
              <a:gdLst/>
              <a:ahLst/>
              <a:cxnLst/>
              <a:rect l="l" t="t" r="r" b="b"/>
              <a:pathLst>
                <a:path w="548" h="513" extrusionOk="0">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2" name="Google Shape;14292;p67"/>
            <p:cNvSpPr/>
            <p:nvPr/>
          </p:nvSpPr>
          <p:spPr>
            <a:xfrm>
              <a:off x="6187235" y="4013556"/>
              <a:ext cx="16316" cy="15934"/>
            </a:xfrm>
            <a:custGeom>
              <a:avLst/>
              <a:gdLst/>
              <a:ahLst/>
              <a:cxnLst/>
              <a:rect l="l" t="t" r="r" b="b"/>
              <a:pathLst>
                <a:path w="513" h="501" extrusionOk="0">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93" name="Google Shape;14293;p67"/>
          <p:cNvGrpSpPr/>
          <p:nvPr/>
        </p:nvGrpSpPr>
        <p:grpSpPr>
          <a:xfrm>
            <a:off x="6243508" y="3697623"/>
            <a:ext cx="320372" cy="213602"/>
            <a:chOff x="6395908" y="3873073"/>
            <a:chExt cx="320372" cy="213602"/>
          </a:xfrm>
        </p:grpSpPr>
        <p:sp>
          <p:nvSpPr>
            <p:cNvPr id="14294" name="Google Shape;14294;p67"/>
            <p:cNvSpPr/>
            <p:nvPr/>
          </p:nvSpPr>
          <p:spPr>
            <a:xfrm>
              <a:off x="6395908" y="3873073"/>
              <a:ext cx="320372" cy="213602"/>
            </a:xfrm>
            <a:custGeom>
              <a:avLst/>
              <a:gdLst/>
              <a:ahLst/>
              <a:cxnLst/>
              <a:rect l="l" t="t" r="r" b="b"/>
              <a:pathLst>
                <a:path w="10073" h="6716" extrusionOk="0">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5" name="Google Shape;14295;p67"/>
            <p:cNvSpPr/>
            <p:nvPr/>
          </p:nvSpPr>
          <p:spPr>
            <a:xfrm>
              <a:off x="6427713" y="3894669"/>
              <a:ext cx="256762" cy="171175"/>
            </a:xfrm>
            <a:custGeom>
              <a:avLst/>
              <a:gdLst/>
              <a:ahLst/>
              <a:cxnLst/>
              <a:rect l="l" t="t" r="r" b="b"/>
              <a:pathLst>
                <a:path w="8073" h="5382" extrusionOk="0">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6" name="Google Shape;14296;p67"/>
            <p:cNvSpPr/>
            <p:nvPr/>
          </p:nvSpPr>
          <p:spPr>
            <a:xfrm>
              <a:off x="6411429" y="3969633"/>
              <a:ext cx="10623" cy="21627"/>
            </a:xfrm>
            <a:custGeom>
              <a:avLst/>
              <a:gdLst/>
              <a:ahLst/>
              <a:cxnLst/>
              <a:rect l="l" t="t" r="r" b="b"/>
              <a:pathLst>
                <a:path w="334" h="680" extrusionOk="0">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7" name="Google Shape;14297;p67"/>
            <p:cNvSpPr/>
            <p:nvPr/>
          </p:nvSpPr>
          <p:spPr>
            <a:xfrm>
              <a:off x="6690136" y="3964704"/>
              <a:ext cx="10623" cy="31487"/>
            </a:xfrm>
            <a:custGeom>
              <a:avLst/>
              <a:gdLst/>
              <a:ahLst/>
              <a:cxnLst/>
              <a:rect l="l" t="t" r="r" b="b"/>
              <a:pathLst>
                <a:path w="334" h="990" extrusionOk="0">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8" name="Google Shape;14298;p67"/>
            <p:cNvSpPr/>
            <p:nvPr/>
          </p:nvSpPr>
          <p:spPr>
            <a:xfrm>
              <a:off x="6690136" y="3894669"/>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9" name="Google Shape;14299;p67"/>
            <p:cNvSpPr/>
            <p:nvPr/>
          </p:nvSpPr>
          <p:spPr>
            <a:xfrm>
              <a:off x="6411429" y="3942758"/>
              <a:ext cx="10623" cy="15553"/>
            </a:xfrm>
            <a:custGeom>
              <a:avLst/>
              <a:gdLst/>
              <a:ahLst/>
              <a:cxnLst/>
              <a:rect l="l" t="t" r="r" b="b"/>
              <a:pathLst>
                <a:path w="334" h="489" extrusionOk="0">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0" name="Google Shape;14300;p67"/>
            <p:cNvSpPr/>
            <p:nvPr/>
          </p:nvSpPr>
          <p:spPr>
            <a:xfrm>
              <a:off x="6411429" y="4001820"/>
              <a:ext cx="10623" cy="15934"/>
            </a:xfrm>
            <a:custGeom>
              <a:avLst/>
              <a:gdLst/>
              <a:ahLst/>
              <a:cxnLst/>
              <a:rect l="l" t="t" r="r" b="b"/>
              <a:pathLst>
                <a:path w="334" h="501" extrusionOk="0">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1" name="Google Shape;14301;p67"/>
            <p:cNvSpPr/>
            <p:nvPr/>
          </p:nvSpPr>
          <p:spPr>
            <a:xfrm>
              <a:off x="6448927" y="4017723"/>
              <a:ext cx="214366" cy="32218"/>
            </a:xfrm>
            <a:custGeom>
              <a:avLst/>
              <a:gdLst/>
              <a:ahLst/>
              <a:cxnLst/>
              <a:rect l="l" t="t" r="r" b="b"/>
              <a:pathLst>
                <a:path w="6740" h="1013" extrusionOk="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2" name="Google Shape;14302;p67"/>
            <p:cNvSpPr/>
            <p:nvPr/>
          </p:nvSpPr>
          <p:spPr>
            <a:xfrm>
              <a:off x="6535627" y="3940913"/>
              <a:ext cx="46244" cy="46181"/>
            </a:xfrm>
            <a:custGeom>
              <a:avLst/>
              <a:gdLst/>
              <a:ahLst/>
              <a:cxnLst/>
              <a:rect l="l" t="t" r="r" b="b"/>
              <a:pathLst>
                <a:path w="1454" h="1452" extrusionOk="0">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3" name="Google Shape;14303;p67"/>
            <p:cNvSpPr/>
            <p:nvPr/>
          </p:nvSpPr>
          <p:spPr>
            <a:xfrm>
              <a:off x="6497016" y="3916233"/>
              <a:ext cx="117424" cy="96242"/>
            </a:xfrm>
            <a:custGeom>
              <a:avLst/>
              <a:gdLst/>
              <a:ahLst/>
              <a:cxnLst/>
              <a:rect l="l" t="t" r="r" b="b"/>
              <a:pathLst>
                <a:path w="3692" h="3026" extrusionOk="0">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04" name="Google Shape;14304;p67"/>
          <p:cNvGrpSpPr/>
          <p:nvPr/>
        </p:nvGrpSpPr>
        <p:grpSpPr>
          <a:xfrm>
            <a:off x="7262890" y="3627366"/>
            <a:ext cx="357138" cy="352018"/>
            <a:chOff x="7415290" y="3802816"/>
            <a:chExt cx="357138" cy="352018"/>
          </a:xfrm>
        </p:grpSpPr>
        <p:sp>
          <p:nvSpPr>
            <p:cNvPr id="14305" name="Google Shape;14305;p67"/>
            <p:cNvSpPr/>
            <p:nvPr/>
          </p:nvSpPr>
          <p:spPr>
            <a:xfrm>
              <a:off x="7680385" y="3835289"/>
              <a:ext cx="59475" cy="58267"/>
            </a:xfrm>
            <a:custGeom>
              <a:avLst/>
              <a:gdLst/>
              <a:ahLst/>
              <a:cxnLst/>
              <a:rect l="l" t="t" r="r" b="b"/>
              <a:pathLst>
                <a:path w="1870" h="1832" extrusionOk="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6" name="Google Shape;14306;p67"/>
            <p:cNvSpPr/>
            <p:nvPr/>
          </p:nvSpPr>
          <p:spPr>
            <a:xfrm>
              <a:off x="7659553" y="3805329"/>
              <a:ext cx="30310" cy="76109"/>
            </a:xfrm>
            <a:custGeom>
              <a:avLst/>
              <a:gdLst/>
              <a:ahLst/>
              <a:cxnLst/>
              <a:rect l="l" t="t" r="r" b="b"/>
              <a:pathLst>
                <a:path w="953" h="2393" extrusionOk="0">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7" name="Google Shape;14307;p67"/>
            <p:cNvSpPr/>
            <p:nvPr/>
          </p:nvSpPr>
          <p:spPr>
            <a:xfrm>
              <a:off x="7619033" y="3802816"/>
              <a:ext cx="31837" cy="75600"/>
            </a:xfrm>
            <a:custGeom>
              <a:avLst/>
              <a:gdLst/>
              <a:ahLst/>
              <a:cxnLst/>
              <a:rect l="l" t="t" r="r" b="b"/>
              <a:pathLst>
                <a:path w="1001" h="2377" extrusionOk="0">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8" name="Google Shape;14308;p67"/>
            <p:cNvSpPr/>
            <p:nvPr/>
          </p:nvSpPr>
          <p:spPr>
            <a:xfrm>
              <a:off x="7693266" y="3885509"/>
              <a:ext cx="76904" cy="28879"/>
            </a:xfrm>
            <a:custGeom>
              <a:avLst/>
              <a:gdLst/>
              <a:ahLst/>
              <a:cxnLst/>
              <a:rect l="l" t="t" r="r" b="b"/>
              <a:pathLst>
                <a:path w="2418" h="908" extrusionOk="0">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9" name="Google Shape;14309;p67"/>
            <p:cNvSpPr/>
            <p:nvPr/>
          </p:nvSpPr>
          <p:spPr>
            <a:xfrm>
              <a:off x="7695524" y="3924566"/>
              <a:ext cx="76904" cy="29960"/>
            </a:xfrm>
            <a:custGeom>
              <a:avLst/>
              <a:gdLst/>
              <a:ahLst/>
              <a:cxnLst/>
              <a:rect l="l" t="t" r="r" b="b"/>
              <a:pathLst>
                <a:path w="2418" h="942" extrusionOk="0">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0" name="Google Shape;14310;p67"/>
            <p:cNvSpPr/>
            <p:nvPr/>
          </p:nvSpPr>
          <p:spPr>
            <a:xfrm>
              <a:off x="7473620" y="3916519"/>
              <a:ext cx="75378" cy="85333"/>
            </a:xfrm>
            <a:custGeom>
              <a:avLst/>
              <a:gdLst/>
              <a:ahLst/>
              <a:cxnLst/>
              <a:rect l="l" t="t" r="r" b="b"/>
              <a:pathLst>
                <a:path w="2370" h="2683" extrusionOk="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1" name="Google Shape;14311;p67"/>
            <p:cNvSpPr/>
            <p:nvPr/>
          </p:nvSpPr>
          <p:spPr>
            <a:xfrm>
              <a:off x="7415290" y="3850078"/>
              <a:ext cx="310576" cy="304756"/>
            </a:xfrm>
            <a:custGeom>
              <a:avLst/>
              <a:gdLst/>
              <a:ahLst/>
              <a:cxnLst/>
              <a:rect l="l" t="t" r="r" b="b"/>
              <a:pathLst>
                <a:path w="9765" h="9582" extrusionOk="0">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2" name="Google Shape;14312;p67"/>
            <p:cNvSpPr/>
            <p:nvPr/>
          </p:nvSpPr>
          <p:spPr>
            <a:xfrm>
              <a:off x="7557299" y="4000198"/>
              <a:ext cx="75410" cy="85714"/>
            </a:xfrm>
            <a:custGeom>
              <a:avLst/>
              <a:gdLst/>
              <a:ahLst/>
              <a:cxnLst/>
              <a:rect l="l" t="t" r="r" b="b"/>
              <a:pathLst>
                <a:path w="2371" h="2695" extrusionOk="0">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3" name="Google Shape;14313;p67"/>
          <p:cNvGrpSpPr/>
          <p:nvPr/>
        </p:nvGrpSpPr>
        <p:grpSpPr>
          <a:xfrm>
            <a:off x="6737312" y="3657963"/>
            <a:ext cx="355230" cy="293401"/>
            <a:chOff x="6889712" y="3833413"/>
            <a:chExt cx="355230" cy="293401"/>
          </a:xfrm>
        </p:grpSpPr>
        <p:sp>
          <p:nvSpPr>
            <p:cNvPr id="14314" name="Google Shape;14314;p67"/>
            <p:cNvSpPr/>
            <p:nvPr/>
          </p:nvSpPr>
          <p:spPr>
            <a:xfrm>
              <a:off x="6926797" y="3833413"/>
              <a:ext cx="279121" cy="293401"/>
            </a:xfrm>
            <a:custGeom>
              <a:avLst/>
              <a:gdLst/>
              <a:ahLst/>
              <a:cxnLst/>
              <a:rect l="l" t="t" r="r" b="b"/>
              <a:pathLst>
                <a:path w="8776" h="9225" extrusionOk="0">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5" name="Google Shape;14315;p67"/>
            <p:cNvSpPr/>
            <p:nvPr/>
          </p:nvSpPr>
          <p:spPr>
            <a:xfrm>
              <a:off x="6922281" y="3873646"/>
              <a:ext cx="40170" cy="54387"/>
            </a:xfrm>
            <a:custGeom>
              <a:avLst/>
              <a:gdLst/>
              <a:ahLst/>
              <a:cxnLst/>
              <a:rect l="l" t="t" r="r" b="b"/>
              <a:pathLst>
                <a:path w="1263" h="1710" extrusionOk="0">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6" name="Google Shape;14316;p67"/>
            <p:cNvSpPr/>
            <p:nvPr/>
          </p:nvSpPr>
          <p:spPr>
            <a:xfrm>
              <a:off x="6889712" y="3913529"/>
              <a:ext cx="56804" cy="29261"/>
            </a:xfrm>
            <a:custGeom>
              <a:avLst/>
              <a:gdLst/>
              <a:ahLst/>
              <a:cxnLst/>
              <a:rect l="l" t="t" r="r" b="b"/>
              <a:pathLst>
                <a:path w="1786" h="920" extrusionOk="0">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7" name="Google Shape;14317;p67"/>
            <p:cNvSpPr/>
            <p:nvPr/>
          </p:nvSpPr>
          <p:spPr>
            <a:xfrm>
              <a:off x="7171823" y="3873710"/>
              <a:ext cx="39788" cy="54323"/>
            </a:xfrm>
            <a:custGeom>
              <a:avLst/>
              <a:gdLst/>
              <a:ahLst/>
              <a:cxnLst/>
              <a:rect l="l" t="t" r="r" b="b"/>
              <a:pathLst>
                <a:path w="1251" h="1708" extrusionOk="0">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8" name="Google Shape;14318;p67"/>
            <p:cNvSpPr/>
            <p:nvPr/>
          </p:nvSpPr>
          <p:spPr>
            <a:xfrm>
              <a:off x="7187725" y="3913529"/>
              <a:ext cx="57217" cy="29261"/>
            </a:xfrm>
            <a:custGeom>
              <a:avLst/>
              <a:gdLst/>
              <a:ahLst/>
              <a:cxnLst/>
              <a:rect l="l" t="t" r="r" b="b"/>
              <a:pathLst>
                <a:path w="1799" h="920" extrusionOk="0">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9" name="Google Shape;14319;p67"/>
          <p:cNvGrpSpPr/>
          <p:nvPr/>
        </p:nvGrpSpPr>
        <p:grpSpPr>
          <a:xfrm>
            <a:off x="7707152" y="3660420"/>
            <a:ext cx="282318" cy="337168"/>
            <a:chOff x="1635875" y="237775"/>
            <a:chExt cx="4370250" cy="5219325"/>
          </a:xfrm>
        </p:grpSpPr>
        <p:sp>
          <p:nvSpPr>
            <p:cNvPr id="14320" name="Google Shape;14320;p67"/>
            <p:cNvSpPr/>
            <p:nvPr/>
          </p:nvSpPr>
          <p:spPr>
            <a:xfrm>
              <a:off x="3572675" y="2020200"/>
              <a:ext cx="583925" cy="556900"/>
            </a:xfrm>
            <a:custGeom>
              <a:avLst/>
              <a:gdLst/>
              <a:ahLst/>
              <a:cxnLst/>
              <a:rect l="l" t="t" r="r" b="b"/>
              <a:pathLst>
                <a:path w="23357" h="22276" extrusionOk="0">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1" name="Google Shape;14321;p67"/>
            <p:cNvSpPr/>
            <p:nvPr/>
          </p:nvSpPr>
          <p:spPr>
            <a:xfrm>
              <a:off x="1635875" y="237775"/>
              <a:ext cx="4370250" cy="5219325"/>
            </a:xfrm>
            <a:custGeom>
              <a:avLst/>
              <a:gdLst/>
              <a:ahLst/>
              <a:cxnLst/>
              <a:rect l="l" t="t" r="r" b="b"/>
              <a:pathLst>
                <a:path w="174810" h="208773" extrusionOk="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22" name="Google Shape;14322;p67"/>
          <p:cNvGrpSpPr/>
          <p:nvPr/>
        </p:nvGrpSpPr>
        <p:grpSpPr>
          <a:xfrm>
            <a:off x="3103963" y="3185690"/>
            <a:ext cx="297886" cy="337578"/>
            <a:chOff x="3103963" y="3361140"/>
            <a:chExt cx="297886" cy="337578"/>
          </a:xfrm>
        </p:grpSpPr>
        <p:sp>
          <p:nvSpPr>
            <p:cNvPr id="14323" name="Google Shape;14323;p67"/>
            <p:cNvSpPr/>
            <p:nvPr/>
          </p:nvSpPr>
          <p:spPr>
            <a:xfrm>
              <a:off x="3245305" y="3519402"/>
              <a:ext cx="14026" cy="14408"/>
            </a:xfrm>
            <a:custGeom>
              <a:avLst/>
              <a:gdLst/>
              <a:ahLst/>
              <a:cxnLst/>
              <a:rect l="l" t="t" r="r" b="b"/>
              <a:pathLst>
                <a:path w="441" h="453" extrusionOk="0">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4" name="Google Shape;14324;p67"/>
            <p:cNvSpPr/>
            <p:nvPr/>
          </p:nvSpPr>
          <p:spPr>
            <a:xfrm>
              <a:off x="3284679" y="3597388"/>
              <a:ext cx="74646" cy="74646"/>
            </a:xfrm>
            <a:custGeom>
              <a:avLst/>
              <a:gdLst/>
              <a:ahLst/>
              <a:cxnLst/>
              <a:rect l="l" t="t" r="r" b="b"/>
              <a:pathLst>
                <a:path w="2347" h="2347" extrusionOk="0">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5" name="Google Shape;14325;p67"/>
            <p:cNvSpPr/>
            <p:nvPr/>
          </p:nvSpPr>
          <p:spPr>
            <a:xfrm>
              <a:off x="3145692" y="3597483"/>
              <a:ext cx="75028" cy="74933"/>
            </a:xfrm>
            <a:custGeom>
              <a:avLst/>
              <a:gdLst/>
              <a:ahLst/>
              <a:cxnLst/>
              <a:rect l="l" t="t" r="r" b="b"/>
              <a:pathLst>
                <a:path w="2359" h="2356" extrusionOk="0">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6" name="Google Shape;14326;p67"/>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7" name="Google Shape;14327;p67"/>
            <p:cNvSpPr/>
            <p:nvPr/>
          </p:nvSpPr>
          <p:spPr>
            <a:xfrm>
              <a:off x="3277873" y="3490618"/>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8" name="Google Shape;14328;p67"/>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9" name="Google Shape;14329;p67"/>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0" name="Google Shape;14330;p67"/>
            <p:cNvSpPr/>
            <p:nvPr/>
          </p:nvSpPr>
          <p:spPr>
            <a:xfrm>
              <a:off x="3103963" y="3361140"/>
              <a:ext cx="297886" cy="337578"/>
            </a:xfrm>
            <a:custGeom>
              <a:avLst/>
              <a:gdLst/>
              <a:ahLst/>
              <a:cxnLst/>
              <a:rect l="l" t="t" r="r" b="b"/>
              <a:pathLst>
                <a:path w="9366" h="10614" extrusionOk="0">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1" name="Google Shape;14331;p67"/>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2" name="Google Shape;14332;p67"/>
            <p:cNvSpPr/>
            <p:nvPr/>
          </p:nvSpPr>
          <p:spPr>
            <a:xfrm>
              <a:off x="3278986" y="3524681"/>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3" name="Google Shape;14333;p67"/>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4" name="Google Shape;14334;p67"/>
            <p:cNvSpPr/>
            <p:nvPr/>
          </p:nvSpPr>
          <p:spPr>
            <a:xfrm>
              <a:off x="3219543" y="3586415"/>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5" name="Google Shape;14335;p67"/>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6" name="Google Shape;14336;p67"/>
            <p:cNvSpPr/>
            <p:nvPr/>
          </p:nvSpPr>
          <p:spPr>
            <a:xfrm>
              <a:off x="3247181" y="3444787"/>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7" name="Google Shape;14337;p67"/>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8" name="Google Shape;14338;p67"/>
            <p:cNvSpPr/>
            <p:nvPr/>
          </p:nvSpPr>
          <p:spPr>
            <a:xfrm>
              <a:off x="3257422" y="360422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9" name="Google Shape;14339;p67"/>
            <p:cNvSpPr/>
            <p:nvPr/>
          </p:nvSpPr>
          <p:spPr>
            <a:xfrm>
              <a:off x="3247181" y="344478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0" name="Google Shape;14340;p67"/>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1" name="Google Shape;14341;p67"/>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2" name="Google Shape;14342;p67"/>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3" name="Google Shape;14343;p67"/>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4" name="Google Shape;14344;p67"/>
            <p:cNvSpPr/>
            <p:nvPr/>
          </p:nvSpPr>
          <p:spPr>
            <a:xfrm>
              <a:off x="3259299" y="3361140"/>
              <a:ext cx="51174" cy="118060"/>
            </a:xfrm>
            <a:custGeom>
              <a:avLst/>
              <a:gdLst/>
              <a:ahLst/>
              <a:cxnLst/>
              <a:rect l="l" t="t" r="r" b="b"/>
              <a:pathLst>
                <a:path w="1609" h="3712" extrusionOk="0">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5" name="Google Shape;14345;p67"/>
            <p:cNvSpPr/>
            <p:nvPr/>
          </p:nvSpPr>
          <p:spPr>
            <a:xfrm>
              <a:off x="3269922" y="339860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6" name="Google Shape;14346;p67"/>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47" name="Google Shape;14347;p67"/>
          <p:cNvGrpSpPr/>
          <p:nvPr/>
        </p:nvGrpSpPr>
        <p:grpSpPr>
          <a:xfrm>
            <a:off x="2667821" y="3185658"/>
            <a:ext cx="273046" cy="337801"/>
            <a:chOff x="2667821" y="3361108"/>
            <a:chExt cx="273046" cy="337801"/>
          </a:xfrm>
        </p:grpSpPr>
        <p:sp>
          <p:nvSpPr>
            <p:cNvPr id="14348" name="Google Shape;14348;p67"/>
            <p:cNvSpPr/>
            <p:nvPr/>
          </p:nvSpPr>
          <p:spPr>
            <a:xfrm>
              <a:off x="2799971" y="3361108"/>
              <a:ext cx="10273" cy="36385"/>
            </a:xfrm>
            <a:custGeom>
              <a:avLst/>
              <a:gdLst/>
              <a:ahLst/>
              <a:cxnLst/>
              <a:rect l="l" t="t" r="r" b="b"/>
              <a:pathLst>
                <a:path w="323" h="1144" extrusionOk="0">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9" name="Google Shape;14349;p67"/>
            <p:cNvSpPr/>
            <p:nvPr/>
          </p:nvSpPr>
          <p:spPr>
            <a:xfrm>
              <a:off x="2838964" y="3371063"/>
              <a:ext cx="22009" cy="34381"/>
            </a:xfrm>
            <a:custGeom>
              <a:avLst/>
              <a:gdLst/>
              <a:ahLst/>
              <a:cxnLst/>
              <a:rect l="l" t="t" r="r" b="b"/>
              <a:pathLst>
                <a:path w="692" h="1081" extrusionOk="0">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0" name="Google Shape;14350;p67"/>
            <p:cNvSpPr/>
            <p:nvPr/>
          </p:nvSpPr>
          <p:spPr>
            <a:xfrm>
              <a:off x="2873822" y="3399815"/>
              <a:ext cx="29197" cy="28338"/>
            </a:xfrm>
            <a:custGeom>
              <a:avLst/>
              <a:gdLst/>
              <a:ahLst/>
              <a:cxnLst/>
              <a:rect l="l" t="t" r="r" b="b"/>
              <a:pathLst>
                <a:path w="918" h="891" extrusionOk="0">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1" name="Google Shape;14351;p67"/>
            <p:cNvSpPr/>
            <p:nvPr/>
          </p:nvSpPr>
          <p:spPr>
            <a:xfrm>
              <a:off x="2894655" y="3442656"/>
              <a:ext cx="37116" cy="19592"/>
            </a:xfrm>
            <a:custGeom>
              <a:avLst/>
              <a:gdLst/>
              <a:ahLst/>
              <a:cxnLst/>
              <a:rect l="l" t="t" r="r" b="b"/>
              <a:pathLst>
                <a:path w="1167" h="616" extrusionOk="0">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2" name="Google Shape;14352;p67"/>
            <p:cNvSpPr/>
            <p:nvPr/>
          </p:nvSpPr>
          <p:spPr>
            <a:xfrm>
              <a:off x="2904482" y="3493258"/>
              <a:ext cx="36385" cy="10273"/>
            </a:xfrm>
            <a:custGeom>
              <a:avLst/>
              <a:gdLst/>
              <a:ahLst/>
              <a:cxnLst/>
              <a:rect l="l" t="t" r="r" b="b"/>
              <a:pathLst>
                <a:path w="1144" h="323" extrusionOk="0">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3" name="Google Shape;14353;p67"/>
            <p:cNvSpPr/>
            <p:nvPr/>
          </p:nvSpPr>
          <p:spPr>
            <a:xfrm>
              <a:off x="2895386" y="3533364"/>
              <a:ext cx="35653" cy="20196"/>
            </a:xfrm>
            <a:custGeom>
              <a:avLst/>
              <a:gdLst/>
              <a:ahLst/>
              <a:cxnLst/>
              <a:rect l="l" t="t" r="r" b="b"/>
              <a:pathLst>
                <a:path w="1121" h="635" extrusionOk="0">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4" name="Google Shape;14354;p67"/>
            <p:cNvSpPr/>
            <p:nvPr/>
          </p:nvSpPr>
          <p:spPr>
            <a:xfrm>
              <a:off x="2872677" y="3567586"/>
              <a:ext cx="30692" cy="28338"/>
            </a:xfrm>
            <a:custGeom>
              <a:avLst/>
              <a:gdLst/>
              <a:ahLst/>
              <a:cxnLst/>
              <a:rect l="l" t="t" r="r" b="b"/>
              <a:pathLst>
                <a:path w="965" h="891" extrusionOk="0">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5" name="Google Shape;14355;p67"/>
            <p:cNvSpPr/>
            <p:nvPr/>
          </p:nvSpPr>
          <p:spPr>
            <a:xfrm>
              <a:off x="2838233" y="3589818"/>
              <a:ext cx="21214" cy="34318"/>
            </a:xfrm>
            <a:custGeom>
              <a:avLst/>
              <a:gdLst/>
              <a:ahLst/>
              <a:cxnLst/>
              <a:rect l="l" t="t" r="r" b="b"/>
              <a:pathLst>
                <a:path w="667" h="1079" extrusionOk="0">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6" name="Google Shape;14356;p67"/>
            <p:cNvSpPr/>
            <p:nvPr/>
          </p:nvSpPr>
          <p:spPr>
            <a:xfrm>
              <a:off x="2747334" y="3589754"/>
              <a:ext cx="21627" cy="34572"/>
            </a:xfrm>
            <a:custGeom>
              <a:avLst/>
              <a:gdLst/>
              <a:ahLst/>
              <a:cxnLst/>
              <a:rect l="l" t="t" r="r" b="b"/>
              <a:pathLst>
                <a:path w="680" h="1087" extrusionOk="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7" name="Google Shape;14357;p67"/>
            <p:cNvSpPr/>
            <p:nvPr/>
          </p:nvSpPr>
          <p:spPr>
            <a:xfrm>
              <a:off x="2705319" y="3566441"/>
              <a:ext cx="29547" cy="28625"/>
            </a:xfrm>
            <a:custGeom>
              <a:avLst/>
              <a:gdLst/>
              <a:ahLst/>
              <a:cxnLst/>
              <a:rect l="l" t="t" r="r" b="b"/>
              <a:pathLst>
                <a:path w="929" h="900" extrusionOk="0">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8" name="Google Shape;14358;p67"/>
            <p:cNvSpPr/>
            <p:nvPr/>
          </p:nvSpPr>
          <p:spPr>
            <a:xfrm>
              <a:off x="2676918" y="3532060"/>
              <a:ext cx="35240" cy="20133"/>
            </a:xfrm>
            <a:custGeom>
              <a:avLst/>
              <a:gdLst/>
              <a:ahLst/>
              <a:cxnLst/>
              <a:rect l="l" t="t" r="r" b="b"/>
              <a:pathLst>
                <a:path w="1108" h="633" extrusionOk="0">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9" name="Google Shape;14359;p67"/>
            <p:cNvSpPr/>
            <p:nvPr/>
          </p:nvSpPr>
          <p:spPr>
            <a:xfrm>
              <a:off x="2667821" y="3491763"/>
              <a:ext cx="36385" cy="10241"/>
            </a:xfrm>
            <a:custGeom>
              <a:avLst/>
              <a:gdLst/>
              <a:ahLst/>
              <a:cxnLst/>
              <a:rect l="l" t="t" r="r" b="b"/>
              <a:pathLst>
                <a:path w="1144" h="322" extrusionOk="0">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0" name="Google Shape;14360;p67"/>
            <p:cNvSpPr/>
            <p:nvPr/>
          </p:nvSpPr>
          <p:spPr>
            <a:xfrm>
              <a:off x="2677267" y="3441702"/>
              <a:ext cx="35653" cy="20069"/>
            </a:xfrm>
            <a:custGeom>
              <a:avLst/>
              <a:gdLst/>
              <a:ahLst/>
              <a:cxnLst/>
              <a:rect l="l" t="t" r="r" b="b"/>
              <a:pathLst>
                <a:path w="1121" h="631" extrusionOk="0">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1" name="Google Shape;14361;p67"/>
            <p:cNvSpPr/>
            <p:nvPr/>
          </p:nvSpPr>
          <p:spPr>
            <a:xfrm>
              <a:off x="2706051" y="3399084"/>
              <a:ext cx="30724" cy="28338"/>
            </a:xfrm>
            <a:custGeom>
              <a:avLst/>
              <a:gdLst/>
              <a:ahLst/>
              <a:cxnLst/>
              <a:rect l="l" t="t" r="r" b="b"/>
              <a:pathLst>
                <a:path w="966" h="891" extrusionOk="0">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2" name="Google Shape;14362;p67"/>
            <p:cNvSpPr/>
            <p:nvPr/>
          </p:nvSpPr>
          <p:spPr>
            <a:xfrm>
              <a:off x="2748861" y="3370713"/>
              <a:ext cx="21596" cy="34190"/>
            </a:xfrm>
            <a:custGeom>
              <a:avLst/>
              <a:gdLst/>
              <a:ahLst/>
              <a:cxnLst/>
              <a:rect l="l" t="t" r="r" b="b"/>
              <a:pathLst>
                <a:path w="679" h="1075" extrusionOk="0">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3" name="Google Shape;14363;p67"/>
            <p:cNvSpPr/>
            <p:nvPr/>
          </p:nvSpPr>
          <p:spPr>
            <a:xfrm>
              <a:off x="2749242" y="3533364"/>
              <a:ext cx="111731" cy="115198"/>
            </a:xfrm>
            <a:custGeom>
              <a:avLst/>
              <a:gdLst/>
              <a:ahLst/>
              <a:cxnLst/>
              <a:rect l="l" t="t" r="r" b="b"/>
              <a:pathLst>
                <a:path w="3513" h="3622" extrusionOk="0">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4" name="Google Shape;14364;p67"/>
            <p:cNvSpPr/>
            <p:nvPr/>
          </p:nvSpPr>
          <p:spPr>
            <a:xfrm>
              <a:off x="2795010" y="3417371"/>
              <a:ext cx="94365" cy="106960"/>
            </a:xfrm>
            <a:custGeom>
              <a:avLst/>
              <a:gdLst/>
              <a:ahLst/>
              <a:cxnLst/>
              <a:rect l="l" t="t" r="r" b="b"/>
              <a:pathLst>
                <a:path w="2967" h="3363" extrusionOk="0">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5" name="Google Shape;14365;p67"/>
            <p:cNvSpPr/>
            <p:nvPr/>
          </p:nvSpPr>
          <p:spPr>
            <a:xfrm>
              <a:off x="2719695" y="3433974"/>
              <a:ext cx="76141" cy="101744"/>
            </a:xfrm>
            <a:custGeom>
              <a:avLst/>
              <a:gdLst/>
              <a:ahLst/>
              <a:cxnLst/>
              <a:rect l="l" t="t" r="r" b="b"/>
              <a:pathLst>
                <a:path w="2394" h="3199" extrusionOk="0">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6" name="Google Shape;14366;p67"/>
            <p:cNvSpPr/>
            <p:nvPr/>
          </p:nvSpPr>
          <p:spPr>
            <a:xfrm>
              <a:off x="2787472" y="3594366"/>
              <a:ext cx="32600" cy="104543"/>
            </a:xfrm>
            <a:custGeom>
              <a:avLst/>
              <a:gdLst/>
              <a:ahLst/>
              <a:cxnLst/>
              <a:rect l="l" t="t" r="r" b="b"/>
              <a:pathLst>
                <a:path w="1025" h="3287" extrusionOk="0">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7" name="Google Shape;14367;p67"/>
          <p:cNvGrpSpPr/>
          <p:nvPr/>
        </p:nvGrpSpPr>
        <p:grpSpPr>
          <a:xfrm>
            <a:off x="2212469" y="3184863"/>
            <a:ext cx="282715" cy="338660"/>
            <a:chOff x="2212469" y="3360313"/>
            <a:chExt cx="282715" cy="338660"/>
          </a:xfrm>
        </p:grpSpPr>
        <p:sp>
          <p:nvSpPr>
            <p:cNvPr id="14368" name="Google Shape;14368;p67"/>
            <p:cNvSpPr/>
            <p:nvPr/>
          </p:nvSpPr>
          <p:spPr>
            <a:xfrm>
              <a:off x="2282313" y="3360313"/>
              <a:ext cx="212871" cy="200403"/>
            </a:xfrm>
            <a:custGeom>
              <a:avLst/>
              <a:gdLst/>
              <a:ahLst/>
              <a:cxnLst/>
              <a:rect l="l" t="t" r="r" b="b"/>
              <a:pathLst>
                <a:path w="6693" h="6301" extrusionOk="0">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9" name="Google Shape;14369;p67"/>
            <p:cNvSpPr/>
            <p:nvPr/>
          </p:nvSpPr>
          <p:spPr>
            <a:xfrm>
              <a:off x="2234987" y="3526304"/>
              <a:ext cx="106070" cy="94143"/>
            </a:xfrm>
            <a:custGeom>
              <a:avLst/>
              <a:gdLst/>
              <a:ahLst/>
              <a:cxnLst/>
              <a:rect l="l" t="t" r="r" b="b"/>
              <a:pathLst>
                <a:path w="3335" h="2960" extrusionOk="0">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0" name="Google Shape;14370;p67"/>
            <p:cNvSpPr/>
            <p:nvPr/>
          </p:nvSpPr>
          <p:spPr>
            <a:xfrm>
              <a:off x="2212469" y="3622386"/>
              <a:ext cx="61924" cy="76586"/>
            </a:xfrm>
            <a:custGeom>
              <a:avLst/>
              <a:gdLst/>
              <a:ahLst/>
              <a:cxnLst/>
              <a:rect l="l" t="t" r="r" b="b"/>
              <a:pathLst>
                <a:path w="1947" h="2408" extrusionOk="0">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1" name="Google Shape;14371;p67"/>
          <p:cNvGrpSpPr/>
          <p:nvPr/>
        </p:nvGrpSpPr>
        <p:grpSpPr>
          <a:xfrm>
            <a:off x="1768821" y="3185658"/>
            <a:ext cx="278739" cy="339073"/>
            <a:chOff x="1768821" y="3361108"/>
            <a:chExt cx="278739" cy="339073"/>
          </a:xfrm>
        </p:grpSpPr>
        <p:sp>
          <p:nvSpPr>
            <p:cNvPr id="14372" name="Google Shape;14372;p67"/>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3" name="Google Shape;14373;p67"/>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4" name="Google Shape;14374;p67"/>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5" name="Google Shape;14375;p67"/>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6" name="Google Shape;14376;p67"/>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7" name="Google Shape;14377;p67"/>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8" name="Google Shape;14378;p67"/>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9" name="Google Shape;14379;p67"/>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0" name="Google Shape;14380;p67"/>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1" name="Google Shape;14381;p67"/>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2" name="Google Shape;14382;p67"/>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83" name="Google Shape;14383;p67"/>
          <p:cNvGrpSpPr/>
          <p:nvPr/>
        </p:nvGrpSpPr>
        <p:grpSpPr>
          <a:xfrm>
            <a:off x="5337883" y="3161423"/>
            <a:ext cx="307141" cy="376826"/>
            <a:chOff x="5337883" y="3336873"/>
            <a:chExt cx="307141" cy="376826"/>
          </a:xfrm>
        </p:grpSpPr>
        <p:sp>
          <p:nvSpPr>
            <p:cNvPr id="14384" name="Google Shape;14384;p67"/>
            <p:cNvSpPr/>
            <p:nvPr/>
          </p:nvSpPr>
          <p:spPr>
            <a:xfrm>
              <a:off x="5405659" y="3336873"/>
              <a:ext cx="223844" cy="125375"/>
            </a:xfrm>
            <a:custGeom>
              <a:avLst/>
              <a:gdLst/>
              <a:ahLst/>
              <a:cxnLst/>
              <a:rect l="l" t="t" r="r" b="b"/>
              <a:pathLst>
                <a:path w="7038" h="3942" extrusionOk="0">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5" name="Google Shape;14385;p67"/>
            <p:cNvSpPr/>
            <p:nvPr/>
          </p:nvSpPr>
          <p:spPr>
            <a:xfrm>
              <a:off x="5337883" y="3369060"/>
              <a:ext cx="307141" cy="344639"/>
            </a:xfrm>
            <a:custGeom>
              <a:avLst/>
              <a:gdLst/>
              <a:ahLst/>
              <a:cxnLst/>
              <a:rect l="l" t="t" r="r" b="b"/>
              <a:pathLst>
                <a:path w="9657" h="10836" extrusionOk="0">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86" name="Google Shape;14386;p67"/>
          <p:cNvGrpSpPr/>
          <p:nvPr/>
        </p:nvGrpSpPr>
        <p:grpSpPr>
          <a:xfrm>
            <a:off x="4883835" y="3161805"/>
            <a:ext cx="323425" cy="377557"/>
            <a:chOff x="4883835" y="3337255"/>
            <a:chExt cx="323425" cy="377557"/>
          </a:xfrm>
        </p:grpSpPr>
        <p:sp>
          <p:nvSpPr>
            <p:cNvPr id="14387" name="Google Shape;14387;p67"/>
            <p:cNvSpPr/>
            <p:nvPr/>
          </p:nvSpPr>
          <p:spPr>
            <a:xfrm>
              <a:off x="4883835" y="3447682"/>
              <a:ext cx="323425" cy="142932"/>
            </a:xfrm>
            <a:custGeom>
              <a:avLst/>
              <a:gdLst/>
              <a:ahLst/>
              <a:cxnLst/>
              <a:rect l="l" t="t" r="r" b="b"/>
              <a:pathLst>
                <a:path w="10169" h="4494" extrusionOk="0">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8" name="Google Shape;14388;p67"/>
            <p:cNvSpPr/>
            <p:nvPr/>
          </p:nvSpPr>
          <p:spPr>
            <a:xfrm>
              <a:off x="4931161" y="3600377"/>
              <a:ext cx="228392" cy="114434"/>
            </a:xfrm>
            <a:custGeom>
              <a:avLst/>
              <a:gdLst/>
              <a:ahLst/>
              <a:cxnLst/>
              <a:rect l="l" t="t" r="r" b="b"/>
              <a:pathLst>
                <a:path w="7181" h="3598" extrusionOk="0">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9" name="Google Shape;14389;p67"/>
            <p:cNvSpPr/>
            <p:nvPr/>
          </p:nvSpPr>
          <p:spPr>
            <a:xfrm>
              <a:off x="4926263" y="3337255"/>
              <a:ext cx="238601" cy="97355"/>
            </a:xfrm>
            <a:custGeom>
              <a:avLst/>
              <a:gdLst/>
              <a:ahLst/>
              <a:cxnLst/>
              <a:rect l="l" t="t" r="r" b="b"/>
              <a:pathLst>
                <a:path w="7502" h="3061" extrusionOk="0">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0" name="Google Shape;14390;p67"/>
          <p:cNvGrpSpPr/>
          <p:nvPr/>
        </p:nvGrpSpPr>
        <p:grpSpPr>
          <a:xfrm>
            <a:off x="6193310" y="3231839"/>
            <a:ext cx="352590" cy="237488"/>
            <a:chOff x="6193310" y="3407289"/>
            <a:chExt cx="352590" cy="237488"/>
          </a:xfrm>
        </p:grpSpPr>
        <p:sp>
          <p:nvSpPr>
            <p:cNvPr id="14391" name="Google Shape;14391;p67"/>
            <p:cNvSpPr/>
            <p:nvPr/>
          </p:nvSpPr>
          <p:spPr>
            <a:xfrm>
              <a:off x="6193310" y="3522042"/>
              <a:ext cx="352590" cy="122735"/>
            </a:xfrm>
            <a:custGeom>
              <a:avLst/>
              <a:gdLst/>
              <a:ahLst/>
              <a:cxnLst/>
              <a:rect l="l" t="t" r="r" b="b"/>
              <a:pathLst>
                <a:path w="11086" h="3859" extrusionOk="0">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2" name="Google Shape;14392;p67"/>
            <p:cNvSpPr/>
            <p:nvPr/>
          </p:nvSpPr>
          <p:spPr>
            <a:xfrm>
              <a:off x="6217927" y="3546277"/>
              <a:ext cx="132563" cy="73120"/>
            </a:xfrm>
            <a:custGeom>
              <a:avLst/>
              <a:gdLst/>
              <a:ahLst/>
              <a:cxnLst/>
              <a:rect l="l" t="t" r="r" b="b"/>
              <a:pathLst>
                <a:path w="4168" h="2299" extrusionOk="0">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3" name="Google Shape;14393;p67"/>
            <p:cNvSpPr/>
            <p:nvPr/>
          </p:nvSpPr>
          <p:spPr>
            <a:xfrm>
              <a:off x="6388720" y="3546277"/>
              <a:ext cx="132563" cy="72738"/>
            </a:xfrm>
            <a:custGeom>
              <a:avLst/>
              <a:gdLst/>
              <a:ahLst/>
              <a:cxnLst/>
              <a:rect l="l" t="t" r="r" b="b"/>
              <a:pathLst>
                <a:path w="4168" h="2287" extrusionOk="0">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4" name="Google Shape;14394;p67"/>
            <p:cNvSpPr/>
            <p:nvPr/>
          </p:nvSpPr>
          <p:spPr>
            <a:xfrm>
              <a:off x="6405736" y="3407289"/>
              <a:ext cx="121591" cy="105306"/>
            </a:xfrm>
            <a:custGeom>
              <a:avLst/>
              <a:gdLst/>
              <a:ahLst/>
              <a:cxnLst/>
              <a:rect l="l" t="t" r="r" b="b"/>
              <a:pathLst>
                <a:path w="3823" h="3311" extrusionOk="0">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5" name="Google Shape;14395;p67"/>
            <p:cNvSpPr/>
            <p:nvPr/>
          </p:nvSpPr>
          <p:spPr>
            <a:xfrm>
              <a:off x="6212616" y="3407289"/>
              <a:ext cx="120827" cy="105306"/>
            </a:xfrm>
            <a:custGeom>
              <a:avLst/>
              <a:gdLst/>
              <a:ahLst/>
              <a:cxnLst/>
              <a:rect l="l" t="t" r="r" b="b"/>
              <a:pathLst>
                <a:path w="3799" h="3311" extrusionOk="0">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6" name="Google Shape;14396;p67"/>
          <p:cNvGrpSpPr/>
          <p:nvPr/>
        </p:nvGrpSpPr>
        <p:grpSpPr>
          <a:xfrm>
            <a:off x="6637117" y="3222393"/>
            <a:ext cx="353735" cy="254504"/>
            <a:chOff x="6637117" y="3397843"/>
            <a:chExt cx="353735" cy="254504"/>
          </a:xfrm>
        </p:grpSpPr>
        <p:sp>
          <p:nvSpPr>
            <p:cNvPr id="14397" name="Google Shape;14397;p67"/>
            <p:cNvSpPr/>
            <p:nvPr/>
          </p:nvSpPr>
          <p:spPr>
            <a:xfrm>
              <a:off x="6637117" y="3397843"/>
              <a:ext cx="353735" cy="254504"/>
            </a:xfrm>
            <a:custGeom>
              <a:avLst/>
              <a:gdLst/>
              <a:ahLst/>
              <a:cxnLst/>
              <a:rect l="l" t="t" r="r" b="b"/>
              <a:pathLst>
                <a:path w="11122" h="8002" extrusionOk="0">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8" name="Google Shape;14398;p67"/>
            <p:cNvSpPr/>
            <p:nvPr/>
          </p:nvSpPr>
          <p:spPr>
            <a:xfrm>
              <a:off x="6732532" y="3484925"/>
              <a:ext cx="10273" cy="129923"/>
            </a:xfrm>
            <a:custGeom>
              <a:avLst/>
              <a:gdLst/>
              <a:ahLst/>
              <a:cxnLst/>
              <a:rect l="l" t="t" r="r" b="b"/>
              <a:pathLst>
                <a:path w="323" h="4085" extrusionOk="0">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9" name="Google Shape;14399;p67"/>
            <p:cNvSpPr/>
            <p:nvPr/>
          </p:nvSpPr>
          <p:spPr>
            <a:xfrm>
              <a:off x="6903707" y="3467591"/>
              <a:ext cx="38293" cy="29483"/>
            </a:xfrm>
            <a:custGeom>
              <a:avLst/>
              <a:gdLst/>
              <a:ahLst/>
              <a:cxnLst/>
              <a:rect l="l" t="t" r="r" b="b"/>
              <a:pathLst>
                <a:path w="1204" h="927" extrusionOk="0">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0" name="Google Shape;14400;p67"/>
            <p:cNvSpPr/>
            <p:nvPr/>
          </p:nvSpPr>
          <p:spPr>
            <a:xfrm>
              <a:off x="6750725" y="3461739"/>
              <a:ext cx="177249" cy="177345"/>
            </a:xfrm>
            <a:custGeom>
              <a:avLst/>
              <a:gdLst/>
              <a:ahLst/>
              <a:cxnLst/>
              <a:rect l="l" t="t" r="r" b="b"/>
              <a:pathLst>
                <a:path w="5573" h="5576" extrusionOk="0">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1" name="Google Shape;14401;p67"/>
            <p:cNvSpPr/>
            <p:nvPr/>
          </p:nvSpPr>
          <p:spPr>
            <a:xfrm>
              <a:off x="6778363" y="3495166"/>
              <a:ext cx="134090" cy="110681"/>
            </a:xfrm>
            <a:custGeom>
              <a:avLst/>
              <a:gdLst/>
              <a:ahLst/>
              <a:cxnLst/>
              <a:rect l="l" t="t" r="r" b="b"/>
              <a:pathLst>
                <a:path w="4216" h="3480" extrusionOk="0">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2" name="Google Shape;14402;p67"/>
            <p:cNvSpPr/>
            <p:nvPr/>
          </p:nvSpPr>
          <p:spPr>
            <a:xfrm>
              <a:off x="6820791" y="3521501"/>
              <a:ext cx="49997" cy="41665"/>
            </a:xfrm>
            <a:custGeom>
              <a:avLst/>
              <a:gdLst/>
              <a:ahLst/>
              <a:cxnLst/>
              <a:rect l="l" t="t" r="r" b="b"/>
              <a:pathLst>
                <a:path w="1572" h="1310" extrusionOk="0">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03" name="Google Shape;14403;p67"/>
          <p:cNvGrpSpPr/>
          <p:nvPr/>
        </p:nvGrpSpPr>
        <p:grpSpPr>
          <a:xfrm>
            <a:off x="7075994" y="3174081"/>
            <a:ext cx="360637" cy="352336"/>
            <a:chOff x="7075994" y="3349531"/>
            <a:chExt cx="360637" cy="352336"/>
          </a:xfrm>
        </p:grpSpPr>
        <p:sp>
          <p:nvSpPr>
            <p:cNvPr id="14404" name="Google Shape;14404;p67"/>
            <p:cNvSpPr/>
            <p:nvPr/>
          </p:nvSpPr>
          <p:spPr>
            <a:xfrm>
              <a:off x="7277097" y="3607502"/>
              <a:ext cx="56454" cy="57154"/>
            </a:xfrm>
            <a:custGeom>
              <a:avLst/>
              <a:gdLst/>
              <a:ahLst/>
              <a:cxnLst/>
              <a:rect l="l" t="t" r="r" b="b"/>
              <a:pathLst>
                <a:path w="1775" h="1797" extrusionOk="0">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5" name="Google Shape;14405;p67"/>
            <p:cNvSpPr/>
            <p:nvPr/>
          </p:nvSpPr>
          <p:spPr>
            <a:xfrm>
              <a:off x="7090784" y="3428917"/>
              <a:ext cx="190894" cy="81421"/>
            </a:xfrm>
            <a:custGeom>
              <a:avLst/>
              <a:gdLst/>
              <a:ahLst/>
              <a:cxnLst/>
              <a:rect l="l" t="t" r="r" b="b"/>
              <a:pathLst>
                <a:path w="6002" h="2560" extrusionOk="0">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6" name="Google Shape;14406;p67"/>
            <p:cNvSpPr/>
            <p:nvPr/>
          </p:nvSpPr>
          <p:spPr>
            <a:xfrm>
              <a:off x="7075994" y="3520102"/>
              <a:ext cx="136762" cy="167072"/>
            </a:xfrm>
            <a:custGeom>
              <a:avLst/>
              <a:gdLst/>
              <a:ahLst/>
              <a:cxnLst/>
              <a:rect l="l" t="t" r="r" b="b"/>
              <a:pathLst>
                <a:path w="4300" h="5253" extrusionOk="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7" name="Google Shape;14407;p67"/>
            <p:cNvSpPr/>
            <p:nvPr/>
          </p:nvSpPr>
          <p:spPr>
            <a:xfrm>
              <a:off x="7158560" y="3468609"/>
              <a:ext cx="87496" cy="57249"/>
            </a:xfrm>
            <a:custGeom>
              <a:avLst/>
              <a:gdLst/>
              <a:ahLst/>
              <a:cxnLst/>
              <a:rect l="l" t="t" r="r" b="b"/>
              <a:pathLst>
                <a:path w="2751" h="1800" extrusionOk="0">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8" name="Google Shape;14408;p67"/>
            <p:cNvSpPr/>
            <p:nvPr/>
          </p:nvSpPr>
          <p:spPr>
            <a:xfrm>
              <a:off x="7199461" y="3548567"/>
              <a:ext cx="78399" cy="78749"/>
            </a:xfrm>
            <a:custGeom>
              <a:avLst/>
              <a:gdLst/>
              <a:ahLst/>
              <a:cxnLst/>
              <a:rect l="l" t="t" r="r" b="b"/>
              <a:pathLst>
                <a:path w="2465" h="2476" extrusionOk="0">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9" name="Google Shape;14409;p67"/>
            <p:cNvSpPr/>
            <p:nvPr/>
          </p:nvSpPr>
          <p:spPr>
            <a:xfrm>
              <a:off x="7114256" y="3523855"/>
              <a:ext cx="72738" cy="76141"/>
            </a:xfrm>
            <a:custGeom>
              <a:avLst/>
              <a:gdLst/>
              <a:ahLst/>
              <a:cxnLst/>
              <a:rect l="l" t="t" r="r" b="b"/>
              <a:pathLst>
                <a:path w="2287" h="2394" extrusionOk="0">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0" name="Google Shape;14410;p67"/>
            <p:cNvSpPr/>
            <p:nvPr/>
          </p:nvSpPr>
          <p:spPr>
            <a:xfrm>
              <a:off x="7221057" y="3349531"/>
              <a:ext cx="215574" cy="352336"/>
            </a:xfrm>
            <a:custGeom>
              <a:avLst/>
              <a:gdLst/>
              <a:ahLst/>
              <a:cxnLst/>
              <a:rect l="l" t="t" r="r" b="b"/>
              <a:pathLst>
                <a:path w="6778" h="11078" extrusionOk="0">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11" name="Google Shape;14411;p67"/>
          <p:cNvGrpSpPr/>
          <p:nvPr/>
        </p:nvGrpSpPr>
        <p:grpSpPr>
          <a:xfrm>
            <a:off x="7651983" y="3173731"/>
            <a:ext cx="107183" cy="352399"/>
            <a:chOff x="7651983" y="3349181"/>
            <a:chExt cx="107183" cy="352399"/>
          </a:xfrm>
        </p:grpSpPr>
        <p:sp>
          <p:nvSpPr>
            <p:cNvPr id="14412" name="Google Shape;14412;p67"/>
            <p:cNvSpPr/>
            <p:nvPr/>
          </p:nvSpPr>
          <p:spPr>
            <a:xfrm>
              <a:off x="7651983" y="3349181"/>
              <a:ext cx="84092" cy="247507"/>
            </a:xfrm>
            <a:custGeom>
              <a:avLst/>
              <a:gdLst/>
              <a:ahLst/>
              <a:cxnLst/>
              <a:rect l="l" t="t" r="r" b="b"/>
              <a:pathLst>
                <a:path w="2644" h="7782" extrusionOk="0">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3" name="Google Shape;14413;p67"/>
            <p:cNvSpPr/>
            <p:nvPr/>
          </p:nvSpPr>
          <p:spPr>
            <a:xfrm>
              <a:off x="7667885" y="3387379"/>
              <a:ext cx="91280" cy="314202"/>
            </a:xfrm>
            <a:custGeom>
              <a:avLst/>
              <a:gdLst/>
              <a:ahLst/>
              <a:cxnLst/>
              <a:rect l="l" t="t" r="r" b="b"/>
              <a:pathLst>
                <a:path w="2870" h="9879" extrusionOk="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14" name="Google Shape;14414;p67"/>
          <p:cNvGrpSpPr/>
          <p:nvPr/>
        </p:nvGrpSpPr>
        <p:grpSpPr>
          <a:xfrm>
            <a:off x="7973468" y="3206872"/>
            <a:ext cx="352590" cy="287072"/>
            <a:chOff x="7973468" y="3382322"/>
            <a:chExt cx="352590" cy="287072"/>
          </a:xfrm>
        </p:grpSpPr>
        <p:sp>
          <p:nvSpPr>
            <p:cNvPr id="14415" name="Google Shape;14415;p67"/>
            <p:cNvSpPr/>
            <p:nvPr/>
          </p:nvSpPr>
          <p:spPr>
            <a:xfrm>
              <a:off x="7973468" y="3382322"/>
              <a:ext cx="352590" cy="287072"/>
            </a:xfrm>
            <a:custGeom>
              <a:avLst/>
              <a:gdLst/>
              <a:ahLst/>
              <a:cxnLst/>
              <a:rect l="l" t="t" r="r" b="b"/>
              <a:pathLst>
                <a:path w="11086" h="9026" extrusionOk="0">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6" name="Google Shape;14416;p67"/>
            <p:cNvSpPr/>
            <p:nvPr/>
          </p:nvSpPr>
          <p:spPr>
            <a:xfrm>
              <a:off x="8051486" y="3417149"/>
              <a:ext cx="73883" cy="10623"/>
            </a:xfrm>
            <a:custGeom>
              <a:avLst/>
              <a:gdLst/>
              <a:ahLst/>
              <a:cxnLst/>
              <a:rect l="l" t="t" r="r" b="b"/>
              <a:pathLst>
                <a:path w="2323" h="334" extrusionOk="0">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7" name="Google Shape;14417;p67"/>
            <p:cNvSpPr/>
            <p:nvPr/>
          </p:nvSpPr>
          <p:spPr>
            <a:xfrm>
              <a:off x="8022702" y="3437981"/>
              <a:ext cx="102667" cy="10623"/>
            </a:xfrm>
            <a:custGeom>
              <a:avLst/>
              <a:gdLst/>
              <a:ahLst/>
              <a:cxnLst/>
              <a:rect l="l" t="t" r="r" b="b"/>
              <a:pathLst>
                <a:path w="3228" h="334" extrusionOk="0">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8" name="Google Shape;14418;p67"/>
            <p:cNvSpPr/>
            <p:nvPr/>
          </p:nvSpPr>
          <p:spPr>
            <a:xfrm>
              <a:off x="8022702" y="3458432"/>
              <a:ext cx="102667" cy="10623"/>
            </a:xfrm>
            <a:custGeom>
              <a:avLst/>
              <a:gdLst/>
              <a:ahLst/>
              <a:cxnLst/>
              <a:rect l="l" t="t" r="r" b="b"/>
              <a:pathLst>
                <a:path w="3228" h="334" extrusionOk="0">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9" name="Google Shape;14419;p67"/>
            <p:cNvSpPr/>
            <p:nvPr/>
          </p:nvSpPr>
          <p:spPr>
            <a:xfrm>
              <a:off x="8022702" y="3479264"/>
              <a:ext cx="81071" cy="10623"/>
            </a:xfrm>
            <a:custGeom>
              <a:avLst/>
              <a:gdLst/>
              <a:ahLst/>
              <a:cxnLst/>
              <a:rect l="l" t="t" r="r" b="b"/>
              <a:pathLst>
                <a:path w="2549" h="334" extrusionOk="0">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0" name="Google Shape;14420;p67"/>
            <p:cNvSpPr/>
            <p:nvPr/>
          </p:nvSpPr>
          <p:spPr>
            <a:xfrm>
              <a:off x="8051486" y="3520515"/>
              <a:ext cx="73883" cy="10655"/>
            </a:xfrm>
            <a:custGeom>
              <a:avLst/>
              <a:gdLst/>
              <a:ahLst/>
              <a:cxnLst/>
              <a:rect l="l" t="t" r="r" b="b"/>
              <a:pathLst>
                <a:path w="2323" h="335" extrusionOk="0">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1" name="Google Shape;14421;p67"/>
            <p:cNvSpPr/>
            <p:nvPr/>
          </p:nvSpPr>
          <p:spPr>
            <a:xfrm>
              <a:off x="8022702" y="3540966"/>
              <a:ext cx="102667" cy="10273"/>
            </a:xfrm>
            <a:custGeom>
              <a:avLst/>
              <a:gdLst/>
              <a:ahLst/>
              <a:cxnLst/>
              <a:rect l="l" t="t" r="r" b="b"/>
              <a:pathLst>
                <a:path w="3228" h="323" extrusionOk="0">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2" name="Google Shape;14422;p67"/>
            <p:cNvSpPr/>
            <p:nvPr/>
          </p:nvSpPr>
          <p:spPr>
            <a:xfrm>
              <a:off x="8022702" y="3561798"/>
              <a:ext cx="49266" cy="10273"/>
            </a:xfrm>
            <a:custGeom>
              <a:avLst/>
              <a:gdLst/>
              <a:ahLst/>
              <a:cxnLst/>
              <a:rect l="l" t="t" r="r" b="b"/>
              <a:pathLst>
                <a:path w="1549" h="323" extrusionOk="0">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3" name="Google Shape;14423;p67"/>
            <p:cNvSpPr/>
            <p:nvPr/>
          </p:nvSpPr>
          <p:spPr>
            <a:xfrm>
              <a:off x="8200683" y="3486452"/>
              <a:ext cx="73883" cy="10623"/>
            </a:xfrm>
            <a:custGeom>
              <a:avLst/>
              <a:gdLst/>
              <a:ahLst/>
              <a:cxnLst/>
              <a:rect l="l" t="t" r="r" b="b"/>
              <a:pathLst>
                <a:path w="2323" h="334" extrusionOk="0">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4" name="Google Shape;14424;p67"/>
            <p:cNvSpPr/>
            <p:nvPr/>
          </p:nvSpPr>
          <p:spPr>
            <a:xfrm>
              <a:off x="8171899" y="3506902"/>
              <a:ext cx="102667" cy="10241"/>
            </a:xfrm>
            <a:custGeom>
              <a:avLst/>
              <a:gdLst/>
              <a:ahLst/>
              <a:cxnLst/>
              <a:rect l="l" t="t" r="r" b="b"/>
              <a:pathLst>
                <a:path w="3228" h="322" extrusionOk="0">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5" name="Google Shape;14425;p67"/>
            <p:cNvSpPr/>
            <p:nvPr/>
          </p:nvSpPr>
          <p:spPr>
            <a:xfrm>
              <a:off x="8171899" y="3527735"/>
              <a:ext cx="49266" cy="10241"/>
            </a:xfrm>
            <a:custGeom>
              <a:avLst/>
              <a:gdLst/>
              <a:ahLst/>
              <a:cxnLst/>
              <a:rect l="l" t="t" r="r" b="b"/>
              <a:pathLst>
                <a:path w="1549" h="322" extrusionOk="0">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6" name="Google Shape;14426;p67"/>
            <p:cNvSpPr/>
            <p:nvPr/>
          </p:nvSpPr>
          <p:spPr>
            <a:xfrm>
              <a:off x="8174189" y="3417149"/>
              <a:ext cx="102635" cy="45099"/>
            </a:xfrm>
            <a:custGeom>
              <a:avLst/>
              <a:gdLst/>
              <a:ahLst/>
              <a:cxnLst/>
              <a:rect l="l" t="t" r="r" b="b"/>
              <a:pathLst>
                <a:path w="3227" h="1418" extrusionOk="0">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427" name="Google Shape;14427;p67"/>
          <p:cNvSpPr txBox="1"/>
          <p:nvPr/>
        </p:nvSpPr>
        <p:spPr>
          <a:xfrm>
            <a:off x="849675" y="715200"/>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Creative Process Icons</a:t>
            </a:r>
            <a:endParaRPr sz="2400">
              <a:solidFill>
                <a:srgbClr val="FFFFFF"/>
              </a:solidFill>
            </a:endParaRPr>
          </a:p>
        </p:txBody>
      </p:sp>
      <p:sp>
        <p:nvSpPr>
          <p:cNvPr id="14428" name="Google Shape;14428;p67"/>
          <p:cNvSpPr txBox="1"/>
          <p:nvPr/>
        </p:nvSpPr>
        <p:spPr>
          <a:xfrm>
            <a:off x="4858400" y="715200"/>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432"/>
        <p:cNvGrpSpPr/>
        <p:nvPr/>
      </p:nvGrpSpPr>
      <p:grpSpPr>
        <a:xfrm>
          <a:off x="0" y="0"/>
          <a:ext cx="0" cy="0"/>
          <a:chOff x="0" y="0"/>
          <a:chExt cx="0" cy="0"/>
        </a:xfrm>
      </p:grpSpPr>
      <p:grpSp>
        <p:nvGrpSpPr>
          <p:cNvPr id="14433" name="Google Shape;14433;p68"/>
          <p:cNvGrpSpPr/>
          <p:nvPr/>
        </p:nvGrpSpPr>
        <p:grpSpPr>
          <a:xfrm>
            <a:off x="849677" y="1576858"/>
            <a:ext cx="347872" cy="347488"/>
            <a:chOff x="849677" y="1500658"/>
            <a:chExt cx="347872" cy="347488"/>
          </a:xfrm>
        </p:grpSpPr>
        <p:sp>
          <p:nvSpPr>
            <p:cNvPr id="14434" name="Google Shape;14434;p68"/>
            <p:cNvSpPr/>
            <p:nvPr/>
          </p:nvSpPr>
          <p:spPr>
            <a:xfrm>
              <a:off x="849677" y="1500658"/>
              <a:ext cx="347872" cy="347488"/>
            </a:xfrm>
            <a:custGeom>
              <a:avLst/>
              <a:gdLst/>
              <a:ahLst/>
              <a:cxnLst/>
              <a:rect l="l" t="t" r="r" b="b"/>
              <a:pathLst>
                <a:path w="10871" h="10859" extrusionOk="0">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5" name="Google Shape;14435;p68"/>
            <p:cNvSpPr/>
            <p:nvPr/>
          </p:nvSpPr>
          <p:spPr>
            <a:xfrm>
              <a:off x="936557" y="1663346"/>
              <a:ext cx="43072" cy="48032"/>
            </a:xfrm>
            <a:custGeom>
              <a:avLst/>
              <a:gdLst/>
              <a:ahLst/>
              <a:cxnLst/>
              <a:rect l="l" t="t" r="r" b="b"/>
              <a:pathLst>
                <a:path w="1346"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6" name="Google Shape;14436;p68"/>
            <p:cNvSpPr/>
            <p:nvPr/>
          </p:nvSpPr>
          <p:spPr>
            <a:xfrm>
              <a:off x="106682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7" name="Google Shape;14437;p68"/>
            <p:cNvSpPr/>
            <p:nvPr/>
          </p:nvSpPr>
          <p:spPr>
            <a:xfrm>
              <a:off x="893101" y="1636178"/>
              <a:ext cx="110144" cy="116352"/>
            </a:xfrm>
            <a:custGeom>
              <a:avLst/>
              <a:gdLst/>
              <a:ahLst/>
              <a:cxnLst/>
              <a:rect l="l" t="t" r="r" b="b"/>
              <a:pathLst>
                <a:path w="3442" h="3636" extrusionOk="0">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8" name="Google Shape;14438;p68"/>
            <p:cNvSpPr/>
            <p:nvPr/>
          </p:nvSpPr>
          <p:spPr>
            <a:xfrm>
              <a:off x="1043597" y="1636882"/>
              <a:ext cx="116608" cy="115264"/>
            </a:xfrm>
            <a:custGeom>
              <a:avLst/>
              <a:gdLst/>
              <a:ahLst/>
              <a:cxnLst/>
              <a:rect l="l" t="t" r="r" b="b"/>
              <a:pathLst>
                <a:path w="3644" h="3602" extrusionOk="0">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9" name="Google Shape;14439;p68"/>
            <p:cNvSpPr/>
            <p:nvPr/>
          </p:nvSpPr>
          <p:spPr>
            <a:xfrm>
              <a:off x="968173" y="1730002"/>
              <a:ext cx="110144" cy="96064"/>
            </a:xfrm>
            <a:custGeom>
              <a:avLst/>
              <a:gdLst/>
              <a:ahLst/>
              <a:cxnLst/>
              <a:rect l="l" t="t" r="r" b="b"/>
              <a:pathLst>
                <a:path w="3442" h="3002" extrusionOk="0">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40" name="Google Shape;14440;p68"/>
          <p:cNvGrpSpPr/>
          <p:nvPr/>
        </p:nvGrpSpPr>
        <p:grpSpPr>
          <a:xfrm>
            <a:off x="1415853" y="1576858"/>
            <a:ext cx="315872" cy="347488"/>
            <a:chOff x="1415853" y="1500658"/>
            <a:chExt cx="315872" cy="347488"/>
          </a:xfrm>
        </p:grpSpPr>
        <p:sp>
          <p:nvSpPr>
            <p:cNvPr id="14441" name="Google Shape;14441;p68"/>
            <p:cNvSpPr/>
            <p:nvPr/>
          </p:nvSpPr>
          <p:spPr>
            <a:xfrm>
              <a:off x="1415853" y="1500658"/>
              <a:ext cx="315872" cy="347488"/>
            </a:xfrm>
            <a:custGeom>
              <a:avLst/>
              <a:gdLst/>
              <a:ahLst/>
              <a:cxnLst/>
              <a:rect l="l" t="t" r="r" b="b"/>
              <a:pathLst>
                <a:path w="9871" h="10859" extrusionOk="0">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2" name="Google Shape;14442;p68"/>
            <p:cNvSpPr/>
            <p:nvPr/>
          </p:nvSpPr>
          <p:spPr>
            <a:xfrm>
              <a:off x="1524045" y="1565810"/>
              <a:ext cx="32416" cy="37376"/>
            </a:xfrm>
            <a:custGeom>
              <a:avLst/>
              <a:gdLst/>
              <a:ahLst/>
              <a:cxnLst/>
              <a:rect l="l" t="t" r="r" b="b"/>
              <a:pathLst>
                <a:path w="1013" h="1168" extrusionOk="0">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3" name="Google Shape;14443;p68"/>
            <p:cNvSpPr/>
            <p:nvPr/>
          </p:nvSpPr>
          <p:spPr>
            <a:xfrm>
              <a:off x="1589965" y="1565810"/>
              <a:ext cx="32416" cy="37376"/>
            </a:xfrm>
            <a:custGeom>
              <a:avLst/>
              <a:gdLst/>
              <a:ahLst/>
              <a:cxnLst/>
              <a:rect l="l" t="t" r="r" b="b"/>
              <a:pathLst>
                <a:path w="1013" h="1168" extrusionOk="0">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4" name="Google Shape;14444;p68"/>
            <p:cNvSpPr/>
            <p:nvPr/>
          </p:nvSpPr>
          <p:spPr>
            <a:xfrm>
              <a:off x="1551085" y="1598386"/>
              <a:ext cx="43488" cy="42496"/>
            </a:xfrm>
            <a:custGeom>
              <a:avLst/>
              <a:gdLst/>
              <a:ahLst/>
              <a:cxnLst/>
              <a:rect l="l" t="t" r="r" b="b"/>
              <a:pathLst>
                <a:path w="1359" h="1328" extrusionOk="0">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45" name="Google Shape;14445;p68"/>
          <p:cNvGrpSpPr/>
          <p:nvPr/>
        </p:nvGrpSpPr>
        <p:grpSpPr>
          <a:xfrm>
            <a:off x="4697389" y="1576858"/>
            <a:ext cx="347520" cy="347104"/>
            <a:chOff x="4697389" y="1500658"/>
            <a:chExt cx="347520" cy="347104"/>
          </a:xfrm>
        </p:grpSpPr>
        <p:sp>
          <p:nvSpPr>
            <p:cNvPr id="14446" name="Google Shape;14446;p68"/>
            <p:cNvSpPr/>
            <p:nvPr/>
          </p:nvSpPr>
          <p:spPr>
            <a:xfrm>
              <a:off x="4697389" y="1500658"/>
              <a:ext cx="347520" cy="347104"/>
            </a:xfrm>
            <a:custGeom>
              <a:avLst/>
              <a:gdLst/>
              <a:ahLst/>
              <a:cxnLst/>
              <a:rect l="l" t="t" r="r" b="b"/>
              <a:pathLst>
                <a:path w="10860" h="10847" extrusionOk="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7" name="Google Shape;14447;p68"/>
            <p:cNvSpPr/>
            <p:nvPr/>
          </p:nvSpPr>
          <p:spPr>
            <a:xfrm>
              <a:off x="4773581"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8" name="Google Shape;14448;p68"/>
            <p:cNvSpPr/>
            <p:nvPr/>
          </p:nvSpPr>
          <p:spPr>
            <a:xfrm>
              <a:off x="4920653"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49" name="Google Shape;14449;p68"/>
          <p:cNvGrpSpPr/>
          <p:nvPr/>
        </p:nvGrpSpPr>
        <p:grpSpPr>
          <a:xfrm>
            <a:off x="3603533" y="2041146"/>
            <a:ext cx="347520" cy="353760"/>
            <a:chOff x="3603533" y="1964946"/>
            <a:chExt cx="347520" cy="353760"/>
          </a:xfrm>
        </p:grpSpPr>
        <p:sp>
          <p:nvSpPr>
            <p:cNvPr id="14450" name="Google Shape;14450;p68"/>
            <p:cNvSpPr/>
            <p:nvPr/>
          </p:nvSpPr>
          <p:spPr>
            <a:xfrm>
              <a:off x="3603533" y="1964946"/>
              <a:ext cx="347520" cy="353760"/>
            </a:xfrm>
            <a:custGeom>
              <a:avLst/>
              <a:gdLst/>
              <a:ahLst/>
              <a:cxnLst/>
              <a:rect l="l" t="t" r="r" b="b"/>
              <a:pathLst>
                <a:path w="10860" h="11055" extrusionOk="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1" name="Google Shape;14451;p68"/>
            <p:cNvSpPr/>
            <p:nvPr/>
          </p:nvSpPr>
          <p:spPr>
            <a:xfrm>
              <a:off x="3823757" y="2285522"/>
              <a:ext cx="16416" cy="10304"/>
            </a:xfrm>
            <a:custGeom>
              <a:avLst/>
              <a:gdLst/>
              <a:ahLst/>
              <a:cxnLst/>
              <a:rect l="l" t="t" r="r" b="b"/>
              <a:pathLst>
                <a:path w="513" h="322" extrusionOk="0">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2" name="Google Shape;14452;p68"/>
            <p:cNvSpPr/>
            <p:nvPr/>
          </p:nvSpPr>
          <p:spPr>
            <a:xfrm>
              <a:off x="3664493" y="2075218"/>
              <a:ext cx="26720" cy="26688"/>
            </a:xfrm>
            <a:custGeom>
              <a:avLst/>
              <a:gdLst/>
              <a:ahLst/>
              <a:cxnLst/>
              <a:rect l="l" t="t" r="r" b="b"/>
              <a:pathLst>
                <a:path w="835" h="834" extrusionOk="0">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53" name="Google Shape;14453;p68"/>
          <p:cNvGrpSpPr/>
          <p:nvPr/>
        </p:nvGrpSpPr>
        <p:grpSpPr>
          <a:xfrm>
            <a:off x="1950765" y="2040538"/>
            <a:ext cx="357792" cy="352448"/>
            <a:chOff x="1950765" y="1964338"/>
            <a:chExt cx="357792" cy="352448"/>
          </a:xfrm>
        </p:grpSpPr>
        <p:sp>
          <p:nvSpPr>
            <p:cNvPr id="14454" name="Google Shape;14454;p68"/>
            <p:cNvSpPr/>
            <p:nvPr/>
          </p:nvSpPr>
          <p:spPr>
            <a:xfrm>
              <a:off x="2048301" y="2152530"/>
              <a:ext cx="48800" cy="59488"/>
            </a:xfrm>
            <a:custGeom>
              <a:avLst/>
              <a:gdLst/>
              <a:ahLst/>
              <a:cxnLst/>
              <a:rect l="l" t="t" r="r" b="b"/>
              <a:pathLst>
                <a:path w="1525" h="1859" extrusionOk="0">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5" name="Google Shape;14455;p68"/>
            <p:cNvSpPr/>
            <p:nvPr/>
          </p:nvSpPr>
          <p:spPr>
            <a:xfrm>
              <a:off x="2164109" y="2152530"/>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6" name="Google Shape;14456;p68"/>
            <p:cNvSpPr/>
            <p:nvPr/>
          </p:nvSpPr>
          <p:spPr>
            <a:xfrm>
              <a:off x="2097453" y="2224562"/>
              <a:ext cx="65952" cy="56416"/>
            </a:xfrm>
            <a:custGeom>
              <a:avLst/>
              <a:gdLst/>
              <a:ahLst/>
              <a:cxnLst/>
              <a:rect l="l" t="t" r="r" b="b"/>
              <a:pathLst>
                <a:path w="2061" h="1763" extrusionOk="0">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7" name="Google Shape;14457;p68"/>
            <p:cNvSpPr/>
            <p:nvPr/>
          </p:nvSpPr>
          <p:spPr>
            <a:xfrm>
              <a:off x="1950765" y="1964338"/>
              <a:ext cx="357792" cy="352448"/>
            </a:xfrm>
            <a:custGeom>
              <a:avLst/>
              <a:gdLst/>
              <a:ahLst/>
              <a:cxnLst/>
              <a:rect l="l" t="t" r="r" b="b"/>
              <a:pathLst>
                <a:path w="11181" h="11014" extrusionOk="0">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58" name="Google Shape;14458;p68"/>
          <p:cNvGrpSpPr/>
          <p:nvPr/>
        </p:nvGrpSpPr>
        <p:grpSpPr>
          <a:xfrm>
            <a:off x="7435629" y="2040890"/>
            <a:ext cx="367712" cy="353248"/>
            <a:chOff x="7435629" y="1964690"/>
            <a:chExt cx="367712" cy="353248"/>
          </a:xfrm>
        </p:grpSpPr>
        <p:sp>
          <p:nvSpPr>
            <p:cNvPr id="14459" name="Google Shape;14459;p68"/>
            <p:cNvSpPr/>
            <p:nvPr/>
          </p:nvSpPr>
          <p:spPr>
            <a:xfrm>
              <a:off x="7586125" y="2054258"/>
              <a:ext cx="65952" cy="62880"/>
            </a:xfrm>
            <a:custGeom>
              <a:avLst/>
              <a:gdLst/>
              <a:ahLst/>
              <a:cxnLst/>
              <a:rect l="l" t="t" r="r" b="b"/>
              <a:pathLst>
                <a:path w="2061" h="1965" extrusionOk="0">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0" name="Google Shape;14460;p68"/>
            <p:cNvSpPr/>
            <p:nvPr/>
          </p:nvSpPr>
          <p:spPr>
            <a:xfrm>
              <a:off x="7553357" y="2030994"/>
              <a:ext cx="32416" cy="38144"/>
            </a:xfrm>
            <a:custGeom>
              <a:avLst/>
              <a:gdLst/>
              <a:ahLst/>
              <a:cxnLst/>
              <a:rect l="l" t="t" r="r" b="b"/>
              <a:pathLst>
                <a:path w="1013" h="1192" extrusionOk="0">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1" name="Google Shape;14461;p68"/>
            <p:cNvSpPr/>
            <p:nvPr/>
          </p:nvSpPr>
          <p:spPr>
            <a:xfrm>
              <a:off x="7652429" y="2030994"/>
              <a:ext cx="32416" cy="38144"/>
            </a:xfrm>
            <a:custGeom>
              <a:avLst/>
              <a:gdLst/>
              <a:ahLst/>
              <a:cxnLst/>
              <a:rect l="l" t="t" r="r" b="b"/>
              <a:pathLst>
                <a:path w="1013" h="1192" extrusionOk="0">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2" name="Google Shape;14462;p68"/>
            <p:cNvSpPr/>
            <p:nvPr/>
          </p:nvSpPr>
          <p:spPr>
            <a:xfrm>
              <a:off x="7435629" y="1964690"/>
              <a:ext cx="367712" cy="353248"/>
            </a:xfrm>
            <a:custGeom>
              <a:avLst/>
              <a:gdLst/>
              <a:ahLst/>
              <a:cxnLst/>
              <a:rect l="l" t="t" r="r" b="b"/>
              <a:pathLst>
                <a:path w="11491" h="11039" extrusionOk="0">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3" name="Google Shape;14463;p68"/>
          <p:cNvGrpSpPr/>
          <p:nvPr/>
        </p:nvGrpSpPr>
        <p:grpSpPr>
          <a:xfrm>
            <a:off x="2512749" y="2041242"/>
            <a:ext cx="333024" cy="352896"/>
            <a:chOff x="2512749" y="1965042"/>
            <a:chExt cx="333024" cy="352896"/>
          </a:xfrm>
        </p:grpSpPr>
        <p:sp>
          <p:nvSpPr>
            <p:cNvPr id="14464" name="Google Shape;14464;p68"/>
            <p:cNvSpPr/>
            <p:nvPr/>
          </p:nvSpPr>
          <p:spPr>
            <a:xfrm>
              <a:off x="2590829" y="2129682"/>
              <a:ext cx="49568" cy="60224"/>
            </a:xfrm>
            <a:custGeom>
              <a:avLst/>
              <a:gdLst/>
              <a:ahLst/>
              <a:cxnLst/>
              <a:rect l="l" t="t" r="r" b="b"/>
              <a:pathLst>
                <a:path w="1549" h="1882" extrusionOk="0">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5" name="Google Shape;14465;p68"/>
            <p:cNvSpPr/>
            <p:nvPr/>
          </p:nvSpPr>
          <p:spPr>
            <a:xfrm>
              <a:off x="2718477" y="2129682"/>
              <a:ext cx="49568" cy="60224"/>
            </a:xfrm>
            <a:custGeom>
              <a:avLst/>
              <a:gdLst/>
              <a:ahLst/>
              <a:cxnLst/>
              <a:rect l="l" t="t" r="r" b="b"/>
              <a:pathLst>
                <a:path w="1549" h="1882" extrusionOk="0">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6" name="Google Shape;14466;p68"/>
            <p:cNvSpPr/>
            <p:nvPr/>
          </p:nvSpPr>
          <p:spPr>
            <a:xfrm>
              <a:off x="2624365" y="2242994"/>
              <a:ext cx="110528" cy="52064"/>
            </a:xfrm>
            <a:custGeom>
              <a:avLst/>
              <a:gdLst/>
              <a:ahLst/>
              <a:cxnLst/>
              <a:rect l="l" t="t" r="r" b="b"/>
              <a:pathLst>
                <a:path w="3454" h="1627" extrusionOk="0">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7" name="Google Shape;14467;p68"/>
            <p:cNvSpPr/>
            <p:nvPr/>
          </p:nvSpPr>
          <p:spPr>
            <a:xfrm>
              <a:off x="2654477" y="2194834"/>
              <a:ext cx="49184" cy="38144"/>
            </a:xfrm>
            <a:custGeom>
              <a:avLst/>
              <a:gdLst/>
              <a:ahLst/>
              <a:cxnLst/>
              <a:rect l="l" t="t" r="r" b="b"/>
              <a:pathLst>
                <a:path w="1537" h="1192" extrusionOk="0">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8" name="Google Shape;14468;p68"/>
            <p:cNvSpPr/>
            <p:nvPr/>
          </p:nvSpPr>
          <p:spPr>
            <a:xfrm>
              <a:off x="2512749" y="1965042"/>
              <a:ext cx="333024" cy="352896"/>
            </a:xfrm>
            <a:custGeom>
              <a:avLst/>
              <a:gdLst/>
              <a:ahLst/>
              <a:cxnLst/>
              <a:rect l="l" t="t" r="r" b="b"/>
              <a:pathLst>
                <a:path w="10407" h="11028" extrusionOk="0">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9" name="Google Shape;14469;p68"/>
          <p:cNvGrpSpPr/>
          <p:nvPr/>
        </p:nvGrpSpPr>
        <p:grpSpPr>
          <a:xfrm>
            <a:off x="1398317" y="2057978"/>
            <a:ext cx="365792" cy="335392"/>
            <a:chOff x="1398317" y="1981778"/>
            <a:chExt cx="365792" cy="335392"/>
          </a:xfrm>
        </p:grpSpPr>
        <p:sp>
          <p:nvSpPr>
            <p:cNvPr id="14470" name="Google Shape;14470;p68"/>
            <p:cNvSpPr/>
            <p:nvPr/>
          </p:nvSpPr>
          <p:spPr>
            <a:xfrm>
              <a:off x="1398317" y="1981778"/>
              <a:ext cx="365792" cy="335392"/>
            </a:xfrm>
            <a:custGeom>
              <a:avLst/>
              <a:gdLst/>
              <a:ahLst/>
              <a:cxnLst/>
              <a:rect l="l" t="t" r="r" b="b"/>
              <a:pathLst>
                <a:path w="11431" h="10481" extrusionOk="0">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1" name="Google Shape;14471;p68"/>
            <p:cNvSpPr/>
            <p:nvPr/>
          </p:nvSpPr>
          <p:spPr>
            <a:xfrm>
              <a:off x="1498893"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2" name="Google Shape;14472;p68"/>
            <p:cNvSpPr/>
            <p:nvPr/>
          </p:nvSpPr>
          <p:spPr>
            <a:xfrm>
              <a:off x="1620429"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3" name="Google Shape;14473;p68"/>
            <p:cNvSpPr/>
            <p:nvPr/>
          </p:nvSpPr>
          <p:spPr>
            <a:xfrm>
              <a:off x="1548813" y="2263314"/>
              <a:ext cx="15264" cy="21088"/>
            </a:xfrm>
            <a:custGeom>
              <a:avLst/>
              <a:gdLst/>
              <a:ahLst/>
              <a:cxnLst/>
              <a:rect l="l" t="t" r="r" b="b"/>
              <a:pathLst>
                <a:path w="477" h="659" extrusionOk="0">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4" name="Google Shape;14474;p68"/>
            <p:cNvSpPr/>
            <p:nvPr/>
          </p:nvSpPr>
          <p:spPr>
            <a:xfrm>
              <a:off x="1599469" y="2263186"/>
              <a:ext cx="15296" cy="21216"/>
            </a:xfrm>
            <a:custGeom>
              <a:avLst/>
              <a:gdLst/>
              <a:ahLst/>
              <a:cxnLst/>
              <a:rect l="l" t="t" r="r" b="b"/>
              <a:pathLst>
                <a:path w="478" h="663" extrusionOk="0">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5" name="Google Shape;14475;p68"/>
            <p:cNvSpPr/>
            <p:nvPr/>
          </p:nvSpPr>
          <p:spPr>
            <a:xfrm>
              <a:off x="1631117" y="2062130"/>
              <a:ext cx="22496" cy="23392"/>
            </a:xfrm>
            <a:custGeom>
              <a:avLst/>
              <a:gdLst/>
              <a:ahLst/>
              <a:cxnLst/>
              <a:rect l="l" t="t" r="r" b="b"/>
              <a:pathLst>
                <a:path w="703" h="731" extrusionOk="0">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76" name="Google Shape;14476;p68"/>
          <p:cNvGrpSpPr/>
          <p:nvPr/>
        </p:nvGrpSpPr>
        <p:grpSpPr>
          <a:xfrm>
            <a:off x="3052237" y="2079770"/>
            <a:ext cx="353600" cy="314752"/>
            <a:chOff x="3052237" y="2003570"/>
            <a:chExt cx="353600" cy="314752"/>
          </a:xfrm>
        </p:grpSpPr>
        <p:sp>
          <p:nvSpPr>
            <p:cNvPr id="14477" name="Google Shape;14477;p68"/>
            <p:cNvSpPr/>
            <p:nvPr/>
          </p:nvSpPr>
          <p:spPr>
            <a:xfrm>
              <a:off x="3261773" y="2108338"/>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8" name="Google Shape;14478;p68"/>
            <p:cNvSpPr/>
            <p:nvPr/>
          </p:nvSpPr>
          <p:spPr>
            <a:xfrm>
              <a:off x="3146349" y="2108338"/>
              <a:ext cx="48416" cy="59488"/>
            </a:xfrm>
            <a:custGeom>
              <a:avLst/>
              <a:gdLst/>
              <a:ahLst/>
              <a:cxnLst/>
              <a:rect l="l" t="t" r="r" b="b"/>
              <a:pathLst>
                <a:path w="1513" h="1859" extrusionOk="0">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9" name="Google Shape;14479;p68"/>
            <p:cNvSpPr/>
            <p:nvPr/>
          </p:nvSpPr>
          <p:spPr>
            <a:xfrm>
              <a:off x="3052237" y="2003570"/>
              <a:ext cx="353600" cy="314752"/>
            </a:xfrm>
            <a:custGeom>
              <a:avLst/>
              <a:gdLst/>
              <a:ahLst/>
              <a:cxnLst/>
              <a:rect l="l" t="t" r="r" b="b"/>
              <a:pathLst>
                <a:path w="11050" h="9836" extrusionOk="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80" name="Google Shape;14480;p68"/>
          <p:cNvGrpSpPr/>
          <p:nvPr/>
        </p:nvGrpSpPr>
        <p:grpSpPr>
          <a:xfrm>
            <a:off x="1404013" y="3034266"/>
            <a:ext cx="368096" cy="223968"/>
            <a:chOff x="1404013" y="2958066"/>
            <a:chExt cx="368096" cy="223968"/>
          </a:xfrm>
        </p:grpSpPr>
        <p:sp>
          <p:nvSpPr>
            <p:cNvPr id="14481" name="Google Shape;14481;p68"/>
            <p:cNvSpPr/>
            <p:nvPr/>
          </p:nvSpPr>
          <p:spPr>
            <a:xfrm>
              <a:off x="1426893" y="3073426"/>
              <a:ext cx="40032" cy="45760"/>
            </a:xfrm>
            <a:custGeom>
              <a:avLst/>
              <a:gdLst/>
              <a:ahLst/>
              <a:cxnLst/>
              <a:rect l="l" t="t" r="r" b="b"/>
              <a:pathLst>
                <a:path w="1251" h="1430" extrusionOk="0">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2" name="Google Shape;14482;p68"/>
            <p:cNvSpPr/>
            <p:nvPr/>
          </p:nvSpPr>
          <p:spPr>
            <a:xfrm>
              <a:off x="1404013" y="2958066"/>
              <a:ext cx="368096" cy="223968"/>
            </a:xfrm>
            <a:custGeom>
              <a:avLst/>
              <a:gdLst/>
              <a:ahLst/>
              <a:cxnLst/>
              <a:rect l="l" t="t" r="r" b="b"/>
              <a:pathLst>
                <a:path w="11503" h="6999" extrusionOk="0">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483" name="Google Shape;14483;p68"/>
          <p:cNvSpPr/>
          <p:nvPr/>
        </p:nvSpPr>
        <p:spPr>
          <a:xfrm>
            <a:off x="4147597" y="2962554"/>
            <a:ext cx="367712" cy="367680"/>
          </a:xfrm>
          <a:custGeom>
            <a:avLst/>
            <a:gdLst/>
            <a:ahLst/>
            <a:cxnLst/>
            <a:rect l="l" t="t" r="r" b="b"/>
            <a:pathLst>
              <a:path w="11491" h="11490" extrusionOk="0">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4" name="Google Shape;14484;p68"/>
          <p:cNvSpPr/>
          <p:nvPr/>
        </p:nvSpPr>
        <p:spPr>
          <a:xfrm>
            <a:off x="880141" y="2962490"/>
            <a:ext cx="323520" cy="367360"/>
          </a:xfrm>
          <a:custGeom>
            <a:avLst/>
            <a:gdLst/>
            <a:ahLst/>
            <a:cxnLst/>
            <a:rect l="l" t="t" r="r" b="b"/>
            <a:pathLst>
              <a:path w="10110" h="11480" extrusionOk="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485" name="Google Shape;14485;p68"/>
          <p:cNvGrpSpPr/>
          <p:nvPr/>
        </p:nvGrpSpPr>
        <p:grpSpPr>
          <a:xfrm>
            <a:off x="1951149" y="2961402"/>
            <a:ext cx="370368" cy="367328"/>
            <a:chOff x="1951149" y="2885202"/>
            <a:chExt cx="370368" cy="367328"/>
          </a:xfrm>
        </p:grpSpPr>
        <p:sp>
          <p:nvSpPr>
            <p:cNvPr id="14486" name="Google Shape;14486;p68"/>
            <p:cNvSpPr/>
            <p:nvPr/>
          </p:nvSpPr>
          <p:spPr>
            <a:xfrm>
              <a:off x="1951149" y="2885202"/>
              <a:ext cx="370368" cy="367328"/>
            </a:xfrm>
            <a:custGeom>
              <a:avLst/>
              <a:gdLst/>
              <a:ahLst/>
              <a:cxnLst/>
              <a:rect l="l" t="t" r="r" b="b"/>
              <a:pathLst>
                <a:path w="11574" h="11479" extrusionOk="0">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7" name="Google Shape;14487;p68"/>
            <p:cNvSpPr/>
            <p:nvPr/>
          </p:nvSpPr>
          <p:spPr>
            <a:xfrm>
              <a:off x="2061645" y="3093618"/>
              <a:ext cx="51456" cy="51456"/>
            </a:xfrm>
            <a:custGeom>
              <a:avLst/>
              <a:gdLst/>
              <a:ahLst/>
              <a:cxnLst/>
              <a:rect l="l" t="t" r="r" b="b"/>
              <a:pathLst>
                <a:path w="1608" h="1608" extrusionOk="0">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8" name="Google Shape;14488;p68"/>
            <p:cNvSpPr/>
            <p:nvPr/>
          </p:nvSpPr>
          <p:spPr>
            <a:xfrm>
              <a:off x="2159565" y="3093618"/>
              <a:ext cx="51456" cy="51456"/>
            </a:xfrm>
            <a:custGeom>
              <a:avLst/>
              <a:gdLst/>
              <a:ahLst/>
              <a:cxnLst/>
              <a:rect l="l" t="t" r="r" b="b"/>
              <a:pathLst>
                <a:path w="1608" h="1608" extrusionOk="0">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89" name="Google Shape;14489;p68"/>
          <p:cNvGrpSpPr/>
          <p:nvPr/>
        </p:nvGrpSpPr>
        <p:grpSpPr>
          <a:xfrm>
            <a:off x="2501677" y="2982362"/>
            <a:ext cx="367328" cy="327296"/>
            <a:chOff x="2501677" y="2906162"/>
            <a:chExt cx="367328" cy="327296"/>
          </a:xfrm>
        </p:grpSpPr>
        <p:sp>
          <p:nvSpPr>
            <p:cNvPr id="14490" name="Google Shape;14490;p68"/>
            <p:cNvSpPr/>
            <p:nvPr/>
          </p:nvSpPr>
          <p:spPr>
            <a:xfrm>
              <a:off x="2670093" y="3049810"/>
              <a:ext cx="131488" cy="107456"/>
            </a:xfrm>
            <a:custGeom>
              <a:avLst/>
              <a:gdLst/>
              <a:ahLst/>
              <a:cxnLst/>
              <a:rect l="l" t="t" r="r" b="b"/>
              <a:pathLst>
                <a:path w="4109" h="3358" extrusionOk="0">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1" name="Google Shape;14491;p68"/>
            <p:cNvSpPr/>
            <p:nvPr/>
          </p:nvSpPr>
          <p:spPr>
            <a:xfrm>
              <a:off x="2760397" y="3097522"/>
              <a:ext cx="13344" cy="19360"/>
            </a:xfrm>
            <a:custGeom>
              <a:avLst/>
              <a:gdLst/>
              <a:ahLst/>
              <a:cxnLst/>
              <a:rect l="l" t="t" r="r" b="b"/>
              <a:pathLst>
                <a:path w="417" h="605" extrusionOk="0">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2" name="Google Shape;14492;p68"/>
            <p:cNvSpPr/>
            <p:nvPr/>
          </p:nvSpPr>
          <p:spPr>
            <a:xfrm>
              <a:off x="2501677" y="2906162"/>
              <a:ext cx="367328" cy="327296"/>
            </a:xfrm>
            <a:custGeom>
              <a:avLst/>
              <a:gdLst/>
              <a:ahLst/>
              <a:cxnLst/>
              <a:rect l="l" t="t" r="r" b="b"/>
              <a:pathLst>
                <a:path w="11479" h="10228" extrusionOk="0">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493" name="Google Shape;14493;p68"/>
          <p:cNvSpPr/>
          <p:nvPr/>
        </p:nvSpPr>
        <p:spPr>
          <a:xfrm>
            <a:off x="3597837" y="3005594"/>
            <a:ext cx="368832" cy="281600"/>
          </a:xfrm>
          <a:custGeom>
            <a:avLst/>
            <a:gdLst/>
            <a:ahLst/>
            <a:cxnLst/>
            <a:rect l="l" t="t" r="r" b="b"/>
            <a:pathLst>
              <a:path w="11526" h="8800" extrusionOk="0">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494" name="Google Shape;14494;p68"/>
          <p:cNvGrpSpPr/>
          <p:nvPr/>
        </p:nvGrpSpPr>
        <p:grpSpPr>
          <a:xfrm>
            <a:off x="3050317" y="2969914"/>
            <a:ext cx="367712" cy="354240"/>
            <a:chOff x="3050317" y="2893714"/>
            <a:chExt cx="367712" cy="354240"/>
          </a:xfrm>
        </p:grpSpPr>
        <p:sp>
          <p:nvSpPr>
            <p:cNvPr id="14495" name="Google Shape;14495;p68"/>
            <p:cNvSpPr/>
            <p:nvPr/>
          </p:nvSpPr>
          <p:spPr>
            <a:xfrm>
              <a:off x="3079661" y="2945010"/>
              <a:ext cx="33184" cy="33184"/>
            </a:xfrm>
            <a:custGeom>
              <a:avLst/>
              <a:gdLst/>
              <a:ahLst/>
              <a:cxnLst/>
              <a:rect l="l" t="t" r="r" b="b"/>
              <a:pathLst>
                <a:path w="1037" h="1037" extrusionOk="0">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6" name="Google Shape;14496;p68"/>
            <p:cNvSpPr/>
            <p:nvPr/>
          </p:nvSpPr>
          <p:spPr>
            <a:xfrm>
              <a:off x="3050317" y="2893714"/>
              <a:ext cx="367712" cy="354240"/>
            </a:xfrm>
            <a:custGeom>
              <a:avLst/>
              <a:gdLst/>
              <a:ahLst/>
              <a:cxnLst/>
              <a:rect l="l" t="t" r="r" b="b"/>
              <a:pathLst>
                <a:path w="11491" h="11070" extrusionOk="0">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497" name="Google Shape;14497;p68"/>
          <p:cNvSpPr/>
          <p:nvPr/>
        </p:nvSpPr>
        <p:spPr>
          <a:xfrm>
            <a:off x="4694733" y="2960634"/>
            <a:ext cx="370368" cy="368096"/>
          </a:xfrm>
          <a:custGeom>
            <a:avLst/>
            <a:gdLst/>
            <a:ahLst/>
            <a:cxnLst/>
            <a:rect l="l" t="t" r="r" b="b"/>
            <a:pathLst>
              <a:path w="11574" h="11503" extrusionOk="0">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8" name="Google Shape;14498;p68"/>
          <p:cNvSpPr/>
          <p:nvPr/>
        </p:nvSpPr>
        <p:spPr>
          <a:xfrm>
            <a:off x="8046381" y="2962490"/>
            <a:ext cx="253408" cy="366240"/>
          </a:xfrm>
          <a:custGeom>
            <a:avLst/>
            <a:gdLst/>
            <a:ahLst/>
            <a:cxnLst/>
            <a:rect l="l" t="t" r="r" b="b"/>
            <a:pathLst>
              <a:path w="7919" h="11445" extrusionOk="0">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499" name="Google Shape;14499;p68"/>
          <p:cNvGrpSpPr/>
          <p:nvPr/>
        </p:nvGrpSpPr>
        <p:grpSpPr>
          <a:xfrm>
            <a:off x="7531277" y="2962554"/>
            <a:ext cx="185184" cy="367296"/>
            <a:chOff x="7531277" y="2886354"/>
            <a:chExt cx="185184" cy="367296"/>
          </a:xfrm>
        </p:grpSpPr>
        <p:sp>
          <p:nvSpPr>
            <p:cNvPr id="14500" name="Google Shape;14500;p68"/>
            <p:cNvSpPr/>
            <p:nvPr/>
          </p:nvSpPr>
          <p:spPr>
            <a:xfrm>
              <a:off x="7531277" y="2886354"/>
              <a:ext cx="185184" cy="367296"/>
            </a:xfrm>
            <a:custGeom>
              <a:avLst/>
              <a:gdLst/>
              <a:ahLst/>
              <a:cxnLst/>
              <a:rect l="l" t="t" r="r" b="b"/>
              <a:pathLst>
                <a:path w="5787" h="11478" extrusionOk="0">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1" name="Google Shape;14501;p68"/>
            <p:cNvSpPr/>
            <p:nvPr/>
          </p:nvSpPr>
          <p:spPr>
            <a:xfrm>
              <a:off x="7642157" y="3151154"/>
              <a:ext cx="16032" cy="10688"/>
            </a:xfrm>
            <a:custGeom>
              <a:avLst/>
              <a:gdLst/>
              <a:ahLst/>
              <a:cxnLst/>
              <a:rect l="l" t="t" r="r" b="b"/>
              <a:pathLst>
                <a:path w="501" h="334" extrusionOk="0">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2" name="Google Shape;14502;p68"/>
            <p:cNvSpPr/>
            <p:nvPr/>
          </p:nvSpPr>
          <p:spPr>
            <a:xfrm>
              <a:off x="7625005" y="3070738"/>
              <a:ext cx="16032" cy="10336"/>
            </a:xfrm>
            <a:custGeom>
              <a:avLst/>
              <a:gdLst/>
              <a:ahLst/>
              <a:cxnLst/>
              <a:rect l="l" t="t" r="r" b="b"/>
              <a:pathLst>
                <a:path w="501" h="323" extrusionOk="0">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3" name="Google Shape;14503;p68"/>
          <p:cNvGrpSpPr/>
          <p:nvPr/>
        </p:nvGrpSpPr>
        <p:grpSpPr>
          <a:xfrm>
            <a:off x="6926637" y="2962938"/>
            <a:ext cx="297184" cy="367296"/>
            <a:chOff x="6926637" y="2886738"/>
            <a:chExt cx="297184" cy="367296"/>
          </a:xfrm>
        </p:grpSpPr>
        <p:sp>
          <p:nvSpPr>
            <p:cNvPr id="14504" name="Google Shape;14504;p68"/>
            <p:cNvSpPr/>
            <p:nvPr/>
          </p:nvSpPr>
          <p:spPr>
            <a:xfrm>
              <a:off x="7006637" y="2961202"/>
              <a:ext cx="106720" cy="100064"/>
            </a:xfrm>
            <a:custGeom>
              <a:avLst/>
              <a:gdLst/>
              <a:ahLst/>
              <a:cxnLst/>
              <a:rect l="l" t="t" r="r" b="b"/>
              <a:pathLst>
                <a:path w="3335" h="3127" extrusionOk="0">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5" name="Google Shape;14505;p68"/>
            <p:cNvSpPr/>
            <p:nvPr/>
          </p:nvSpPr>
          <p:spPr>
            <a:xfrm>
              <a:off x="7037485" y="2986738"/>
              <a:ext cx="106720" cy="100800"/>
            </a:xfrm>
            <a:custGeom>
              <a:avLst/>
              <a:gdLst/>
              <a:ahLst/>
              <a:cxnLst/>
              <a:rect l="l" t="t" r="r" b="b"/>
              <a:pathLst>
                <a:path w="3335" h="3150" extrusionOk="0">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6" name="Google Shape;14506;p68"/>
            <p:cNvSpPr/>
            <p:nvPr/>
          </p:nvSpPr>
          <p:spPr>
            <a:xfrm>
              <a:off x="6926637" y="2886738"/>
              <a:ext cx="297184" cy="367296"/>
            </a:xfrm>
            <a:custGeom>
              <a:avLst/>
              <a:gdLst/>
              <a:ahLst/>
              <a:cxnLst/>
              <a:rect l="l" t="t" r="r" b="b"/>
              <a:pathLst>
                <a:path w="9287" h="11478" extrusionOk="0">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07" name="Google Shape;14507;p68"/>
          <p:cNvSpPr/>
          <p:nvPr/>
        </p:nvSpPr>
        <p:spPr>
          <a:xfrm>
            <a:off x="5255565" y="2962170"/>
            <a:ext cx="346368" cy="368064"/>
          </a:xfrm>
          <a:custGeom>
            <a:avLst/>
            <a:gdLst/>
            <a:ahLst/>
            <a:cxnLst/>
            <a:rect l="l" t="t" r="r" b="b"/>
            <a:pathLst>
              <a:path w="10824" h="11502" extrusionOk="0">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8" name="Google Shape;14508;p68"/>
          <p:cNvSpPr/>
          <p:nvPr/>
        </p:nvSpPr>
        <p:spPr>
          <a:xfrm>
            <a:off x="5834285" y="2962874"/>
            <a:ext cx="289216" cy="368512"/>
          </a:xfrm>
          <a:custGeom>
            <a:avLst/>
            <a:gdLst/>
            <a:ahLst/>
            <a:cxnLst/>
            <a:rect l="l" t="t" r="r" b="b"/>
            <a:pathLst>
              <a:path w="9038" h="11516" extrusionOk="0">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09" name="Google Shape;14509;p68"/>
          <p:cNvGrpSpPr/>
          <p:nvPr/>
        </p:nvGrpSpPr>
        <p:grpSpPr>
          <a:xfrm>
            <a:off x="6340653" y="2962554"/>
            <a:ext cx="370368" cy="368064"/>
            <a:chOff x="6340653" y="2886354"/>
            <a:chExt cx="370368" cy="368064"/>
          </a:xfrm>
        </p:grpSpPr>
        <p:sp>
          <p:nvSpPr>
            <p:cNvPr id="14510" name="Google Shape;14510;p68"/>
            <p:cNvSpPr/>
            <p:nvPr/>
          </p:nvSpPr>
          <p:spPr>
            <a:xfrm>
              <a:off x="6521229" y="2938162"/>
              <a:ext cx="10720" cy="16416"/>
            </a:xfrm>
            <a:custGeom>
              <a:avLst/>
              <a:gdLst/>
              <a:ahLst/>
              <a:cxnLst/>
              <a:rect l="l" t="t" r="r" b="b"/>
              <a:pathLst>
                <a:path w="335" h="513" extrusionOk="0">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1" name="Google Shape;14511;p68"/>
            <p:cNvSpPr/>
            <p:nvPr/>
          </p:nvSpPr>
          <p:spPr>
            <a:xfrm>
              <a:off x="6647725" y="3010258"/>
              <a:ext cx="17568" cy="16704"/>
            </a:xfrm>
            <a:custGeom>
              <a:avLst/>
              <a:gdLst/>
              <a:ahLst/>
              <a:cxnLst/>
              <a:rect l="l" t="t" r="r" b="b"/>
              <a:pathLst>
                <a:path w="549" h="522" extrusionOk="0">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2" name="Google Shape;14512;p68"/>
            <p:cNvSpPr/>
            <p:nvPr/>
          </p:nvSpPr>
          <p:spPr>
            <a:xfrm>
              <a:off x="6635533" y="3166354"/>
              <a:ext cx="17952" cy="11872"/>
            </a:xfrm>
            <a:custGeom>
              <a:avLst/>
              <a:gdLst/>
              <a:ahLst/>
              <a:cxnLst/>
              <a:rect l="l" t="t" r="r" b="b"/>
              <a:pathLst>
                <a:path w="561" h="371" extrusionOk="0">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3" name="Google Shape;14513;p68"/>
            <p:cNvSpPr/>
            <p:nvPr/>
          </p:nvSpPr>
          <p:spPr>
            <a:xfrm>
              <a:off x="6387885" y="3009970"/>
              <a:ext cx="18336" cy="17376"/>
            </a:xfrm>
            <a:custGeom>
              <a:avLst/>
              <a:gdLst/>
              <a:ahLst/>
              <a:cxnLst/>
              <a:rect l="l" t="t" r="r" b="b"/>
              <a:pathLst>
                <a:path w="573" h="543" extrusionOk="0">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4" name="Google Shape;14514;p68"/>
            <p:cNvSpPr/>
            <p:nvPr/>
          </p:nvSpPr>
          <p:spPr>
            <a:xfrm>
              <a:off x="6398925" y="3166354"/>
              <a:ext cx="18336" cy="11872"/>
            </a:xfrm>
            <a:custGeom>
              <a:avLst/>
              <a:gdLst/>
              <a:ahLst/>
              <a:cxnLst/>
              <a:rect l="l" t="t" r="r" b="b"/>
              <a:pathLst>
                <a:path w="573" h="371" extrusionOk="0">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5" name="Google Shape;14515;p68"/>
            <p:cNvSpPr/>
            <p:nvPr/>
          </p:nvSpPr>
          <p:spPr>
            <a:xfrm>
              <a:off x="6340653" y="2886354"/>
              <a:ext cx="370368" cy="368064"/>
            </a:xfrm>
            <a:custGeom>
              <a:avLst/>
              <a:gdLst/>
              <a:ahLst/>
              <a:cxnLst/>
              <a:rect l="l" t="t" r="r" b="b"/>
              <a:pathLst>
                <a:path w="11574" h="11502" extrusionOk="0">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16" name="Google Shape;14516;p68"/>
          <p:cNvGrpSpPr/>
          <p:nvPr/>
        </p:nvGrpSpPr>
        <p:grpSpPr>
          <a:xfrm>
            <a:off x="5246797" y="2057626"/>
            <a:ext cx="354752" cy="336512"/>
            <a:chOff x="5246797" y="1981426"/>
            <a:chExt cx="354752" cy="336512"/>
          </a:xfrm>
        </p:grpSpPr>
        <p:sp>
          <p:nvSpPr>
            <p:cNvPr id="14517" name="Google Shape;14517;p68"/>
            <p:cNvSpPr/>
            <p:nvPr/>
          </p:nvSpPr>
          <p:spPr>
            <a:xfrm>
              <a:off x="5246797" y="1981426"/>
              <a:ext cx="354752" cy="336512"/>
            </a:xfrm>
            <a:custGeom>
              <a:avLst/>
              <a:gdLst/>
              <a:ahLst/>
              <a:cxnLst/>
              <a:rect l="l" t="t" r="r" b="b"/>
              <a:pathLst>
                <a:path w="11086" h="10516" extrusionOk="0">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8" name="Google Shape;14518;p68"/>
            <p:cNvSpPr/>
            <p:nvPr/>
          </p:nvSpPr>
          <p:spPr>
            <a:xfrm>
              <a:off x="5295565" y="2044338"/>
              <a:ext cx="10304" cy="10688"/>
            </a:xfrm>
            <a:custGeom>
              <a:avLst/>
              <a:gdLst/>
              <a:ahLst/>
              <a:cxnLst/>
              <a:rect l="l" t="t" r="r" b="b"/>
              <a:pathLst>
                <a:path w="322" h="334" extrusionOk="0">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19" name="Google Shape;14519;p68"/>
          <p:cNvGrpSpPr/>
          <p:nvPr/>
        </p:nvGrpSpPr>
        <p:grpSpPr>
          <a:xfrm>
            <a:off x="4148749" y="2178266"/>
            <a:ext cx="355136" cy="216256"/>
            <a:chOff x="4148749" y="2102066"/>
            <a:chExt cx="355136" cy="216256"/>
          </a:xfrm>
        </p:grpSpPr>
        <p:sp>
          <p:nvSpPr>
            <p:cNvPr id="14520" name="Google Shape;14520;p68"/>
            <p:cNvSpPr/>
            <p:nvPr/>
          </p:nvSpPr>
          <p:spPr>
            <a:xfrm>
              <a:off x="4148749" y="2102066"/>
              <a:ext cx="355136" cy="216256"/>
            </a:xfrm>
            <a:custGeom>
              <a:avLst/>
              <a:gdLst/>
              <a:ahLst/>
              <a:cxnLst/>
              <a:rect l="l" t="t" r="r" b="b"/>
              <a:pathLst>
                <a:path w="11098" h="6758" extrusionOk="0">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1" name="Google Shape;14521;p68"/>
            <p:cNvSpPr/>
            <p:nvPr/>
          </p:nvSpPr>
          <p:spPr>
            <a:xfrm>
              <a:off x="4195981" y="2177682"/>
              <a:ext cx="10336" cy="10720"/>
            </a:xfrm>
            <a:custGeom>
              <a:avLst/>
              <a:gdLst/>
              <a:ahLst/>
              <a:cxnLst/>
              <a:rect l="l" t="t" r="r" b="b"/>
              <a:pathLst>
                <a:path w="323" h="335" extrusionOk="0">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22" name="Google Shape;14522;p68"/>
          <p:cNvGrpSpPr/>
          <p:nvPr/>
        </p:nvGrpSpPr>
        <p:grpSpPr>
          <a:xfrm>
            <a:off x="5794669" y="2077626"/>
            <a:ext cx="354752" cy="315360"/>
            <a:chOff x="5794669" y="2001426"/>
            <a:chExt cx="354752" cy="315360"/>
          </a:xfrm>
        </p:grpSpPr>
        <p:sp>
          <p:nvSpPr>
            <p:cNvPr id="14523" name="Google Shape;14523;p68"/>
            <p:cNvSpPr/>
            <p:nvPr/>
          </p:nvSpPr>
          <p:spPr>
            <a:xfrm>
              <a:off x="5841165" y="2051186"/>
              <a:ext cx="10688" cy="10336"/>
            </a:xfrm>
            <a:custGeom>
              <a:avLst/>
              <a:gdLst/>
              <a:ahLst/>
              <a:cxnLst/>
              <a:rect l="l" t="t" r="r" b="b"/>
              <a:pathLst>
                <a:path w="334" h="323" extrusionOk="0">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4" name="Google Shape;14524;p68"/>
            <p:cNvSpPr/>
            <p:nvPr/>
          </p:nvSpPr>
          <p:spPr>
            <a:xfrm>
              <a:off x="5794669" y="2001426"/>
              <a:ext cx="354752" cy="315360"/>
            </a:xfrm>
            <a:custGeom>
              <a:avLst/>
              <a:gdLst/>
              <a:ahLst/>
              <a:cxnLst/>
              <a:rect l="l" t="t" r="r" b="b"/>
              <a:pathLst>
                <a:path w="11086" h="9855" extrusionOk="0">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25" name="Google Shape;14525;p68"/>
          <p:cNvGrpSpPr/>
          <p:nvPr/>
        </p:nvGrpSpPr>
        <p:grpSpPr>
          <a:xfrm>
            <a:off x="6345229" y="2106042"/>
            <a:ext cx="352832" cy="289216"/>
            <a:chOff x="6345229" y="2029842"/>
            <a:chExt cx="352832" cy="289216"/>
          </a:xfrm>
        </p:grpSpPr>
        <p:sp>
          <p:nvSpPr>
            <p:cNvPr id="14526" name="Google Shape;14526;p68"/>
            <p:cNvSpPr/>
            <p:nvPr/>
          </p:nvSpPr>
          <p:spPr>
            <a:xfrm>
              <a:off x="6392845" y="2048146"/>
              <a:ext cx="12992" cy="10720"/>
            </a:xfrm>
            <a:custGeom>
              <a:avLst/>
              <a:gdLst/>
              <a:ahLst/>
              <a:cxnLst/>
              <a:rect l="l" t="t" r="r" b="b"/>
              <a:pathLst>
                <a:path w="406" h="335" extrusionOk="0">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7" name="Google Shape;14527;p68"/>
            <p:cNvSpPr/>
            <p:nvPr/>
          </p:nvSpPr>
          <p:spPr>
            <a:xfrm>
              <a:off x="6345229" y="2029842"/>
              <a:ext cx="352832" cy="289216"/>
            </a:xfrm>
            <a:custGeom>
              <a:avLst/>
              <a:gdLst/>
              <a:ahLst/>
              <a:cxnLst/>
              <a:rect l="l" t="t" r="r" b="b"/>
              <a:pathLst>
                <a:path w="11026" h="9038" extrusionOk="0">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28" name="Google Shape;14528;p68"/>
          <p:cNvGrpSpPr/>
          <p:nvPr/>
        </p:nvGrpSpPr>
        <p:grpSpPr>
          <a:xfrm>
            <a:off x="4697389" y="2112538"/>
            <a:ext cx="354752" cy="281984"/>
            <a:chOff x="4697389" y="2036338"/>
            <a:chExt cx="354752" cy="281984"/>
          </a:xfrm>
        </p:grpSpPr>
        <p:sp>
          <p:nvSpPr>
            <p:cNvPr id="14529" name="Google Shape;14529;p68"/>
            <p:cNvSpPr/>
            <p:nvPr/>
          </p:nvSpPr>
          <p:spPr>
            <a:xfrm>
              <a:off x="4697389" y="2036338"/>
              <a:ext cx="354752" cy="281984"/>
            </a:xfrm>
            <a:custGeom>
              <a:avLst/>
              <a:gdLst/>
              <a:ahLst/>
              <a:cxnLst/>
              <a:rect l="l" t="t" r="r" b="b"/>
              <a:pathLst>
                <a:path w="11086" h="8812" extrusionOk="0">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0" name="Google Shape;14530;p68"/>
            <p:cNvSpPr/>
            <p:nvPr/>
          </p:nvSpPr>
          <p:spPr>
            <a:xfrm>
              <a:off x="4747693" y="2113682"/>
              <a:ext cx="10688" cy="10688"/>
            </a:xfrm>
            <a:custGeom>
              <a:avLst/>
              <a:gdLst/>
              <a:ahLst/>
              <a:cxnLst/>
              <a:rect l="l" t="t" r="r" b="b"/>
              <a:pathLst>
                <a:path w="334" h="334" extrusionOk="0">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31" name="Google Shape;14531;p68"/>
          <p:cNvGrpSpPr/>
          <p:nvPr/>
        </p:nvGrpSpPr>
        <p:grpSpPr>
          <a:xfrm>
            <a:off x="1404013" y="2500954"/>
            <a:ext cx="353600" cy="354944"/>
            <a:chOff x="1404013" y="2424754"/>
            <a:chExt cx="353600" cy="354944"/>
          </a:xfrm>
        </p:grpSpPr>
        <p:sp>
          <p:nvSpPr>
            <p:cNvPr id="14532" name="Google Shape;14532;p68"/>
            <p:cNvSpPr/>
            <p:nvPr/>
          </p:nvSpPr>
          <p:spPr>
            <a:xfrm>
              <a:off x="1404013" y="2424754"/>
              <a:ext cx="353600" cy="354944"/>
            </a:xfrm>
            <a:custGeom>
              <a:avLst/>
              <a:gdLst/>
              <a:ahLst/>
              <a:cxnLst/>
              <a:rect l="l" t="t" r="r" b="b"/>
              <a:pathLst>
                <a:path w="11050" h="11092" extrusionOk="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3" name="Google Shape;14533;p68"/>
            <p:cNvSpPr/>
            <p:nvPr/>
          </p:nvSpPr>
          <p:spPr>
            <a:xfrm>
              <a:off x="1481357" y="2507634"/>
              <a:ext cx="54144" cy="65568"/>
            </a:xfrm>
            <a:custGeom>
              <a:avLst/>
              <a:gdLst/>
              <a:ahLst/>
              <a:cxnLst/>
              <a:rect l="l" t="t" r="r" b="b"/>
              <a:pathLst>
                <a:path w="1692" h="2049" extrusionOk="0">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4" name="Google Shape;14534;p68"/>
            <p:cNvSpPr/>
            <p:nvPr/>
          </p:nvSpPr>
          <p:spPr>
            <a:xfrm>
              <a:off x="1625389" y="2507634"/>
              <a:ext cx="54528" cy="65568"/>
            </a:xfrm>
            <a:custGeom>
              <a:avLst/>
              <a:gdLst/>
              <a:ahLst/>
              <a:cxnLst/>
              <a:rect l="l" t="t" r="r" b="b"/>
              <a:pathLst>
                <a:path w="1704" h="2049" extrusionOk="0">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5" name="Google Shape;14535;p68"/>
            <p:cNvSpPr/>
            <p:nvPr/>
          </p:nvSpPr>
          <p:spPr>
            <a:xfrm>
              <a:off x="1503085" y="2529746"/>
              <a:ext cx="10688" cy="21344"/>
            </a:xfrm>
            <a:custGeom>
              <a:avLst/>
              <a:gdLst/>
              <a:ahLst/>
              <a:cxnLst/>
              <a:rect l="l" t="t" r="r" b="b"/>
              <a:pathLst>
                <a:path w="334" h="667" extrusionOk="0">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6" name="Google Shape;14536;p68"/>
            <p:cNvSpPr/>
            <p:nvPr/>
          </p:nvSpPr>
          <p:spPr>
            <a:xfrm>
              <a:off x="1647501" y="2529746"/>
              <a:ext cx="10304" cy="21344"/>
            </a:xfrm>
            <a:custGeom>
              <a:avLst/>
              <a:gdLst/>
              <a:ahLst/>
              <a:cxnLst/>
              <a:rect l="l" t="t" r="r" b="b"/>
              <a:pathLst>
                <a:path w="322" h="667" extrusionOk="0">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37" name="Google Shape;14537;p68"/>
          <p:cNvGrpSpPr/>
          <p:nvPr/>
        </p:nvGrpSpPr>
        <p:grpSpPr>
          <a:xfrm>
            <a:off x="854253" y="2504474"/>
            <a:ext cx="355104" cy="351040"/>
            <a:chOff x="854253" y="2428274"/>
            <a:chExt cx="355104" cy="351040"/>
          </a:xfrm>
        </p:grpSpPr>
        <p:sp>
          <p:nvSpPr>
            <p:cNvPr id="14538" name="Google Shape;14538;p68"/>
            <p:cNvSpPr/>
            <p:nvPr/>
          </p:nvSpPr>
          <p:spPr>
            <a:xfrm>
              <a:off x="854253" y="2428274"/>
              <a:ext cx="355104" cy="351040"/>
            </a:xfrm>
            <a:custGeom>
              <a:avLst/>
              <a:gdLst/>
              <a:ahLst/>
              <a:cxnLst/>
              <a:rect l="l" t="t" r="r" b="b"/>
              <a:pathLst>
                <a:path w="11097" h="10970" extrusionOk="0">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9" name="Google Shape;14539;p68"/>
            <p:cNvSpPr/>
            <p:nvPr/>
          </p:nvSpPr>
          <p:spPr>
            <a:xfrm>
              <a:off x="1003597" y="2557554"/>
              <a:ext cx="49568" cy="60608"/>
            </a:xfrm>
            <a:custGeom>
              <a:avLst/>
              <a:gdLst/>
              <a:ahLst/>
              <a:cxnLst/>
              <a:rect l="l" t="t" r="r" b="b"/>
              <a:pathLst>
                <a:path w="1549" h="1894" extrusionOk="0">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40" name="Google Shape;14540;p68"/>
          <p:cNvGrpSpPr/>
          <p:nvPr/>
        </p:nvGrpSpPr>
        <p:grpSpPr>
          <a:xfrm>
            <a:off x="6896909" y="2517146"/>
            <a:ext cx="354752" cy="275904"/>
            <a:chOff x="6896909" y="2440946"/>
            <a:chExt cx="354752" cy="275904"/>
          </a:xfrm>
        </p:grpSpPr>
        <p:sp>
          <p:nvSpPr>
            <p:cNvPr id="14541" name="Google Shape;14541;p68"/>
            <p:cNvSpPr/>
            <p:nvPr/>
          </p:nvSpPr>
          <p:spPr>
            <a:xfrm>
              <a:off x="7052365" y="2573938"/>
              <a:ext cx="32416" cy="32416"/>
            </a:xfrm>
            <a:custGeom>
              <a:avLst/>
              <a:gdLst/>
              <a:ahLst/>
              <a:cxnLst/>
              <a:rect l="l" t="t" r="r" b="b"/>
              <a:pathLst>
                <a:path w="1013" h="1013" extrusionOk="0">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2" name="Google Shape;14542;p68"/>
            <p:cNvSpPr/>
            <p:nvPr/>
          </p:nvSpPr>
          <p:spPr>
            <a:xfrm>
              <a:off x="6896909" y="2440946"/>
              <a:ext cx="354752" cy="275904"/>
            </a:xfrm>
            <a:custGeom>
              <a:avLst/>
              <a:gdLst/>
              <a:ahLst/>
              <a:cxnLst/>
              <a:rect l="l" t="t" r="r" b="b"/>
              <a:pathLst>
                <a:path w="11086" h="8622" extrusionOk="0">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43" name="Google Shape;14543;p68"/>
          <p:cNvSpPr/>
          <p:nvPr/>
        </p:nvSpPr>
        <p:spPr>
          <a:xfrm>
            <a:off x="6347501" y="2524954"/>
            <a:ext cx="354752" cy="330176"/>
          </a:xfrm>
          <a:custGeom>
            <a:avLst/>
            <a:gdLst/>
            <a:ahLst/>
            <a:cxnLst/>
            <a:rect l="l" t="t" r="r" b="b"/>
            <a:pathLst>
              <a:path w="11086" h="10318" extrusionOk="0">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44" name="Google Shape;14544;p68"/>
          <p:cNvGrpSpPr/>
          <p:nvPr/>
        </p:nvGrpSpPr>
        <p:grpSpPr>
          <a:xfrm>
            <a:off x="5265069" y="2500954"/>
            <a:ext cx="321984" cy="354560"/>
            <a:chOff x="5265069" y="2424754"/>
            <a:chExt cx="321984" cy="354560"/>
          </a:xfrm>
        </p:grpSpPr>
        <p:sp>
          <p:nvSpPr>
            <p:cNvPr id="14545" name="Google Shape;14545;p68"/>
            <p:cNvSpPr/>
            <p:nvPr/>
          </p:nvSpPr>
          <p:spPr>
            <a:xfrm>
              <a:off x="5265069" y="2424754"/>
              <a:ext cx="321984" cy="354560"/>
            </a:xfrm>
            <a:custGeom>
              <a:avLst/>
              <a:gdLst/>
              <a:ahLst/>
              <a:cxnLst/>
              <a:rect l="l" t="t" r="r" b="b"/>
              <a:pathLst>
                <a:path w="10062" h="11080" extrusionOk="0">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6" name="Google Shape;14546;p68"/>
            <p:cNvSpPr/>
            <p:nvPr/>
          </p:nvSpPr>
          <p:spPr>
            <a:xfrm>
              <a:off x="5360717" y="2479826"/>
              <a:ext cx="32416" cy="38144"/>
            </a:xfrm>
            <a:custGeom>
              <a:avLst/>
              <a:gdLst/>
              <a:ahLst/>
              <a:cxnLst/>
              <a:rect l="l" t="t" r="r" b="b"/>
              <a:pathLst>
                <a:path w="1013" h="1192" extrusionOk="0">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47" name="Google Shape;14547;p68"/>
          <p:cNvGrpSpPr/>
          <p:nvPr/>
        </p:nvGrpSpPr>
        <p:grpSpPr>
          <a:xfrm>
            <a:off x="4150669" y="2542970"/>
            <a:ext cx="355104" cy="259584"/>
            <a:chOff x="4150669" y="2466770"/>
            <a:chExt cx="355104" cy="259584"/>
          </a:xfrm>
        </p:grpSpPr>
        <p:sp>
          <p:nvSpPr>
            <p:cNvPr id="14548" name="Google Shape;14548;p68"/>
            <p:cNvSpPr/>
            <p:nvPr/>
          </p:nvSpPr>
          <p:spPr>
            <a:xfrm>
              <a:off x="4150669" y="2466770"/>
              <a:ext cx="355104" cy="259584"/>
            </a:xfrm>
            <a:custGeom>
              <a:avLst/>
              <a:gdLst/>
              <a:ahLst/>
              <a:cxnLst/>
              <a:rect l="l" t="t" r="r" b="b"/>
              <a:pathLst>
                <a:path w="11097" h="8112" extrusionOk="0">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9" name="Google Shape;14549;p68"/>
            <p:cNvSpPr/>
            <p:nvPr/>
          </p:nvSpPr>
          <p:spPr>
            <a:xfrm>
              <a:off x="4270285" y="2538098"/>
              <a:ext cx="17184" cy="19872"/>
            </a:xfrm>
            <a:custGeom>
              <a:avLst/>
              <a:gdLst/>
              <a:ahLst/>
              <a:cxnLst/>
              <a:rect l="l" t="t" r="r" b="b"/>
              <a:pathLst>
                <a:path w="537" h="621" extrusionOk="0">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0" name="Google Shape;14550;p68"/>
            <p:cNvSpPr/>
            <p:nvPr/>
          </p:nvSpPr>
          <p:spPr>
            <a:xfrm>
              <a:off x="4183437" y="2557170"/>
              <a:ext cx="32416" cy="38144"/>
            </a:xfrm>
            <a:custGeom>
              <a:avLst/>
              <a:gdLst/>
              <a:ahLst/>
              <a:cxnLst/>
              <a:rect l="l" t="t" r="r" b="b"/>
              <a:pathLst>
                <a:path w="1013" h="1192" extrusionOk="0">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1" name="Google Shape;14551;p68"/>
            <p:cNvSpPr/>
            <p:nvPr/>
          </p:nvSpPr>
          <p:spPr>
            <a:xfrm>
              <a:off x="4309901" y="2589490"/>
              <a:ext cx="82720" cy="60672"/>
            </a:xfrm>
            <a:custGeom>
              <a:avLst/>
              <a:gdLst/>
              <a:ahLst/>
              <a:cxnLst/>
              <a:rect l="l" t="t" r="r" b="b"/>
              <a:pathLst>
                <a:path w="2585" h="1896" extrusionOk="0">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52" name="Google Shape;14552;p68"/>
          <p:cNvGrpSpPr/>
          <p:nvPr/>
        </p:nvGrpSpPr>
        <p:grpSpPr>
          <a:xfrm>
            <a:off x="4699693" y="2501146"/>
            <a:ext cx="354336" cy="353984"/>
            <a:chOff x="4699693" y="2424946"/>
            <a:chExt cx="354336" cy="353984"/>
          </a:xfrm>
        </p:grpSpPr>
        <p:sp>
          <p:nvSpPr>
            <p:cNvPr id="14553" name="Google Shape;14553;p68"/>
            <p:cNvSpPr/>
            <p:nvPr/>
          </p:nvSpPr>
          <p:spPr>
            <a:xfrm>
              <a:off x="4699693" y="2424946"/>
              <a:ext cx="354336" cy="353984"/>
            </a:xfrm>
            <a:custGeom>
              <a:avLst/>
              <a:gdLst/>
              <a:ahLst/>
              <a:cxnLst/>
              <a:rect l="l" t="t" r="r" b="b"/>
              <a:pathLst>
                <a:path w="11073" h="11062" extrusionOk="0">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4" name="Google Shape;14554;p68"/>
            <p:cNvSpPr/>
            <p:nvPr/>
          </p:nvSpPr>
          <p:spPr>
            <a:xfrm>
              <a:off x="4738157" y="2573938"/>
              <a:ext cx="38144" cy="38112"/>
            </a:xfrm>
            <a:custGeom>
              <a:avLst/>
              <a:gdLst/>
              <a:ahLst/>
              <a:cxnLst/>
              <a:rect l="l" t="t" r="r" b="b"/>
              <a:pathLst>
                <a:path w="1192" h="1191" extrusionOk="0">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55" name="Google Shape;14555;p68"/>
          <p:cNvSpPr/>
          <p:nvPr/>
        </p:nvSpPr>
        <p:spPr>
          <a:xfrm>
            <a:off x="5809901" y="2500794"/>
            <a:ext cx="331520" cy="354720"/>
          </a:xfrm>
          <a:custGeom>
            <a:avLst/>
            <a:gdLst/>
            <a:ahLst/>
            <a:cxnLst/>
            <a:rect l="l" t="t" r="r" b="b"/>
            <a:pathLst>
              <a:path w="10360" h="11085" extrusionOk="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6" name="Google Shape;14556;p68"/>
          <p:cNvSpPr/>
          <p:nvPr/>
        </p:nvSpPr>
        <p:spPr>
          <a:xfrm>
            <a:off x="3051853" y="2539738"/>
            <a:ext cx="355520" cy="315776"/>
          </a:xfrm>
          <a:custGeom>
            <a:avLst/>
            <a:gdLst/>
            <a:ahLst/>
            <a:cxnLst/>
            <a:rect l="l" t="t" r="r" b="b"/>
            <a:pathLst>
              <a:path w="11110" h="9868" extrusionOk="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57" name="Google Shape;14557;p68"/>
          <p:cNvGrpSpPr/>
          <p:nvPr/>
        </p:nvGrpSpPr>
        <p:grpSpPr>
          <a:xfrm>
            <a:off x="1953037" y="2628442"/>
            <a:ext cx="355136" cy="227072"/>
            <a:chOff x="1953037" y="2552242"/>
            <a:chExt cx="355136" cy="227072"/>
          </a:xfrm>
        </p:grpSpPr>
        <p:sp>
          <p:nvSpPr>
            <p:cNvPr id="14558" name="Google Shape;14558;p68"/>
            <p:cNvSpPr/>
            <p:nvPr/>
          </p:nvSpPr>
          <p:spPr>
            <a:xfrm>
              <a:off x="1953037" y="2552242"/>
              <a:ext cx="355136" cy="227072"/>
            </a:xfrm>
            <a:custGeom>
              <a:avLst/>
              <a:gdLst/>
              <a:ahLst/>
              <a:cxnLst/>
              <a:rect l="l" t="t" r="r" b="b"/>
              <a:pathLst>
                <a:path w="11098" h="7096" extrusionOk="0">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9" name="Google Shape;14559;p68"/>
            <p:cNvSpPr/>
            <p:nvPr/>
          </p:nvSpPr>
          <p:spPr>
            <a:xfrm>
              <a:off x="1985805" y="2573938"/>
              <a:ext cx="10720" cy="16416"/>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60" name="Google Shape;14560;p68"/>
          <p:cNvSpPr/>
          <p:nvPr/>
        </p:nvSpPr>
        <p:spPr>
          <a:xfrm>
            <a:off x="3603917" y="2500346"/>
            <a:ext cx="348256" cy="354016"/>
          </a:xfrm>
          <a:custGeom>
            <a:avLst/>
            <a:gdLst/>
            <a:ahLst/>
            <a:cxnLst/>
            <a:rect l="l" t="t" r="r" b="b"/>
            <a:pathLst>
              <a:path w="10883" h="11063" extrusionOk="0">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61" name="Google Shape;14561;p68"/>
          <p:cNvGrpSpPr/>
          <p:nvPr/>
        </p:nvGrpSpPr>
        <p:grpSpPr>
          <a:xfrm>
            <a:off x="2500941" y="2603418"/>
            <a:ext cx="355104" cy="250944"/>
            <a:chOff x="2500941" y="2527218"/>
            <a:chExt cx="355104" cy="250944"/>
          </a:xfrm>
        </p:grpSpPr>
        <p:sp>
          <p:nvSpPr>
            <p:cNvPr id="14562" name="Google Shape;14562;p68"/>
            <p:cNvSpPr/>
            <p:nvPr/>
          </p:nvSpPr>
          <p:spPr>
            <a:xfrm>
              <a:off x="2500941" y="2527218"/>
              <a:ext cx="355104" cy="250944"/>
            </a:xfrm>
            <a:custGeom>
              <a:avLst/>
              <a:gdLst/>
              <a:ahLst/>
              <a:cxnLst/>
              <a:rect l="l" t="t" r="r" b="b"/>
              <a:pathLst>
                <a:path w="11097" h="7842" extrusionOk="0">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3" name="Google Shape;14563;p68"/>
            <p:cNvSpPr/>
            <p:nvPr/>
          </p:nvSpPr>
          <p:spPr>
            <a:xfrm>
              <a:off x="2651437" y="2623922"/>
              <a:ext cx="16768" cy="15968"/>
            </a:xfrm>
            <a:custGeom>
              <a:avLst/>
              <a:gdLst/>
              <a:ahLst/>
              <a:cxnLst/>
              <a:rect l="l" t="t" r="r" b="b"/>
              <a:pathLst>
                <a:path w="524" h="499" extrusionOk="0">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4" name="Google Shape;14564;p68"/>
            <p:cNvSpPr/>
            <p:nvPr/>
          </p:nvSpPr>
          <p:spPr>
            <a:xfrm>
              <a:off x="2690285" y="2623922"/>
              <a:ext cx="16800" cy="15968"/>
            </a:xfrm>
            <a:custGeom>
              <a:avLst/>
              <a:gdLst/>
              <a:ahLst/>
              <a:cxnLst/>
              <a:rect l="l" t="t" r="r" b="b"/>
              <a:pathLst>
                <a:path w="525" h="499" extrusionOk="0">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5" name="Google Shape;14565;p68"/>
            <p:cNvSpPr/>
            <p:nvPr/>
          </p:nvSpPr>
          <p:spPr>
            <a:xfrm>
              <a:off x="2535597" y="2557170"/>
              <a:ext cx="32416" cy="49184"/>
            </a:xfrm>
            <a:custGeom>
              <a:avLst/>
              <a:gdLst/>
              <a:ahLst/>
              <a:cxnLst/>
              <a:rect l="l" t="t" r="r" b="b"/>
              <a:pathLst>
                <a:path w="1013" h="1537" extrusionOk="0">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6" name="Google Shape;14566;p68"/>
            <p:cNvSpPr/>
            <p:nvPr/>
          </p:nvSpPr>
          <p:spPr>
            <a:xfrm>
              <a:off x="2790477" y="2557938"/>
              <a:ext cx="32416" cy="48800"/>
            </a:xfrm>
            <a:custGeom>
              <a:avLst/>
              <a:gdLst/>
              <a:ahLst/>
              <a:cxnLst/>
              <a:rect l="l" t="t" r="r" b="b"/>
              <a:pathLst>
                <a:path w="1013" h="1525" extrusionOk="0">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67" name="Google Shape;14567;p68"/>
          <p:cNvSpPr/>
          <p:nvPr/>
        </p:nvSpPr>
        <p:spPr>
          <a:xfrm>
            <a:off x="7447437" y="2575482"/>
            <a:ext cx="355136" cy="281952"/>
          </a:xfrm>
          <a:custGeom>
            <a:avLst/>
            <a:gdLst/>
            <a:ahLst/>
            <a:cxnLst/>
            <a:rect l="l" t="t" r="r" b="b"/>
            <a:pathLst>
              <a:path w="11098" h="8811" extrusionOk="0">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68" name="Google Shape;14568;p68"/>
          <p:cNvGrpSpPr/>
          <p:nvPr/>
        </p:nvGrpSpPr>
        <p:grpSpPr>
          <a:xfrm>
            <a:off x="7993805" y="2503322"/>
            <a:ext cx="356256" cy="351808"/>
            <a:chOff x="7993805" y="2427122"/>
            <a:chExt cx="356256" cy="351808"/>
          </a:xfrm>
        </p:grpSpPr>
        <p:sp>
          <p:nvSpPr>
            <p:cNvPr id="14569" name="Google Shape;14569;p68"/>
            <p:cNvSpPr/>
            <p:nvPr/>
          </p:nvSpPr>
          <p:spPr>
            <a:xfrm>
              <a:off x="8154957" y="2427122"/>
              <a:ext cx="195104" cy="194464"/>
            </a:xfrm>
            <a:custGeom>
              <a:avLst/>
              <a:gdLst/>
              <a:ahLst/>
              <a:cxnLst/>
              <a:rect l="l" t="t" r="r" b="b"/>
              <a:pathLst>
                <a:path w="6097" h="6077" extrusionOk="0">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0" name="Google Shape;14570;p68"/>
            <p:cNvSpPr/>
            <p:nvPr/>
          </p:nvSpPr>
          <p:spPr>
            <a:xfrm>
              <a:off x="7993805" y="2477170"/>
              <a:ext cx="136032" cy="222144"/>
            </a:xfrm>
            <a:custGeom>
              <a:avLst/>
              <a:gdLst/>
              <a:ahLst/>
              <a:cxnLst/>
              <a:rect l="l" t="t" r="r" b="b"/>
              <a:pathLst>
                <a:path w="4251" h="6942" extrusionOk="0">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1" name="Google Shape;14571;p68"/>
            <p:cNvSpPr/>
            <p:nvPr/>
          </p:nvSpPr>
          <p:spPr>
            <a:xfrm>
              <a:off x="8170573" y="2617042"/>
              <a:ext cx="110528" cy="161888"/>
            </a:xfrm>
            <a:custGeom>
              <a:avLst/>
              <a:gdLst/>
              <a:ahLst/>
              <a:cxnLst/>
              <a:rect l="l" t="t" r="r" b="b"/>
              <a:pathLst>
                <a:path w="3454" h="5059" extrusionOk="0">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72" name="Google Shape;14572;p68"/>
          <p:cNvGrpSpPr/>
          <p:nvPr/>
        </p:nvGrpSpPr>
        <p:grpSpPr>
          <a:xfrm>
            <a:off x="878637" y="2041210"/>
            <a:ext cx="308640" cy="353312"/>
            <a:chOff x="878637" y="1965010"/>
            <a:chExt cx="308640" cy="353312"/>
          </a:xfrm>
        </p:grpSpPr>
        <p:sp>
          <p:nvSpPr>
            <p:cNvPr id="14573" name="Google Shape;14573;p68"/>
            <p:cNvSpPr/>
            <p:nvPr/>
          </p:nvSpPr>
          <p:spPr>
            <a:xfrm>
              <a:off x="878637" y="1965010"/>
              <a:ext cx="308640" cy="353312"/>
            </a:xfrm>
            <a:custGeom>
              <a:avLst/>
              <a:gdLst/>
              <a:ahLst/>
              <a:cxnLst/>
              <a:rect l="l" t="t" r="r" b="b"/>
              <a:pathLst>
                <a:path w="9645" h="11041" extrusionOk="0">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4" name="Google Shape;14574;p68"/>
            <p:cNvSpPr/>
            <p:nvPr/>
          </p:nvSpPr>
          <p:spPr>
            <a:xfrm>
              <a:off x="960557" y="2185682"/>
              <a:ext cx="43840" cy="49568"/>
            </a:xfrm>
            <a:custGeom>
              <a:avLst/>
              <a:gdLst/>
              <a:ahLst/>
              <a:cxnLst/>
              <a:rect l="l" t="t" r="r" b="b"/>
              <a:pathLst>
                <a:path w="1370" h="1549" extrusionOk="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5" name="Google Shape;14575;p68"/>
            <p:cNvSpPr/>
            <p:nvPr/>
          </p:nvSpPr>
          <p:spPr>
            <a:xfrm>
              <a:off x="1060365" y="2185682"/>
              <a:ext cx="43840" cy="49568"/>
            </a:xfrm>
            <a:custGeom>
              <a:avLst/>
              <a:gdLst/>
              <a:ahLst/>
              <a:cxnLst/>
              <a:rect l="l" t="t" r="r" b="b"/>
              <a:pathLst>
                <a:path w="1370" h="1549" extrusionOk="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76" name="Google Shape;14576;p68"/>
          <p:cNvGrpSpPr/>
          <p:nvPr/>
        </p:nvGrpSpPr>
        <p:grpSpPr>
          <a:xfrm>
            <a:off x="6896141" y="2040922"/>
            <a:ext cx="348256" cy="352448"/>
            <a:chOff x="6896141" y="1964722"/>
            <a:chExt cx="348256" cy="352448"/>
          </a:xfrm>
        </p:grpSpPr>
        <p:sp>
          <p:nvSpPr>
            <p:cNvPr id="14577" name="Google Shape;14577;p68"/>
            <p:cNvSpPr/>
            <p:nvPr/>
          </p:nvSpPr>
          <p:spPr>
            <a:xfrm>
              <a:off x="6896141" y="1964722"/>
              <a:ext cx="348256" cy="352448"/>
            </a:xfrm>
            <a:custGeom>
              <a:avLst/>
              <a:gdLst/>
              <a:ahLst/>
              <a:cxnLst/>
              <a:rect l="l" t="t" r="r" b="b"/>
              <a:pathLst>
                <a:path w="10883" h="11014" extrusionOk="0">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8" name="Google Shape;14578;p68"/>
            <p:cNvSpPr/>
            <p:nvPr/>
          </p:nvSpPr>
          <p:spPr>
            <a:xfrm>
              <a:off x="7155597" y="2179538"/>
              <a:ext cx="18336" cy="11904"/>
            </a:xfrm>
            <a:custGeom>
              <a:avLst/>
              <a:gdLst/>
              <a:ahLst/>
              <a:cxnLst/>
              <a:rect l="l" t="t" r="r" b="b"/>
              <a:pathLst>
                <a:path w="573" h="372" extrusionOk="0">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9" name="Google Shape;14579;p68"/>
            <p:cNvSpPr/>
            <p:nvPr/>
          </p:nvSpPr>
          <p:spPr>
            <a:xfrm>
              <a:off x="6962829" y="1987186"/>
              <a:ext cx="32416" cy="32416"/>
            </a:xfrm>
            <a:custGeom>
              <a:avLst/>
              <a:gdLst/>
              <a:ahLst/>
              <a:cxnLst/>
              <a:rect l="l" t="t" r="r" b="b"/>
              <a:pathLst>
                <a:path w="1013" h="1013" extrusionOk="0">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80" name="Google Shape;14580;p68"/>
          <p:cNvGrpSpPr/>
          <p:nvPr/>
        </p:nvGrpSpPr>
        <p:grpSpPr>
          <a:xfrm>
            <a:off x="7989997" y="2091578"/>
            <a:ext cx="355136" cy="303328"/>
            <a:chOff x="7989997" y="2015378"/>
            <a:chExt cx="355136" cy="303328"/>
          </a:xfrm>
        </p:grpSpPr>
        <p:sp>
          <p:nvSpPr>
            <p:cNvPr id="14581" name="Google Shape;14581;p68"/>
            <p:cNvSpPr/>
            <p:nvPr/>
          </p:nvSpPr>
          <p:spPr>
            <a:xfrm>
              <a:off x="8052109" y="2080530"/>
              <a:ext cx="43840" cy="49568"/>
            </a:xfrm>
            <a:custGeom>
              <a:avLst/>
              <a:gdLst/>
              <a:ahLst/>
              <a:cxnLst/>
              <a:rect l="l" t="t" r="r" b="b"/>
              <a:pathLst>
                <a:path w="1370" h="1549" extrusionOk="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2" name="Google Shape;14582;p68"/>
            <p:cNvSpPr/>
            <p:nvPr/>
          </p:nvSpPr>
          <p:spPr>
            <a:xfrm>
              <a:off x="7989997" y="2015378"/>
              <a:ext cx="355136" cy="303328"/>
            </a:xfrm>
            <a:custGeom>
              <a:avLst/>
              <a:gdLst/>
              <a:ahLst/>
              <a:cxnLst/>
              <a:rect l="l" t="t" r="r" b="b"/>
              <a:pathLst>
                <a:path w="11098" h="9479" extrusionOk="0">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3" name="Google Shape;14583;p68"/>
            <p:cNvSpPr/>
            <p:nvPr/>
          </p:nvSpPr>
          <p:spPr>
            <a:xfrm>
              <a:off x="8229645" y="2166034"/>
              <a:ext cx="19456" cy="15872"/>
            </a:xfrm>
            <a:custGeom>
              <a:avLst/>
              <a:gdLst/>
              <a:ahLst/>
              <a:cxnLst/>
              <a:rect l="l" t="t" r="r" b="b"/>
              <a:pathLst>
                <a:path w="608" h="496" extrusionOk="0">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84" name="Google Shape;14584;p68"/>
          <p:cNvGrpSpPr/>
          <p:nvPr/>
        </p:nvGrpSpPr>
        <p:grpSpPr>
          <a:xfrm>
            <a:off x="3598221" y="1585562"/>
            <a:ext cx="348640" cy="330784"/>
            <a:chOff x="3598221" y="1509362"/>
            <a:chExt cx="348640" cy="330784"/>
          </a:xfrm>
        </p:grpSpPr>
        <p:sp>
          <p:nvSpPr>
            <p:cNvPr id="14585" name="Google Shape;14585;p68"/>
            <p:cNvSpPr/>
            <p:nvPr/>
          </p:nvSpPr>
          <p:spPr>
            <a:xfrm>
              <a:off x="3739181" y="1603538"/>
              <a:ext cx="43456" cy="48032"/>
            </a:xfrm>
            <a:custGeom>
              <a:avLst/>
              <a:gdLst/>
              <a:ahLst/>
              <a:cxnLst/>
              <a:rect l="l" t="t" r="r" b="b"/>
              <a:pathLst>
                <a:path w="1358" h="1501" extrusionOk="0">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6" name="Google Shape;14586;p68"/>
            <p:cNvSpPr/>
            <p:nvPr/>
          </p:nvSpPr>
          <p:spPr>
            <a:xfrm>
              <a:off x="3619533" y="1709906"/>
              <a:ext cx="16416" cy="15584"/>
            </a:xfrm>
            <a:custGeom>
              <a:avLst/>
              <a:gdLst/>
              <a:ahLst/>
              <a:cxnLst/>
              <a:rect l="l" t="t" r="r" b="b"/>
              <a:pathLst>
                <a:path w="513" h="487" extrusionOk="0">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7" name="Google Shape;14587;p68"/>
            <p:cNvSpPr/>
            <p:nvPr/>
          </p:nvSpPr>
          <p:spPr>
            <a:xfrm>
              <a:off x="3598221" y="1509362"/>
              <a:ext cx="348640" cy="330784"/>
            </a:xfrm>
            <a:custGeom>
              <a:avLst/>
              <a:gdLst/>
              <a:ahLst/>
              <a:cxnLst/>
              <a:rect l="l" t="t" r="r" b="b"/>
              <a:pathLst>
                <a:path w="10895" h="10337" extrusionOk="0">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8" name="Google Shape;14588;p68"/>
            <p:cNvSpPr/>
            <p:nvPr/>
          </p:nvSpPr>
          <p:spPr>
            <a:xfrm>
              <a:off x="3927757" y="1737234"/>
              <a:ext cx="18720" cy="19104"/>
            </a:xfrm>
            <a:custGeom>
              <a:avLst/>
              <a:gdLst/>
              <a:ahLst/>
              <a:cxnLst/>
              <a:rect l="l" t="t" r="r" b="b"/>
              <a:pathLst>
                <a:path w="585" h="597" extrusionOk="0">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89" name="Google Shape;14589;p68"/>
          <p:cNvGrpSpPr/>
          <p:nvPr/>
        </p:nvGrpSpPr>
        <p:grpSpPr>
          <a:xfrm>
            <a:off x="5246797" y="1576858"/>
            <a:ext cx="347872" cy="347488"/>
            <a:chOff x="5246797" y="1500658"/>
            <a:chExt cx="347872" cy="347488"/>
          </a:xfrm>
        </p:grpSpPr>
        <p:sp>
          <p:nvSpPr>
            <p:cNvPr id="14590" name="Google Shape;14590;p68"/>
            <p:cNvSpPr/>
            <p:nvPr/>
          </p:nvSpPr>
          <p:spPr>
            <a:xfrm>
              <a:off x="5246797" y="1500658"/>
              <a:ext cx="347872" cy="347488"/>
            </a:xfrm>
            <a:custGeom>
              <a:avLst/>
              <a:gdLst/>
              <a:ahLst/>
              <a:cxnLst/>
              <a:rect l="l" t="t" r="r" b="b"/>
              <a:pathLst>
                <a:path w="10871" h="10859" extrusionOk="0">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1" name="Google Shape;14591;p68"/>
            <p:cNvSpPr/>
            <p:nvPr/>
          </p:nvSpPr>
          <p:spPr>
            <a:xfrm>
              <a:off x="5333677" y="1663346"/>
              <a:ext cx="43456" cy="48032"/>
            </a:xfrm>
            <a:custGeom>
              <a:avLst/>
              <a:gdLst/>
              <a:ahLst/>
              <a:cxnLst/>
              <a:rect l="l" t="t" r="r" b="b"/>
              <a:pathLst>
                <a:path w="1358"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2" name="Google Shape;14592;p68"/>
            <p:cNvSpPr/>
            <p:nvPr/>
          </p:nvSpPr>
          <p:spPr>
            <a:xfrm>
              <a:off x="546394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3" name="Google Shape;14593;p68"/>
            <p:cNvSpPr/>
            <p:nvPr/>
          </p:nvSpPr>
          <p:spPr>
            <a:xfrm>
              <a:off x="5365677" y="1730002"/>
              <a:ext cx="109760" cy="96064"/>
            </a:xfrm>
            <a:custGeom>
              <a:avLst/>
              <a:gdLst/>
              <a:ahLst/>
              <a:cxnLst/>
              <a:rect l="l" t="t" r="r" b="b"/>
              <a:pathLst>
                <a:path w="3430" h="3002" extrusionOk="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94" name="Google Shape;14594;p68"/>
          <p:cNvGrpSpPr/>
          <p:nvPr/>
        </p:nvGrpSpPr>
        <p:grpSpPr>
          <a:xfrm>
            <a:off x="5796589" y="1576858"/>
            <a:ext cx="349024" cy="346752"/>
            <a:chOff x="5796589" y="1500658"/>
            <a:chExt cx="349024" cy="346752"/>
          </a:xfrm>
        </p:grpSpPr>
        <p:sp>
          <p:nvSpPr>
            <p:cNvPr id="14595" name="Google Shape;14595;p68"/>
            <p:cNvSpPr/>
            <p:nvPr/>
          </p:nvSpPr>
          <p:spPr>
            <a:xfrm>
              <a:off x="6089933" y="1500658"/>
              <a:ext cx="11104" cy="20992"/>
            </a:xfrm>
            <a:custGeom>
              <a:avLst/>
              <a:gdLst/>
              <a:ahLst/>
              <a:cxnLst/>
              <a:rect l="l" t="t" r="r" b="b"/>
              <a:pathLst>
                <a:path w="347" h="656" extrusionOk="0">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96" name="Google Shape;14596;p68"/>
            <p:cNvGrpSpPr/>
            <p:nvPr/>
          </p:nvGrpSpPr>
          <p:grpSpPr>
            <a:xfrm>
              <a:off x="5796589" y="1500658"/>
              <a:ext cx="349024" cy="346752"/>
              <a:chOff x="5796589" y="1500658"/>
              <a:chExt cx="349024" cy="346752"/>
            </a:xfrm>
          </p:grpSpPr>
          <p:sp>
            <p:nvSpPr>
              <p:cNvPr id="14597" name="Google Shape;14597;p68"/>
              <p:cNvSpPr/>
              <p:nvPr/>
            </p:nvSpPr>
            <p:spPr>
              <a:xfrm>
                <a:off x="5893357" y="1544018"/>
                <a:ext cx="14496" cy="15328"/>
              </a:xfrm>
              <a:custGeom>
                <a:avLst/>
                <a:gdLst/>
                <a:ahLst/>
                <a:cxnLst/>
                <a:rect l="l" t="t" r="r" b="b"/>
                <a:pathLst>
                  <a:path w="453" h="479" extrusionOk="0">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8" name="Google Shape;14598;p68"/>
              <p:cNvSpPr/>
              <p:nvPr/>
            </p:nvSpPr>
            <p:spPr>
              <a:xfrm>
                <a:off x="5905165" y="1696114"/>
                <a:ext cx="32416" cy="37760"/>
              </a:xfrm>
              <a:custGeom>
                <a:avLst/>
                <a:gdLst/>
                <a:ahLst/>
                <a:cxnLst/>
                <a:rect l="l" t="t" r="r" b="b"/>
                <a:pathLst>
                  <a:path w="1013" h="1180" extrusionOk="0">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9" name="Google Shape;14599;p68"/>
              <p:cNvSpPr/>
              <p:nvPr/>
            </p:nvSpPr>
            <p:spPr>
              <a:xfrm>
                <a:off x="6003085" y="1696114"/>
                <a:ext cx="32416" cy="37760"/>
              </a:xfrm>
              <a:custGeom>
                <a:avLst/>
                <a:gdLst/>
                <a:ahLst/>
                <a:cxnLst/>
                <a:rect l="l" t="t" r="r" b="b"/>
                <a:pathLst>
                  <a:path w="1013" h="1180" extrusionOk="0">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0" name="Google Shape;14600;p68"/>
              <p:cNvSpPr/>
              <p:nvPr/>
            </p:nvSpPr>
            <p:spPr>
              <a:xfrm>
                <a:off x="5796589" y="1500658"/>
                <a:ext cx="349024" cy="346752"/>
              </a:xfrm>
              <a:custGeom>
                <a:avLst/>
                <a:gdLst/>
                <a:ahLst/>
                <a:cxnLst/>
                <a:rect l="l" t="t" r="r" b="b"/>
                <a:pathLst>
                  <a:path w="10907" h="10836" extrusionOk="0">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601" name="Google Shape;14601;p68"/>
          <p:cNvGrpSpPr/>
          <p:nvPr/>
        </p:nvGrpSpPr>
        <p:grpSpPr>
          <a:xfrm>
            <a:off x="6895373" y="1578778"/>
            <a:ext cx="348640" cy="343296"/>
            <a:chOff x="6895373" y="1502578"/>
            <a:chExt cx="348640" cy="343296"/>
          </a:xfrm>
        </p:grpSpPr>
        <p:sp>
          <p:nvSpPr>
            <p:cNvPr id="14602" name="Google Shape;14602;p68"/>
            <p:cNvSpPr/>
            <p:nvPr/>
          </p:nvSpPr>
          <p:spPr>
            <a:xfrm>
              <a:off x="6895373" y="1502578"/>
              <a:ext cx="348640" cy="343296"/>
            </a:xfrm>
            <a:custGeom>
              <a:avLst/>
              <a:gdLst/>
              <a:ahLst/>
              <a:cxnLst/>
              <a:rect l="l" t="t" r="r" b="b"/>
              <a:pathLst>
                <a:path w="10895" h="10728" extrusionOk="0">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3" name="Google Shape;14603;p68"/>
            <p:cNvSpPr/>
            <p:nvPr/>
          </p:nvSpPr>
          <p:spPr>
            <a:xfrm>
              <a:off x="6977677" y="1667154"/>
              <a:ext cx="48416" cy="59456"/>
            </a:xfrm>
            <a:custGeom>
              <a:avLst/>
              <a:gdLst/>
              <a:ahLst/>
              <a:cxnLst/>
              <a:rect l="l" t="t" r="r" b="b"/>
              <a:pathLst>
                <a:path w="1513" h="1858" extrusionOk="0">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4" name="Google Shape;14604;p68"/>
            <p:cNvSpPr/>
            <p:nvPr/>
          </p:nvSpPr>
          <p:spPr>
            <a:xfrm>
              <a:off x="7113709" y="1667154"/>
              <a:ext cx="48800" cy="59456"/>
            </a:xfrm>
            <a:custGeom>
              <a:avLst/>
              <a:gdLst/>
              <a:ahLst/>
              <a:cxnLst/>
              <a:rect l="l" t="t" r="r" b="b"/>
              <a:pathLst>
                <a:path w="1525" h="1858" extrusionOk="0">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05" name="Google Shape;14605;p68"/>
          <p:cNvGrpSpPr/>
          <p:nvPr/>
        </p:nvGrpSpPr>
        <p:grpSpPr>
          <a:xfrm>
            <a:off x="4147597" y="1581658"/>
            <a:ext cx="347904" cy="336992"/>
            <a:chOff x="4147597" y="1505458"/>
            <a:chExt cx="347904" cy="336992"/>
          </a:xfrm>
        </p:grpSpPr>
        <p:sp>
          <p:nvSpPr>
            <p:cNvPr id="14606" name="Google Shape;14606;p68"/>
            <p:cNvSpPr/>
            <p:nvPr/>
          </p:nvSpPr>
          <p:spPr>
            <a:xfrm>
              <a:off x="4293901" y="1707410"/>
              <a:ext cx="22528" cy="15392"/>
            </a:xfrm>
            <a:custGeom>
              <a:avLst/>
              <a:gdLst/>
              <a:ahLst/>
              <a:cxnLst/>
              <a:rect l="l" t="t" r="r" b="b"/>
              <a:pathLst>
                <a:path w="704" h="481" extrusionOk="0">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7" name="Google Shape;14607;p68"/>
            <p:cNvSpPr/>
            <p:nvPr/>
          </p:nvSpPr>
          <p:spPr>
            <a:xfrm>
              <a:off x="4326669" y="1707250"/>
              <a:ext cx="22528" cy="15168"/>
            </a:xfrm>
            <a:custGeom>
              <a:avLst/>
              <a:gdLst/>
              <a:ahLst/>
              <a:cxnLst/>
              <a:rect l="l" t="t" r="r" b="b"/>
              <a:pathLst>
                <a:path w="704" h="474" extrusionOk="0">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8" name="Google Shape;14608;p68"/>
            <p:cNvSpPr/>
            <p:nvPr/>
          </p:nvSpPr>
          <p:spPr>
            <a:xfrm>
              <a:off x="4147597" y="1505458"/>
              <a:ext cx="347904" cy="336992"/>
            </a:xfrm>
            <a:custGeom>
              <a:avLst/>
              <a:gdLst/>
              <a:ahLst/>
              <a:cxnLst/>
              <a:rect l="l" t="t" r="r" b="b"/>
              <a:pathLst>
                <a:path w="10872" h="10531" extrusionOk="0">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9" name="Google Shape;14609;p68"/>
            <p:cNvSpPr/>
            <p:nvPr/>
          </p:nvSpPr>
          <p:spPr>
            <a:xfrm>
              <a:off x="4250477" y="1641618"/>
              <a:ext cx="43456" cy="48032"/>
            </a:xfrm>
            <a:custGeom>
              <a:avLst/>
              <a:gdLst/>
              <a:ahLst/>
              <a:cxnLst/>
              <a:rect l="l" t="t" r="r" b="b"/>
              <a:pathLst>
                <a:path w="1358" h="1501" extrusionOk="0">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0" name="Google Shape;14610;p68"/>
            <p:cNvSpPr/>
            <p:nvPr/>
          </p:nvSpPr>
          <p:spPr>
            <a:xfrm>
              <a:off x="4348781" y="1641618"/>
              <a:ext cx="43456" cy="48032"/>
            </a:xfrm>
            <a:custGeom>
              <a:avLst/>
              <a:gdLst/>
              <a:ahLst/>
              <a:cxnLst/>
              <a:rect l="l" t="t" r="r" b="b"/>
              <a:pathLst>
                <a:path w="1358" h="1501" extrusionOk="0">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1" name="Google Shape;14611;p68"/>
            <p:cNvSpPr/>
            <p:nvPr/>
          </p:nvSpPr>
          <p:spPr>
            <a:xfrm>
              <a:off x="4261517" y="1739922"/>
              <a:ext cx="119680" cy="59840"/>
            </a:xfrm>
            <a:custGeom>
              <a:avLst/>
              <a:gdLst/>
              <a:ahLst/>
              <a:cxnLst/>
              <a:rect l="l" t="t" r="r" b="b"/>
              <a:pathLst>
                <a:path w="3740" h="1870" extrusionOk="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2" name="Google Shape;14612;p68"/>
            <p:cNvSpPr/>
            <p:nvPr/>
          </p:nvSpPr>
          <p:spPr>
            <a:xfrm>
              <a:off x="4221517" y="1614482"/>
              <a:ext cx="199296" cy="206624"/>
            </a:xfrm>
            <a:custGeom>
              <a:avLst/>
              <a:gdLst/>
              <a:ahLst/>
              <a:cxnLst/>
              <a:rect l="l" t="t" r="r" b="b"/>
              <a:pathLst>
                <a:path w="6228" h="6457" extrusionOk="0">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13" name="Google Shape;14613;p68"/>
          <p:cNvGrpSpPr/>
          <p:nvPr/>
        </p:nvGrpSpPr>
        <p:grpSpPr>
          <a:xfrm>
            <a:off x="2499405" y="1576090"/>
            <a:ext cx="347488" cy="348256"/>
            <a:chOff x="2499405" y="1499890"/>
            <a:chExt cx="347488" cy="348256"/>
          </a:xfrm>
        </p:grpSpPr>
        <p:sp>
          <p:nvSpPr>
            <p:cNvPr id="14614" name="Google Shape;14614;p68"/>
            <p:cNvSpPr/>
            <p:nvPr/>
          </p:nvSpPr>
          <p:spPr>
            <a:xfrm>
              <a:off x="2634669" y="1725842"/>
              <a:ext cx="75840" cy="38496"/>
            </a:xfrm>
            <a:custGeom>
              <a:avLst/>
              <a:gdLst/>
              <a:ahLst/>
              <a:cxnLst/>
              <a:rect l="l" t="t" r="r" b="b"/>
              <a:pathLst>
                <a:path w="2370" h="1203" extrusionOk="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5" name="Google Shape;14615;p68"/>
            <p:cNvSpPr/>
            <p:nvPr/>
          </p:nvSpPr>
          <p:spPr>
            <a:xfrm>
              <a:off x="2596173" y="1658002"/>
              <a:ext cx="43456" cy="48416"/>
            </a:xfrm>
            <a:custGeom>
              <a:avLst/>
              <a:gdLst/>
              <a:ahLst/>
              <a:cxnLst/>
              <a:rect l="l" t="t" r="r" b="b"/>
              <a:pathLst>
                <a:path w="1358" h="1513" extrusionOk="0">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6" name="Google Shape;14616;p68"/>
            <p:cNvSpPr/>
            <p:nvPr/>
          </p:nvSpPr>
          <p:spPr>
            <a:xfrm>
              <a:off x="2705133" y="1658002"/>
              <a:ext cx="43488" cy="48416"/>
            </a:xfrm>
            <a:custGeom>
              <a:avLst/>
              <a:gdLst/>
              <a:ahLst/>
              <a:cxnLst/>
              <a:rect l="l" t="t" r="r" b="b"/>
              <a:pathLst>
                <a:path w="1359" h="1513" extrusionOk="0">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7" name="Google Shape;14617;p68"/>
            <p:cNvSpPr/>
            <p:nvPr/>
          </p:nvSpPr>
          <p:spPr>
            <a:xfrm>
              <a:off x="2499405" y="1499890"/>
              <a:ext cx="347488" cy="348256"/>
            </a:xfrm>
            <a:custGeom>
              <a:avLst/>
              <a:gdLst/>
              <a:ahLst/>
              <a:cxnLst/>
              <a:rect l="l" t="t" r="r" b="b"/>
              <a:pathLst>
                <a:path w="10859" h="10883" extrusionOk="0">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8" name="Google Shape;14618;p68"/>
            <p:cNvSpPr/>
            <p:nvPr/>
          </p:nvSpPr>
          <p:spPr>
            <a:xfrm>
              <a:off x="2667053" y="1609618"/>
              <a:ext cx="10688" cy="37760"/>
            </a:xfrm>
            <a:custGeom>
              <a:avLst/>
              <a:gdLst/>
              <a:ahLst/>
              <a:cxnLst/>
              <a:rect l="l" t="t" r="r" b="b"/>
              <a:pathLst>
                <a:path w="334" h="1180" extrusionOk="0">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19" name="Google Shape;14619;p68"/>
          <p:cNvGrpSpPr/>
          <p:nvPr/>
        </p:nvGrpSpPr>
        <p:grpSpPr>
          <a:xfrm>
            <a:off x="1956845" y="1576698"/>
            <a:ext cx="331520" cy="348032"/>
            <a:chOff x="1956845" y="1500498"/>
            <a:chExt cx="331520" cy="348032"/>
          </a:xfrm>
        </p:grpSpPr>
        <p:sp>
          <p:nvSpPr>
            <p:cNvPr id="14620" name="Google Shape;14620;p68"/>
            <p:cNvSpPr/>
            <p:nvPr/>
          </p:nvSpPr>
          <p:spPr>
            <a:xfrm>
              <a:off x="2078413" y="1736882"/>
              <a:ext cx="88800" cy="44608"/>
            </a:xfrm>
            <a:custGeom>
              <a:avLst/>
              <a:gdLst/>
              <a:ahLst/>
              <a:cxnLst/>
              <a:rect l="l" t="t" r="r" b="b"/>
              <a:pathLst>
                <a:path w="2775" h="1394" extrusionOk="0">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1" name="Google Shape;14621;p68"/>
            <p:cNvSpPr/>
            <p:nvPr/>
          </p:nvSpPr>
          <p:spPr>
            <a:xfrm>
              <a:off x="1956845" y="1500498"/>
              <a:ext cx="331520" cy="348032"/>
            </a:xfrm>
            <a:custGeom>
              <a:avLst/>
              <a:gdLst/>
              <a:ahLst/>
              <a:cxnLst/>
              <a:rect l="l" t="t" r="r" b="b"/>
              <a:pathLst>
                <a:path w="10360" h="10876" extrusionOk="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2" name="Google Shape;14622;p68"/>
            <p:cNvSpPr/>
            <p:nvPr/>
          </p:nvSpPr>
          <p:spPr>
            <a:xfrm>
              <a:off x="2030765" y="1652690"/>
              <a:ext cx="48800" cy="59840"/>
            </a:xfrm>
            <a:custGeom>
              <a:avLst/>
              <a:gdLst/>
              <a:ahLst/>
              <a:cxnLst/>
              <a:rect l="l" t="t" r="r" b="b"/>
              <a:pathLst>
                <a:path w="1525" h="1870" extrusionOk="0">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3" name="Google Shape;14623;p68"/>
            <p:cNvSpPr/>
            <p:nvPr/>
          </p:nvSpPr>
          <p:spPr>
            <a:xfrm>
              <a:off x="2167181" y="1652690"/>
              <a:ext cx="48416" cy="59840"/>
            </a:xfrm>
            <a:custGeom>
              <a:avLst/>
              <a:gdLst/>
              <a:ahLst/>
              <a:cxnLst/>
              <a:rect l="l" t="t" r="r" b="b"/>
              <a:pathLst>
                <a:path w="1513" h="1870" extrusionOk="0">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4" name="Google Shape;14624;p68"/>
            <p:cNvSpPr/>
            <p:nvPr/>
          </p:nvSpPr>
          <p:spPr>
            <a:xfrm>
              <a:off x="2020877" y="1729234"/>
              <a:ext cx="20608" cy="15680"/>
            </a:xfrm>
            <a:custGeom>
              <a:avLst/>
              <a:gdLst/>
              <a:ahLst/>
              <a:cxnLst/>
              <a:rect l="l" t="t" r="r" b="b"/>
              <a:pathLst>
                <a:path w="644" h="490" extrusionOk="0">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5" name="Google Shape;14625;p68"/>
            <p:cNvSpPr/>
            <p:nvPr/>
          </p:nvSpPr>
          <p:spPr>
            <a:xfrm>
              <a:off x="1986189" y="1685426"/>
              <a:ext cx="27840" cy="38144"/>
            </a:xfrm>
            <a:custGeom>
              <a:avLst/>
              <a:gdLst/>
              <a:ahLst/>
              <a:cxnLst/>
              <a:rect l="l" t="t" r="r" b="b"/>
              <a:pathLst>
                <a:path w="870" h="1192" extrusionOk="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6" name="Google Shape;14626;p68"/>
            <p:cNvSpPr/>
            <p:nvPr/>
          </p:nvSpPr>
          <p:spPr>
            <a:xfrm>
              <a:off x="2198797" y="1729234"/>
              <a:ext cx="20608" cy="15680"/>
            </a:xfrm>
            <a:custGeom>
              <a:avLst/>
              <a:gdLst/>
              <a:ahLst/>
              <a:cxnLst/>
              <a:rect l="l" t="t" r="r" b="b"/>
              <a:pathLst>
                <a:path w="644" h="490" extrusionOk="0">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7" name="Google Shape;14627;p68"/>
            <p:cNvSpPr/>
            <p:nvPr/>
          </p:nvSpPr>
          <p:spPr>
            <a:xfrm>
              <a:off x="2225453" y="1685426"/>
              <a:ext cx="28224" cy="37760"/>
            </a:xfrm>
            <a:custGeom>
              <a:avLst/>
              <a:gdLst/>
              <a:ahLst/>
              <a:cxnLst/>
              <a:rect l="l" t="t" r="r" b="b"/>
              <a:pathLst>
                <a:path w="882" h="1180" extrusionOk="0">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8" name="Google Shape;14628;p68"/>
            <p:cNvSpPr/>
            <p:nvPr/>
          </p:nvSpPr>
          <p:spPr>
            <a:xfrm>
              <a:off x="2046381" y="1573906"/>
              <a:ext cx="22528" cy="16320"/>
            </a:xfrm>
            <a:custGeom>
              <a:avLst/>
              <a:gdLst/>
              <a:ahLst/>
              <a:cxnLst/>
              <a:rect l="l" t="t" r="r" b="b"/>
              <a:pathLst>
                <a:path w="704" h="510" extrusionOk="0">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9" name="Google Shape;14629;p68"/>
            <p:cNvSpPr/>
            <p:nvPr/>
          </p:nvSpPr>
          <p:spPr>
            <a:xfrm>
              <a:off x="2078765" y="1587538"/>
              <a:ext cx="87680" cy="18304"/>
            </a:xfrm>
            <a:custGeom>
              <a:avLst/>
              <a:gdLst/>
              <a:ahLst/>
              <a:cxnLst/>
              <a:rect l="l" t="t" r="r" b="b"/>
              <a:pathLst>
                <a:path w="2740" h="572" extrusionOk="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0" name="Google Shape;14630;p68"/>
            <p:cNvSpPr/>
            <p:nvPr/>
          </p:nvSpPr>
          <p:spPr>
            <a:xfrm>
              <a:off x="2177069" y="1574130"/>
              <a:ext cx="22528" cy="16480"/>
            </a:xfrm>
            <a:custGeom>
              <a:avLst/>
              <a:gdLst/>
              <a:ahLst/>
              <a:cxnLst/>
              <a:rect l="l" t="t" r="r" b="b"/>
              <a:pathLst>
                <a:path w="704" h="515" extrusionOk="0">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1" name="Google Shape;14631;p68"/>
            <p:cNvSpPr/>
            <p:nvPr/>
          </p:nvSpPr>
          <p:spPr>
            <a:xfrm>
              <a:off x="2078413" y="1560466"/>
              <a:ext cx="88800" cy="15648"/>
            </a:xfrm>
            <a:custGeom>
              <a:avLst/>
              <a:gdLst/>
              <a:ahLst/>
              <a:cxnLst/>
              <a:rect l="l" t="t" r="r" b="b"/>
              <a:pathLst>
                <a:path w="2775" h="489" extrusionOk="0">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32" name="Google Shape;14632;p68"/>
          <p:cNvGrpSpPr/>
          <p:nvPr/>
        </p:nvGrpSpPr>
        <p:grpSpPr>
          <a:xfrm>
            <a:off x="6345613" y="1626074"/>
            <a:ext cx="348640" cy="250656"/>
            <a:chOff x="6345613" y="1549874"/>
            <a:chExt cx="348640" cy="250656"/>
          </a:xfrm>
        </p:grpSpPr>
        <p:sp>
          <p:nvSpPr>
            <p:cNvPr id="14633" name="Google Shape;14633;p68"/>
            <p:cNvSpPr/>
            <p:nvPr/>
          </p:nvSpPr>
          <p:spPr>
            <a:xfrm>
              <a:off x="6405805" y="1685810"/>
              <a:ext cx="32416" cy="32416"/>
            </a:xfrm>
            <a:custGeom>
              <a:avLst/>
              <a:gdLst/>
              <a:ahLst/>
              <a:cxnLst/>
              <a:rect l="l" t="t" r="r" b="b"/>
              <a:pathLst>
                <a:path w="1013" h="1013" extrusionOk="0">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4" name="Google Shape;14634;p68"/>
            <p:cNvSpPr/>
            <p:nvPr/>
          </p:nvSpPr>
          <p:spPr>
            <a:xfrm>
              <a:off x="6345613" y="1549874"/>
              <a:ext cx="348640" cy="250656"/>
            </a:xfrm>
            <a:custGeom>
              <a:avLst/>
              <a:gdLst/>
              <a:ahLst/>
              <a:cxnLst/>
              <a:rect l="l" t="t" r="r" b="b"/>
              <a:pathLst>
                <a:path w="10895" h="7833" extrusionOk="0">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5" name="Google Shape;14635;p68"/>
            <p:cNvSpPr/>
            <p:nvPr/>
          </p:nvSpPr>
          <p:spPr>
            <a:xfrm>
              <a:off x="6472845" y="1588626"/>
              <a:ext cx="41952" cy="38944"/>
            </a:xfrm>
            <a:custGeom>
              <a:avLst/>
              <a:gdLst/>
              <a:ahLst/>
              <a:cxnLst/>
              <a:rect l="l" t="t" r="r" b="b"/>
              <a:pathLst>
                <a:path w="1311" h="1217" extrusionOk="0">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6" name="Google Shape;14636;p68"/>
            <p:cNvSpPr/>
            <p:nvPr/>
          </p:nvSpPr>
          <p:spPr>
            <a:xfrm>
              <a:off x="6528109" y="1592402"/>
              <a:ext cx="40800" cy="23360"/>
            </a:xfrm>
            <a:custGeom>
              <a:avLst/>
              <a:gdLst/>
              <a:ahLst/>
              <a:cxnLst/>
              <a:rect l="l" t="t" r="r" b="b"/>
              <a:pathLst>
                <a:path w="1275" h="730" extrusionOk="0">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7" name="Google Shape;14637;p68"/>
            <p:cNvSpPr/>
            <p:nvPr/>
          </p:nvSpPr>
          <p:spPr>
            <a:xfrm>
              <a:off x="6581453" y="1614994"/>
              <a:ext cx="38496" cy="11040"/>
            </a:xfrm>
            <a:custGeom>
              <a:avLst/>
              <a:gdLst/>
              <a:ahLst/>
              <a:cxnLst/>
              <a:rect l="l" t="t" r="r" b="b"/>
              <a:pathLst>
                <a:path w="1203" h="345" extrusionOk="0">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8" name="Google Shape;14638;p68"/>
            <p:cNvSpPr/>
            <p:nvPr/>
          </p:nvSpPr>
          <p:spPr>
            <a:xfrm>
              <a:off x="6634765" y="1648274"/>
              <a:ext cx="25184" cy="16992"/>
            </a:xfrm>
            <a:custGeom>
              <a:avLst/>
              <a:gdLst/>
              <a:ahLst/>
              <a:cxnLst/>
              <a:rect l="l" t="t" r="r" b="b"/>
              <a:pathLst>
                <a:path w="787" h="531" extrusionOk="0">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39" name="Google Shape;14639;p68"/>
          <p:cNvGrpSpPr/>
          <p:nvPr/>
        </p:nvGrpSpPr>
        <p:grpSpPr>
          <a:xfrm>
            <a:off x="7444781" y="1583226"/>
            <a:ext cx="348640" cy="334272"/>
            <a:chOff x="7444781" y="1507026"/>
            <a:chExt cx="348640" cy="334272"/>
          </a:xfrm>
        </p:grpSpPr>
        <p:sp>
          <p:nvSpPr>
            <p:cNvPr id="14640" name="Google Shape;14640;p68"/>
            <p:cNvSpPr/>
            <p:nvPr/>
          </p:nvSpPr>
          <p:spPr>
            <a:xfrm>
              <a:off x="7575469" y="1750066"/>
              <a:ext cx="40032" cy="39424"/>
            </a:xfrm>
            <a:custGeom>
              <a:avLst/>
              <a:gdLst/>
              <a:ahLst/>
              <a:cxnLst/>
              <a:rect l="l" t="t" r="r" b="b"/>
              <a:pathLst>
                <a:path w="1251" h="1232" extrusionOk="0">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1" name="Google Shape;14641;p68"/>
            <p:cNvSpPr/>
            <p:nvPr/>
          </p:nvSpPr>
          <p:spPr>
            <a:xfrm>
              <a:off x="7623469" y="1749714"/>
              <a:ext cx="40032" cy="39776"/>
            </a:xfrm>
            <a:custGeom>
              <a:avLst/>
              <a:gdLst/>
              <a:ahLst/>
              <a:cxnLst/>
              <a:rect l="l" t="t" r="r" b="b"/>
              <a:pathLst>
                <a:path w="1251" h="1243" extrusionOk="0">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2" name="Google Shape;14642;p68"/>
            <p:cNvSpPr/>
            <p:nvPr/>
          </p:nvSpPr>
          <p:spPr>
            <a:xfrm>
              <a:off x="7537741" y="1640498"/>
              <a:ext cx="43456" cy="48032"/>
            </a:xfrm>
            <a:custGeom>
              <a:avLst/>
              <a:gdLst/>
              <a:ahLst/>
              <a:cxnLst/>
              <a:rect l="l" t="t" r="r" b="b"/>
              <a:pathLst>
                <a:path w="1358" h="1501" extrusionOk="0">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3" name="Google Shape;14643;p68"/>
            <p:cNvSpPr/>
            <p:nvPr/>
          </p:nvSpPr>
          <p:spPr>
            <a:xfrm>
              <a:off x="7657389" y="1640498"/>
              <a:ext cx="43072" cy="48032"/>
            </a:xfrm>
            <a:custGeom>
              <a:avLst/>
              <a:gdLst/>
              <a:ahLst/>
              <a:cxnLst/>
              <a:rect l="l" t="t" r="r" b="b"/>
              <a:pathLst>
                <a:path w="1346" h="1501" extrusionOk="0">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4" name="Google Shape;14644;p68"/>
            <p:cNvSpPr/>
            <p:nvPr/>
          </p:nvSpPr>
          <p:spPr>
            <a:xfrm>
              <a:off x="7444781" y="1507026"/>
              <a:ext cx="348640" cy="334272"/>
            </a:xfrm>
            <a:custGeom>
              <a:avLst/>
              <a:gdLst/>
              <a:ahLst/>
              <a:cxnLst/>
              <a:rect l="l" t="t" r="r" b="b"/>
              <a:pathLst>
                <a:path w="10895" h="10446" extrusionOk="0">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5" name="Google Shape;14645;p68"/>
          <p:cNvGrpSpPr/>
          <p:nvPr/>
        </p:nvGrpSpPr>
        <p:grpSpPr>
          <a:xfrm>
            <a:off x="7995341" y="1582938"/>
            <a:ext cx="347872" cy="334944"/>
            <a:chOff x="7995341" y="1506738"/>
            <a:chExt cx="347872" cy="334944"/>
          </a:xfrm>
        </p:grpSpPr>
        <p:sp>
          <p:nvSpPr>
            <p:cNvPr id="14646" name="Google Shape;14646;p68"/>
            <p:cNvSpPr/>
            <p:nvPr/>
          </p:nvSpPr>
          <p:spPr>
            <a:xfrm>
              <a:off x="8129837" y="1722674"/>
              <a:ext cx="33536" cy="35936"/>
            </a:xfrm>
            <a:custGeom>
              <a:avLst/>
              <a:gdLst/>
              <a:ahLst/>
              <a:cxnLst/>
              <a:rect l="l" t="t" r="r" b="b"/>
              <a:pathLst>
                <a:path w="1048" h="1123" extrusionOk="0">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7" name="Google Shape;14647;p68"/>
            <p:cNvSpPr/>
            <p:nvPr/>
          </p:nvSpPr>
          <p:spPr>
            <a:xfrm>
              <a:off x="8172877" y="1722610"/>
              <a:ext cx="35840" cy="36000"/>
            </a:xfrm>
            <a:custGeom>
              <a:avLst/>
              <a:gdLst/>
              <a:ahLst/>
              <a:cxnLst/>
              <a:rect l="l" t="t" r="r" b="b"/>
              <a:pathLst>
                <a:path w="1120" h="1125" extrusionOk="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8" name="Google Shape;14648;p68"/>
            <p:cNvSpPr/>
            <p:nvPr/>
          </p:nvSpPr>
          <p:spPr>
            <a:xfrm>
              <a:off x="7995341" y="1506738"/>
              <a:ext cx="347872" cy="334944"/>
            </a:xfrm>
            <a:custGeom>
              <a:avLst/>
              <a:gdLst/>
              <a:ahLst/>
              <a:cxnLst/>
              <a:rect l="l" t="t" r="r" b="b"/>
              <a:pathLst>
                <a:path w="10871" h="10467" extrusionOk="0">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9" name="Google Shape;14649;p68"/>
            <p:cNvSpPr/>
            <p:nvPr/>
          </p:nvSpPr>
          <p:spPr>
            <a:xfrm>
              <a:off x="8103149" y="1685426"/>
              <a:ext cx="132256" cy="123104"/>
            </a:xfrm>
            <a:custGeom>
              <a:avLst/>
              <a:gdLst/>
              <a:ahLst/>
              <a:cxnLst/>
              <a:rect l="l" t="t" r="r" b="b"/>
              <a:pathLst>
                <a:path w="4133" h="3847" extrusionOk="0">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0" name="Google Shape;14650;p68"/>
            <p:cNvSpPr/>
            <p:nvPr/>
          </p:nvSpPr>
          <p:spPr>
            <a:xfrm>
              <a:off x="8087149" y="1640498"/>
              <a:ext cx="43456" cy="48032"/>
            </a:xfrm>
            <a:custGeom>
              <a:avLst/>
              <a:gdLst/>
              <a:ahLst/>
              <a:cxnLst/>
              <a:rect l="l" t="t" r="r" b="b"/>
              <a:pathLst>
                <a:path w="1358" h="1501" extrusionOk="0">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1" name="Google Shape;14651;p68"/>
            <p:cNvSpPr/>
            <p:nvPr/>
          </p:nvSpPr>
          <p:spPr>
            <a:xfrm>
              <a:off x="8207149" y="1640498"/>
              <a:ext cx="43104" cy="48032"/>
            </a:xfrm>
            <a:custGeom>
              <a:avLst/>
              <a:gdLst/>
              <a:ahLst/>
              <a:cxnLst/>
              <a:rect l="l" t="t" r="r" b="b"/>
              <a:pathLst>
                <a:path w="1347" h="1501" extrusionOk="0">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2" name="Google Shape;14652;p68"/>
          <p:cNvGrpSpPr/>
          <p:nvPr/>
        </p:nvGrpSpPr>
        <p:grpSpPr>
          <a:xfrm>
            <a:off x="3048045" y="1599130"/>
            <a:ext cx="347872" cy="303904"/>
            <a:chOff x="3048045" y="1522930"/>
            <a:chExt cx="347872" cy="303904"/>
          </a:xfrm>
        </p:grpSpPr>
        <p:sp>
          <p:nvSpPr>
            <p:cNvPr id="14653" name="Google Shape;14653;p68"/>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654" name="Google Shape;14654;p68"/>
            <p:cNvGrpSpPr/>
            <p:nvPr/>
          </p:nvGrpSpPr>
          <p:grpSpPr>
            <a:xfrm>
              <a:off x="3048045" y="1522930"/>
              <a:ext cx="347872" cy="303904"/>
              <a:chOff x="3048045" y="1522930"/>
              <a:chExt cx="347872" cy="303904"/>
            </a:xfrm>
          </p:grpSpPr>
          <p:sp>
            <p:nvSpPr>
              <p:cNvPr id="14655" name="Google Shape;14655;p68"/>
              <p:cNvSpPr/>
              <p:nvPr/>
            </p:nvSpPr>
            <p:spPr>
              <a:xfrm>
                <a:off x="3048045" y="1522930"/>
                <a:ext cx="347872" cy="303904"/>
              </a:xfrm>
              <a:custGeom>
                <a:avLst/>
                <a:gdLst/>
                <a:ahLst/>
                <a:cxnLst/>
                <a:rect l="l" t="t" r="r" b="b"/>
                <a:pathLst>
                  <a:path w="10871" h="9497" extrusionOk="0">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6" name="Google Shape;14656;p68"/>
              <p:cNvSpPr/>
              <p:nvPr/>
            </p:nvSpPr>
            <p:spPr>
              <a:xfrm>
                <a:off x="3139117" y="1621010"/>
                <a:ext cx="49152" cy="137600"/>
              </a:xfrm>
              <a:custGeom>
                <a:avLst/>
                <a:gdLst/>
                <a:ahLst/>
                <a:cxnLst/>
                <a:rect l="l" t="t" r="r" b="b"/>
                <a:pathLst>
                  <a:path w="1536" h="4300" extrusionOk="0">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657" name="Google Shape;14657;p68"/>
          <p:cNvGrpSpPr/>
          <p:nvPr/>
        </p:nvGrpSpPr>
        <p:grpSpPr>
          <a:xfrm>
            <a:off x="1133133" y="3428122"/>
            <a:ext cx="313984" cy="358560"/>
            <a:chOff x="1133133" y="3351922"/>
            <a:chExt cx="313984" cy="358560"/>
          </a:xfrm>
        </p:grpSpPr>
        <p:sp>
          <p:nvSpPr>
            <p:cNvPr id="14658" name="Google Shape;14658;p68"/>
            <p:cNvSpPr/>
            <p:nvPr/>
          </p:nvSpPr>
          <p:spPr>
            <a:xfrm>
              <a:off x="1133133" y="3351922"/>
              <a:ext cx="313984" cy="358560"/>
            </a:xfrm>
            <a:custGeom>
              <a:avLst/>
              <a:gdLst/>
              <a:ahLst/>
              <a:cxnLst/>
              <a:rect l="l" t="t" r="r" b="b"/>
              <a:pathLst>
                <a:path w="9812" h="11205" extrusionOk="0">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9" name="Google Shape;14659;p68"/>
            <p:cNvSpPr/>
            <p:nvPr/>
          </p:nvSpPr>
          <p:spPr>
            <a:xfrm>
              <a:off x="1285549" y="3414418"/>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0" name="Google Shape;14660;p68"/>
            <p:cNvSpPr/>
            <p:nvPr/>
          </p:nvSpPr>
          <p:spPr>
            <a:xfrm>
              <a:off x="1285549" y="3459378"/>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1" name="Google Shape;14661;p68"/>
            <p:cNvSpPr/>
            <p:nvPr/>
          </p:nvSpPr>
          <p:spPr>
            <a:xfrm>
              <a:off x="1285549" y="3503954"/>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2" name="Google Shape;14662;p68"/>
            <p:cNvSpPr/>
            <p:nvPr/>
          </p:nvSpPr>
          <p:spPr>
            <a:xfrm>
              <a:off x="1167821" y="3498226"/>
              <a:ext cx="10688" cy="16416"/>
            </a:xfrm>
            <a:custGeom>
              <a:avLst/>
              <a:gdLst/>
              <a:ahLst/>
              <a:cxnLst/>
              <a:rect l="l" t="t" r="r" b="b"/>
              <a:pathLst>
                <a:path w="334" h="513" extrusionOk="0">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3" name="Google Shape;14663;p68"/>
            <p:cNvSpPr/>
            <p:nvPr/>
          </p:nvSpPr>
          <p:spPr>
            <a:xfrm>
              <a:off x="1167821" y="3537490"/>
              <a:ext cx="10688" cy="16032"/>
            </a:xfrm>
            <a:custGeom>
              <a:avLst/>
              <a:gdLst/>
              <a:ahLst/>
              <a:cxnLst/>
              <a:rect l="l" t="t" r="r" b="b"/>
              <a:pathLst>
                <a:path w="334" h="501" extrusionOk="0">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4" name="Google Shape;14664;p68"/>
            <p:cNvSpPr/>
            <p:nvPr/>
          </p:nvSpPr>
          <p:spPr>
            <a:xfrm>
              <a:off x="1167821" y="3577106"/>
              <a:ext cx="10688" cy="16032"/>
            </a:xfrm>
            <a:custGeom>
              <a:avLst/>
              <a:gdLst/>
              <a:ahLst/>
              <a:cxnLst/>
              <a:rect l="l" t="t" r="r" b="b"/>
              <a:pathLst>
                <a:path w="334" h="501" extrusionOk="0">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5" name="Google Shape;14665;p68"/>
            <p:cNvSpPr/>
            <p:nvPr/>
          </p:nvSpPr>
          <p:spPr>
            <a:xfrm>
              <a:off x="1402509" y="3493266"/>
              <a:ext cx="10688" cy="16064"/>
            </a:xfrm>
            <a:custGeom>
              <a:avLst/>
              <a:gdLst/>
              <a:ahLst/>
              <a:cxnLst/>
              <a:rect l="l" t="t" r="r" b="b"/>
              <a:pathLst>
                <a:path w="334" h="502" extrusionOk="0">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6" name="Google Shape;14666;p68"/>
            <p:cNvSpPr/>
            <p:nvPr/>
          </p:nvSpPr>
          <p:spPr>
            <a:xfrm>
              <a:off x="1393357" y="3526898"/>
              <a:ext cx="15648" cy="14432"/>
            </a:xfrm>
            <a:custGeom>
              <a:avLst/>
              <a:gdLst/>
              <a:ahLst/>
              <a:cxnLst/>
              <a:rect l="l" t="t" r="r" b="b"/>
              <a:pathLst>
                <a:path w="489" h="451" extrusionOk="0">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7" name="Google Shape;14667;p68"/>
            <p:cNvSpPr/>
            <p:nvPr/>
          </p:nvSpPr>
          <p:spPr>
            <a:xfrm>
              <a:off x="1402509" y="3453650"/>
              <a:ext cx="10688" cy="16032"/>
            </a:xfrm>
            <a:custGeom>
              <a:avLst/>
              <a:gdLst/>
              <a:ahLst/>
              <a:cxnLst/>
              <a:rect l="l" t="t" r="r" b="b"/>
              <a:pathLst>
                <a:path w="334" h="501" extrusionOk="0">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8" name="Google Shape;14668;p68"/>
            <p:cNvSpPr/>
            <p:nvPr/>
          </p:nvSpPr>
          <p:spPr>
            <a:xfrm>
              <a:off x="1171629" y="3612306"/>
              <a:ext cx="15264" cy="14752"/>
            </a:xfrm>
            <a:custGeom>
              <a:avLst/>
              <a:gdLst/>
              <a:ahLst/>
              <a:cxnLst/>
              <a:rect l="l" t="t" r="r" b="b"/>
              <a:pathLst>
                <a:path w="477" h="461" extrusionOk="0">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9" name="Google Shape;14669;p68"/>
            <p:cNvSpPr/>
            <p:nvPr/>
          </p:nvSpPr>
          <p:spPr>
            <a:xfrm>
              <a:off x="1285549" y="3548914"/>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0" name="Google Shape;14670;p68"/>
            <p:cNvSpPr/>
            <p:nvPr/>
          </p:nvSpPr>
          <p:spPr>
            <a:xfrm>
              <a:off x="1285549" y="3593490"/>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1" name="Google Shape;14671;p68"/>
            <p:cNvSpPr/>
            <p:nvPr/>
          </p:nvSpPr>
          <p:spPr>
            <a:xfrm>
              <a:off x="1285549" y="3638450"/>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2" name="Google Shape;14672;p68"/>
            <p:cNvSpPr/>
            <p:nvPr/>
          </p:nvSpPr>
          <p:spPr>
            <a:xfrm>
              <a:off x="1201325" y="3627026"/>
              <a:ext cx="16032" cy="10304"/>
            </a:xfrm>
            <a:custGeom>
              <a:avLst/>
              <a:gdLst/>
              <a:ahLst/>
              <a:cxnLst/>
              <a:rect l="l" t="t" r="r" b="b"/>
              <a:pathLst>
                <a:path w="501" h="322" extrusionOk="0">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3" name="Google Shape;14673;p68"/>
            <p:cNvSpPr/>
            <p:nvPr/>
          </p:nvSpPr>
          <p:spPr>
            <a:xfrm>
              <a:off x="1363629" y="3537490"/>
              <a:ext cx="16032" cy="10304"/>
            </a:xfrm>
            <a:custGeom>
              <a:avLst/>
              <a:gdLst/>
              <a:ahLst/>
              <a:cxnLst/>
              <a:rect l="l" t="t" r="r" b="b"/>
              <a:pathLst>
                <a:path w="501" h="322" extrusionOk="0">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674" name="Google Shape;14674;p68"/>
          <p:cNvSpPr/>
          <p:nvPr/>
        </p:nvSpPr>
        <p:spPr>
          <a:xfrm>
            <a:off x="1709197" y="3430042"/>
            <a:ext cx="262944" cy="354720"/>
          </a:xfrm>
          <a:custGeom>
            <a:avLst/>
            <a:gdLst/>
            <a:ahLst/>
            <a:cxnLst/>
            <a:rect l="l" t="t" r="r" b="b"/>
            <a:pathLst>
              <a:path w="8217" h="11085" extrusionOk="0">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675" name="Google Shape;14675;p68"/>
          <p:cNvGrpSpPr/>
          <p:nvPr/>
        </p:nvGrpSpPr>
        <p:grpSpPr>
          <a:xfrm>
            <a:off x="2795053" y="3428794"/>
            <a:ext cx="288448" cy="357120"/>
            <a:chOff x="2795053" y="3352594"/>
            <a:chExt cx="288448" cy="357120"/>
          </a:xfrm>
        </p:grpSpPr>
        <p:sp>
          <p:nvSpPr>
            <p:cNvPr id="14676" name="Google Shape;14676;p68"/>
            <p:cNvSpPr/>
            <p:nvPr/>
          </p:nvSpPr>
          <p:spPr>
            <a:xfrm>
              <a:off x="2839629" y="3550386"/>
              <a:ext cx="19840" cy="16448"/>
            </a:xfrm>
            <a:custGeom>
              <a:avLst/>
              <a:gdLst/>
              <a:ahLst/>
              <a:cxnLst/>
              <a:rect l="l" t="t" r="r" b="b"/>
              <a:pathLst>
                <a:path w="620" h="514" extrusionOk="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7" name="Google Shape;14677;p68"/>
            <p:cNvSpPr/>
            <p:nvPr/>
          </p:nvSpPr>
          <p:spPr>
            <a:xfrm>
              <a:off x="2865165" y="3511410"/>
              <a:ext cx="50688" cy="37536"/>
            </a:xfrm>
            <a:custGeom>
              <a:avLst/>
              <a:gdLst/>
              <a:ahLst/>
              <a:cxnLst/>
              <a:rect l="l" t="t" r="r" b="b"/>
              <a:pathLst>
                <a:path w="1584" h="1173" extrusionOk="0">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8" name="Google Shape;14678;p68"/>
            <p:cNvSpPr/>
            <p:nvPr/>
          </p:nvSpPr>
          <p:spPr>
            <a:xfrm>
              <a:off x="2795053" y="3352594"/>
              <a:ext cx="288448" cy="357120"/>
            </a:xfrm>
            <a:custGeom>
              <a:avLst/>
              <a:gdLst/>
              <a:ahLst/>
              <a:cxnLst/>
              <a:rect l="l" t="t" r="r" b="b"/>
              <a:pathLst>
                <a:path w="9014" h="11160" extrusionOk="0">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9" name="Google Shape;14679;p68"/>
            <p:cNvSpPr/>
            <p:nvPr/>
          </p:nvSpPr>
          <p:spPr>
            <a:xfrm>
              <a:off x="3019853" y="3423794"/>
              <a:ext cx="20224" cy="16576"/>
            </a:xfrm>
            <a:custGeom>
              <a:avLst/>
              <a:gdLst/>
              <a:ahLst/>
              <a:cxnLst/>
              <a:rect l="l" t="t" r="r" b="b"/>
              <a:pathLst>
                <a:path w="632" h="518" extrusionOk="0">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0" name="Google Shape;14680;p68"/>
            <p:cNvSpPr/>
            <p:nvPr/>
          </p:nvSpPr>
          <p:spPr>
            <a:xfrm>
              <a:off x="2964237" y="3441810"/>
              <a:ext cx="49920" cy="37408"/>
            </a:xfrm>
            <a:custGeom>
              <a:avLst/>
              <a:gdLst/>
              <a:ahLst/>
              <a:cxnLst/>
              <a:rect l="l" t="t" r="r" b="b"/>
              <a:pathLst>
                <a:path w="1560" h="1169" extrusionOk="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1" name="Google Shape;14681;p68"/>
            <p:cNvSpPr/>
            <p:nvPr/>
          </p:nvSpPr>
          <p:spPr>
            <a:xfrm>
              <a:off x="2867437" y="3395602"/>
              <a:ext cx="17952" cy="18848"/>
            </a:xfrm>
            <a:custGeom>
              <a:avLst/>
              <a:gdLst/>
              <a:ahLst/>
              <a:cxnLst/>
              <a:rect l="l" t="t" r="r" b="b"/>
              <a:pathLst>
                <a:path w="561" h="589" extrusionOk="0">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2" name="Google Shape;14682;p68"/>
            <p:cNvSpPr/>
            <p:nvPr/>
          </p:nvSpPr>
          <p:spPr>
            <a:xfrm>
              <a:off x="2885741" y="3421234"/>
              <a:ext cx="38496" cy="49216"/>
            </a:xfrm>
            <a:custGeom>
              <a:avLst/>
              <a:gdLst/>
              <a:ahLst/>
              <a:cxnLst/>
              <a:rect l="l" t="t" r="r" b="b"/>
              <a:pathLst>
                <a:path w="1203" h="1538" extrusionOk="0">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3" name="Google Shape;14683;p68"/>
            <p:cNvSpPr/>
            <p:nvPr/>
          </p:nvSpPr>
          <p:spPr>
            <a:xfrm>
              <a:off x="2993933" y="3576178"/>
              <a:ext cx="17952" cy="18848"/>
            </a:xfrm>
            <a:custGeom>
              <a:avLst/>
              <a:gdLst/>
              <a:ahLst/>
              <a:cxnLst/>
              <a:rect l="l" t="t" r="r" b="b"/>
              <a:pathLst>
                <a:path w="561" h="589" extrusionOk="0">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4" name="Google Shape;14684;p68"/>
            <p:cNvSpPr/>
            <p:nvPr/>
          </p:nvSpPr>
          <p:spPr>
            <a:xfrm>
              <a:off x="2954701" y="3520466"/>
              <a:ext cx="39264" cy="49056"/>
            </a:xfrm>
            <a:custGeom>
              <a:avLst/>
              <a:gdLst/>
              <a:ahLst/>
              <a:cxnLst/>
              <a:rect l="l" t="t" r="r" b="b"/>
              <a:pathLst>
                <a:path w="1227" h="1533" extrusionOk="0">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85" name="Google Shape;14685;p68"/>
          <p:cNvGrpSpPr/>
          <p:nvPr/>
        </p:nvGrpSpPr>
        <p:grpSpPr>
          <a:xfrm>
            <a:off x="2236525" y="3429402"/>
            <a:ext cx="304832" cy="356512"/>
            <a:chOff x="2236525" y="3353202"/>
            <a:chExt cx="304832" cy="356512"/>
          </a:xfrm>
        </p:grpSpPr>
        <p:sp>
          <p:nvSpPr>
            <p:cNvPr id="14686" name="Google Shape;14686;p68"/>
            <p:cNvSpPr/>
            <p:nvPr/>
          </p:nvSpPr>
          <p:spPr>
            <a:xfrm>
              <a:off x="2236525" y="3353202"/>
              <a:ext cx="304832" cy="356512"/>
            </a:xfrm>
            <a:custGeom>
              <a:avLst/>
              <a:gdLst/>
              <a:ahLst/>
              <a:cxnLst/>
              <a:rect l="l" t="t" r="r" b="b"/>
              <a:pathLst>
                <a:path w="9526" h="11141" extrusionOk="0">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7" name="Google Shape;14687;p68"/>
            <p:cNvSpPr/>
            <p:nvPr/>
          </p:nvSpPr>
          <p:spPr>
            <a:xfrm>
              <a:off x="2283373" y="3553106"/>
              <a:ext cx="16416" cy="11072"/>
            </a:xfrm>
            <a:custGeom>
              <a:avLst/>
              <a:gdLst/>
              <a:ahLst/>
              <a:cxnLst/>
              <a:rect l="l" t="t" r="r" b="b"/>
              <a:pathLst>
                <a:path w="513" h="346" extrusionOk="0">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8" name="Google Shape;14688;p68"/>
            <p:cNvSpPr/>
            <p:nvPr/>
          </p:nvSpPr>
          <p:spPr>
            <a:xfrm>
              <a:off x="2449485" y="3488658"/>
              <a:ext cx="17184" cy="12288"/>
            </a:xfrm>
            <a:custGeom>
              <a:avLst/>
              <a:gdLst/>
              <a:ahLst/>
              <a:cxnLst/>
              <a:rect l="l" t="t" r="r" b="b"/>
              <a:pathLst>
                <a:path w="537" h="384" extrusionOk="0">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89" name="Google Shape;14689;p68"/>
          <p:cNvGrpSpPr/>
          <p:nvPr/>
        </p:nvGrpSpPr>
        <p:grpSpPr>
          <a:xfrm>
            <a:off x="3910637" y="3428890"/>
            <a:ext cx="256800" cy="357024"/>
            <a:chOff x="3910637" y="3352690"/>
            <a:chExt cx="256800" cy="357024"/>
          </a:xfrm>
        </p:grpSpPr>
        <p:sp>
          <p:nvSpPr>
            <p:cNvPr id="14690" name="Google Shape;14690;p68"/>
            <p:cNvSpPr/>
            <p:nvPr/>
          </p:nvSpPr>
          <p:spPr>
            <a:xfrm>
              <a:off x="3910637" y="3352690"/>
              <a:ext cx="256800" cy="357024"/>
            </a:xfrm>
            <a:custGeom>
              <a:avLst/>
              <a:gdLst/>
              <a:ahLst/>
              <a:cxnLst/>
              <a:rect l="l" t="t" r="r" b="b"/>
              <a:pathLst>
                <a:path w="8025" h="11157" extrusionOk="0">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1" name="Google Shape;14691;p68"/>
            <p:cNvSpPr/>
            <p:nvPr/>
          </p:nvSpPr>
          <p:spPr>
            <a:xfrm>
              <a:off x="3960909" y="3498226"/>
              <a:ext cx="60992" cy="60992"/>
            </a:xfrm>
            <a:custGeom>
              <a:avLst/>
              <a:gdLst/>
              <a:ahLst/>
              <a:cxnLst/>
              <a:rect l="l" t="t" r="r" b="b"/>
              <a:pathLst>
                <a:path w="1906" h="1906" extrusionOk="0">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2" name="Google Shape;14692;p68"/>
            <p:cNvSpPr/>
            <p:nvPr/>
          </p:nvSpPr>
          <p:spPr>
            <a:xfrm>
              <a:off x="4083981" y="3408690"/>
              <a:ext cx="44224" cy="43872"/>
            </a:xfrm>
            <a:custGeom>
              <a:avLst/>
              <a:gdLst/>
              <a:ahLst/>
              <a:cxnLst/>
              <a:rect l="l" t="t" r="r" b="b"/>
              <a:pathLst>
                <a:path w="1382" h="1371" extrusionOk="0">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93" name="Google Shape;14693;p68"/>
          <p:cNvGrpSpPr/>
          <p:nvPr/>
        </p:nvGrpSpPr>
        <p:grpSpPr>
          <a:xfrm>
            <a:off x="6056429" y="3428122"/>
            <a:ext cx="360064" cy="360096"/>
            <a:chOff x="6056429" y="3351922"/>
            <a:chExt cx="360064" cy="360096"/>
          </a:xfrm>
        </p:grpSpPr>
        <p:sp>
          <p:nvSpPr>
            <p:cNvPr id="14694" name="Google Shape;14694;p68"/>
            <p:cNvSpPr/>
            <p:nvPr/>
          </p:nvSpPr>
          <p:spPr>
            <a:xfrm>
              <a:off x="6056429" y="3351922"/>
              <a:ext cx="360064" cy="360096"/>
            </a:xfrm>
            <a:custGeom>
              <a:avLst/>
              <a:gdLst/>
              <a:ahLst/>
              <a:cxnLst/>
              <a:rect l="l" t="t" r="r" b="b"/>
              <a:pathLst>
                <a:path w="11252" h="11253" extrusionOk="0">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5" name="Google Shape;14695;p68"/>
            <p:cNvSpPr/>
            <p:nvPr/>
          </p:nvSpPr>
          <p:spPr>
            <a:xfrm>
              <a:off x="6311309" y="3392306"/>
              <a:ext cx="10688" cy="21760"/>
            </a:xfrm>
            <a:custGeom>
              <a:avLst/>
              <a:gdLst/>
              <a:ahLst/>
              <a:cxnLst/>
              <a:rect l="l" t="t" r="r" b="b"/>
              <a:pathLst>
                <a:path w="334" h="680" extrusionOk="0">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6" name="Google Shape;14696;p68"/>
            <p:cNvSpPr/>
            <p:nvPr/>
          </p:nvSpPr>
          <p:spPr>
            <a:xfrm>
              <a:off x="6153197" y="3649490"/>
              <a:ext cx="10688" cy="21760"/>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97" name="Google Shape;14697;p68"/>
          <p:cNvGrpSpPr/>
          <p:nvPr/>
        </p:nvGrpSpPr>
        <p:grpSpPr>
          <a:xfrm>
            <a:off x="6608877" y="3429274"/>
            <a:ext cx="357408" cy="357408"/>
            <a:chOff x="6608877" y="3353074"/>
            <a:chExt cx="357408" cy="357408"/>
          </a:xfrm>
        </p:grpSpPr>
        <p:sp>
          <p:nvSpPr>
            <p:cNvPr id="14698" name="Google Shape;14698;p68"/>
            <p:cNvSpPr/>
            <p:nvPr/>
          </p:nvSpPr>
          <p:spPr>
            <a:xfrm>
              <a:off x="6608877" y="3353074"/>
              <a:ext cx="357408" cy="357408"/>
            </a:xfrm>
            <a:custGeom>
              <a:avLst/>
              <a:gdLst/>
              <a:ahLst/>
              <a:cxnLst/>
              <a:rect l="l" t="t" r="r" b="b"/>
              <a:pathLst>
                <a:path w="11169" h="11169" extrusionOk="0">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9" name="Google Shape;14699;p68"/>
            <p:cNvSpPr/>
            <p:nvPr/>
          </p:nvSpPr>
          <p:spPr>
            <a:xfrm>
              <a:off x="6770029" y="3565170"/>
              <a:ext cx="44608" cy="27968"/>
            </a:xfrm>
            <a:custGeom>
              <a:avLst/>
              <a:gdLst/>
              <a:ahLst/>
              <a:cxnLst/>
              <a:rect l="l" t="t" r="r" b="b"/>
              <a:pathLst>
                <a:path w="1394" h="874" extrusionOk="0">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0" name="Google Shape;14700;p68"/>
            <p:cNvSpPr/>
            <p:nvPr/>
          </p:nvSpPr>
          <p:spPr>
            <a:xfrm>
              <a:off x="6859949" y="3437074"/>
              <a:ext cx="24416" cy="31840"/>
            </a:xfrm>
            <a:custGeom>
              <a:avLst/>
              <a:gdLst/>
              <a:ahLst/>
              <a:cxnLst/>
              <a:rect l="l" t="t" r="r" b="b"/>
              <a:pathLst>
                <a:path w="763" h="995" extrusionOk="0">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1" name="Google Shape;14701;p68"/>
            <p:cNvSpPr/>
            <p:nvPr/>
          </p:nvSpPr>
          <p:spPr>
            <a:xfrm>
              <a:off x="6824525" y="3509426"/>
              <a:ext cx="17920" cy="28448"/>
            </a:xfrm>
            <a:custGeom>
              <a:avLst/>
              <a:gdLst/>
              <a:ahLst/>
              <a:cxnLst/>
              <a:rect l="l" t="t" r="r" b="b"/>
              <a:pathLst>
                <a:path w="560" h="889" extrusionOk="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2" name="Google Shape;14702;p68"/>
            <p:cNvSpPr/>
            <p:nvPr/>
          </p:nvSpPr>
          <p:spPr>
            <a:xfrm>
              <a:off x="6790989" y="3541906"/>
              <a:ext cx="42688" cy="34464"/>
            </a:xfrm>
            <a:custGeom>
              <a:avLst/>
              <a:gdLst/>
              <a:ahLst/>
              <a:cxnLst/>
              <a:rect l="l" t="t" r="r" b="b"/>
              <a:pathLst>
                <a:path w="1334" h="1077" extrusionOk="0">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3" name="Google Shape;14703;p68"/>
            <p:cNvSpPr/>
            <p:nvPr/>
          </p:nvSpPr>
          <p:spPr>
            <a:xfrm>
              <a:off x="6840525" y="3544914"/>
              <a:ext cx="54112" cy="32608"/>
            </a:xfrm>
            <a:custGeom>
              <a:avLst/>
              <a:gdLst/>
              <a:ahLst/>
              <a:cxnLst/>
              <a:rect l="l" t="t" r="r" b="b"/>
              <a:pathLst>
                <a:path w="1691" h="1019" extrusionOk="0">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4" name="Google Shape;14704;p68"/>
            <p:cNvSpPr/>
            <p:nvPr/>
          </p:nvSpPr>
          <p:spPr>
            <a:xfrm>
              <a:off x="6793645" y="3582770"/>
              <a:ext cx="102144" cy="75520"/>
            </a:xfrm>
            <a:custGeom>
              <a:avLst/>
              <a:gdLst/>
              <a:ahLst/>
              <a:cxnLst/>
              <a:rect l="l" t="t" r="r" b="b"/>
              <a:pathLst>
                <a:path w="3192" h="2360" extrusionOk="0">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05" name="Google Shape;14705;p68"/>
          <p:cNvSpPr/>
          <p:nvPr/>
        </p:nvSpPr>
        <p:spPr>
          <a:xfrm>
            <a:off x="7708045" y="3427738"/>
            <a:ext cx="357408" cy="357408"/>
          </a:xfrm>
          <a:custGeom>
            <a:avLst/>
            <a:gdLst/>
            <a:ahLst/>
            <a:cxnLst/>
            <a:rect l="l" t="t" r="r" b="b"/>
            <a:pathLst>
              <a:path w="11169" h="11169" extrusionOk="0">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06" name="Google Shape;14706;p68"/>
          <p:cNvGrpSpPr/>
          <p:nvPr/>
        </p:nvGrpSpPr>
        <p:grpSpPr>
          <a:xfrm>
            <a:off x="3316269" y="3428602"/>
            <a:ext cx="344832" cy="356544"/>
            <a:chOff x="3316269" y="3352402"/>
            <a:chExt cx="344832" cy="356544"/>
          </a:xfrm>
        </p:grpSpPr>
        <p:sp>
          <p:nvSpPr>
            <p:cNvPr id="14707" name="Google Shape;14707;p68"/>
            <p:cNvSpPr/>
            <p:nvPr/>
          </p:nvSpPr>
          <p:spPr>
            <a:xfrm>
              <a:off x="3546381" y="3557138"/>
              <a:ext cx="19840" cy="16576"/>
            </a:xfrm>
            <a:custGeom>
              <a:avLst/>
              <a:gdLst/>
              <a:ahLst/>
              <a:cxnLst/>
              <a:rect l="l" t="t" r="r" b="b"/>
              <a:pathLst>
                <a:path w="620" h="518" extrusionOk="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8" name="Google Shape;14708;p68"/>
            <p:cNvSpPr/>
            <p:nvPr/>
          </p:nvSpPr>
          <p:spPr>
            <a:xfrm>
              <a:off x="3449997" y="3423730"/>
              <a:ext cx="14496" cy="18144"/>
            </a:xfrm>
            <a:custGeom>
              <a:avLst/>
              <a:gdLst/>
              <a:ahLst/>
              <a:cxnLst/>
              <a:rect l="l" t="t" r="r" b="b"/>
              <a:pathLst>
                <a:path w="453" h="567" extrusionOk="0">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9" name="Google Shape;14709;p68"/>
            <p:cNvSpPr/>
            <p:nvPr/>
          </p:nvSpPr>
          <p:spPr>
            <a:xfrm>
              <a:off x="3316269" y="3352402"/>
              <a:ext cx="344832" cy="356544"/>
            </a:xfrm>
            <a:custGeom>
              <a:avLst/>
              <a:gdLst/>
              <a:ahLst/>
              <a:cxnLst/>
              <a:rect l="l" t="t" r="r" b="b"/>
              <a:pathLst>
                <a:path w="10776" h="11142" extrusionOk="0">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10" name="Google Shape;14710;p68"/>
          <p:cNvSpPr/>
          <p:nvPr/>
        </p:nvSpPr>
        <p:spPr>
          <a:xfrm>
            <a:off x="4423085" y="3429274"/>
            <a:ext cx="331872" cy="357792"/>
          </a:xfrm>
          <a:custGeom>
            <a:avLst/>
            <a:gdLst/>
            <a:ahLst/>
            <a:cxnLst/>
            <a:rect l="l" t="t" r="r" b="b"/>
            <a:pathLst>
              <a:path w="10371" h="11181" extrusionOk="0">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11" name="Google Shape;14711;p68"/>
          <p:cNvGrpSpPr/>
          <p:nvPr/>
        </p:nvGrpSpPr>
        <p:grpSpPr>
          <a:xfrm>
            <a:off x="4959533" y="3446426"/>
            <a:ext cx="357408" cy="323488"/>
            <a:chOff x="4959533" y="3370226"/>
            <a:chExt cx="357408" cy="323488"/>
          </a:xfrm>
        </p:grpSpPr>
        <p:sp>
          <p:nvSpPr>
            <p:cNvPr id="14712" name="Google Shape;14712;p68"/>
            <p:cNvSpPr/>
            <p:nvPr/>
          </p:nvSpPr>
          <p:spPr>
            <a:xfrm>
              <a:off x="4959533" y="3370226"/>
              <a:ext cx="357408" cy="323488"/>
            </a:xfrm>
            <a:custGeom>
              <a:avLst/>
              <a:gdLst/>
              <a:ahLst/>
              <a:cxnLst/>
              <a:rect l="l" t="t" r="r" b="b"/>
              <a:pathLst>
                <a:path w="11169" h="10109" extrusionOk="0">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3" name="Google Shape;14713;p68"/>
            <p:cNvSpPr/>
            <p:nvPr/>
          </p:nvSpPr>
          <p:spPr>
            <a:xfrm>
              <a:off x="5055149" y="3409458"/>
              <a:ext cx="99840" cy="88416"/>
            </a:xfrm>
            <a:custGeom>
              <a:avLst/>
              <a:gdLst/>
              <a:ahLst/>
              <a:cxnLst/>
              <a:rect l="l" t="t" r="r" b="b"/>
              <a:pathLst>
                <a:path w="3120" h="2763" extrusionOk="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14" name="Google Shape;14714;p68"/>
          <p:cNvGrpSpPr/>
          <p:nvPr/>
        </p:nvGrpSpPr>
        <p:grpSpPr>
          <a:xfrm>
            <a:off x="7158637" y="3429274"/>
            <a:ext cx="357056" cy="357408"/>
            <a:chOff x="7158637" y="3353074"/>
            <a:chExt cx="357056" cy="357408"/>
          </a:xfrm>
        </p:grpSpPr>
        <p:sp>
          <p:nvSpPr>
            <p:cNvPr id="14715" name="Google Shape;14715;p68"/>
            <p:cNvSpPr/>
            <p:nvPr/>
          </p:nvSpPr>
          <p:spPr>
            <a:xfrm>
              <a:off x="7158637" y="3353074"/>
              <a:ext cx="357056" cy="357408"/>
            </a:xfrm>
            <a:custGeom>
              <a:avLst/>
              <a:gdLst/>
              <a:ahLst/>
              <a:cxnLst/>
              <a:rect l="l" t="t" r="r" b="b"/>
              <a:pathLst>
                <a:path w="11158" h="11169" extrusionOk="0">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6" name="Google Shape;14716;p68"/>
            <p:cNvSpPr/>
            <p:nvPr/>
          </p:nvSpPr>
          <p:spPr>
            <a:xfrm>
              <a:off x="7406669" y="3594898"/>
              <a:ext cx="26336" cy="27968"/>
            </a:xfrm>
            <a:custGeom>
              <a:avLst/>
              <a:gdLst/>
              <a:ahLst/>
              <a:cxnLst/>
              <a:rect l="l" t="t" r="r" b="b"/>
              <a:pathLst>
                <a:path w="823" h="874" extrusionOk="0">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7" name="Google Shape;14717;p68"/>
            <p:cNvSpPr/>
            <p:nvPr/>
          </p:nvSpPr>
          <p:spPr>
            <a:xfrm>
              <a:off x="7229133" y="3469074"/>
              <a:ext cx="254912" cy="180832"/>
            </a:xfrm>
            <a:custGeom>
              <a:avLst/>
              <a:gdLst/>
              <a:ahLst/>
              <a:cxnLst/>
              <a:rect l="l" t="t" r="r" b="b"/>
              <a:pathLst>
                <a:path w="7966" h="5651" extrusionOk="0">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8" name="Google Shape;14718;p68"/>
            <p:cNvSpPr/>
            <p:nvPr/>
          </p:nvSpPr>
          <p:spPr>
            <a:xfrm>
              <a:off x="7409741" y="3428370"/>
              <a:ext cx="22880" cy="27616"/>
            </a:xfrm>
            <a:custGeom>
              <a:avLst/>
              <a:gdLst/>
              <a:ahLst/>
              <a:cxnLst/>
              <a:rect l="l" t="t" r="r" b="b"/>
              <a:pathLst>
                <a:path w="715" h="863" extrusionOk="0">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19" name="Google Shape;14719;p68"/>
          <p:cNvGrpSpPr/>
          <p:nvPr/>
        </p:nvGrpSpPr>
        <p:grpSpPr>
          <a:xfrm>
            <a:off x="5508909" y="3447706"/>
            <a:ext cx="358560" cy="319552"/>
            <a:chOff x="5508909" y="3371506"/>
            <a:chExt cx="358560" cy="319552"/>
          </a:xfrm>
        </p:grpSpPr>
        <p:sp>
          <p:nvSpPr>
            <p:cNvPr id="14720" name="Google Shape;14720;p68"/>
            <p:cNvSpPr/>
            <p:nvPr/>
          </p:nvSpPr>
          <p:spPr>
            <a:xfrm>
              <a:off x="5545485" y="3384178"/>
              <a:ext cx="57184" cy="60736"/>
            </a:xfrm>
            <a:custGeom>
              <a:avLst/>
              <a:gdLst/>
              <a:ahLst/>
              <a:cxnLst/>
              <a:rect l="l" t="t" r="r" b="b"/>
              <a:pathLst>
                <a:path w="1787" h="1898" extrusionOk="0">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1" name="Google Shape;14721;p68"/>
            <p:cNvSpPr/>
            <p:nvPr/>
          </p:nvSpPr>
          <p:spPr>
            <a:xfrm>
              <a:off x="5508909" y="3429362"/>
              <a:ext cx="53760" cy="50624"/>
            </a:xfrm>
            <a:custGeom>
              <a:avLst/>
              <a:gdLst/>
              <a:ahLst/>
              <a:cxnLst/>
              <a:rect l="l" t="t" r="r" b="b"/>
              <a:pathLst>
                <a:path w="1680" h="1582" extrusionOk="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2" name="Google Shape;14722;p68"/>
            <p:cNvSpPr/>
            <p:nvPr/>
          </p:nvSpPr>
          <p:spPr>
            <a:xfrm>
              <a:off x="5606829" y="3371506"/>
              <a:ext cx="51104" cy="63520"/>
            </a:xfrm>
            <a:custGeom>
              <a:avLst/>
              <a:gdLst/>
              <a:ahLst/>
              <a:cxnLst/>
              <a:rect l="l" t="t" r="r" b="b"/>
              <a:pathLst>
                <a:path w="1597" h="1985" extrusionOk="0">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3" name="Google Shape;14723;p68"/>
            <p:cNvSpPr/>
            <p:nvPr/>
          </p:nvSpPr>
          <p:spPr>
            <a:xfrm>
              <a:off x="5659789" y="3396786"/>
              <a:ext cx="48032" cy="55392"/>
            </a:xfrm>
            <a:custGeom>
              <a:avLst/>
              <a:gdLst/>
              <a:ahLst/>
              <a:cxnLst/>
              <a:rect l="l" t="t" r="r" b="b"/>
              <a:pathLst>
                <a:path w="1501" h="1731" extrusionOk="0">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4" name="Google Shape;14724;p68"/>
            <p:cNvSpPr/>
            <p:nvPr/>
          </p:nvSpPr>
          <p:spPr>
            <a:xfrm>
              <a:off x="5556941" y="3444402"/>
              <a:ext cx="131840" cy="93856"/>
            </a:xfrm>
            <a:custGeom>
              <a:avLst/>
              <a:gdLst/>
              <a:ahLst/>
              <a:cxnLst/>
              <a:rect l="l" t="t" r="r" b="b"/>
              <a:pathLst>
                <a:path w="4120" h="2933" extrusionOk="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5" name="Google Shape;14725;p68"/>
            <p:cNvSpPr/>
            <p:nvPr/>
          </p:nvSpPr>
          <p:spPr>
            <a:xfrm>
              <a:off x="5730285" y="3518386"/>
              <a:ext cx="50336" cy="64832"/>
            </a:xfrm>
            <a:custGeom>
              <a:avLst/>
              <a:gdLst/>
              <a:ahLst/>
              <a:cxnLst/>
              <a:rect l="l" t="t" r="r" b="b"/>
              <a:pathLst>
                <a:path w="1573" h="2026" extrusionOk="0">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6" name="Google Shape;14726;p68"/>
            <p:cNvSpPr/>
            <p:nvPr/>
          </p:nvSpPr>
          <p:spPr>
            <a:xfrm>
              <a:off x="5674669" y="3533234"/>
              <a:ext cx="49920" cy="56480"/>
            </a:xfrm>
            <a:custGeom>
              <a:avLst/>
              <a:gdLst/>
              <a:ahLst/>
              <a:cxnLst/>
              <a:rect l="l" t="t" r="r" b="b"/>
              <a:pathLst>
                <a:path w="1560" h="1765" extrusionOk="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7" name="Google Shape;14727;p68"/>
            <p:cNvSpPr/>
            <p:nvPr/>
          </p:nvSpPr>
          <p:spPr>
            <a:xfrm>
              <a:off x="5777133" y="3542162"/>
              <a:ext cx="60608" cy="57440"/>
            </a:xfrm>
            <a:custGeom>
              <a:avLst/>
              <a:gdLst/>
              <a:ahLst/>
              <a:cxnLst/>
              <a:rect l="l" t="t" r="r" b="b"/>
              <a:pathLst>
                <a:path w="1894" h="1795" extrusionOk="0">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8" name="Google Shape;14728;p68"/>
            <p:cNvSpPr/>
            <p:nvPr/>
          </p:nvSpPr>
          <p:spPr>
            <a:xfrm>
              <a:off x="5811437" y="3593426"/>
              <a:ext cx="56032" cy="47328"/>
            </a:xfrm>
            <a:custGeom>
              <a:avLst/>
              <a:gdLst/>
              <a:ahLst/>
              <a:cxnLst/>
              <a:rect l="l" t="t" r="r" b="b"/>
              <a:pathLst>
                <a:path w="1751" h="1479" extrusionOk="0">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9" name="Google Shape;14729;p68"/>
            <p:cNvSpPr/>
            <p:nvPr/>
          </p:nvSpPr>
          <p:spPr>
            <a:xfrm>
              <a:off x="5679981" y="3591218"/>
              <a:ext cx="130720" cy="99840"/>
            </a:xfrm>
            <a:custGeom>
              <a:avLst/>
              <a:gdLst/>
              <a:ahLst/>
              <a:cxnLst/>
              <a:rect l="l" t="t" r="r" b="b"/>
              <a:pathLst>
                <a:path w="4085" h="3120" extrusionOk="0">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30" name="Google Shape;14730;p68"/>
          <p:cNvSpPr txBox="1"/>
          <p:nvPr/>
        </p:nvSpPr>
        <p:spPr>
          <a:xfrm>
            <a:off x="1048350" y="721025"/>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734"/>
        <p:cNvGrpSpPr/>
        <p:nvPr/>
      </p:nvGrpSpPr>
      <p:grpSpPr>
        <a:xfrm>
          <a:off x="0" y="0"/>
          <a:ext cx="0" cy="0"/>
          <a:chOff x="0" y="0"/>
          <a:chExt cx="0" cy="0"/>
        </a:xfrm>
      </p:grpSpPr>
      <p:sp>
        <p:nvSpPr>
          <p:cNvPr id="14735" name="Google Shape;14735;p69"/>
          <p:cNvSpPr/>
          <p:nvPr/>
        </p:nvSpPr>
        <p:spPr>
          <a:xfrm>
            <a:off x="2601855" y="3893161"/>
            <a:ext cx="345674" cy="346056"/>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36" name="Google Shape;14736;p69"/>
          <p:cNvGrpSpPr/>
          <p:nvPr/>
        </p:nvGrpSpPr>
        <p:grpSpPr>
          <a:xfrm>
            <a:off x="3051327" y="3893352"/>
            <a:ext cx="346056" cy="345674"/>
            <a:chOff x="3303268" y="3817349"/>
            <a:chExt cx="346056" cy="345674"/>
          </a:xfrm>
        </p:grpSpPr>
        <p:sp>
          <p:nvSpPr>
            <p:cNvPr id="14737" name="Google Shape;14737;p69"/>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8" name="Google Shape;14738;p69"/>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9" name="Google Shape;14739;p69"/>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0" name="Google Shape;14740;p69"/>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41" name="Google Shape;14741;p69"/>
          <p:cNvGrpSpPr/>
          <p:nvPr/>
        </p:nvGrpSpPr>
        <p:grpSpPr>
          <a:xfrm>
            <a:off x="3500416" y="3893352"/>
            <a:ext cx="346056" cy="345674"/>
            <a:chOff x="3752358" y="3817349"/>
            <a:chExt cx="346056" cy="345674"/>
          </a:xfrm>
        </p:grpSpPr>
        <p:sp>
          <p:nvSpPr>
            <p:cNvPr id="14742" name="Google Shape;14742;p69"/>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3" name="Google Shape;14743;p69"/>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4" name="Google Shape;14744;p69"/>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5" name="Google Shape;14745;p69"/>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46" name="Google Shape;14746;p69"/>
          <p:cNvGrpSpPr/>
          <p:nvPr/>
        </p:nvGrpSpPr>
        <p:grpSpPr>
          <a:xfrm>
            <a:off x="4848066" y="3893352"/>
            <a:ext cx="346024" cy="345674"/>
            <a:chOff x="5100008" y="3817349"/>
            <a:chExt cx="346024" cy="345674"/>
          </a:xfrm>
        </p:grpSpPr>
        <p:sp>
          <p:nvSpPr>
            <p:cNvPr id="14747" name="Google Shape;14747;p69"/>
            <p:cNvSpPr/>
            <p:nvPr/>
          </p:nvSpPr>
          <p:spPr>
            <a:xfrm>
              <a:off x="5100008" y="3817349"/>
              <a:ext cx="346024" cy="345674"/>
            </a:xfrm>
            <a:custGeom>
              <a:avLst/>
              <a:gdLst/>
              <a:ahLst/>
              <a:cxnLst/>
              <a:rect l="l" t="t" r="r" b="b"/>
              <a:pathLst>
                <a:path w="10871" h="10860" extrusionOk="0">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8" name="Google Shape;14748;p69"/>
            <p:cNvSpPr/>
            <p:nvPr/>
          </p:nvSpPr>
          <p:spPr>
            <a:xfrm>
              <a:off x="5150777" y="3867767"/>
              <a:ext cx="244486" cy="243690"/>
            </a:xfrm>
            <a:custGeom>
              <a:avLst/>
              <a:gdLst/>
              <a:ahLst/>
              <a:cxnLst/>
              <a:rect l="l" t="t" r="r" b="b"/>
              <a:pathLst>
                <a:path w="7681" h="7656" extrusionOk="0">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9" name="Google Shape;14749;p69"/>
            <p:cNvSpPr/>
            <p:nvPr/>
          </p:nvSpPr>
          <p:spPr>
            <a:xfrm>
              <a:off x="5201960" y="3941167"/>
              <a:ext cx="135691" cy="91097"/>
            </a:xfrm>
            <a:custGeom>
              <a:avLst/>
              <a:gdLst/>
              <a:ahLst/>
              <a:cxnLst/>
              <a:rect l="l" t="t" r="r" b="b"/>
              <a:pathLst>
                <a:path w="4263" h="2862" extrusionOk="0">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50" name="Google Shape;14750;p69"/>
          <p:cNvGrpSpPr/>
          <p:nvPr/>
        </p:nvGrpSpPr>
        <p:grpSpPr>
          <a:xfrm>
            <a:off x="5746977" y="3893352"/>
            <a:ext cx="345674" cy="345674"/>
            <a:chOff x="5998919" y="3817349"/>
            <a:chExt cx="345674" cy="345674"/>
          </a:xfrm>
        </p:grpSpPr>
        <p:sp>
          <p:nvSpPr>
            <p:cNvPr id="14751" name="Google Shape;14751;p69"/>
            <p:cNvSpPr/>
            <p:nvPr/>
          </p:nvSpPr>
          <p:spPr>
            <a:xfrm>
              <a:off x="5998919" y="3817349"/>
              <a:ext cx="345674" cy="345674"/>
            </a:xfrm>
            <a:custGeom>
              <a:avLst/>
              <a:gdLst/>
              <a:ahLst/>
              <a:cxnLst/>
              <a:rect l="l" t="t" r="r" b="b"/>
              <a:pathLst>
                <a:path w="10860" h="10860" extrusionOk="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2" name="Google Shape;14752;p69"/>
            <p:cNvSpPr/>
            <p:nvPr/>
          </p:nvSpPr>
          <p:spPr>
            <a:xfrm>
              <a:off x="6051980" y="3874579"/>
              <a:ext cx="240698" cy="231595"/>
            </a:xfrm>
            <a:custGeom>
              <a:avLst/>
              <a:gdLst/>
              <a:ahLst/>
              <a:cxnLst/>
              <a:rect l="l" t="t" r="r" b="b"/>
              <a:pathLst>
                <a:path w="7562" h="7276" extrusionOk="0">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3" name="Google Shape;14753;p69"/>
            <p:cNvSpPr/>
            <p:nvPr/>
          </p:nvSpPr>
          <p:spPr>
            <a:xfrm>
              <a:off x="6116786" y="3928404"/>
              <a:ext cx="109941" cy="123946"/>
            </a:xfrm>
            <a:custGeom>
              <a:avLst/>
              <a:gdLst/>
              <a:ahLst/>
              <a:cxnLst/>
              <a:rect l="l" t="t" r="r" b="b"/>
              <a:pathLst>
                <a:path w="3454" h="3894" extrusionOk="0">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54" name="Google Shape;14754;p69"/>
          <p:cNvGrpSpPr/>
          <p:nvPr/>
        </p:nvGrpSpPr>
        <p:grpSpPr>
          <a:xfrm>
            <a:off x="3949506" y="3893352"/>
            <a:ext cx="346024" cy="345674"/>
            <a:chOff x="4201447" y="3817349"/>
            <a:chExt cx="346024" cy="345674"/>
          </a:xfrm>
        </p:grpSpPr>
        <p:sp>
          <p:nvSpPr>
            <p:cNvPr id="14755" name="Google Shape;14755;p69"/>
            <p:cNvSpPr/>
            <p:nvPr/>
          </p:nvSpPr>
          <p:spPr>
            <a:xfrm>
              <a:off x="4201447" y="3817349"/>
              <a:ext cx="346024" cy="345674"/>
            </a:xfrm>
            <a:custGeom>
              <a:avLst/>
              <a:gdLst/>
              <a:ahLst/>
              <a:cxnLst/>
              <a:rect l="l" t="t" r="r" b="b"/>
              <a:pathLst>
                <a:path w="10871" h="10860" extrusionOk="0">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6" name="Google Shape;14756;p69"/>
            <p:cNvSpPr/>
            <p:nvPr/>
          </p:nvSpPr>
          <p:spPr>
            <a:xfrm>
              <a:off x="4271569" y="3904531"/>
              <a:ext cx="227394" cy="185728"/>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57" name="Google Shape;14757;p69"/>
          <p:cNvGrpSpPr/>
          <p:nvPr/>
        </p:nvGrpSpPr>
        <p:grpSpPr>
          <a:xfrm>
            <a:off x="4398977" y="3893352"/>
            <a:ext cx="346024" cy="345674"/>
            <a:chOff x="4650919" y="3817349"/>
            <a:chExt cx="346024" cy="345674"/>
          </a:xfrm>
        </p:grpSpPr>
        <p:sp>
          <p:nvSpPr>
            <p:cNvPr id="14758" name="Google Shape;14758;p69"/>
            <p:cNvSpPr/>
            <p:nvPr/>
          </p:nvSpPr>
          <p:spPr>
            <a:xfrm>
              <a:off x="4650919" y="3817349"/>
              <a:ext cx="346024" cy="345674"/>
            </a:xfrm>
            <a:custGeom>
              <a:avLst/>
              <a:gdLst/>
              <a:ahLst/>
              <a:cxnLst/>
              <a:rect l="l" t="t" r="r" b="b"/>
              <a:pathLst>
                <a:path w="10871" h="10860" extrusionOk="0">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9" name="Google Shape;14759;p69"/>
            <p:cNvSpPr/>
            <p:nvPr/>
          </p:nvSpPr>
          <p:spPr>
            <a:xfrm>
              <a:off x="4701305" y="3867386"/>
              <a:ext cx="244486" cy="242958"/>
            </a:xfrm>
            <a:custGeom>
              <a:avLst/>
              <a:gdLst/>
              <a:ahLst/>
              <a:cxnLst/>
              <a:rect l="l" t="t" r="r" b="b"/>
              <a:pathLst>
                <a:path w="7681" h="7633" extrusionOk="0">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0" name="Google Shape;14760;p69"/>
            <p:cNvSpPr/>
            <p:nvPr/>
          </p:nvSpPr>
          <p:spPr>
            <a:xfrm>
              <a:off x="4749464" y="3911534"/>
              <a:ext cx="153134" cy="151065"/>
            </a:xfrm>
            <a:custGeom>
              <a:avLst/>
              <a:gdLst/>
              <a:ahLst/>
              <a:cxnLst/>
              <a:rect l="l" t="t" r="r" b="b"/>
              <a:pathLst>
                <a:path w="4811" h="4746" extrusionOk="0">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61" name="Google Shape;14761;p69"/>
          <p:cNvGrpSpPr/>
          <p:nvPr/>
        </p:nvGrpSpPr>
        <p:grpSpPr>
          <a:xfrm>
            <a:off x="5297920" y="3893352"/>
            <a:ext cx="345642" cy="345674"/>
            <a:chOff x="5549861" y="3817349"/>
            <a:chExt cx="345642" cy="345674"/>
          </a:xfrm>
        </p:grpSpPr>
        <p:sp>
          <p:nvSpPr>
            <p:cNvPr id="14762" name="Google Shape;14762;p69"/>
            <p:cNvSpPr/>
            <p:nvPr/>
          </p:nvSpPr>
          <p:spPr>
            <a:xfrm>
              <a:off x="5549861" y="3817349"/>
              <a:ext cx="345642" cy="345674"/>
            </a:xfrm>
            <a:custGeom>
              <a:avLst/>
              <a:gdLst/>
              <a:ahLst/>
              <a:cxnLst/>
              <a:rect l="l" t="t" r="r" b="b"/>
              <a:pathLst>
                <a:path w="10859" h="10860" extrusionOk="0">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3" name="Google Shape;14763;p69"/>
            <p:cNvSpPr/>
            <p:nvPr/>
          </p:nvSpPr>
          <p:spPr>
            <a:xfrm>
              <a:off x="5590763" y="3890208"/>
              <a:ext cx="262661" cy="200052"/>
            </a:xfrm>
            <a:custGeom>
              <a:avLst/>
              <a:gdLst/>
              <a:ahLst/>
              <a:cxnLst/>
              <a:rect l="l" t="t" r="r" b="b"/>
              <a:pathLst>
                <a:path w="8252" h="6285" extrusionOk="0">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4" name="Google Shape;14764;p69"/>
            <p:cNvSpPr/>
            <p:nvPr/>
          </p:nvSpPr>
          <p:spPr>
            <a:xfrm>
              <a:off x="5680587" y="3935024"/>
              <a:ext cx="105389" cy="110514"/>
            </a:xfrm>
            <a:custGeom>
              <a:avLst/>
              <a:gdLst/>
              <a:ahLst/>
              <a:cxnLst/>
              <a:rect l="l" t="t" r="r" b="b"/>
              <a:pathLst>
                <a:path w="3311" h="3472" extrusionOk="0">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65" name="Google Shape;14765;p69"/>
          <p:cNvGrpSpPr/>
          <p:nvPr/>
        </p:nvGrpSpPr>
        <p:grpSpPr>
          <a:xfrm>
            <a:off x="1306445" y="3474029"/>
            <a:ext cx="367255" cy="269855"/>
            <a:chOff x="1306445" y="3397829"/>
            <a:chExt cx="367255" cy="269855"/>
          </a:xfrm>
        </p:grpSpPr>
        <p:sp>
          <p:nvSpPr>
            <p:cNvPr id="14766" name="Google Shape;14766;p69"/>
            <p:cNvSpPr/>
            <p:nvPr/>
          </p:nvSpPr>
          <p:spPr>
            <a:xfrm>
              <a:off x="1588395" y="3513054"/>
              <a:ext cx="45517" cy="16297"/>
            </a:xfrm>
            <a:custGeom>
              <a:avLst/>
              <a:gdLst/>
              <a:ahLst/>
              <a:cxnLst/>
              <a:rect l="l" t="t" r="r" b="b"/>
              <a:pathLst>
                <a:path w="1430" h="512" extrusionOk="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7" name="Google Shape;14767;p69"/>
            <p:cNvSpPr/>
            <p:nvPr/>
          </p:nvSpPr>
          <p:spPr>
            <a:xfrm>
              <a:off x="1306445" y="3397829"/>
              <a:ext cx="367255" cy="269091"/>
            </a:xfrm>
            <a:custGeom>
              <a:avLst/>
              <a:gdLst/>
              <a:ahLst/>
              <a:cxnLst/>
              <a:rect l="l" t="t" r="r" b="b"/>
              <a:pathLst>
                <a:path w="11538" h="8454" extrusionOk="0">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8" name="Google Shape;14768;p69"/>
            <p:cNvSpPr/>
            <p:nvPr/>
          </p:nvSpPr>
          <p:spPr>
            <a:xfrm>
              <a:off x="1639960" y="3622549"/>
              <a:ext cx="10631" cy="45135"/>
            </a:xfrm>
            <a:custGeom>
              <a:avLst/>
              <a:gdLst/>
              <a:ahLst/>
              <a:cxnLst/>
              <a:rect l="l" t="t" r="r" b="b"/>
              <a:pathLst>
                <a:path w="334" h="1418" extrusionOk="0">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9" name="Google Shape;14769;p69"/>
            <p:cNvSpPr/>
            <p:nvPr/>
          </p:nvSpPr>
          <p:spPr>
            <a:xfrm>
              <a:off x="1444014" y="3446466"/>
              <a:ext cx="91734" cy="30589"/>
            </a:xfrm>
            <a:custGeom>
              <a:avLst/>
              <a:gdLst/>
              <a:ahLst/>
              <a:cxnLst/>
              <a:rect l="l" t="t" r="r" b="b"/>
              <a:pathLst>
                <a:path w="2882" h="961" extrusionOk="0">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0" name="Google Shape;14770;p69"/>
            <p:cNvSpPr/>
            <p:nvPr/>
          </p:nvSpPr>
          <p:spPr>
            <a:xfrm>
              <a:off x="1420524" y="3633944"/>
              <a:ext cx="11013" cy="33740"/>
            </a:xfrm>
            <a:custGeom>
              <a:avLst/>
              <a:gdLst/>
              <a:ahLst/>
              <a:cxnLst/>
              <a:rect l="l" t="t" r="r" b="b"/>
              <a:pathLst>
                <a:path w="346" h="1060" extrusionOk="0">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1" name="Google Shape;14771;p69"/>
            <p:cNvSpPr/>
            <p:nvPr/>
          </p:nvSpPr>
          <p:spPr>
            <a:xfrm>
              <a:off x="1547494" y="3633944"/>
              <a:ext cx="11013" cy="33740"/>
            </a:xfrm>
            <a:custGeom>
              <a:avLst/>
              <a:gdLst/>
              <a:ahLst/>
              <a:cxnLst/>
              <a:rect l="l" t="t" r="r" b="b"/>
              <a:pathLst>
                <a:path w="346" h="1060" extrusionOk="0">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72" name="Google Shape;14772;p69"/>
          <p:cNvGrpSpPr/>
          <p:nvPr/>
        </p:nvGrpSpPr>
        <p:grpSpPr>
          <a:xfrm>
            <a:off x="1781317" y="3467600"/>
            <a:ext cx="367255" cy="282364"/>
            <a:chOff x="1781317" y="3391400"/>
            <a:chExt cx="367255" cy="282364"/>
          </a:xfrm>
        </p:grpSpPr>
        <p:sp>
          <p:nvSpPr>
            <p:cNvPr id="14773" name="Google Shape;14773;p69"/>
            <p:cNvSpPr/>
            <p:nvPr/>
          </p:nvSpPr>
          <p:spPr>
            <a:xfrm>
              <a:off x="1901061" y="3639610"/>
              <a:ext cx="11013" cy="33772"/>
            </a:xfrm>
            <a:custGeom>
              <a:avLst/>
              <a:gdLst/>
              <a:ahLst/>
              <a:cxnLst/>
              <a:rect l="l" t="t" r="r" b="b"/>
              <a:pathLst>
                <a:path w="346" h="1061" extrusionOk="0">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4" name="Google Shape;14774;p69"/>
            <p:cNvSpPr/>
            <p:nvPr/>
          </p:nvSpPr>
          <p:spPr>
            <a:xfrm>
              <a:off x="2016668" y="3639610"/>
              <a:ext cx="10631" cy="33772"/>
            </a:xfrm>
            <a:custGeom>
              <a:avLst/>
              <a:gdLst/>
              <a:ahLst/>
              <a:cxnLst/>
              <a:rect l="l" t="t" r="r" b="b"/>
              <a:pathLst>
                <a:path w="334" h="1061" extrusionOk="0">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5" name="Google Shape;14775;p69"/>
            <p:cNvSpPr/>
            <p:nvPr/>
          </p:nvSpPr>
          <p:spPr>
            <a:xfrm>
              <a:off x="1820340" y="3518720"/>
              <a:ext cx="46281" cy="16329"/>
            </a:xfrm>
            <a:custGeom>
              <a:avLst/>
              <a:gdLst/>
              <a:ahLst/>
              <a:cxnLst/>
              <a:rect l="l" t="t" r="r" b="b"/>
              <a:pathLst>
                <a:path w="1454" h="513" extrusionOk="0">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6" name="Google Shape;14776;p69"/>
            <p:cNvSpPr/>
            <p:nvPr/>
          </p:nvSpPr>
          <p:spPr>
            <a:xfrm>
              <a:off x="1802898" y="3628247"/>
              <a:ext cx="11045" cy="45135"/>
            </a:xfrm>
            <a:custGeom>
              <a:avLst/>
              <a:gdLst/>
              <a:ahLst/>
              <a:cxnLst/>
              <a:rect l="l" t="t" r="r" b="b"/>
              <a:pathLst>
                <a:path w="347" h="1418" extrusionOk="0">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7" name="Google Shape;14777;p69"/>
            <p:cNvSpPr/>
            <p:nvPr/>
          </p:nvSpPr>
          <p:spPr>
            <a:xfrm>
              <a:off x="1781317" y="3391400"/>
              <a:ext cx="367255" cy="282364"/>
            </a:xfrm>
            <a:custGeom>
              <a:avLst/>
              <a:gdLst/>
              <a:ahLst/>
              <a:cxnLst/>
              <a:rect l="l" t="t" r="r" b="b"/>
              <a:pathLst>
                <a:path w="11538" h="8871" extrusionOk="0">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8" name="Google Shape;14778;p69"/>
            <p:cNvSpPr/>
            <p:nvPr/>
          </p:nvSpPr>
          <p:spPr>
            <a:xfrm>
              <a:off x="2114800" y="3635440"/>
              <a:ext cx="11045" cy="37941"/>
            </a:xfrm>
            <a:custGeom>
              <a:avLst/>
              <a:gdLst/>
              <a:ahLst/>
              <a:cxnLst/>
              <a:rect l="l" t="t" r="r" b="b"/>
              <a:pathLst>
                <a:path w="347" h="1192" extrusionOk="0">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79" name="Google Shape;14779;p69"/>
          <p:cNvGrpSpPr/>
          <p:nvPr/>
        </p:nvGrpSpPr>
        <p:grpSpPr>
          <a:xfrm>
            <a:off x="3678830" y="3447133"/>
            <a:ext cx="369164" cy="323297"/>
            <a:chOff x="3678830" y="3370933"/>
            <a:chExt cx="369164" cy="323297"/>
          </a:xfrm>
        </p:grpSpPr>
        <p:sp>
          <p:nvSpPr>
            <p:cNvPr id="14780" name="Google Shape;14780;p69"/>
            <p:cNvSpPr/>
            <p:nvPr/>
          </p:nvSpPr>
          <p:spPr>
            <a:xfrm>
              <a:off x="3678830" y="3370933"/>
              <a:ext cx="369164" cy="323297"/>
            </a:xfrm>
            <a:custGeom>
              <a:avLst/>
              <a:gdLst/>
              <a:ahLst/>
              <a:cxnLst/>
              <a:rect l="l" t="t" r="r" b="b"/>
              <a:pathLst>
                <a:path w="11598" h="10157" extrusionOk="0">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1" name="Google Shape;14781;p69"/>
            <p:cNvSpPr/>
            <p:nvPr/>
          </p:nvSpPr>
          <p:spPr>
            <a:xfrm>
              <a:off x="3713716" y="3498253"/>
              <a:ext cx="126206" cy="161092"/>
            </a:xfrm>
            <a:custGeom>
              <a:avLst/>
              <a:gdLst/>
              <a:ahLst/>
              <a:cxnLst/>
              <a:rect l="l" t="t" r="r" b="b"/>
              <a:pathLst>
                <a:path w="3965" h="5061" extrusionOk="0">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2" name="Google Shape;14782;p69"/>
            <p:cNvSpPr/>
            <p:nvPr/>
          </p:nvSpPr>
          <p:spPr>
            <a:xfrm>
              <a:off x="3863795" y="3498253"/>
              <a:ext cx="149728" cy="34154"/>
            </a:xfrm>
            <a:custGeom>
              <a:avLst/>
              <a:gdLst/>
              <a:ahLst/>
              <a:cxnLst/>
              <a:rect l="l" t="t" r="r" b="b"/>
              <a:pathLst>
                <a:path w="4704" h="1073" extrusionOk="0">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3" name="Google Shape;14783;p69"/>
            <p:cNvSpPr/>
            <p:nvPr/>
          </p:nvSpPr>
          <p:spPr>
            <a:xfrm>
              <a:off x="3863413" y="3544502"/>
              <a:ext cx="114843" cy="33740"/>
            </a:xfrm>
            <a:custGeom>
              <a:avLst/>
              <a:gdLst/>
              <a:ahLst/>
              <a:cxnLst/>
              <a:rect l="l" t="t" r="r" b="b"/>
              <a:pathLst>
                <a:path w="3608" h="1060" extrusionOk="0">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4" name="Google Shape;14784;p69"/>
            <p:cNvSpPr/>
            <p:nvPr/>
          </p:nvSpPr>
          <p:spPr>
            <a:xfrm>
              <a:off x="3863795" y="3590719"/>
              <a:ext cx="68625" cy="10663"/>
            </a:xfrm>
            <a:custGeom>
              <a:avLst/>
              <a:gdLst/>
              <a:ahLst/>
              <a:cxnLst/>
              <a:rect l="l" t="t" r="r" b="b"/>
              <a:pathLst>
                <a:path w="2156" h="335" extrusionOk="0">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5" name="Google Shape;14785;p69"/>
            <p:cNvSpPr/>
            <p:nvPr/>
          </p:nvSpPr>
          <p:spPr>
            <a:xfrm>
              <a:off x="3944897" y="3590719"/>
              <a:ext cx="33358" cy="10663"/>
            </a:xfrm>
            <a:custGeom>
              <a:avLst/>
              <a:gdLst/>
              <a:ahLst/>
              <a:cxnLst/>
              <a:rect l="l" t="t" r="r" b="b"/>
              <a:pathLst>
                <a:path w="1048" h="335" extrusionOk="0">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6" name="Google Shape;14786;p69"/>
            <p:cNvSpPr/>
            <p:nvPr/>
          </p:nvSpPr>
          <p:spPr>
            <a:xfrm>
              <a:off x="3864176" y="3625223"/>
              <a:ext cx="21995" cy="10631"/>
            </a:xfrm>
            <a:custGeom>
              <a:avLst/>
              <a:gdLst/>
              <a:ahLst/>
              <a:cxnLst/>
              <a:rect l="l" t="t" r="r" b="b"/>
              <a:pathLst>
                <a:path w="691" h="334" extrusionOk="0">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7" name="Google Shape;14787;p69"/>
            <p:cNvSpPr/>
            <p:nvPr/>
          </p:nvSpPr>
          <p:spPr>
            <a:xfrm>
              <a:off x="3898648" y="3625223"/>
              <a:ext cx="56498" cy="10631"/>
            </a:xfrm>
            <a:custGeom>
              <a:avLst/>
              <a:gdLst/>
              <a:ahLst/>
              <a:cxnLst/>
              <a:rect l="l" t="t" r="r" b="b"/>
              <a:pathLst>
                <a:path w="1775" h="334" extrusionOk="0">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8" name="Google Shape;14788;p69"/>
            <p:cNvSpPr/>
            <p:nvPr/>
          </p:nvSpPr>
          <p:spPr>
            <a:xfrm>
              <a:off x="3864176" y="3648713"/>
              <a:ext cx="21995" cy="10249"/>
            </a:xfrm>
            <a:custGeom>
              <a:avLst/>
              <a:gdLst/>
              <a:ahLst/>
              <a:cxnLst/>
              <a:rect l="l" t="t" r="r" b="b"/>
              <a:pathLst>
                <a:path w="691" h="322" extrusionOk="0">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9" name="Google Shape;14789;p69"/>
            <p:cNvSpPr/>
            <p:nvPr/>
          </p:nvSpPr>
          <p:spPr>
            <a:xfrm>
              <a:off x="3898648" y="3648713"/>
              <a:ext cx="56498" cy="10249"/>
            </a:xfrm>
            <a:custGeom>
              <a:avLst/>
              <a:gdLst/>
              <a:ahLst/>
              <a:cxnLst/>
              <a:rect l="l" t="t" r="r" b="b"/>
              <a:pathLst>
                <a:path w="1775" h="322" extrusionOk="0">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0" name="Google Shape;14790;p69"/>
            <p:cNvSpPr/>
            <p:nvPr/>
          </p:nvSpPr>
          <p:spPr>
            <a:xfrm>
              <a:off x="3858097" y="3452036"/>
              <a:ext cx="11013" cy="10249"/>
            </a:xfrm>
            <a:custGeom>
              <a:avLst/>
              <a:gdLst/>
              <a:ahLst/>
              <a:cxnLst/>
              <a:rect l="l" t="t" r="r" b="b"/>
              <a:pathLst>
                <a:path w="346" h="322" extrusionOk="0">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91" name="Google Shape;14791;p69"/>
          <p:cNvGrpSpPr/>
          <p:nvPr/>
        </p:nvGrpSpPr>
        <p:grpSpPr>
          <a:xfrm>
            <a:off x="859265" y="3424375"/>
            <a:ext cx="312316" cy="368400"/>
            <a:chOff x="859265" y="3348175"/>
            <a:chExt cx="312316" cy="368400"/>
          </a:xfrm>
        </p:grpSpPr>
        <p:sp>
          <p:nvSpPr>
            <p:cNvPr id="14792" name="Google Shape;14792;p69"/>
            <p:cNvSpPr/>
            <p:nvPr/>
          </p:nvSpPr>
          <p:spPr>
            <a:xfrm>
              <a:off x="968792" y="3507102"/>
              <a:ext cx="92498" cy="30589"/>
            </a:xfrm>
            <a:custGeom>
              <a:avLst/>
              <a:gdLst/>
              <a:ahLst/>
              <a:cxnLst/>
              <a:rect l="l" t="t" r="r" b="b"/>
              <a:pathLst>
                <a:path w="2906" h="961" extrusionOk="0">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3" name="Google Shape;14793;p69"/>
            <p:cNvSpPr/>
            <p:nvPr/>
          </p:nvSpPr>
          <p:spPr>
            <a:xfrm>
              <a:off x="911562" y="3458466"/>
              <a:ext cx="206577" cy="258109"/>
            </a:xfrm>
            <a:custGeom>
              <a:avLst/>
              <a:gdLst/>
              <a:ahLst/>
              <a:cxnLst/>
              <a:rect l="l" t="t" r="r" b="b"/>
              <a:pathLst>
                <a:path w="6490" h="8109" extrusionOk="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4" name="Google Shape;14794;p69"/>
            <p:cNvSpPr/>
            <p:nvPr/>
          </p:nvSpPr>
          <p:spPr>
            <a:xfrm>
              <a:off x="946034" y="3694580"/>
              <a:ext cx="10663" cy="21613"/>
            </a:xfrm>
            <a:custGeom>
              <a:avLst/>
              <a:gdLst/>
              <a:ahLst/>
              <a:cxnLst/>
              <a:rect l="l" t="t" r="r" b="b"/>
              <a:pathLst>
                <a:path w="335" h="679" extrusionOk="0">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5" name="Google Shape;14795;p69"/>
            <p:cNvSpPr/>
            <p:nvPr/>
          </p:nvSpPr>
          <p:spPr>
            <a:xfrm>
              <a:off x="1073004" y="3694580"/>
              <a:ext cx="10631" cy="21613"/>
            </a:xfrm>
            <a:custGeom>
              <a:avLst/>
              <a:gdLst/>
              <a:ahLst/>
              <a:cxnLst/>
              <a:rect l="l" t="t" r="r" b="b"/>
              <a:pathLst>
                <a:path w="334" h="679" extrusionOk="0">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6" name="Google Shape;14796;p69"/>
            <p:cNvSpPr/>
            <p:nvPr/>
          </p:nvSpPr>
          <p:spPr>
            <a:xfrm>
              <a:off x="859265" y="3348175"/>
              <a:ext cx="312316" cy="293759"/>
            </a:xfrm>
            <a:custGeom>
              <a:avLst/>
              <a:gdLst/>
              <a:ahLst/>
              <a:cxnLst/>
              <a:rect l="l" t="t" r="r" b="b"/>
              <a:pathLst>
                <a:path w="9812" h="9229" extrusionOk="0">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97" name="Google Shape;14797;p69"/>
          <p:cNvSpPr/>
          <p:nvPr/>
        </p:nvSpPr>
        <p:spPr>
          <a:xfrm>
            <a:off x="2256921" y="3454327"/>
            <a:ext cx="372188" cy="309260"/>
          </a:xfrm>
          <a:custGeom>
            <a:avLst/>
            <a:gdLst/>
            <a:ahLst/>
            <a:cxnLst/>
            <a:rect l="l" t="t" r="r" b="b"/>
            <a:pathLst>
              <a:path w="11693" h="9716" extrusionOk="0">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98" name="Google Shape;14798;p69"/>
          <p:cNvGrpSpPr/>
          <p:nvPr/>
        </p:nvGrpSpPr>
        <p:grpSpPr>
          <a:xfrm>
            <a:off x="2766374" y="3437213"/>
            <a:ext cx="330110" cy="308908"/>
            <a:chOff x="2766264" y="3394042"/>
            <a:chExt cx="294873" cy="275934"/>
          </a:xfrm>
        </p:grpSpPr>
        <p:sp>
          <p:nvSpPr>
            <p:cNvPr id="14799" name="Google Shape;14799;p69"/>
            <p:cNvSpPr/>
            <p:nvPr/>
          </p:nvSpPr>
          <p:spPr>
            <a:xfrm>
              <a:off x="2766264" y="3394042"/>
              <a:ext cx="253176" cy="275934"/>
            </a:xfrm>
            <a:custGeom>
              <a:avLst/>
              <a:gdLst/>
              <a:ahLst/>
              <a:cxnLst/>
              <a:rect l="l" t="t" r="r" b="b"/>
              <a:pathLst>
                <a:path w="7954" h="8669" extrusionOk="0">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0" name="Google Shape;14800;p69"/>
            <p:cNvSpPr/>
            <p:nvPr/>
          </p:nvSpPr>
          <p:spPr>
            <a:xfrm>
              <a:off x="3039143" y="3528205"/>
              <a:ext cx="21995" cy="8753"/>
            </a:xfrm>
            <a:custGeom>
              <a:avLst/>
              <a:gdLst/>
              <a:ahLst/>
              <a:cxnLst/>
              <a:rect l="l" t="t" r="r" b="b"/>
              <a:pathLst>
                <a:path w="691" h="275" extrusionOk="0">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1" name="Google Shape;14801;p69"/>
            <p:cNvSpPr/>
            <p:nvPr/>
          </p:nvSpPr>
          <p:spPr>
            <a:xfrm>
              <a:off x="3019408" y="3475622"/>
              <a:ext cx="20499" cy="18875"/>
            </a:xfrm>
            <a:custGeom>
              <a:avLst/>
              <a:gdLst/>
              <a:ahLst/>
              <a:cxnLst/>
              <a:rect l="l" t="t" r="r" b="b"/>
              <a:pathLst>
                <a:path w="644" h="593" extrusionOk="0">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2" name="Google Shape;14802;p69"/>
            <p:cNvSpPr/>
            <p:nvPr/>
          </p:nvSpPr>
          <p:spPr>
            <a:xfrm>
              <a:off x="3020554" y="3570348"/>
              <a:ext cx="19353" cy="18621"/>
            </a:xfrm>
            <a:custGeom>
              <a:avLst/>
              <a:gdLst/>
              <a:ahLst/>
              <a:cxnLst/>
              <a:rect l="l" t="t" r="r" b="b"/>
              <a:pathLst>
                <a:path w="608" h="585" extrusionOk="0">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03" name="Google Shape;14803;p69"/>
          <p:cNvGrpSpPr/>
          <p:nvPr/>
        </p:nvGrpSpPr>
        <p:grpSpPr>
          <a:xfrm>
            <a:off x="3214972" y="3435388"/>
            <a:ext cx="346406" cy="347552"/>
            <a:chOff x="3214972" y="3359188"/>
            <a:chExt cx="346406" cy="347552"/>
          </a:xfrm>
        </p:grpSpPr>
        <p:sp>
          <p:nvSpPr>
            <p:cNvPr id="14804" name="Google Shape;14804;p69"/>
            <p:cNvSpPr/>
            <p:nvPr/>
          </p:nvSpPr>
          <p:spPr>
            <a:xfrm>
              <a:off x="3301772" y="3386084"/>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5" name="Google Shape;14805;p69"/>
            <p:cNvSpPr/>
            <p:nvPr/>
          </p:nvSpPr>
          <p:spPr>
            <a:xfrm>
              <a:off x="3301772" y="3410339"/>
              <a:ext cx="131904" cy="11395"/>
            </a:xfrm>
            <a:custGeom>
              <a:avLst/>
              <a:gdLst/>
              <a:ahLst/>
              <a:cxnLst/>
              <a:rect l="l" t="t" r="r" b="b"/>
              <a:pathLst>
                <a:path w="4144" h="358" extrusionOk="0">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6" name="Google Shape;14806;p69"/>
            <p:cNvSpPr/>
            <p:nvPr/>
          </p:nvSpPr>
          <p:spPr>
            <a:xfrm>
              <a:off x="3301772" y="3484980"/>
              <a:ext cx="71649" cy="11427"/>
            </a:xfrm>
            <a:custGeom>
              <a:avLst/>
              <a:gdLst/>
              <a:ahLst/>
              <a:cxnLst/>
              <a:rect l="l" t="t" r="r" b="b"/>
              <a:pathLst>
                <a:path w="2251" h="359" extrusionOk="0">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7" name="Google Shape;14807;p69"/>
            <p:cNvSpPr/>
            <p:nvPr/>
          </p:nvSpPr>
          <p:spPr>
            <a:xfrm>
              <a:off x="3301772" y="3509234"/>
              <a:ext cx="130758" cy="11427"/>
            </a:xfrm>
            <a:custGeom>
              <a:avLst/>
              <a:gdLst/>
              <a:ahLst/>
              <a:cxnLst/>
              <a:rect l="l" t="t" r="r" b="b"/>
              <a:pathLst>
                <a:path w="4108" h="359" extrusionOk="0">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8" name="Google Shape;14808;p69"/>
            <p:cNvSpPr/>
            <p:nvPr/>
          </p:nvSpPr>
          <p:spPr>
            <a:xfrm>
              <a:off x="3301772" y="3584671"/>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9" name="Google Shape;14809;p69"/>
            <p:cNvSpPr/>
            <p:nvPr/>
          </p:nvSpPr>
          <p:spPr>
            <a:xfrm>
              <a:off x="3301772" y="3609308"/>
              <a:ext cx="129994" cy="11395"/>
            </a:xfrm>
            <a:custGeom>
              <a:avLst/>
              <a:gdLst/>
              <a:ahLst/>
              <a:cxnLst/>
              <a:rect l="l" t="t" r="r" b="b"/>
              <a:pathLst>
                <a:path w="4084" h="358" extrusionOk="0">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0" name="Google Shape;14810;p69"/>
            <p:cNvSpPr/>
            <p:nvPr/>
          </p:nvSpPr>
          <p:spPr>
            <a:xfrm>
              <a:off x="3214972" y="3458466"/>
              <a:ext cx="346406" cy="248274"/>
            </a:xfrm>
            <a:custGeom>
              <a:avLst/>
              <a:gdLst/>
              <a:ahLst/>
              <a:cxnLst/>
              <a:rect l="l" t="t" r="r" b="b"/>
              <a:pathLst>
                <a:path w="10883" h="7800" extrusionOk="0">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1" name="Google Shape;14811;p69"/>
            <p:cNvSpPr/>
            <p:nvPr/>
          </p:nvSpPr>
          <p:spPr>
            <a:xfrm>
              <a:off x="3238462" y="3380005"/>
              <a:ext cx="49305" cy="47427"/>
            </a:xfrm>
            <a:custGeom>
              <a:avLst/>
              <a:gdLst/>
              <a:ahLst/>
              <a:cxnLst/>
              <a:rect l="l" t="t" r="r" b="b"/>
              <a:pathLst>
                <a:path w="1549" h="1490" extrusionOk="0">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2" name="Google Shape;14812;p69"/>
            <p:cNvSpPr/>
            <p:nvPr/>
          </p:nvSpPr>
          <p:spPr>
            <a:xfrm>
              <a:off x="3251353" y="3380482"/>
              <a:ext cx="43607" cy="34058"/>
            </a:xfrm>
            <a:custGeom>
              <a:avLst/>
              <a:gdLst/>
              <a:ahLst/>
              <a:cxnLst/>
              <a:rect l="l" t="t" r="r" b="b"/>
              <a:pathLst>
                <a:path w="1370" h="1070" extrusionOk="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3" name="Google Shape;14813;p69"/>
            <p:cNvSpPr/>
            <p:nvPr/>
          </p:nvSpPr>
          <p:spPr>
            <a:xfrm>
              <a:off x="3238462" y="3479314"/>
              <a:ext cx="49305" cy="47395"/>
            </a:xfrm>
            <a:custGeom>
              <a:avLst/>
              <a:gdLst/>
              <a:ahLst/>
              <a:cxnLst/>
              <a:rect l="l" t="t" r="r" b="b"/>
              <a:pathLst>
                <a:path w="1549" h="1489" extrusionOk="0">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4" name="Google Shape;14814;p69"/>
            <p:cNvSpPr/>
            <p:nvPr/>
          </p:nvSpPr>
          <p:spPr>
            <a:xfrm>
              <a:off x="3251353" y="3479792"/>
              <a:ext cx="43607" cy="34408"/>
            </a:xfrm>
            <a:custGeom>
              <a:avLst/>
              <a:gdLst/>
              <a:ahLst/>
              <a:cxnLst/>
              <a:rect l="l" t="t" r="r" b="b"/>
              <a:pathLst>
                <a:path w="1370" h="1081" extrusionOk="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5" name="Google Shape;14815;p69"/>
            <p:cNvSpPr/>
            <p:nvPr/>
          </p:nvSpPr>
          <p:spPr>
            <a:xfrm>
              <a:off x="3238462" y="3578210"/>
              <a:ext cx="49305" cy="47809"/>
            </a:xfrm>
            <a:custGeom>
              <a:avLst/>
              <a:gdLst/>
              <a:ahLst/>
              <a:cxnLst/>
              <a:rect l="l" t="t" r="r" b="b"/>
              <a:pathLst>
                <a:path w="1549" h="1502" extrusionOk="0">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6" name="Google Shape;14816;p69"/>
            <p:cNvSpPr/>
            <p:nvPr/>
          </p:nvSpPr>
          <p:spPr>
            <a:xfrm>
              <a:off x="3251353" y="3579133"/>
              <a:ext cx="42843" cy="34376"/>
            </a:xfrm>
            <a:custGeom>
              <a:avLst/>
              <a:gdLst/>
              <a:ahLst/>
              <a:cxnLst/>
              <a:rect l="l" t="t" r="r" b="b"/>
              <a:pathLst>
                <a:path w="1346" h="1080" extrusionOk="0">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7" name="Google Shape;14817;p69"/>
            <p:cNvSpPr/>
            <p:nvPr/>
          </p:nvSpPr>
          <p:spPr>
            <a:xfrm>
              <a:off x="3215736" y="3359188"/>
              <a:ext cx="253558" cy="89442"/>
            </a:xfrm>
            <a:custGeom>
              <a:avLst/>
              <a:gdLst/>
              <a:ahLst/>
              <a:cxnLst/>
              <a:rect l="l" t="t" r="r" b="b"/>
              <a:pathLst>
                <a:path w="7966" h="2810" extrusionOk="0">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18" name="Google Shape;14818;p69"/>
          <p:cNvGrpSpPr/>
          <p:nvPr/>
        </p:nvGrpSpPr>
        <p:grpSpPr>
          <a:xfrm>
            <a:off x="4629306" y="3485393"/>
            <a:ext cx="367255" cy="244486"/>
            <a:chOff x="4629306" y="3409193"/>
            <a:chExt cx="367255" cy="244486"/>
          </a:xfrm>
        </p:grpSpPr>
        <p:sp>
          <p:nvSpPr>
            <p:cNvPr id="14819" name="Google Shape;14819;p69"/>
            <p:cNvSpPr/>
            <p:nvPr/>
          </p:nvSpPr>
          <p:spPr>
            <a:xfrm>
              <a:off x="4629306" y="3409193"/>
              <a:ext cx="367255" cy="244486"/>
            </a:xfrm>
            <a:custGeom>
              <a:avLst/>
              <a:gdLst/>
              <a:ahLst/>
              <a:cxnLst/>
              <a:rect l="l" t="t" r="r" b="b"/>
              <a:pathLst>
                <a:path w="11538" h="7681" extrusionOk="0">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0" name="Google Shape;14820;p69"/>
            <p:cNvSpPr/>
            <p:nvPr/>
          </p:nvSpPr>
          <p:spPr>
            <a:xfrm>
              <a:off x="4665688" y="3433447"/>
              <a:ext cx="294109" cy="195595"/>
            </a:xfrm>
            <a:custGeom>
              <a:avLst/>
              <a:gdLst/>
              <a:ahLst/>
              <a:cxnLst/>
              <a:rect l="l" t="t" r="r" b="b"/>
              <a:pathLst>
                <a:path w="9240" h="6145" extrusionOk="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1" name="Google Shape;14821;p69"/>
            <p:cNvSpPr/>
            <p:nvPr/>
          </p:nvSpPr>
          <p:spPr>
            <a:xfrm>
              <a:off x="4647895" y="3519866"/>
              <a:ext cx="11395" cy="23522"/>
            </a:xfrm>
            <a:custGeom>
              <a:avLst/>
              <a:gdLst/>
              <a:ahLst/>
              <a:cxnLst/>
              <a:rect l="l" t="t" r="r" b="b"/>
              <a:pathLst>
                <a:path w="358" h="739" extrusionOk="0">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2" name="Google Shape;14822;p69"/>
            <p:cNvSpPr/>
            <p:nvPr/>
          </p:nvSpPr>
          <p:spPr>
            <a:xfrm>
              <a:off x="4966609" y="3513404"/>
              <a:ext cx="11395" cy="36063"/>
            </a:xfrm>
            <a:custGeom>
              <a:avLst/>
              <a:gdLst/>
              <a:ahLst/>
              <a:cxnLst/>
              <a:rect l="l" t="t" r="r" b="b"/>
              <a:pathLst>
                <a:path w="358" h="1133" extrusionOk="0">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3" name="Google Shape;14823;p69"/>
            <p:cNvSpPr/>
            <p:nvPr/>
          </p:nvSpPr>
          <p:spPr>
            <a:xfrm>
              <a:off x="4966609" y="3433447"/>
              <a:ext cx="11777" cy="11395"/>
            </a:xfrm>
            <a:custGeom>
              <a:avLst/>
              <a:gdLst/>
              <a:ahLst/>
              <a:cxnLst/>
              <a:rect l="l" t="t" r="r" b="b"/>
              <a:pathLst>
                <a:path w="370" h="358" extrusionOk="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4" name="Google Shape;14824;p69"/>
            <p:cNvSpPr/>
            <p:nvPr/>
          </p:nvSpPr>
          <p:spPr>
            <a:xfrm>
              <a:off x="4647895" y="3488799"/>
              <a:ext cx="11395" cy="17825"/>
            </a:xfrm>
            <a:custGeom>
              <a:avLst/>
              <a:gdLst/>
              <a:ahLst/>
              <a:cxnLst/>
              <a:rect l="l" t="t" r="r" b="b"/>
              <a:pathLst>
                <a:path w="358" h="560" extrusionOk="0">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5" name="Google Shape;14825;p69"/>
            <p:cNvSpPr/>
            <p:nvPr/>
          </p:nvSpPr>
          <p:spPr>
            <a:xfrm>
              <a:off x="4647895" y="3556247"/>
              <a:ext cx="11395" cy="17475"/>
            </a:xfrm>
            <a:custGeom>
              <a:avLst/>
              <a:gdLst/>
              <a:ahLst/>
              <a:cxnLst/>
              <a:rect l="l" t="t" r="r" b="b"/>
              <a:pathLst>
                <a:path w="358" h="549" extrusionOk="0">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6" name="Google Shape;14826;p69"/>
            <p:cNvSpPr/>
            <p:nvPr/>
          </p:nvSpPr>
          <p:spPr>
            <a:xfrm>
              <a:off x="4690324" y="3574804"/>
              <a:ext cx="244486" cy="36032"/>
            </a:xfrm>
            <a:custGeom>
              <a:avLst/>
              <a:gdLst/>
              <a:ahLst/>
              <a:cxnLst/>
              <a:rect l="l" t="t" r="r" b="b"/>
              <a:pathLst>
                <a:path w="7681" h="1132" extrusionOk="0">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7" name="Google Shape;14827;p69"/>
            <p:cNvSpPr/>
            <p:nvPr/>
          </p:nvSpPr>
          <p:spPr>
            <a:xfrm>
              <a:off x="4788870" y="3486635"/>
              <a:ext cx="53092" cy="52965"/>
            </a:xfrm>
            <a:custGeom>
              <a:avLst/>
              <a:gdLst/>
              <a:ahLst/>
              <a:cxnLst/>
              <a:rect l="l" t="t" r="r" b="b"/>
              <a:pathLst>
                <a:path w="1668" h="1664" extrusionOk="0">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8" name="Google Shape;14828;p69"/>
            <p:cNvSpPr/>
            <p:nvPr/>
          </p:nvSpPr>
          <p:spPr>
            <a:xfrm>
              <a:off x="4745645" y="3458084"/>
              <a:ext cx="134195" cy="109941"/>
            </a:xfrm>
            <a:custGeom>
              <a:avLst/>
              <a:gdLst/>
              <a:ahLst/>
              <a:cxnLst/>
              <a:rect l="l" t="t" r="r" b="b"/>
              <a:pathLst>
                <a:path w="4216" h="3454" extrusionOk="0">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29" name="Google Shape;14829;p69"/>
          <p:cNvGrpSpPr/>
          <p:nvPr/>
        </p:nvGrpSpPr>
        <p:grpSpPr>
          <a:xfrm>
            <a:off x="4193490" y="3426284"/>
            <a:ext cx="289939" cy="334661"/>
            <a:chOff x="4193490" y="3350084"/>
            <a:chExt cx="289939" cy="334661"/>
          </a:xfrm>
        </p:grpSpPr>
        <p:sp>
          <p:nvSpPr>
            <p:cNvPr id="14830" name="Google Shape;14830;p69"/>
            <p:cNvSpPr/>
            <p:nvPr/>
          </p:nvSpPr>
          <p:spPr>
            <a:xfrm>
              <a:off x="4193490" y="3350084"/>
              <a:ext cx="246364" cy="150110"/>
            </a:xfrm>
            <a:custGeom>
              <a:avLst/>
              <a:gdLst/>
              <a:ahLst/>
              <a:cxnLst/>
              <a:rect l="l" t="t" r="r" b="b"/>
              <a:pathLst>
                <a:path w="7740" h="4716" extrusionOk="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1" name="Google Shape;14831;p69"/>
            <p:cNvSpPr/>
            <p:nvPr/>
          </p:nvSpPr>
          <p:spPr>
            <a:xfrm>
              <a:off x="4193872" y="3405023"/>
              <a:ext cx="9517" cy="44753"/>
            </a:xfrm>
            <a:custGeom>
              <a:avLst/>
              <a:gdLst/>
              <a:ahLst/>
              <a:cxnLst/>
              <a:rect l="l" t="t" r="r" b="b"/>
              <a:pathLst>
                <a:path w="299" h="1406" extrusionOk="0">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2" name="Google Shape;14832;p69"/>
            <p:cNvSpPr/>
            <p:nvPr/>
          </p:nvSpPr>
          <p:spPr>
            <a:xfrm>
              <a:off x="4275356" y="3444460"/>
              <a:ext cx="128116" cy="9485"/>
            </a:xfrm>
            <a:custGeom>
              <a:avLst/>
              <a:gdLst/>
              <a:ahLst/>
              <a:cxnLst/>
              <a:rect l="l" t="t" r="r" b="b"/>
              <a:pathLst>
                <a:path w="4025" h="298" extrusionOk="0">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3" name="Google Shape;14833;p69"/>
            <p:cNvSpPr/>
            <p:nvPr/>
          </p:nvSpPr>
          <p:spPr>
            <a:xfrm>
              <a:off x="4275356" y="3463781"/>
              <a:ext cx="128116" cy="9485"/>
            </a:xfrm>
            <a:custGeom>
              <a:avLst/>
              <a:gdLst/>
              <a:ahLst/>
              <a:cxnLst/>
              <a:rect l="l" t="t" r="r" b="b"/>
              <a:pathLst>
                <a:path w="4025" h="298" extrusionOk="0">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4" name="Google Shape;14834;p69"/>
            <p:cNvSpPr/>
            <p:nvPr/>
          </p:nvSpPr>
          <p:spPr>
            <a:xfrm>
              <a:off x="4223442" y="3439527"/>
              <a:ext cx="38673" cy="38673"/>
            </a:xfrm>
            <a:custGeom>
              <a:avLst/>
              <a:gdLst/>
              <a:ahLst/>
              <a:cxnLst/>
              <a:rect l="l" t="t" r="r" b="b"/>
              <a:pathLst>
                <a:path w="1215" h="1215" extrusionOk="0">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5" name="Google Shape;14835;p69"/>
            <p:cNvSpPr/>
            <p:nvPr/>
          </p:nvSpPr>
          <p:spPr>
            <a:xfrm>
              <a:off x="4275356" y="3525913"/>
              <a:ext cx="128116" cy="9517"/>
            </a:xfrm>
            <a:custGeom>
              <a:avLst/>
              <a:gdLst/>
              <a:ahLst/>
              <a:cxnLst/>
              <a:rect l="l" t="t" r="r" b="b"/>
              <a:pathLst>
                <a:path w="4025" h="299" extrusionOk="0">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6" name="Google Shape;14836;p69"/>
            <p:cNvSpPr/>
            <p:nvPr/>
          </p:nvSpPr>
          <p:spPr>
            <a:xfrm>
              <a:off x="4275356" y="3544884"/>
              <a:ext cx="128116" cy="9485"/>
            </a:xfrm>
            <a:custGeom>
              <a:avLst/>
              <a:gdLst/>
              <a:ahLst/>
              <a:cxnLst/>
              <a:rect l="l" t="t" r="r" b="b"/>
              <a:pathLst>
                <a:path w="4025" h="298" extrusionOk="0">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7" name="Google Shape;14837;p69"/>
            <p:cNvSpPr/>
            <p:nvPr/>
          </p:nvSpPr>
          <p:spPr>
            <a:xfrm>
              <a:off x="4223442" y="3521011"/>
              <a:ext cx="38673" cy="38673"/>
            </a:xfrm>
            <a:custGeom>
              <a:avLst/>
              <a:gdLst/>
              <a:ahLst/>
              <a:cxnLst/>
              <a:rect l="l" t="t" r="r" b="b"/>
              <a:pathLst>
                <a:path w="1215" h="1215" extrusionOk="0">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8" name="Google Shape;14838;p69"/>
            <p:cNvSpPr/>
            <p:nvPr/>
          </p:nvSpPr>
          <p:spPr>
            <a:xfrm>
              <a:off x="4223442" y="3602464"/>
              <a:ext cx="38673" cy="38705"/>
            </a:xfrm>
            <a:custGeom>
              <a:avLst/>
              <a:gdLst/>
              <a:ahLst/>
              <a:cxnLst/>
              <a:rect l="l" t="t" r="r" b="b"/>
              <a:pathLst>
                <a:path w="1215" h="1216" extrusionOk="0">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9" name="Google Shape;14839;p69"/>
            <p:cNvSpPr/>
            <p:nvPr/>
          </p:nvSpPr>
          <p:spPr>
            <a:xfrm>
              <a:off x="4193872" y="3460375"/>
              <a:ext cx="289558" cy="224370"/>
            </a:xfrm>
            <a:custGeom>
              <a:avLst/>
              <a:gdLst/>
              <a:ahLst/>
              <a:cxnLst/>
              <a:rect l="l" t="t" r="r" b="b"/>
              <a:pathLst>
                <a:path w="9097" h="7049" extrusionOk="0">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0" name="Google Shape;14840;p69"/>
          <p:cNvGrpSpPr/>
          <p:nvPr/>
        </p:nvGrpSpPr>
        <p:grpSpPr>
          <a:xfrm>
            <a:off x="6533281" y="3427430"/>
            <a:ext cx="357037" cy="357005"/>
            <a:chOff x="6533281" y="3351230"/>
            <a:chExt cx="357037" cy="357005"/>
          </a:xfrm>
        </p:grpSpPr>
        <p:sp>
          <p:nvSpPr>
            <p:cNvPr id="14841" name="Google Shape;14841;p69"/>
            <p:cNvSpPr/>
            <p:nvPr/>
          </p:nvSpPr>
          <p:spPr>
            <a:xfrm>
              <a:off x="6533281" y="3351230"/>
              <a:ext cx="357037" cy="357005"/>
            </a:xfrm>
            <a:custGeom>
              <a:avLst/>
              <a:gdLst/>
              <a:ahLst/>
              <a:cxnLst/>
              <a:rect l="l" t="t" r="r" b="b"/>
              <a:pathLst>
                <a:path w="11217" h="11216" extrusionOk="0">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2" name="Google Shape;14842;p69"/>
            <p:cNvSpPr/>
            <p:nvPr/>
          </p:nvSpPr>
          <p:spPr>
            <a:xfrm>
              <a:off x="6570427" y="3388344"/>
              <a:ext cx="282364" cy="282396"/>
            </a:xfrm>
            <a:custGeom>
              <a:avLst/>
              <a:gdLst/>
              <a:ahLst/>
              <a:cxnLst/>
              <a:rect l="l" t="t" r="r" b="b"/>
              <a:pathLst>
                <a:path w="8871" h="8872" extrusionOk="0">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3" name="Google Shape;14843;p69"/>
            <p:cNvSpPr/>
            <p:nvPr/>
          </p:nvSpPr>
          <p:spPr>
            <a:xfrm>
              <a:off x="6676166" y="3494083"/>
              <a:ext cx="71267" cy="71299"/>
            </a:xfrm>
            <a:custGeom>
              <a:avLst/>
              <a:gdLst/>
              <a:ahLst/>
              <a:cxnLst/>
              <a:rect l="l" t="t" r="r" b="b"/>
              <a:pathLst>
                <a:path w="2239" h="2240" extrusionOk="0">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4" name="Google Shape;14844;p69"/>
          <p:cNvGrpSpPr/>
          <p:nvPr/>
        </p:nvGrpSpPr>
        <p:grpSpPr>
          <a:xfrm>
            <a:off x="6058441" y="3427430"/>
            <a:ext cx="357387" cy="357005"/>
            <a:chOff x="6058441" y="3351230"/>
            <a:chExt cx="357387" cy="357005"/>
          </a:xfrm>
        </p:grpSpPr>
        <p:sp>
          <p:nvSpPr>
            <p:cNvPr id="14845" name="Google Shape;14845;p69"/>
            <p:cNvSpPr/>
            <p:nvPr/>
          </p:nvSpPr>
          <p:spPr>
            <a:xfrm>
              <a:off x="6058441" y="3351230"/>
              <a:ext cx="357387" cy="357005"/>
            </a:xfrm>
            <a:custGeom>
              <a:avLst/>
              <a:gdLst/>
              <a:ahLst/>
              <a:cxnLst/>
              <a:rect l="l" t="t" r="r" b="b"/>
              <a:pathLst>
                <a:path w="11228" h="11216" extrusionOk="0">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6" name="Google Shape;14846;p69"/>
            <p:cNvSpPr/>
            <p:nvPr/>
          </p:nvSpPr>
          <p:spPr>
            <a:xfrm>
              <a:off x="6111120" y="3403527"/>
              <a:ext cx="252030" cy="252030"/>
            </a:xfrm>
            <a:custGeom>
              <a:avLst/>
              <a:gdLst/>
              <a:ahLst/>
              <a:cxnLst/>
              <a:rect l="l" t="t" r="r" b="b"/>
              <a:pathLst>
                <a:path w="7918" h="7918" extrusionOk="0">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7" name="Google Shape;14847;p69"/>
          <p:cNvGrpSpPr/>
          <p:nvPr/>
        </p:nvGrpSpPr>
        <p:grpSpPr>
          <a:xfrm>
            <a:off x="7957483" y="3427048"/>
            <a:ext cx="357387" cy="357387"/>
            <a:chOff x="7957483" y="3350848"/>
            <a:chExt cx="357387" cy="357387"/>
          </a:xfrm>
        </p:grpSpPr>
        <p:sp>
          <p:nvSpPr>
            <p:cNvPr id="14848" name="Google Shape;14848;p69"/>
            <p:cNvSpPr/>
            <p:nvPr/>
          </p:nvSpPr>
          <p:spPr>
            <a:xfrm>
              <a:off x="8025312" y="3410721"/>
              <a:ext cx="71649" cy="71267"/>
            </a:xfrm>
            <a:custGeom>
              <a:avLst/>
              <a:gdLst/>
              <a:ahLst/>
              <a:cxnLst/>
              <a:rect l="l" t="t" r="r" b="b"/>
              <a:pathLst>
                <a:path w="2251" h="2239" extrusionOk="0">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9" name="Google Shape;14849;p69"/>
            <p:cNvSpPr/>
            <p:nvPr/>
          </p:nvSpPr>
          <p:spPr>
            <a:xfrm>
              <a:off x="8191306" y="3380768"/>
              <a:ext cx="70917" cy="71299"/>
            </a:xfrm>
            <a:custGeom>
              <a:avLst/>
              <a:gdLst/>
              <a:ahLst/>
              <a:cxnLst/>
              <a:rect l="l" t="t" r="r" b="b"/>
              <a:pathLst>
                <a:path w="2228" h="2240" extrusionOk="0">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0" name="Google Shape;14850;p69"/>
            <p:cNvSpPr/>
            <p:nvPr/>
          </p:nvSpPr>
          <p:spPr>
            <a:xfrm>
              <a:off x="7957483" y="3350848"/>
              <a:ext cx="357387" cy="357387"/>
            </a:xfrm>
            <a:custGeom>
              <a:avLst/>
              <a:gdLst/>
              <a:ahLst/>
              <a:cxnLst/>
              <a:rect l="l" t="t" r="r" b="b"/>
              <a:pathLst>
                <a:path w="11228" h="11228" extrusionOk="0">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51" name="Google Shape;14851;p69"/>
          <p:cNvGrpSpPr/>
          <p:nvPr/>
        </p:nvGrpSpPr>
        <p:grpSpPr>
          <a:xfrm>
            <a:off x="7007771" y="3427430"/>
            <a:ext cx="357387" cy="357005"/>
            <a:chOff x="7007771" y="3351230"/>
            <a:chExt cx="357387" cy="357005"/>
          </a:xfrm>
        </p:grpSpPr>
        <p:sp>
          <p:nvSpPr>
            <p:cNvPr id="14852" name="Google Shape;14852;p69"/>
            <p:cNvSpPr/>
            <p:nvPr/>
          </p:nvSpPr>
          <p:spPr>
            <a:xfrm>
              <a:off x="7007771" y="3351230"/>
              <a:ext cx="357387" cy="357005"/>
            </a:xfrm>
            <a:custGeom>
              <a:avLst/>
              <a:gdLst/>
              <a:ahLst/>
              <a:cxnLst/>
              <a:rect l="l" t="t" r="r" b="b"/>
              <a:pathLst>
                <a:path w="11228" h="11216" extrusionOk="0">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3" name="Google Shape;14853;p69"/>
            <p:cNvSpPr/>
            <p:nvPr/>
          </p:nvSpPr>
          <p:spPr>
            <a:xfrm>
              <a:off x="7060450" y="3456206"/>
              <a:ext cx="80371" cy="124710"/>
            </a:xfrm>
            <a:custGeom>
              <a:avLst/>
              <a:gdLst/>
              <a:ahLst/>
              <a:cxnLst/>
              <a:rect l="l" t="t" r="r" b="b"/>
              <a:pathLst>
                <a:path w="2525" h="3918" extrusionOk="0">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4" name="Google Shape;14854;p69"/>
            <p:cNvSpPr/>
            <p:nvPr/>
          </p:nvSpPr>
          <p:spPr>
            <a:xfrm>
              <a:off x="7203303" y="3456206"/>
              <a:ext cx="80753" cy="124710"/>
            </a:xfrm>
            <a:custGeom>
              <a:avLst/>
              <a:gdLst/>
              <a:ahLst/>
              <a:cxnLst/>
              <a:rect l="l" t="t" r="r" b="b"/>
              <a:pathLst>
                <a:path w="2537" h="3918" extrusionOk="0">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5" name="Google Shape;14855;p69"/>
            <p:cNvSpPr/>
            <p:nvPr/>
          </p:nvSpPr>
          <p:spPr>
            <a:xfrm>
              <a:off x="7151388" y="3478518"/>
              <a:ext cx="33772" cy="102015"/>
            </a:xfrm>
            <a:custGeom>
              <a:avLst/>
              <a:gdLst/>
              <a:ahLst/>
              <a:cxnLst/>
              <a:rect l="l" t="t" r="r" b="b"/>
              <a:pathLst>
                <a:path w="1061" h="3205" extrusionOk="0">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6" name="Google Shape;14856;p69"/>
            <p:cNvSpPr/>
            <p:nvPr/>
          </p:nvSpPr>
          <p:spPr>
            <a:xfrm>
              <a:off x="7293891" y="3508884"/>
              <a:ext cx="41729" cy="41697"/>
            </a:xfrm>
            <a:custGeom>
              <a:avLst/>
              <a:gdLst/>
              <a:ahLst/>
              <a:cxnLst/>
              <a:rect l="l" t="t" r="r" b="b"/>
              <a:pathLst>
                <a:path w="1311" h="1310" extrusionOk="0">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57" name="Google Shape;14857;p69"/>
          <p:cNvGrpSpPr/>
          <p:nvPr/>
        </p:nvGrpSpPr>
        <p:grpSpPr>
          <a:xfrm>
            <a:off x="5108729" y="3427430"/>
            <a:ext cx="357005" cy="357005"/>
            <a:chOff x="5108729" y="3351230"/>
            <a:chExt cx="357005" cy="357005"/>
          </a:xfrm>
        </p:grpSpPr>
        <p:sp>
          <p:nvSpPr>
            <p:cNvPr id="14858" name="Google Shape;14858;p69"/>
            <p:cNvSpPr/>
            <p:nvPr/>
          </p:nvSpPr>
          <p:spPr>
            <a:xfrm>
              <a:off x="5108729" y="3351230"/>
              <a:ext cx="357005" cy="357005"/>
            </a:xfrm>
            <a:custGeom>
              <a:avLst/>
              <a:gdLst/>
              <a:ahLst/>
              <a:cxnLst/>
              <a:rect l="l" t="t" r="r" b="b"/>
              <a:pathLst>
                <a:path w="11216" h="11216" extrusionOk="0">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9" name="Google Shape;14859;p69"/>
            <p:cNvSpPr/>
            <p:nvPr/>
          </p:nvSpPr>
          <p:spPr>
            <a:xfrm>
              <a:off x="5163668" y="3402381"/>
              <a:ext cx="244104" cy="233473"/>
            </a:xfrm>
            <a:custGeom>
              <a:avLst/>
              <a:gdLst/>
              <a:ahLst/>
              <a:cxnLst/>
              <a:rect l="l" t="t" r="r" b="b"/>
              <a:pathLst>
                <a:path w="7669" h="7335" extrusionOk="0">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60" name="Google Shape;14860;p69"/>
          <p:cNvGrpSpPr/>
          <p:nvPr/>
        </p:nvGrpSpPr>
        <p:grpSpPr>
          <a:xfrm>
            <a:off x="5583569" y="3427430"/>
            <a:ext cx="357419" cy="357005"/>
            <a:chOff x="5583569" y="3351230"/>
            <a:chExt cx="357419" cy="357005"/>
          </a:xfrm>
        </p:grpSpPr>
        <p:sp>
          <p:nvSpPr>
            <p:cNvPr id="14861" name="Google Shape;14861;p69"/>
            <p:cNvSpPr/>
            <p:nvPr/>
          </p:nvSpPr>
          <p:spPr>
            <a:xfrm>
              <a:off x="5583569" y="3351230"/>
              <a:ext cx="357419" cy="357005"/>
            </a:xfrm>
            <a:custGeom>
              <a:avLst/>
              <a:gdLst/>
              <a:ahLst/>
              <a:cxnLst/>
              <a:rect l="l" t="t" r="r" b="b"/>
              <a:pathLst>
                <a:path w="11229" h="11216" extrusionOk="0">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2" name="Google Shape;14862;p69"/>
            <p:cNvSpPr/>
            <p:nvPr/>
          </p:nvSpPr>
          <p:spPr>
            <a:xfrm>
              <a:off x="5658625" y="3403527"/>
              <a:ext cx="172073" cy="243690"/>
            </a:xfrm>
            <a:custGeom>
              <a:avLst/>
              <a:gdLst/>
              <a:ahLst/>
              <a:cxnLst/>
              <a:rect l="l" t="t" r="r" b="b"/>
              <a:pathLst>
                <a:path w="5406" h="7656" extrusionOk="0">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63" name="Google Shape;14863;p69"/>
          <p:cNvGrpSpPr/>
          <p:nvPr/>
        </p:nvGrpSpPr>
        <p:grpSpPr>
          <a:xfrm>
            <a:off x="7482229" y="3427430"/>
            <a:ext cx="357419" cy="357005"/>
            <a:chOff x="7482229" y="3351230"/>
            <a:chExt cx="357419" cy="357005"/>
          </a:xfrm>
        </p:grpSpPr>
        <p:sp>
          <p:nvSpPr>
            <p:cNvPr id="14864" name="Google Shape;14864;p69"/>
            <p:cNvSpPr/>
            <p:nvPr/>
          </p:nvSpPr>
          <p:spPr>
            <a:xfrm>
              <a:off x="7482229" y="3351230"/>
              <a:ext cx="357419" cy="357005"/>
            </a:xfrm>
            <a:custGeom>
              <a:avLst/>
              <a:gdLst/>
              <a:ahLst/>
              <a:cxnLst/>
              <a:rect l="l" t="t" r="r" b="b"/>
              <a:pathLst>
                <a:path w="11229" h="11216" extrusionOk="0">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5" name="Google Shape;14865;p69"/>
            <p:cNvSpPr/>
            <p:nvPr/>
          </p:nvSpPr>
          <p:spPr>
            <a:xfrm>
              <a:off x="7592138" y="3605616"/>
              <a:ext cx="137983" cy="32530"/>
            </a:xfrm>
            <a:custGeom>
              <a:avLst/>
              <a:gdLst/>
              <a:ahLst/>
              <a:cxnLst/>
              <a:rect l="l" t="t" r="r" b="b"/>
              <a:pathLst>
                <a:path w="4335" h="1022" extrusionOk="0">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6" name="Google Shape;14866;p69"/>
            <p:cNvSpPr/>
            <p:nvPr/>
          </p:nvSpPr>
          <p:spPr>
            <a:xfrm>
              <a:off x="7513709" y="3387962"/>
              <a:ext cx="295987" cy="282014"/>
            </a:xfrm>
            <a:custGeom>
              <a:avLst/>
              <a:gdLst/>
              <a:ahLst/>
              <a:cxnLst/>
              <a:rect l="l" t="t" r="r" b="b"/>
              <a:pathLst>
                <a:path w="9299" h="8860" extrusionOk="0">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7" name="Google Shape;14867;p69"/>
            <p:cNvSpPr/>
            <p:nvPr/>
          </p:nvSpPr>
          <p:spPr>
            <a:xfrm>
              <a:off x="7580393" y="3516460"/>
              <a:ext cx="56880" cy="56880"/>
            </a:xfrm>
            <a:custGeom>
              <a:avLst/>
              <a:gdLst/>
              <a:ahLst/>
              <a:cxnLst/>
              <a:rect l="l" t="t" r="r" b="b"/>
              <a:pathLst>
                <a:path w="1787" h="1787" extrusionOk="0">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8" name="Google Shape;14868;p69"/>
            <p:cNvSpPr/>
            <p:nvPr/>
          </p:nvSpPr>
          <p:spPr>
            <a:xfrm>
              <a:off x="7685750" y="3516460"/>
              <a:ext cx="56880" cy="56880"/>
            </a:xfrm>
            <a:custGeom>
              <a:avLst/>
              <a:gdLst/>
              <a:ahLst/>
              <a:cxnLst/>
              <a:rect l="l" t="t" r="r" b="b"/>
              <a:pathLst>
                <a:path w="1787" h="1787" extrusionOk="0">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69" name="Google Shape;14869;p69"/>
          <p:cNvGrpSpPr/>
          <p:nvPr/>
        </p:nvGrpSpPr>
        <p:grpSpPr>
          <a:xfrm>
            <a:off x="3764485" y="2966882"/>
            <a:ext cx="222874" cy="345737"/>
            <a:chOff x="3764485" y="2890682"/>
            <a:chExt cx="222874" cy="345737"/>
          </a:xfrm>
        </p:grpSpPr>
        <p:sp>
          <p:nvSpPr>
            <p:cNvPr id="14870" name="Google Shape;14870;p69"/>
            <p:cNvSpPr/>
            <p:nvPr/>
          </p:nvSpPr>
          <p:spPr>
            <a:xfrm>
              <a:off x="3764485" y="2890682"/>
              <a:ext cx="222874" cy="345737"/>
            </a:xfrm>
            <a:custGeom>
              <a:avLst/>
              <a:gdLst/>
              <a:ahLst/>
              <a:cxnLst/>
              <a:rect l="l" t="t" r="r" b="b"/>
              <a:pathLst>
                <a:path w="7002" h="10862" extrusionOk="0">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1" name="Google Shape;14871;p69"/>
            <p:cNvSpPr/>
            <p:nvPr/>
          </p:nvSpPr>
          <p:spPr>
            <a:xfrm>
              <a:off x="3913799" y="2948231"/>
              <a:ext cx="20499" cy="14960"/>
            </a:xfrm>
            <a:custGeom>
              <a:avLst/>
              <a:gdLst/>
              <a:ahLst/>
              <a:cxnLst/>
              <a:rect l="l" t="t" r="r" b="b"/>
              <a:pathLst>
                <a:path w="644" h="470" extrusionOk="0">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2" name="Google Shape;14872;p69"/>
            <p:cNvSpPr/>
            <p:nvPr/>
          </p:nvSpPr>
          <p:spPr>
            <a:xfrm>
              <a:off x="3841418" y="2956315"/>
              <a:ext cx="10631" cy="15947"/>
            </a:xfrm>
            <a:custGeom>
              <a:avLst/>
              <a:gdLst/>
              <a:ahLst/>
              <a:cxnLst/>
              <a:rect l="l" t="t" r="r" b="b"/>
              <a:pathLst>
                <a:path w="334" h="501" extrusionOk="0">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73" name="Google Shape;14873;p69"/>
          <p:cNvGrpSpPr/>
          <p:nvPr/>
        </p:nvGrpSpPr>
        <p:grpSpPr>
          <a:xfrm>
            <a:off x="2238616" y="2984331"/>
            <a:ext cx="422596" cy="310382"/>
            <a:chOff x="2278533" y="2937377"/>
            <a:chExt cx="346788" cy="254704"/>
          </a:xfrm>
        </p:grpSpPr>
        <p:sp>
          <p:nvSpPr>
            <p:cNvPr id="14874" name="Google Shape;14874;p69"/>
            <p:cNvSpPr/>
            <p:nvPr/>
          </p:nvSpPr>
          <p:spPr>
            <a:xfrm>
              <a:off x="2317557" y="2958607"/>
              <a:ext cx="270619" cy="184200"/>
            </a:xfrm>
            <a:custGeom>
              <a:avLst/>
              <a:gdLst/>
              <a:ahLst/>
              <a:cxnLst/>
              <a:rect l="l" t="t" r="r" b="b"/>
              <a:pathLst>
                <a:path w="8502" h="5787" extrusionOk="0">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5" name="Google Shape;14875;p69"/>
            <p:cNvSpPr/>
            <p:nvPr/>
          </p:nvSpPr>
          <p:spPr>
            <a:xfrm>
              <a:off x="2278533" y="2937377"/>
              <a:ext cx="346788" cy="254704"/>
            </a:xfrm>
            <a:custGeom>
              <a:avLst/>
              <a:gdLst/>
              <a:ahLst/>
              <a:cxnLst/>
              <a:rect l="l" t="t" r="r" b="b"/>
              <a:pathLst>
                <a:path w="10895" h="8002" extrusionOk="0">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76" name="Google Shape;14876;p69"/>
          <p:cNvSpPr/>
          <p:nvPr/>
        </p:nvSpPr>
        <p:spPr>
          <a:xfrm>
            <a:off x="3227863" y="2967328"/>
            <a:ext cx="347552" cy="346438"/>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77" name="Google Shape;14877;p69"/>
          <p:cNvGrpSpPr/>
          <p:nvPr/>
        </p:nvGrpSpPr>
        <p:grpSpPr>
          <a:xfrm>
            <a:off x="1836637" y="2967710"/>
            <a:ext cx="286152" cy="346438"/>
            <a:chOff x="1836637" y="2891510"/>
            <a:chExt cx="286152" cy="346438"/>
          </a:xfrm>
        </p:grpSpPr>
        <p:sp>
          <p:nvSpPr>
            <p:cNvPr id="14878" name="Google Shape;14878;p69"/>
            <p:cNvSpPr/>
            <p:nvPr/>
          </p:nvSpPr>
          <p:spPr>
            <a:xfrm>
              <a:off x="1836637" y="3059413"/>
              <a:ext cx="286152" cy="178534"/>
            </a:xfrm>
            <a:custGeom>
              <a:avLst/>
              <a:gdLst/>
              <a:ahLst/>
              <a:cxnLst/>
              <a:rect l="l" t="t" r="r" b="b"/>
              <a:pathLst>
                <a:path w="8990" h="5609" extrusionOk="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9" name="Google Shape;14879;p69"/>
            <p:cNvSpPr/>
            <p:nvPr/>
          </p:nvSpPr>
          <p:spPr>
            <a:xfrm>
              <a:off x="1917740" y="2891510"/>
              <a:ext cx="119394" cy="161474"/>
            </a:xfrm>
            <a:custGeom>
              <a:avLst/>
              <a:gdLst/>
              <a:ahLst/>
              <a:cxnLst/>
              <a:rect l="l" t="t" r="r" b="b"/>
              <a:pathLst>
                <a:path w="3751" h="5073" extrusionOk="0">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0" name="Google Shape;14880;p69"/>
            <p:cNvSpPr/>
            <p:nvPr/>
          </p:nvSpPr>
          <p:spPr>
            <a:xfrm>
              <a:off x="1960933" y="3027201"/>
              <a:ext cx="32244" cy="10249"/>
            </a:xfrm>
            <a:custGeom>
              <a:avLst/>
              <a:gdLst/>
              <a:ahLst/>
              <a:cxnLst/>
              <a:rect l="l" t="t" r="r" b="b"/>
              <a:pathLst>
                <a:path w="1013" h="322" extrusionOk="0">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81" name="Google Shape;14881;p69"/>
          <p:cNvGrpSpPr/>
          <p:nvPr/>
        </p:nvGrpSpPr>
        <p:grpSpPr>
          <a:xfrm>
            <a:off x="5585861" y="2982129"/>
            <a:ext cx="379764" cy="337684"/>
            <a:chOff x="5585861" y="2905929"/>
            <a:chExt cx="379764" cy="337684"/>
          </a:xfrm>
        </p:grpSpPr>
        <p:sp>
          <p:nvSpPr>
            <p:cNvPr id="14882" name="Google Shape;14882;p69"/>
            <p:cNvSpPr/>
            <p:nvPr/>
          </p:nvSpPr>
          <p:spPr>
            <a:xfrm>
              <a:off x="5609734" y="3198096"/>
              <a:ext cx="11395" cy="45517"/>
            </a:xfrm>
            <a:custGeom>
              <a:avLst/>
              <a:gdLst/>
              <a:ahLst/>
              <a:cxnLst/>
              <a:rect l="l" t="t" r="r" b="b"/>
              <a:pathLst>
                <a:path w="358" h="1430" extrusionOk="0">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3" name="Google Shape;14883;p69"/>
            <p:cNvSpPr/>
            <p:nvPr/>
          </p:nvSpPr>
          <p:spPr>
            <a:xfrm>
              <a:off x="5585861" y="3048431"/>
              <a:ext cx="205431" cy="195182"/>
            </a:xfrm>
            <a:custGeom>
              <a:avLst/>
              <a:gdLst/>
              <a:ahLst/>
              <a:cxnLst/>
              <a:rect l="l" t="t" r="r" b="b"/>
              <a:pathLst>
                <a:path w="6454" h="6132" extrusionOk="0">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4" name="Google Shape;14884;p69"/>
            <p:cNvSpPr/>
            <p:nvPr/>
          </p:nvSpPr>
          <p:spPr>
            <a:xfrm>
              <a:off x="5740078" y="2905929"/>
              <a:ext cx="225547" cy="189516"/>
            </a:xfrm>
            <a:custGeom>
              <a:avLst/>
              <a:gdLst/>
              <a:ahLst/>
              <a:cxnLst/>
              <a:rect l="l" t="t" r="r" b="b"/>
              <a:pathLst>
                <a:path w="7086" h="5954" extrusionOk="0">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5" name="Google Shape;14885;p69"/>
            <p:cNvSpPr/>
            <p:nvPr/>
          </p:nvSpPr>
          <p:spPr>
            <a:xfrm>
              <a:off x="5793902" y="2928464"/>
              <a:ext cx="131553" cy="130598"/>
            </a:xfrm>
            <a:custGeom>
              <a:avLst/>
              <a:gdLst/>
              <a:ahLst/>
              <a:cxnLst/>
              <a:rect l="l" t="t" r="r" b="b"/>
              <a:pathLst>
                <a:path w="4133" h="4103" extrusionOk="0">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86" name="Google Shape;14886;p69"/>
          <p:cNvGrpSpPr/>
          <p:nvPr/>
        </p:nvGrpSpPr>
        <p:grpSpPr>
          <a:xfrm>
            <a:off x="1327676" y="2986680"/>
            <a:ext cx="347934" cy="310024"/>
            <a:chOff x="1327676" y="2910480"/>
            <a:chExt cx="347934" cy="310024"/>
          </a:xfrm>
        </p:grpSpPr>
        <p:sp>
          <p:nvSpPr>
            <p:cNvPr id="14887" name="Google Shape;14887;p69"/>
            <p:cNvSpPr/>
            <p:nvPr/>
          </p:nvSpPr>
          <p:spPr>
            <a:xfrm>
              <a:off x="1367081" y="3067370"/>
              <a:ext cx="43257" cy="15565"/>
            </a:xfrm>
            <a:custGeom>
              <a:avLst/>
              <a:gdLst/>
              <a:ahLst/>
              <a:cxnLst/>
              <a:rect l="l" t="t" r="r" b="b"/>
              <a:pathLst>
                <a:path w="1359" h="489" extrusionOk="0">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8" name="Google Shape;14888;p69"/>
            <p:cNvSpPr/>
            <p:nvPr/>
          </p:nvSpPr>
          <p:spPr>
            <a:xfrm>
              <a:off x="1350402" y="3170436"/>
              <a:ext cx="10663" cy="48541"/>
            </a:xfrm>
            <a:custGeom>
              <a:avLst/>
              <a:gdLst/>
              <a:ahLst/>
              <a:cxnLst/>
              <a:rect l="l" t="t" r="r" b="b"/>
              <a:pathLst>
                <a:path w="335" h="1525" extrusionOk="0">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9" name="Google Shape;14889;p69"/>
            <p:cNvSpPr/>
            <p:nvPr/>
          </p:nvSpPr>
          <p:spPr>
            <a:xfrm>
              <a:off x="1327676" y="3040187"/>
              <a:ext cx="201643" cy="180317"/>
            </a:xfrm>
            <a:custGeom>
              <a:avLst/>
              <a:gdLst/>
              <a:ahLst/>
              <a:cxnLst/>
              <a:rect l="l" t="t" r="r" b="b"/>
              <a:pathLst>
                <a:path w="6335" h="5665" extrusionOk="0">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0" name="Google Shape;14890;p69"/>
            <p:cNvSpPr/>
            <p:nvPr/>
          </p:nvSpPr>
          <p:spPr>
            <a:xfrm>
              <a:off x="1470179" y="2910480"/>
              <a:ext cx="205431" cy="173601"/>
            </a:xfrm>
            <a:custGeom>
              <a:avLst/>
              <a:gdLst/>
              <a:ahLst/>
              <a:cxnLst/>
              <a:rect l="l" t="t" r="r" b="b"/>
              <a:pathLst>
                <a:path w="6454" h="5454" extrusionOk="0">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1" name="Google Shape;14891;p69"/>
            <p:cNvSpPr/>
            <p:nvPr/>
          </p:nvSpPr>
          <p:spPr>
            <a:xfrm>
              <a:off x="1497075" y="2942692"/>
              <a:ext cx="152370" cy="96668"/>
            </a:xfrm>
            <a:custGeom>
              <a:avLst/>
              <a:gdLst/>
              <a:ahLst/>
              <a:cxnLst/>
              <a:rect l="l" t="t" r="r" b="b"/>
              <a:pathLst>
                <a:path w="4787" h="3037" extrusionOk="0">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92" name="Google Shape;14892;p69"/>
          <p:cNvSpPr/>
          <p:nvPr/>
        </p:nvSpPr>
        <p:spPr>
          <a:xfrm>
            <a:off x="2785967" y="3271272"/>
            <a:ext cx="10663" cy="32244"/>
          </a:xfrm>
          <a:custGeom>
            <a:avLst/>
            <a:gdLst/>
            <a:ahLst/>
            <a:cxnLst/>
            <a:rect l="l" t="t" r="r" b="b"/>
            <a:pathLst>
              <a:path w="335" h="1013" extrusionOk="0">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93" name="Google Shape;14893;p69"/>
          <p:cNvGrpSpPr/>
          <p:nvPr/>
        </p:nvGrpSpPr>
        <p:grpSpPr>
          <a:xfrm>
            <a:off x="2753401" y="2945764"/>
            <a:ext cx="382828" cy="358601"/>
            <a:chOff x="2753373" y="2902523"/>
            <a:chExt cx="347552" cy="325557"/>
          </a:xfrm>
        </p:grpSpPr>
        <p:sp>
          <p:nvSpPr>
            <p:cNvPr id="14894" name="Google Shape;14894;p69"/>
            <p:cNvSpPr/>
            <p:nvPr/>
          </p:nvSpPr>
          <p:spPr>
            <a:xfrm>
              <a:off x="2807962" y="3018575"/>
              <a:ext cx="86418" cy="29506"/>
            </a:xfrm>
            <a:custGeom>
              <a:avLst/>
              <a:gdLst/>
              <a:ahLst/>
              <a:cxnLst/>
              <a:rect l="l" t="t" r="r" b="b"/>
              <a:pathLst>
                <a:path w="2715" h="927" extrusionOk="0">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5" name="Google Shape;14895;p69"/>
            <p:cNvSpPr/>
            <p:nvPr/>
          </p:nvSpPr>
          <p:spPr>
            <a:xfrm>
              <a:off x="2753373" y="2973376"/>
              <a:ext cx="195213" cy="254704"/>
            </a:xfrm>
            <a:custGeom>
              <a:avLst/>
              <a:gdLst/>
              <a:ahLst/>
              <a:cxnLst/>
              <a:rect l="l" t="t" r="r" b="b"/>
              <a:pathLst>
                <a:path w="6133" h="8002" extrusionOk="0">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6" name="Google Shape;14896;p69"/>
            <p:cNvSpPr/>
            <p:nvPr/>
          </p:nvSpPr>
          <p:spPr>
            <a:xfrm>
              <a:off x="2905361" y="3195072"/>
              <a:ext cx="10631" cy="32244"/>
            </a:xfrm>
            <a:custGeom>
              <a:avLst/>
              <a:gdLst/>
              <a:ahLst/>
              <a:cxnLst/>
              <a:rect l="l" t="t" r="r" b="b"/>
              <a:pathLst>
                <a:path w="334" h="1013" extrusionOk="0">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7" name="Google Shape;14897;p69"/>
            <p:cNvSpPr/>
            <p:nvPr/>
          </p:nvSpPr>
          <p:spPr>
            <a:xfrm>
              <a:off x="2939069" y="2934735"/>
              <a:ext cx="161856" cy="169049"/>
            </a:xfrm>
            <a:custGeom>
              <a:avLst/>
              <a:gdLst/>
              <a:ahLst/>
              <a:cxnLst/>
              <a:rect l="l" t="t" r="r" b="b"/>
              <a:pathLst>
                <a:path w="5085" h="5311" extrusionOk="0">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8" name="Google Shape;14898;p69"/>
            <p:cNvSpPr/>
            <p:nvPr/>
          </p:nvSpPr>
          <p:spPr>
            <a:xfrm>
              <a:off x="3002379" y="2902523"/>
              <a:ext cx="32244" cy="96668"/>
            </a:xfrm>
            <a:custGeom>
              <a:avLst/>
              <a:gdLst/>
              <a:ahLst/>
              <a:cxnLst/>
              <a:rect l="l" t="t" r="r" b="b"/>
              <a:pathLst>
                <a:path w="1013" h="3037" extrusionOk="0">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9" name="Google Shape;14899;p69"/>
            <p:cNvSpPr/>
            <p:nvPr/>
          </p:nvSpPr>
          <p:spPr>
            <a:xfrm>
              <a:off x="3003143" y="3005206"/>
              <a:ext cx="32244" cy="32244"/>
            </a:xfrm>
            <a:custGeom>
              <a:avLst/>
              <a:gdLst/>
              <a:ahLst/>
              <a:cxnLst/>
              <a:rect l="l" t="t" r="r" b="b"/>
              <a:pathLst>
                <a:path w="1013" h="1013" extrusionOk="0">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00" name="Google Shape;14900;p69"/>
          <p:cNvGrpSpPr/>
          <p:nvPr/>
        </p:nvGrpSpPr>
        <p:grpSpPr>
          <a:xfrm>
            <a:off x="849016" y="2979455"/>
            <a:ext cx="356655" cy="335425"/>
            <a:chOff x="849016" y="2903255"/>
            <a:chExt cx="356655" cy="335425"/>
          </a:xfrm>
        </p:grpSpPr>
        <p:sp>
          <p:nvSpPr>
            <p:cNvPr id="14901" name="Google Shape;14901;p69"/>
            <p:cNvSpPr/>
            <p:nvPr/>
          </p:nvSpPr>
          <p:spPr>
            <a:xfrm>
              <a:off x="849016" y="2903255"/>
              <a:ext cx="356655" cy="335425"/>
            </a:xfrm>
            <a:custGeom>
              <a:avLst/>
              <a:gdLst/>
              <a:ahLst/>
              <a:cxnLst/>
              <a:rect l="l" t="t" r="r" b="b"/>
              <a:pathLst>
                <a:path w="11205" h="10538" extrusionOk="0">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2" name="Google Shape;14902;p69"/>
            <p:cNvSpPr/>
            <p:nvPr/>
          </p:nvSpPr>
          <p:spPr>
            <a:xfrm>
              <a:off x="1137046" y="2932825"/>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3" name="Google Shape;14903;p69"/>
            <p:cNvSpPr/>
            <p:nvPr/>
          </p:nvSpPr>
          <p:spPr>
            <a:xfrm>
              <a:off x="1080579" y="2932825"/>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4" name="Google Shape;14904;p69"/>
            <p:cNvSpPr/>
            <p:nvPr/>
          </p:nvSpPr>
          <p:spPr>
            <a:xfrm>
              <a:off x="879350" y="2949122"/>
              <a:ext cx="187988" cy="10631"/>
            </a:xfrm>
            <a:custGeom>
              <a:avLst/>
              <a:gdLst/>
              <a:ahLst/>
              <a:cxnLst/>
              <a:rect l="l" t="t" r="r" b="b"/>
              <a:pathLst>
                <a:path w="5906" h="334" extrusionOk="0">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5" name="Google Shape;14905;p69"/>
            <p:cNvSpPr/>
            <p:nvPr/>
          </p:nvSpPr>
          <p:spPr>
            <a:xfrm>
              <a:off x="1137046" y="3050309"/>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6" name="Google Shape;14906;p69"/>
            <p:cNvSpPr/>
            <p:nvPr/>
          </p:nvSpPr>
          <p:spPr>
            <a:xfrm>
              <a:off x="1080579" y="3050309"/>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7" name="Google Shape;14907;p69"/>
            <p:cNvSpPr/>
            <p:nvPr/>
          </p:nvSpPr>
          <p:spPr>
            <a:xfrm>
              <a:off x="879350" y="3066988"/>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8" name="Google Shape;14908;p69"/>
            <p:cNvSpPr/>
            <p:nvPr/>
          </p:nvSpPr>
          <p:spPr>
            <a:xfrm>
              <a:off x="1137046" y="3167794"/>
              <a:ext cx="43607" cy="43607"/>
            </a:xfrm>
            <a:custGeom>
              <a:avLst/>
              <a:gdLst/>
              <a:ahLst/>
              <a:cxnLst/>
              <a:rect l="l" t="t" r="r" b="b"/>
              <a:pathLst>
                <a:path w="1370" h="1370" extrusionOk="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9" name="Google Shape;14909;p69"/>
            <p:cNvSpPr/>
            <p:nvPr/>
          </p:nvSpPr>
          <p:spPr>
            <a:xfrm>
              <a:off x="1080579" y="3167794"/>
              <a:ext cx="43607" cy="43607"/>
            </a:xfrm>
            <a:custGeom>
              <a:avLst/>
              <a:gdLst/>
              <a:ahLst/>
              <a:cxnLst/>
              <a:rect l="l" t="t" r="r" b="b"/>
              <a:pathLst>
                <a:path w="1370" h="1370" extrusionOk="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0" name="Google Shape;14910;p69"/>
            <p:cNvSpPr/>
            <p:nvPr/>
          </p:nvSpPr>
          <p:spPr>
            <a:xfrm>
              <a:off x="879350" y="3184473"/>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1" name="Google Shape;14911;p69"/>
            <p:cNvSpPr/>
            <p:nvPr/>
          </p:nvSpPr>
          <p:spPr>
            <a:xfrm>
              <a:off x="879350" y="3083285"/>
              <a:ext cx="25432" cy="10631"/>
            </a:xfrm>
            <a:custGeom>
              <a:avLst/>
              <a:gdLst/>
              <a:ahLst/>
              <a:cxnLst/>
              <a:rect l="l" t="t" r="r" b="b"/>
              <a:pathLst>
                <a:path w="799" h="334" extrusionOk="0">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12" name="Google Shape;14912;p69"/>
          <p:cNvGrpSpPr/>
          <p:nvPr/>
        </p:nvGrpSpPr>
        <p:grpSpPr>
          <a:xfrm>
            <a:off x="4210933" y="3002977"/>
            <a:ext cx="280072" cy="275520"/>
            <a:chOff x="4210933" y="2926777"/>
            <a:chExt cx="280072" cy="275520"/>
          </a:xfrm>
        </p:grpSpPr>
        <p:sp>
          <p:nvSpPr>
            <p:cNvPr id="14913" name="Google Shape;14913;p69"/>
            <p:cNvSpPr/>
            <p:nvPr/>
          </p:nvSpPr>
          <p:spPr>
            <a:xfrm>
              <a:off x="4490623" y="2970352"/>
              <a:ext cx="32" cy="414"/>
            </a:xfrm>
            <a:custGeom>
              <a:avLst/>
              <a:gdLst/>
              <a:ahLst/>
              <a:cxnLst/>
              <a:rect l="l" t="t" r="r" b="b"/>
              <a:pathLst>
                <a:path w="1" h="13" extrusionOk="0">
                  <a:moveTo>
                    <a:pt x="0" y="0"/>
                  </a:moveTo>
                  <a:cubicBezTo>
                    <a:pt x="0" y="12"/>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4" name="Google Shape;14914;p69"/>
            <p:cNvSpPr/>
            <p:nvPr/>
          </p:nvSpPr>
          <p:spPr>
            <a:xfrm>
              <a:off x="4489859" y="2969589"/>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5" name="Google Shape;14915;p69"/>
            <p:cNvSpPr/>
            <p:nvPr/>
          </p:nvSpPr>
          <p:spPr>
            <a:xfrm>
              <a:off x="4210933" y="2944952"/>
              <a:ext cx="280072" cy="257346"/>
            </a:xfrm>
            <a:custGeom>
              <a:avLst/>
              <a:gdLst/>
              <a:ahLst/>
              <a:cxnLst/>
              <a:rect l="l" t="t" r="r" b="b"/>
              <a:pathLst>
                <a:path w="8799" h="8085" extrusionOk="0">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6" name="Google Shape;14916;p69"/>
            <p:cNvSpPr/>
            <p:nvPr/>
          </p:nvSpPr>
          <p:spPr>
            <a:xfrm>
              <a:off x="4212047" y="2926777"/>
              <a:ext cx="144826" cy="234619"/>
            </a:xfrm>
            <a:custGeom>
              <a:avLst/>
              <a:gdLst/>
              <a:ahLst/>
              <a:cxnLst/>
              <a:rect l="l" t="t" r="r" b="b"/>
              <a:pathLst>
                <a:path w="4550" h="7371" extrusionOk="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7" name="Google Shape;14917;p69"/>
            <p:cNvSpPr/>
            <p:nvPr/>
          </p:nvSpPr>
          <p:spPr>
            <a:xfrm>
              <a:off x="4246550" y="2996103"/>
              <a:ext cx="28074" cy="28106"/>
            </a:xfrm>
            <a:custGeom>
              <a:avLst/>
              <a:gdLst/>
              <a:ahLst/>
              <a:cxnLst/>
              <a:rect l="l" t="t" r="r" b="b"/>
              <a:pathLst>
                <a:path w="882" h="883" extrusionOk="0">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8" name="Google Shape;14918;p69"/>
            <p:cNvSpPr/>
            <p:nvPr/>
          </p:nvSpPr>
          <p:spPr>
            <a:xfrm>
              <a:off x="4285956" y="3015456"/>
              <a:ext cx="97814" cy="8753"/>
            </a:xfrm>
            <a:custGeom>
              <a:avLst/>
              <a:gdLst/>
              <a:ahLst/>
              <a:cxnLst/>
              <a:rect l="l" t="t" r="r" b="b"/>
              <a:pathLst>
                <a:path w="3073" h="275" extrusionOk="0">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9" name="Google Shape;14919;p69"/>
            <p:cNvSpPr/>
            <p:nvPr/>
          </p:nvSpPr>
          <p:spPr>
            <a:xfrm>
              <a:off x="4285956" y="3001800"/>
              <a:ext cx="30366" cy="8753"/>
            </a:xfrm>
            <a:custGeom>
              <a:avLst/>
              <a:gdLst/>
              <a:ahLst/>
              <a:cxnLst/>
              <a:rect l="l" t="t" r="r" b="b"/>
              <a:pathLst>
                <a:path w="954" h="275" extrusionOk="0">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0" name="Google Shape;14920;p69"/>
            <p:cNvSpPr/>
            <p:nvPr/>
          </p:nvSpPr>
          <p:spPr>
            <a:xfrm>
              <a:off x="4246550" y="3060177"/>
              <a:ext cx="28074" cy="28074"/>
            </a:xfrm>
            <a:custGeom>
              <a:avLst/>
              <a:gdLst/>
              <a:ahLst/>
              <a:cxnLst/>
              <a:rect l="l" t="t" r="r" b="b"/>
              <a:pathLst>
                <a:path w="882" h="882" extrusionOk="0">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1" name="Google Shape;14921;p69"/>
            <p:cNvSpPr/>
            <p:nvPr/>
          </p:nvSpPr>
          <p:spPr>
            <a:xfrm>
              <a:off x="4285956" y="3080261"/>
              <a:ext cx="97814" cy="8371"/>
            </a:xfrm>
            <a:custGeom>
              <a:avLst/>
              <a:gdLst/>
              <a:ahLst/>
              <a:cxnLst/>
              <a:rect l="l" t="t" r="r" b="b"/>
              <a:pathLst>
                <a:path w="3073" h="263" extrusionOk="0">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2" name="Google Shape;14922;p69"/>
            <p:cNvSpPr/>
            <p:nvPr/>
          </p:nvSpPr>
          <p:spPr>
            <a:xfrm>
              <a:off x="4285956" y="3066224"/>
              <a:ext cx="30366" cy="8753"/>
            </a:xfrm>
            <a:custGeom>
              <a:avLst/>
              <a:gdLst/>
              <a:ahLst/>
              <a:cxnLst/>
              <a:rect l="l" t="t" r="r" b="b"/>
              <a:pathLst>
                <a:path w="954" h="275" extrusionOk="0">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3" name="Google Shape;14923;p69"/>
            <p:cNvSpPr/>
            <p:nvPr/>
          </p:nvSpPr>
          <p:spPr>
            <a:xfrm>
              <a:off x="4246550" y="3124601"/>
              <a:ext cx="28074" cy="28074"/>
            </a:xfrm>
            <a:custGeom>
              <a:avLst/>
              <a:gdLst/>
              <a:ahLst/>
              <a:cxnLst/>
              <a:rect l="l" t="t" r="r" b="b"/>
              <a:pathLst>
                <a:path w="882" h="882" extrusionOk="0">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4" name="Google Shape;14924;p69"/>
            <p:cNvSpPr/>
            <p:nvPr/>
          </p:nvSpPr>
          <p:spPr>
            <a:xfrm>
              <a:off x="4285956" y="3143921"/>
              <a:ext cx="97814" cy="8753"/>
            </a:xfrm>
            <a:custGeom>
              <a:avLst/>
              <a:gdLst/>
              <a:ahLst/>
              <a:cxnLst/>
              <a:rect l="l" t="t" r="r" b="b"/>
              <a:pathLst>
                <a:path w="3073" h="275" extrusionOk="0">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5" name="Google Shape;14925;p69"/>
            <p:cNvSpPr/>
            <p:nvPr/>
          </p:nvSpPr>
          <p:spPr>
            <a:xfrm>
              <a:off x="4285956" y="3130266"/>
              <a:ext cx="30366" cy="8371"/>
            </a:xfrm>
            <a:custGeom>
              <a:avLst/>
              <a:gdLst/>
              <a:ahLst/>
              <a:cxnLst/>
              <a:rect l="l" t="t" r="r" b="b"/>
              <a:pathLst>
                <a:path w="954" h="263" extrusionOk="0">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26" name="Google Shape;14926;p69"/>
          <p:cNvGrpSpPr/>
          <p:nvPr/>
        </p:nvGrpSpPr>
        <p:grpSpPr>
          <a:xfrm>
            <a:off x="4667216" y="2991582"/>
            <a:ext cx="320273" cy="318395"/>
            <a:chOff x="4667216" y="2915382"/>
            <a:chExt cx="320273" cy="318395"/>
          </a:xfrm>
        </p:grpSpPr>
        <p:sp>
          <p:nvSpPr>
            <p:cNvPr id="14927" name="Google Shape;14927;p69"/>
            <p:cNvSpPr/>
            <p:nvPr/>
          </p:nvSpPr>
          <p:spPr>
            <a:xfrm>
              <a:off x="4686154" y="2938140"/>
              <a:ext cx="166789" cy="163734"/>
            </a:xfrm>
            <a:custGeom>
              <a:avLst/>
              <a:gdLst/>
              <a:ahLst/>
              <a:cxnLst/>
              <a:rect l="l" t="t" r="r" b="b"/>
              <a:pathLst>
                <a:path w="5240" h="5144" extrusionOk="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8" name="Google Shape;14928;p69"/>
            <p:cNvSpPr/>
            <p:nvPr/>
          </p:nvSpPr>
          <p:spPr>
            <a:xfrm>
              <a:off x="4667216" y="2915382"/>
              <a:ext cx="320273" cy="318395"/>
            </a:xfrm>
            <a:custGeom>
              <a:avLst/>
              <a:gdLst/>
              <a:ahLst/>
              <a:cxnLst/>
              <a:rect l="l" t="t" r="r" b="b"/>
              <a:pathLst>
                <a:path w="10062" h="10003" extrusionOk="0">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9" name="Google Shape;14929;p69"/>
            <p:cNvSpPr/>
            <p:nvPr/>
          </p:nvSpPr>
          <p:spPr>
            <a:xfrm>
              <a:off x="4733899" y="2960772"/>
              <a:ext cx="75469" cy="86546"/>
            </a:xfrm>
            <a:custGeom>
              <a:avLst/>
              <a:gdLst/>
              <a:ahLst/>
              <a:cxnLst/>
              <a:rect l="l" t="t" r="r" b="b"/>
              <a:pathLst>
                <a:path w="2371" h="2719" extrusionOk="0">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0" name="Google Shape;14930;p69"/>
            <p:cNvSpPr/>
            <p:nvPr/>
          </p:nvSpPr>
          <p:spPr>
            <a:xfrm>
              <a:off x="4755894" y="3048431"/>
              <a:ext cx="31098" cy="32244"/>
            </a:xfrm>
            <a:custGeom>
              <a:avLst/>
              <a:gdLst/>
              <a:ahLst/>
              <a:cxnLst/>
              <a:rect l="l" t="t" r="r" b="b"/>
              <a:pathLst>
                <a:path w="977" h="1013" extrusionOk="0">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31" name="Google Shape;14931;p69"/>
          <p:cNvGrpSpPr/>
          <p:nvPr/>
        </p:nvGrpSpPr>
        <p:grpSpPr>
          <a:xfrm>
            <a:off x="5170480" y="3010839"/>
            <a:ext cx="261929" cy="280550"/>
            <a:chOff x="5170480" y="2934639"/>
            <a:chExt cx="261929" cy="280550"/>
          </a:xfrm>
        </p:grpSpPr>
        <p:sp>
          <p:nvSpPr>
            <p:cNvPr id="14932" name="Google Shape;14932;p69"/>
            <p:cNvSpPr/>
            <p:nvPr/>
          </p:nvSpPr>
          <p:spPr>
            <a:xfrm>
              <a:off x="5170480" y="2934639"/>
              <a:ext cx="243340" cy="280550"/>
            </a:xfrm>
            <a:custGeom>
              <a:avLst/>
              <a:gdLst/>
              <a:ahLst/>
              <a:cxnLst/>
              <a:rect l="l" t="t" r="r" b="b"/>
              <a:pathLst>
                <a:path w="7645" h="8814" extrusionOk="0">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3" name="Google Shape;14933;p69"/>
            <p:cNvSpPr/>
            <p:nvPr/>
          </p:nvSpPr>
          <p:spPr>
            <a:xfrm>
              <a:off x="5217493" y="3007116"/>
              <a:ext cx="34122" cy="34122"/>
            </a:xfrm>
            <a:custGeom>
              <a:avLst/>
              <a:gdLst/>
              <a:ahLst/>
              <a:cxnLst/>
              <a:rect l="l" t="t" r="r" b="b"/>
              <a:pathLst>
                <a:path w="1072" h="1072" extrusionOk="0">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4" name="Google Shape;14934;p69"/>
            <p:cNvSpPr/>
            <p:nvPr/>
          </p:nvSpPr>
          <p:spPr>
            <a:xfrm>
              <a:off x="5264474" y="3007116"/>
              <a:ext cx="26196" cy="8371"/>
            </a:xfrm>
            <a:custGeom>
              <a:avLst/>
              <a:gdLst/>
              <a:ahLst/>
              <a:cxnLst/>
              <a:rect l="l" t="t" r="r" b="b"/>
              <a:pathLst>
                <a:path w="823" h="263" extrusionOk="0">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5" name="Google Shape;14935;p69"/>
            <p:cNvSpPr/>
            <p:nvPr/>
          </p:nvSpPr>
          <p:spPr>
            <a:xfrm>
              <a:off x="5264856" y="3029079"/>
              <a:ext cx="86068" cy="8371"/>
            </a:xfrm>
            <a:custGeom>
              <a:avLst/>
              <a:gdLst/>
              <a:ahLst/>
              <a:cxnLst/>
              <a:rect l="l" t="t" r="r" b="b"/>
              <a:pathLst>
                <a:path w="2704" h="263" extrusionOk="0">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6" name="Google Shape;14936;p69"/>
            <p:cNvSpPr/>
            <p:nvPr/>
          </p:nvSpPr>
          <p:spPr>
            <a:xfrm>
              <a:off x="5227710" y="3062819"/>
              <a:ext cx="51565" cy="8753"/>
            </a:xfrm>
            <a:custGeom>
              <a:avLst/>
              <a:gdLst/>
              <a:ahLst/>
              <a:cxnLst/>
              <a:rect l="l" t="t" r="r" b="b"/>
              <a:pathLst>
                <a:path w="1620" h="275" extrusionOk="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7" name="Google Shape;14937;p69"/>
            <p:cNvSpPr/>
            <p:nvPr/>
          </p:nvSpPr>
          <p:spPr>
            <a:xfrm>
              <a:off x="5196644" y="3182945"/>
              <a:ext cx="42461" cy="8371"/>
            </a:xfrm>
            <a:custGeom>
              <a:avLst/>
              <a:gdLst/>
              <a:ahLst/>
              <a:cxnLst/>
              <a:rect l="l" t="t" r="r" b="b"/>
              <a:pathLst>
                <a:path w="1334" h="263" extrusionOk="0">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8" name="Google Shape;14938;p69"/>
            <p:cNvSpPr/>
            <p:nvPr/>
          </p:nvSpPr>
          <p:spPr>
            <a:xfrm>
              <a:off x="5210299" y="3013928"/>
              <a:ext cx="222110" cy="201261"/>
            </a:xfrm>
            <a:custGeom>
              <a:avLst/>
              <a:gdLst/>
              <a:ahLst/>
              <a:cxnLst/>
              <a:rect l="l" t="t" r="r" b="b"/>
              <a:pathLst>
                <a:path w="6978" h="6323" extrusionOk="0">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39" name="Google Shape;14939;p69"/>
          <p:cNvGrpSpPr/>
          <p:nvPr/>
        </p:nvGrpSpPr>
        <p:grpSpPr>
          <a:xfrm>
            <a:off x="6069423" y="2968091"/>
            <a:ext cx="362321" cy="364231"/>
            <a:chOff x="6069423" y="2891892"/>
            <a:chExt cx="362321" cy="364231"/>
          </a:xfrm>
        </p:grpSpPr>
        <p:sp>
          <p:nvSpPr>
            <p:cNvPr id="14940" name="Google Shape;14940;p69"/>
            <p:cNvSpPr/>
            <p:nvPr/>
          </p:nvSpPr>
          <p:spPr>
            <a:xfrm>
              <a:off x="6069423" y="2891892"/>
              <a:ext cx="278958" cy="278958"/>
            </a:xfrm>
            <a:custGeom>
              <a:avLst/>
              <a:gdLst/>
              <a:ahLst/>
              <a:cxnLst/>
              <a:rect l="l" t="t" r="r" b="b"/>
              <a:pathLst>
                <a:path w="8764" h="8764" extrusionOk="0">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1" name="Google Shape;14941;p69"/>
            <p:cNvSpPr/>
            <p:nvPr/>
          </p:nvSpPr>
          <p:spPr>
            <a:xfrm>
              <a:off x="6161507" y="2967679"/>
              <a:ext cx="111851" cy="97432"/>
            </a:xfrm>
            <a:custGeom>
              <a:avLst/>
              <a:gdLst/>
              <a:ahLst/>
              <a:cxnLst/>
              <a:rect l="l" t="t" r="r" b="b"/>
              <a:pathLst>
                <a:path w="3514" h="3061" extrusionOk="0">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2" name="Google Shape;14942;p69"/>
            <p:cNvSpPr/>
            <p:nvPr/>
          </p:nvSpPr>
          <p:spPr>
            <a:xfrm>
              <a:off x="6144828" y="3007848"/>
              <a:ext cx="105389" cy="88742"/>
            </a:xfrm>
            <a:custGeom>
              <a:avLst/>
              <a:gdLst/>
              <a:ahLst/>
              <a:cxnLst/>
              <a:rect l="l" t="t" r="r" b="b"/>
              <a:pathLst>
                <a:path w="3311" h="2788" extrusionOk="0">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3" name="Google Shape;14943;p69"/>
            <p:cNvSpPr/>
            <p:nvPr/>
          </p:nvSpPr>
          <p:spPr>
            <a:xfrm>
              <a:off x="6245633" y="3069248"/>
              <a:ext cx="186110" cy="186874"/>
            </a:xfrm>
            <a:custGeom>
              <a:avLst/>
              <a:gdLst/>
              <a:ahLst/>
              <a:cxnLst/>
              <a:rect l="l" t="t" r="r" b="b"/>
              <a:pathLst>
                <a:path w="5847" h="5871" extrusionOk="0">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4" name="Google Shape;14944;p69"/>
            <p:cNvSpPr/>
            <p:nvPr/>
          </p:nvSpPr>
          <p:spPr>
            <a:xfrm>
              <a:off x="6305888" y="3129884"/>
              <a:ext cx="64488" cy="64456"/>
            </a:xfrm>
            <a:custGeom>
              <a:avLst/>
              <a:gdLst/>
              <a:ahLst/>
              <a:cxnLst/>
              <a:rect l="l" t="t" r="r" b="b"/>
              <a:pathLst>
                <a:path w="2026" h="2025" extrusionOk="0">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5" name="Google Shape;14945;p69"/>
            <p:cNvSpPr/>
            <p:nvPr/>
          </p:nvSpPr>
          <p:spPr>
            <a:xfrm>
              <a:off x="6173634" y="2997631"/>
              <a:ext cx="70153" cy="70153"/>
            </a:xfrm>
            <a:custGeom>
              <a:avLst/>
              <a:gdLst/>
              <a:ahLst/>
              <a:cxnLst/>
              <a:rect l="l" t="t" r="r" b="b"/>
              <a:pathLst>
                <a:path w="2204" h="2204" extrusionOk="0">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46" name="Google Shape;14946;p69"/>
          <p:cNvGrpSpPr/>
          <p:nvPr/>
        </p:nvGrpSpPr>
        <p:grpSpPr>
          <a:xfrm>
            <a:off x="6571955" y="2995370"/>
            <a:ext cx="308878" cy="311170"/>
            <a:chOff x="6571955" y="2919170"/>
            <a:chExt cx="308878" cy="311170"/>
          </a:xfrm>
        </p:grpSpPr>
        <p:sp>
          <p:nvSpPr>
            <p:cNvPr id="14947" name="Google Shape;14947;p69"/>
            <p:cNvSpPr/>
            <p:nvPr/>
          </p:nvSpPr>
          <p:spPr>
            <a:xfrm>
              <a:off x="6571955" y="2919170"/>
              <a:ext cx="245982" cy="237675"/>
            </a:xfrm>
            <a:custGeom>
              <a:avLst/>
              <a:gdLst/>
              <a:ahLst/>
              <a:cxnLst/>
              <a:rect l="l" t="t" r="r" b="b"/>
              <a:pathLst>
                <a:path w="7728" h="7467" extrusionOk="0">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8" name="Google Shape;14948;p69"/>
            <p:cNvSpPr/>
            <p:nvPr/>
          </p:nvSpPr>
          <p:spPr>
            <a:xfrm>
              <a:off x="6708760" y="3206436"/>
              <a:ext cx="33740" cy="9517"/>
            </a:xfrm>
            <a:custGeom>
              <a:avLst/>
              <a:gdLst/>
              <a:ahLst/>
              <a:cxnLst/>
              <a:rect l="l" t="t" r="r" b="b"/>
              <a:pathLst>
                <a:path w="1060" h="299" extrusionOk="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9" name="Google Shape;14949;p69"/>
            <p:cNvSpPr/>
            <p:nvPr/>
          </p:nvSpPr>
          <p:spPr>
            <a:xfrm>
              <a:off x="6604549" y="2993079"/>
              <a:ext cx="59904" cy="51565"/>
            </a:xfrm>
            <a:custGeom>
              <a:avLst/>
              <a:gdLst/>
              <a:ahLst/>
              <a:cxnLst/>
              <a:rect l="l" t="t" r="r" b="b"/>
              <a:pathLst>
                <a:path w="1882" h="1620" extrusionOk="0">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0" name="Google Shape;14950;p69"/>
            <p:cNvSpPr/>
            <p:nvPr/>
          </p:nvSpPr>
          <p:spPr>
            <a:xfrm>
              <a:off x="6634469" y="2991933"/>
              <a:ext cx="246364" cy="238407"/>
            </a:xfrm>
            <a:custGeom>
              <a:avLst/>
              <a:gdLst/>
              <a:ahLst/>
              <a:cxnLst/>
              <a:rect l="l" t="t" r="r" b="b"/>
              <a:pathLst>
                <a:path w="7740" h="7490" extrusionOk="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1" name="Google Shape;14951;p69"/>
            <p:cNvSpPr/>
            <p:nvPr/>
          </p:nvSpPr>
          <p:spPr>
            <a:xfrm>
              <a:off x="6790627" y="3057885"/>
              <a:ext cx="52329" cy="60668"/>
            </a:xfrm>
            <a:custGeom>
              <a:avLst/>
              <a:gdLst/>
              <a:ahLst/>
              <a:cxnLst/>
              <a:rect l="l" t="t" r="r" b="b"/>
              <a:pathLst>
                <a:path w="1644" h="1906" extrusionOk="0">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2" name="Google Shape;14952;p69"/>
            <p:cNvSpPr/>
            <p:nvPr/>
          </p:nvSpPr>
          <p:spPr>
            <a:xfrm>
              <a:off x="6712166" y="2975286"/>
              <a:ext cx="73941" cy="9485"/>
            </a:xfrm>
            <a:custGeom>
              <a:avLst/>
              <a:gdLst/>
              <a:ahLst/>
              <a:cxnLst/>
              <a:rect l="l" t="t" r="r" b="b"/>
              <a:pathLst>
                <a:path w="2323" h="298" extrusionOk="0">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3" name="Google Shape;14953;p69"/>
            <p:cNvSpPr/>
            <p:nvPr/>
          </p:nvSpPr>
          <p:spPr>
            <a:xfrm>
              <a:off x="6712166" y="2993461"/>
              <a:ext cx="73941" cy="9517"/>
            </a:xfrm>
            <a:custGeom>
              <a:avLst/>
              <a:gdLst/>
              <a:ahLst/>
              <a:cxnLst/>
              <a:rect l="l" t="t" r="r" b="b"/>
              <a:pathLst>
                <a:path w="2323" h="299" extrusionOk="0">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4" name="Google Shape;14954;p69"/>
            <p:cNvSpPr/>
            <p:nvPr/>
          </p:nvSpPr>
          <p:spPr>
            <a:xfrm>
              <a:off x="6712166" y="3012050"/>
              <a:ext cx="73941" cy="9485"/>
            </a:xfrm>
            <a:custGeom>
              <a:avLst/>
              <a:gdLst/>
              <a:ahLst/>
              <a:cxnLst/>
              <a:rect l="l" t="t" r="r" b="b"/>
              <a:pathLst>
                <a:path w="2323" h="298" extrusionOk="0">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5" name="Google Shape;14955;p69"/>
            <p:cNvSpPr/>
            <p:nvPr/>
          </p:nvSpPr>
          <p:spPr>
            <a:xfrm>
              <a:off x="6662511" y="3103752"/>
              <a:ext cx="73941" cy="27310"/>
            </a:xfrm>
            <a:custGeom>
              <a:avLst/>
              <a:gdLst/>
              <a:ahLst/>
              <a:cxnLst/>
              <a:rect l="l" t="t" r="r" b="b"/>
              <a:pathLst>
                <a:path w="2323" h="858" extrusionOk="0">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6" name="Google Shape;14956;p69"/>
            <p:cNvSpPr/>
            <p:nvPr/>
          </p:nvSpPr>
          <p:spPr>
            <a:xfrm>
              <a:off x="6662893" y="3140134"/>
              <a:ext cx="73941" cy="9485"/>
            </a:xfrm>
            <a:custGeom>
              <a:avLst/>
              <a:gdLst/>
              <a:ahLst/>
              <a:cxnLst/>
              <a:rect l="l" t="t" r="r" b="b"/>
              <a:pathLst>
                <a:path w="2323" h="298" extrusionOk="0">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57" name="Google Shape;14957;p69"/>
          <p:cNvGrpSpPr/>
          <p:nvPr/>
        </p:nvGrpSpPr>
        <p:grpSpPr>
          <a:xfrm>
            <a:off x="7500054" y="3010935"/>
            <a:ext cx="350576" cy="280454"/>
            <a:chOff x="7500054" y="2934735"/>
            <a:chExt cx="350576" cy="280454"/>
          </a:xfrm>
        </p:grpSpPr>
        <p:sp>
          <p:nvSpPr>
            <p:cNvPr id="14958" name="Google Shape;14958;p69"/>
            <p:cNvSpPr/>
            <p:nvPr/>
          </p:nvSpPr>
          <p:spPr>
            <a:xfrm>
              <a:off x="7571671" y="2959371"/>
              <a:ext cx="191426" cy="10249"/>
            </a:xfrm>
            <a:custGeom>
              <a:avLst/>
              <a:gdLst/>
              <a:ahLst/>
              <a:cxnLst/>
              <a:rect l="l" t="t" r="r" b="b"/>
              <a:pathLst>
                <a:path w="6014" h="322" extrusionOk="0">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9" name="Google Shape;14959;p69"/>
            <p:cNvSpPr/>
            <p:nvPr/>
          </p:nvSpPr>
          <p:spPr>
            <a:xfrm>
              <a:off x="7500054" y="2934735"/>
              <a:ext cx="350576" cy="280454"/>
            </a:xfrm>
            <a:custGeom>
              <a:avLst/>
              <a:gdLst/>
              <a:ahLst/>
              <a:cxnLst/>
              <a:rect l="l" t="t" r="r" b="b"/>
              <a:pathLst>
                <a:path w="11014" h="8811" extrusionOk="0">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0" name="Google Shape;14960;p69"/>
            <p:cNvSpPr/>
            <p:nvPr/>
          </p:nvSpPr>
          <p:spPr>
            <a:xfrm>
              <a:off x="7539459" y="3074564"/>
              <a:ext cx="82663" cy="10249"/>
            </a:xfrm>
            <a:custGeom>
              <a:avLst/>
              <a:gdLst/>
              <a:ahLst/>
              <a:cxnLst/>
              <a:rect l="l" t="t" r="r" b="b"/>
              <a:pathLst>
                <a:path w="2597" h="322"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1" name="Google Shape;14961;p69"/>
            <p:cNvSpPr/>
            <p:nvPr/>
          </p:nvSpPr>
          <p:spPr>
            <a:xfrm>
              <a:off x="7539459" y="3099582"/>
              <a:ext cx="82663" cy="10249"/>
            </a:xfrm>
            <a:custGeom>
              <a:avLst/>
              <a:gdLst/>
              <a:ahLst/>
              <a:cxnLst/>
              <a:rect l="l" t="t" r="r" b="b"/>
              <a:pathLst>
                <a:path w="2597" h="322" extrusionOk="0">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2" name="Google Shape;14962;p69"/>
            <p:cNvSpPr/>
            <p:nvPr/>
          </p:nvSpPr>
          <p:spPr>
            <a:xfrm>
              <a:off x="7539459" y="3124601"/>
              <a:ext cx="82663" cy="10631"/>
            </a:xfrm>
            <a:custGeom>
              <a:avLst/>
              <a:gdLst/>
              <a:ahLst/>
              <a:cxnLst/>
              <a:rect l="l" t="t" r="r" b="b"/>
              <a:pathLst>
                <a:path w="2597" h="334" extrusionOk="0">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3" name="Google Shape;14963;p69"/>
            <p:cNvSpPr/>
            <p:nvPr/>
          </p:nvSpPr>
          <p:spPr>
            <a:xfrm>
              <a:off x="7539459" y="3149587"/>
              <a:ext cx="82663" cy="10663"/>
            </a:xfrm>
            <a:custGeom>
              <a:avLst/>
              <a:gdLst/>
              <a:ahLst/>
              <a:cxnLst/>
              <a:rect l="l" t="t" r="r" b="b"/>
              <a:pathLst>
                <a:path w="2597" h="335" extrusionOk="0">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4" name="Google Shape;14964;p69"/>
            <p:cNvSpPr/>
            <p:nvPr/>
          </p:nvSpPr>
          <p:spPr>
            <a:xfrm>
              <a:off x="7539459" y="3174988"/>
              <a:ext cx="82663" cy="10281"/>
            </a:xfrm>
            <a:custGeom>
              <a:avLst/>
              <a:gdLst/>
              <a:ahLst/>
              <a:cxnLst/>
              <a:rect l="l" t="t" r="r" b="b"/>
              <a:pathLst>
                <a:path w="2597" h="323"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5" name="Google Shape;14965;p69"/>
            <p:cNvSpPr/>
            <p:nvPr/>
          </p:nvSpPr>
          <p:spPr>
            <a:xfrm>
              <a:off x="7539459" y="3011286"/>
              <a:ext cx="220614" cy="47395"/>
            </a:xfrm>
            <a:custGeom>
              <a:avLst/>
              <a:gdLst/>
              <a:ahLst/>
              <a:cxnLst/>
              <a:rect l="l" t="t" r="r" b="b"/>
              <a:pathLst>
                <a:path w="6931" h="1489" extrusionOk="0">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66" name="Google Shape;14966;p69"/>
          <p:cNvGrpSpPr/>
          <p:nvPr/>
        </p:nvGrpSpPr>
        <p:grpSpPr>
          <a:xfrm>
            <a:off x="7024430" y="2950862"/>
            <a:ext cx="332012" cy="355454"/>
            <a:chOff x="7055134" y="2919170"/>
            <a:chExt cx="290321" cy="310820"/>
          </a:xfrm>
        </p:grpSpPr>
        <p:sp>
          <p:nvSpPr>
            <p:cNvPr id="14967" name="Google Shape;14967;p69"/>
            <p:cNvSpPr/>
            <p:nvPr/>
          </p:nvSpPr>
          <p:spPr>
            <a:xfrm>
              <a:off x="7102497" y="2970989"/>
              <a:ext cx="191044" cy="259001"/>
            </a:xfrm>
            <a:custGeom>
              <a:avLst/>
              <a:gdLst/>
              <a:ahLst/>
              <a:cxnLst/>
              <a:rect l="l" t="t" r="r" b="b"/>
              <a:pathLst>
                <a:path w="6002" h="8137" extrusionOk="0">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8" name="Google Shape;14968;p69"/>
            <p:cNvSpPr/>
            <p:nvPr/>
          </p:nvSpPr>
          <p:spPr>
            <a:xfrm>
              <a:off x="7304872" y="3059413"/>
              <a:ext cx="40583" cy="9485"/>
            </a:xfrm>
            <a:custGeom>
              <a:avLst/>
              <a:gdLst/>
              <a:ahLst/>
              <a:cxnLst/>
              <a:rect l="l" t="t" r="r" b="b"/>
              <a:pathLst>
                <a:path w="1275" h="298" extrusionOk="0">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9" name="Google Shape;14969;p69"/>
            <p:cNvSpPr/>
            <p:nvPr/>
          </p:nvSpPr>
          <p:spPr>
            <a:xfrm>
              <a:off x="7055134" y="3059413"/>
              <a:ext cx="41347" cy="9485"/>
            </a:xfrm>
            <a:custGeom>
              <a:avLst/>
              <a:gdLst/>
              <a:ahLst/>
              <a:cxnLst/>
              <a:rect l="l" t="t" r="r" b="b"/>
              <a:pathLst>
                <a:path w="1299" h="298" extrusionOk="0">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0" name="Google Shape;14970;p69"/>
            <p:cNvSpPr/>
            <p:nvPr/>
          </p:nvSpPr>
          <p:spPr>
            <a:xfrm>
              <a:off x="7195727" y="2919170"/>
              <a:ext cx="9517" cy="40583"/>
            </a:xfrm>
            <a:custGeom>
              <a:avLst/>
              <a:gdLst/>
              <a:ahLst/>
              <a:cxnLst/>
              <a:rect l="l" t="t" r="r" b="b"/>
              <a:pathLst>
                <a:path w="299" h="1275" extrusionOk="0">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1" name="Google Shape;14971;p69"/>
            <p:cNvSpPr/>
            <p:nvPr/>
          </p:nvSpPr>
          <p:spPr>
            <a:xfrm>
              <a:off x="7185128" y="3007116"/>
              <a:ext cx="30334" cy="92880"/>
            </a:xfrm>
            <a:custGeom>
              <a:avLst/>
              <a:gdLst/>
              <a:ahLst/>
              <a:cxnLst/>
              <a:rect l="l" t="t" r="r" b="b"/>
              <a:pathLst>
                <a:path w="953" h="2918" extrusionOk="0">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2" name="Google Shape;14972;p69"/>
            <p:cNvSpPr/>
            <p:nvPr/>
          </p:nvSpPr>
          <p:spPr>
            <a:xfrm>
              <a:off x="7187770" y="3111328"/>
              <a:ext cx="25814" cy="25814"/>
            </a:xfrm>
            <a:custGeom>
              <a:avLst/>
              <a:gdLst/>
              <a:ahLst/>
              <a:cxnLst/>
              <a:rect l="l" t="t" r="r" b="b"/>
              <a:pathLst>
                <a:path w="811" h="811" extrusionOk="0">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3" name="Google Shape;14973;p69"/>
            <p:cNvSpPr/>
            <p:nvPr/>
          </p:nvSpPr>
          <p:spPr>
            <a:xfrm>
              <a:off x="7249552" y="2951477"/>
              <a:ext cx="18971" cy="23077"/>
            </a:xfrm>
            <a:custGeom>
              <a:avLst/>
              <a:gdLst/>
              <a:ahLst/>
              <a:cxnLst/>
              <a:rect l="l" t="t" r="r" b="b"/>
              <a:pathLst>
                <a:path w="596" h="725" extrusionOk="0">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4" name="Google Shape;14974;p69"/>
            <p:cNvSpPr/>
            <p:nvPr/>
          </p:nvSpPr>
          <p:spPr>
            <a:xfrm>
              <a:off x="7132831" y="3153852"/>
              <a:ext cx="18589" cy="22695"/>
            </a:xfrm>
            <a:custGeom>
              <a:avLst/>
              <a:gdLst/>
              <a:ahLst/>
              <a:cxnLst/>
              <a:rect l="l" t="t" r="r" b="b"/>
              <a:pathLst>
                <a:path w="584" h="713" extrusionOk="0">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5" name="Google Shape;14975;p69"/>
            <p:cNvSpPr/>
            <p:nvPr/>
          </p:nvSpPr>
          <p:spPr>
            <a:xfrm>
              <a:off x="7132449" y="2951477"/>
              <a:ext cx="18971" cy="23077"/>
            </a:xfrm>
            <a:custGeom>
              <a:avLst/>
              <a:gdLst/>
              <a:ahLst/>
              <a:cxnLst/>
              <a:rect l="l" t="t" r="r" b="b"/>
              <a:pathLst>
                <a:path w="596" h="725" extrusionOk="0">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6" name="Google Shape;14976;p69"/>
            <p:cNvSpPr/>
            <p:nvPr/>
          </p:nvSpPr>
          <p:spPr>
            <a:xfrm>
              <a:off x="7249552" y="3153852"/>
              <a:ext cx="18971" cy="22695"/>
            </a:xfrm>
            <a:custGeom>
              <a:avLst/>
              <a:gdLst/>
              <a:ahLst/>
              <a:cxnLst/>
              <a:rect l="l" t="t" r="r" b="b"/>
              <a:pathLst>
                <a:path w="596" h="713" extrusionOk="0">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7" name="Google Shape;14977;p69"/>
            <p:cNvSpPr/>
            <p:nvPr/>
          </p:nvSpPr>
          <p:spPr>
            <a:xfrm>
              <a:off x="7289721" y="3113969"/>
              <a:ext cx="24286" cy="17093"/>
            </a:xfrm>
            <a:custGeom>
              <a:avLst/>
              <a:gdLst/>
              <a:ahLst/>
              <a:cxnLst/>
              <a:rect l="l" t="t" r="r" b="b"/>
              <a:pathLst>
                <a:path w="763" h="537" extrusionOk="0">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8" name="Google Shape;14978;p69"/>
            <p:cNvSpPr/>
            <p:nvPr/>
          </p:nvSpPr>
          <p:spPr>
            <a:xfrm>
              <a:off x="7086964" y="2996931"/>
              <a:ext cx="24668" cy="17411"/>
            </a:xfrm>
            <a:custGeom>
              <a:avLst/>
              <a:gdLst/>
              <a:ahLst/>
              <a:cxnLst/>
              <a:rect l="l" t="t" r="r" b="b"/>
              <a:pathLst>
                <a:path w="775" h="547" extrusionOk="0">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9" name="Google Shape;14979;p69"/>
            <p:cNvSpPr/>
            <p:nvPr/>
          </p:nvSpPr>
          <p:spPr>
            <a:xfrm>
              <a:off x="7289339" y="2996931"/>
              <a:ext cx="24668" cy="17411"/>
            </a:xfrm>
            <a:custGeom>
              <a:avLst/>
              <a:gdLst/>
              <a:ahLst/>
              <a:cxnLst/>
              <a:rect l="l" t="t" r="r" b="b"/>
              <a:pathLst>
                <a:path w="775" h="547" extrusionOk="0">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0" name="Google Shape;14980;p69"/>
            <p:cNvSpPr/>
            <p:nvPr/>
          </p:nvSpPr>
          <p:spPr>
            <a:xfrm>
              <a:off x="7086964" y="3113587"/>
              <a:ext cx="24668" cy="17093"/>
            </a:xfrm>
            <a:custGeom>
              <a:avLst/>
              <a:gdLst/>
              <a:ahLst/>
              <a:cxnLst/>
              <a:rect l="l" t="t" r="r" b="b"/>
              <a:pathLst>
                <a:path w="775" h="537" extrusionOk="0">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81" name="Google Shape;14981;p69"/>
          <p:cNvGrpSpPr/>
          <p:nvPr/>
        </p:nvGrpSpPr>
        <p:grpSpPr>
          <a:xfrm>
            <a:off x="7985143" y="2976813"/>
            <a:ext cx="330109" cy="347552"/>
            <a:chOff x="7985143" y="2900613"/>
            <a:chExt cx="330109" cy="347552"/>
          </a:xfrm>
        </p:grpSpPr>
        <p:sp>
          <p:nvSpPr>
            <p:cNvPr id="14982" name="Google Shape;14982;p69"/>
            <p:cNvSpPr/>
            <p:nvPr/>
          </p:nvSpPr>
          <p:spPr>
            <a:xfrm>
              <a:off x="8143943" y="3145449"/>
              <a:ext cx="13273" cy="10631"/>
            </a:xfrm>
            <a:custGeom>
              <a:avLst/>
              <a:gdLst/>
              <a:ahLst/>
              <a:cxnLst/>
              <a:rect l="l" t="t" r="r" b="b"/>
              <a:pathLst>
                <a:path w="417" h="334" extrusionOk="0">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3" name="Google Shape;14983;p69"/>
            <p:cNvSpPr/>
            <p:nvPr/>
          </p:nvSpPr>
          <p:spPr>
            <a:xfrm>
              <a:off x="8163264" y="3005970"/>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4" name="Google Shape;14984;p69"/>
            <p:cNvSpPr/>
            <p:nvPr/>
          </p:nvSpPr>
          <p:spPr>
            <a:xfrm>
              <a:off x="8163264" y="3005970"/>
              <a:ext cx="5347" cy="11013"/>
            </a:xfrm>
            <a:custGeom>
              <a:avLst/>
              <a:gdLst/>
              <a:ahLst/>
              <a:cxnLst/>
              <a:rect l="l" t="t" r="r" b="b"/>
              <a:pathLst>
                <a:path w="168" h="346" extrusionOk="0">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5" name="Google Shape;14985;p69"/>
            <p:cNvSpPr/>
            <p:nvPr/>
          </p:nvSpPr>
          <p:spPr>
            <a:xfrm>
              <a:off x="8163264" y="3005588"/>
              <a:ext cx="32" cy="414"/>
            </a:xfrm>
            <a:custGeom>
              <a:avLst/>
              <a:gdLst/>
              <a:ahLst/>
              <a:cxnLst/>
              <a:rect l="l" t="t" r="r" b="b"/>
              <a:pathLst>
                <a:path w="1" h="13" extrusionOk="0">
                  <a:moveTo>
                    <a:pt x="1" y="1"/>
                  </a:moveTo>
                  <a:cubicBezTo>
                    <a:pt x="1" y="13"/>
                    <a:pt x="1" y="13"/>
                    <a:pt x="1" y="1"/>
                  </a:cubicBezTo>
                  <a:cubicBezTo>
                    <a:pt x="1" y="13"/>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6" name="Google Shape;14986;p69"/>
            <p:cNvSpPr/>
            <p:nvPr/>
          </p:nvSpPr>
          <p:spPr>
            <a:xfrm>
              <a:off x="8168579" y="3016952"/>
              <a:ext cx="32" cy="796"/>
            </a:xfrm>
            <a:custGeom>
              <a:avLst/>
              <a:gdLst/>
              <a:ahLst/>
              <a:cxnLst/>
              <a:rect l="l" t="t" r="r" b="b"/>
              <a:pathLst>
                <a:path w="1" h="25" extrusionOk="0">
                  <a:moveTo>
                    <a:pt x="0" y="1"/>
                  </a:moveTo>
                  <a:cubicBezTo>
                    <a:pt x="0" y="25"/>
                    <a:pt x="0" y="25"/>
                    <a:pt x="0" y="1"/>
                  </a:cubicBezTo>
                  <a:cubicBezTo>
                    <a:pt x="0" y="25"/>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7" name="Google Shape;14987;p69"/>
            <p:cNvSpPr/>
            <p:nvPr/>
          </p:nvSpPr>
          <p:spPr>
            <a:xfrm>
              <a:off x="7985143" y="2900613"/>
              <a:ext cx="330109" cy="347552"/>
            </a:xfrm>
            <a:custGeom>
              <a:avLst/>
              <a:gdLst/>
              <a:ahLst/>
              <a:cxnLst/>
              <a:rect l="l" t="t" r="r" b="b"/>
              <a:pathLst>
                <a:path w="10371" h="10919" extrusionOk="0">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8" name="Google Shape;14988;p69"/>
            <p:cNvSpPr/>
            <p:nvPr/>
          </p:nvSpPr>
          <p:spPr>
            <a:xfrm>
              <a:off x="8168579" y="3016952"/>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9" name="Google Shape;14989;p69"/>
            <p:cNvSpPr/>
            <p:nvPr/>
          </p:nvSpPr>
          <p:spPr>
            <a:xfrm>
              <a:off x="8168579" y="3017715"/>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90" name="Google Shape;14990;p69"/>
          <p:cNvGrpSpPr/>
          <p:nvPr/>
        </p:nvGrpSpPr>
        <p:grpSpPr>
          <a:xfrm>
            <a:off x="7990840" y="2511426"/>
            <a:ext cx="354363" cy="353631"/>
            <a:chOff x="7990840" y="2435226"/>
            <a:chExt cx="354363" cy="353631"/>
          </a:xfrm>
        </p:grpSpPr>
        <p:sp>
          <p:nvSpPr>
            <p:cNvPr id="14991" name="Google Shape;14991;p69"/>
            <p:cNvSpPr/>
            <p:nvPr/>
          </p:nvSpPr>
          <p:spPr>
            <a:xfrm>
              <a:off x="7990840" y="2435226"/>
              <a:ext cx="354363" cy="353631"/>
            </a:xfrm>
            <a:custGeom>
              <a:avLst/>
              <a:gdLst/>
              <a:ahLst/>
              <a:cxnLst/>
              <a:rect l="l" t="t" r="r" b="b"/>
              <a:pathLst>
                <a:path w="11133" h="11110" extrusionOk="0">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2" name="Google Shape;14992;p69"/>
            <p:cNvSpPr/>
            <p:nvPr/>
          </p:nvSpPr>
          <p:spPr>
            <a:xfrm>
              <a:off x="8190160" y="2704158"/>
              <a:ext cx="61814" cy="45644"/>
            </a:xfrm>
            <a:custGeom>
              <a:avLst/>
              <a:gdLst/>
              <a:ahLst/>
              <a:cxnLst/>
              <a:rect l="l" t="t" r="r" b="b"/>
              <a:pathLst>
                <a:path w="1942" h="1434" extrusionOk="0">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3" name="Google Shape;14993;p69"/>
            <p:cNvSpPr/>
            <p:nvPr/>
          </p:nvSpPr>
          <p:spPr>
            <a:xfrm>
              <a:off x="8162882" y="2684201"/>
              <a:ext cx="22026" cy="18239"/>
            </a:xfrm>
            <a:custGeom>
              <a:avLst/>
              <a:gdLst/>
              <a:ahLst/>
              <a:cxnLst/>
              <a:rect l="l" t="t" r="r" b="b"/>
              <a:pathLst>
                <a:path w="692" h="573" extrusionOk="0">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94" name="Google Shape;14994;p69"/>
          <p:cNvGrpSpPr/>
          <p:nvPr/>
        </p:nvGrpSpPr>
        <p:grpSpPr>
          <a:xfrm>
            <a:off x="1817317" y="2556530"/>
            <a:ext cx="350958" cy="263043"/>
            <a:chOff x="1817317" y="2480330"/>
            <a:chExt cx="350958" cy="263043"/>
          </a:xfrm>
        </p:grpSpPr>
        <p:sp>
          <p:nvSpPr>
            <p:cNvPr id="14995" name="Google Shape;14995;p69"/>
            <p:cNvSpPr/>
            <p:nvPr/>
          </p:nvSpPr>
          <p:spPr>
            <a:xfrm>
              <a:off x="1817317" y="2480330"/>
              <a:ext cx="350958" cy="191426"/>
            </a:xfrm>
            <a:custGeom>
              <a:avLst/>
              <a:gdLst/>
              <a:ahLst/>
              <a:cxnLst/>
              <a:rect l="l" t="t" r="r" b="b"/>
              <a:pathLst>
                <a:path w="11026" h="6014" extrusionOk="0">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6" name="Google Shape;14996;p69"/>
            <p:cNvSpPr/>
            <p:nvPr/>
          </p:nvSpPr>
          <p:spPr>
            <a:xfrm>
              <a:off x="1926844" y="2568626"/>
              <a:ext cx="131140" cy="174747"/>
            </a:xfrm>
            <a:custGeom>
              <a:avLst/>
              <a:gdLst/>
              <a:ahLst/>
              <a:cxnLst/>
              <a:rect l="l" t="t" r="r" b="b"/>
              <a:pathLst>
                <a:path w="4120" h="5490" extrusionOk="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7" name="Google Shape;14997;p69"/>
            <p:cNvSpPr/>
            <p:nvPr/>
          </p:nvSpPr>
          <p:spPr>
            <a:xfrm>
              <a:off x="1965485" y="2639893"/>
              <a:ext cx="55002" cy="70885"/>
            </a:xfrm>
            <a:custGeom>
              <a:avLst/>
              <a:gdLst/>
              <a:ahLst/>
              <a:cxnLst/>
              <a:rect l="l" t="t" r="r" b="b"/>
              <a:pathLst>
                <a:path w="1728" h="2227" extrusionOk="0">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8" name="Google Shape;14998;p69"/>
            <p:cNvSpPr/>
            <p:nvPr/>
          </p:nvSpPr>
          <p:spPr>
            <a:xfrm>
              <a:off x="1965103" y="2503406"/>
              <a:ext cx="43989" cy="31162"/>
            </a:xfrm>
            <a:custGeom>
              <a:avLst/>
              <a:gdLst/>
              <a:ahLst/>
              <a:cxnLst/>
              <a:rect l="l" t="t" r="r" b="b"/>
              <a:pathLst>
                <a:path w="1382" h="979" extrusionOk="0">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9" name="Google Shape;14999;p69"/>
            <p:cNvSpPr/>
            <p:nvPr/>
          </p:nvSpPr>
          <p:spPr>
            <a:xfrm>
              <a:off x="2052668" y="2537369"/>
              <a:ext cx="34504" cy="30175"/>
            </a:xfrm>
            <a:custGeom>
              <a:avLst/>
              <a:gdLst/>
              <a:ahLst/>
              <a:cxnLst/>
              <a:rect l="l" t="t" r="r" b="b"/>
              <a:pathLst>
                <a:path w="1084" h="948" extrusionOk="0">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00" name="Google Shape;15000;p69"/>
          <p:cNvGrpSpPr/>
          <p:nvPr/>
        </p:nvGrpSpPr>
        <p:grpSpPr>
          <a:xfrm>
            <a:off x="1341727" y="2559549"/>
            <a:ext cx="419913" cy="308109"/>
            <a:chOff x="1341727" y="2483349"/>
            <a:chExt cx="419913" cy="308109"/>
          </a:xfrm>
        </p:grpSpPr>
        <p:sp>
          <p:nvSpPr>
            <p:cNvPr id="15001" name="Google Shape;15001;p69"/>
            <p:cNvSpPr/>
            <p:nvPr/>
          </p:nvSpPr>
          <p:spPr>
            <a:xfrm>
              <a:off x="1623896" y="2522310"/>
              <a:ext cx="53488" cy="18605"/>
            </a:xfrm>
            <a:custGeom>
              <a:avLst/>
              <a:gdLst/>
              <a:ahLst/>
              <a:cxnLst/>
              <a:rect l="l" t="t" r="r" b="b"/>
              <a:pathLst>
                <a:path w="1406" h="489" extrusionOk="0">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2" name="Google Shape;15002;p69"/>
            <p:cNvSpPr/>
            <p:nvPr/>
          </p:nvSpPr>
          <p:spPr>
            <a:xfrm>
              <a:off x="1341727" y="2483349"/>
              <a:ext cx="419913" cy="308109"/>
            </a:xfrm>
            <a:custGeom>
              <a:avLst/>
              <a:gdLst/>
              <a:ahLst/>
              <a:cxnLst/>
              <a:rect l="l" t="t" r="r" b="b"/>
              <a:pathLst>
                <a:path w="11038" h="8098" extrusionOk="0">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3" name="Google Shape;15003;p69"/>
            <p:cNvSpPr/>
            <p:nvPr/>
          </p:nvSpPr>
          <p:spPr>
            <a:xfrm>
              <a:off x="1611228" y="2679979"/>
              <a:ext cx="12250" cy="12708"/>
            </a:xfrm>
            <a:custGeom>
              <a:avLst/>
              <a:gdLst/>
              <a:ahLst/>
              <a:cxnLst/>
              <a:rect l="l" t="t" r="r" b="b"/>
              <a:pathLst>
                <a:path w="322" h="334" extrusionOk="0">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04" name="Google Shape;15004;p69"/>
          <p:cNvGrpSpPr/>
          <p:nvPr/>
        </p:nvGrpSpPr>
        <p:grpSpPr>
          <a:xfrm>
            <a:off x="854332" y="2523936"/>
            <a:ext cx="376358" cy="330109"/>
            <a:chOff x="854332" y="2447736"/>
            <a:chExt cx="376358" cy="330109"/>
          </a:xfrm>
        </p:grpSpPr>
        <p:sp>
          <p:nvSpPr>
            <p:cNvPr id="15005" name="Google Shape;15005;p69"/>
            <p:cNvSpPr/>
            <p:nvPr/>
          </p:nvSpPr>
          <p:spPr>
            <a:xfrm>
              <a:off x="854332" y="2483353"/>
              <a:ext cx="376358" cy="294491"/>
            </a:xfrm>
            <a:custGeom>
              <a:avLst/>
              <a:gdLst/>
              <a:ahLst/>
              <a:cxnLst/>
              <a:rect l="l" t="t" r="r" b="b"/>
              <a:pathLst>
                <a:path w="11824" h="9252" extrusionOk="0">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6" name="Google Shape;15006;p69"/>
            <p:cNvSpPr/>
            <p:nvPr/>
          </p:nvSpPr>
          <p:spPr>
            <a:xfrm>
              <a:off x="983561" y="2677389"/>
              <a:ext cx="23140" cy="11395"/>
            </a:xfrm>
            <a:custGeom>
              <a:avLst/>
              <a:gdLst/>
              <a:ahLst/>
              <a:cxnLst/>
              <a:rect l="l" t="t" r="r" b="b"/>
              <a:pathLst>
                <a:path w="727" h="358" extrusionOk="0">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7" name="Google Shape;15007;p69"/>
            <p:cNvSpPr/>
            <p:nvPr/>
          </p:nvSpPr>
          <p:spPr>
            <a:xfrm>
              <a:off x="1030925" y="2447736"/>
              <a:ext cx="187638" cy="183086"/>
            </a:xfrm>
            <a:custGeom>
              <a:avLst/>
              <a:gdLst/>
              <a:ahLst/>
              <a:cxnLst/>
              <a:rect l="l" t="t" r="r" b="b"/>
              <a:pathLst>
                <a:path w="5895" h="5752" extrusionOk="0">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8" name="Google Shape;15008;p69"/>
            <p:cNvSpPr/>
            <p:nvPr/>
          </p:nvSpPr>
          <p:spPr>
            <a:xfrm>
              <a:off x="1066574" y="2483353"/>
              <a:ext cx="28806" cy="11045"/>
            </a:xfrm>
            <a:custGeom>
              <a:avLst/>
              <a:gdLst/>
              <a:ahLst/>
              <a:cxnLst/>
              <a:rect l="l" t="t" r="r" b="b"/>
              <a:pathLst>
                <a:path w="905" h="347" extrusionOk="0">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9" name="Google Shape;15009;p69"/>
            <p:cNvSpPr/>
            <p:nvPr/>
          </p:nvSpPr>
          <p:spPr>
            <a:xfrm>
              <a:off x="1107126" y="2483353"/>
              <a:ext cx="76201" cy="11045"/>
            </a:xfrm>
            <a:custGeom>
              <a:avLst/>
              <a:gdLst/>
              <a:ahLst/>
              <a:cxnLst/>
              <a:rect l="l" t="t" r="r" b="b"/>
              <a:pathLst>
                <a:path w="2394" h="347" extrusionOk="0">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0" name="Google Shape;15010;p69"/>
            <p:cNvSpPr/>
            <p:nvPr/>
          </p:nvSpPr>
          <p:spPr>
            <a:xfrm>
              <a:off x="1065810" y="2512542"/>
              <a:ext cx="117516" cy="11395"/>
            </a:xfrm>
            <a:custGeom>
              <a:avLst/>
              <a:gdLst/>
              <a:ahLst/>
              <a:cxnLst/>
              <a:rect l="l" t="t" r="r" b="b"/>
              <a:pathLst>
                <a:path w="3692" h="358" extrusionOk="0">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1" name="Google Shape;15011;p69"/>
            <p:cNvSpPr/>
            <p:nvPr/>
          </p:nvSpPr>
          <p:spPr>
            <a:xfrm>
              <a:off x="1065810" y="2542112"/>
              <a:ext cx="76583" cy="11395"/>
            </a:xfrm>
            <a:custGeom>
              <a:avLst/>
              <a:gdLst/>
              <a:ahLst/>
              <a:cxnLst/>
              <a:rect l="l" t="t" r="r" b="b"/>
              <a:pathLst>
                <a:path w="2406" h="358" extrusionOk="0">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2" name="Google Shape;15012;p69"/>
            <p:cNvSpPr/>
            <p:nvPr/>
          </p:nvSpPr>
          <p:spPr>
            <a:xfrm>
              <a:off x="1154489" y="2542112"/>
              <a:ext cx="28838" cy="11395"/>
            </a:xfrm>
            <a:custGeom>
              <a:avLst/>
              <a:gdLst/>
              <a:ahLst/>
              <a:cxnLst/>
              <a:rect l="l" t="t" r="r" b="b"/>
              <a:pathLst>
                <a:path w="906" h="358" extrusionOk="0">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13" name="Google Shape;15013;p69"/>
          <p:cNvGrpSpPr/>
          <p:nvPr/>
        </p:nvGrpSpPr>
        <p:grpSpPr>
          <a:xfrm>
            <a:off x="4206763" y="2527151"/>
            <a:ext cx="322151" cy="322374"/>
            <a:chOff x="4206763" y="2450951"/>
            <a:chExt cx="322151" cy="322374"/>
          </a:xfrm>
        </p:grpSpPr>
        <p:sp>
          <p:nvSpPr>
            <p:cNvPr id="15014" name="Google Shape;15014;p69"/>
            <p:cNvSpPr/>
            <p:nvPr/>
          </p:nvSpPr>
          <p:spPr>
            <a:xfrm>
              <a:off x="4206763" y="2571650"/>
              <a:ext cx="322151" cy="201675"/>
            </a:xfrm>
            <a:custGeom>
              <a:avLst/>
              <a:gdLst/>
              <a:ahLst/>
              <a:cxnLst/>
              <a:rect l="l" t="t" r="r" b="b"/>
              <a:pathLst>
                <a:path w="10121" h="6336" extrusionOk="0">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5" name="Google Shape;15015;p69"/>
            <p:cNvSpPr/>
            <p:nvPr/>
          </p:nvSpPr>
          <p:spPr>
            <a:xfrm>
              <a:off x="4210933" y="2450951"/>
              <a:ext cx="308878" cy="185537"/>
            </a:xfrm>
            <a:custGeom>
              <a:avLst/>
              <a:gdLst/>
              <a:ahLst/>
              <a:cxnLst/>
              <a:rect l="l" t="t" r="r" b="b"/>
              <a:pathLst>
                <a:path w="9704" h="5829" extrusionOk="0">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16" name="Google Shape;15016;p69"/>
          <p:cNvGrpSpPr/>
          <p:nvPr/>
        </p:nvGrpSpPr>
        <p:grpSpPr>
          <a:xfrm>
            <a:off x="7528096" y="2526259"/>
            <a:ext cx="327976" cy="324316"/>
            <a:chOff x="7528096" y="2450059"/>
            <a:chExt cx="327976" cy="324316"/>
          </a:xfrm>
        </p:grpSpPr>
        <p:sp>
          <p:nvSpPr>
            <p:cNvPr id="15017" name="Google Shape;15017;p69"/>
            <p:cNvSpPr/>
            <p:nvPr/>
          </p:nvSpPr>
          <p:spPr>
            <a:xfrm>
              <a:off x="7569411" y="2697187"/>
              <a:ext cx="26928" cy="25623"/>
            </a:xfrm>
            <a:custGeom>
              <a:avLst/>
              <a:gdLst/>
              <a:ahLst/>
              <a:cxnLst/>
              <a:rect l="l" t="t" r="r" b="b"/>
              <a:pathLst>
                <a:path w="846" h="805" extrusionOk="0">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8" name="Google Shape;15018;p69"/>
            <p:cNvSpPr/>
            <p:nvPr/>
          </p:nvSpPr>
          <p:spPr>
            <a:xfrm>
              <a:off x="7600859" y="2728667"/>
              <a:ext cx="26578" cy="25591"/>
            </a:xfrm>
            <a:custGeom>
              <a:avLst/>
              <a:gdLst/>
              <a:ahLst/>
              <a:cxnLst/>
              <a:rect l="l" t="t" r="r" b="b"/>
              <a:pathLst>
                <a:path w="835" h="804" extrusionOk="0">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9" name="Google Shape;15019;p69"/>
            <p:cNvSpPr/>
            <p:nvPr/>
          </p:nvSpPr>
          <p:spPr>
            <a:xfrm>
              <a:off x="7585326" y="2713102"/>
              <a:ext cx="26546" cy="25241"/>
            </a:xfrm>
            <a:custGeom>
              <a:avLst/>
              <a:gdLst/>
              <a:ahLst/>
              <a:cxnLst/>
              <a:rect l="l" t="t" r="r" b="b"/>
              <a:pathLst>
                <a:path w="834" h="793" extrusionOk="0">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0" name="Google Shape;15020;p69"/>
            <p:cNvSpPr/>
            <p:nvPr/>
          </p:nvSpPr>
          <p:spPr>
            <a:xfrm>
              <a:off x="7528096" y="2450059"/>
              <a:ext cx="327976" cy="324316"/>
            </a:xfrm>
            <a:custGeom>
              <a:avLst/>
              <a:gdLst/>
              <a:ahLst/>
              <a:cxnLst/>
              <a:rect l="l" t="t" r="r" b="b"/>
              <a:pathLst>
                <a:path w="10304" h="10189" extrusionOk="0">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1" name="Google Shape;15021;p69"/>
            <p:cNvSpPr/>
            <p:nvPr/>
          </p:nvSpPr>
          <p:spPr>
            <a:xfrm>
              <a:off x="7712296" y="2525528"/>
              <a:ext cx="79989" cy="60954"/>
            </a:xfrm>
            <a:custGeom>
              <a:avLst/>
              <a:gdLst/>
              <a:ahLst/>
              <a:cxnLst/>
              <a:rect l="l" t="t" r="r" b="b"/>
              <a:pathLst>
                <a:path w="2513" h="1915" extrusionOk="0">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22" name="Google Shape;15022;p69"/>
          <p:cNvGrpSpPr/>
          <p:nvPr/>
        </p:nvGrpSpPr>
        <p:grpSpPr>
          <a:xfrm>
            <a:off x="7077129" y="2588742"/>
            <a:ext cx="282364" cy="198619"/>
            <a:chOff x="7077129" y="2512542"/>
            <a:chExt cx="282364" cy="198619"/>
          </a:xfrm>
        </p:grpSpPr>
        <p:sp>
          <p:nvSpPr>
            <p:cNvPr id="15023" name="Google Shape;15023;p69"/>
            <p:cNvSpPr/>
            <p:nvPr/>
          </p:nvSpPr>
          <p:spPr>
            <a:xfrm>
              <a:off x="7304872" y="2551533"/>
              <a:ext cx="25050" cy="19416"/>
            </a:xfrm>
            <a:custGeom>
              <a:avLst/>
              <a:gdLst/>
              <a:ahLst/>
              <a:cxnLst/>
              <a:rect l="l" t="t" r="r" b="b"/>
              <a:pathLst>
                <a:path w="787" h="610" extrusionOk="0">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4" name="Google Shape;15024;p69"/>
            <p:cNvSpPr/>
            <p:nvPr/>
          </p:nvSpPr>
          <p:spPr>
            <a:xfrm>
              <a:off x="7129043" y="2512542"/>
              <a:ext cx="164879" cy="42875"/>
            </a:xfrm>
            <a:custGeom>
              <a:avLst/>
              <a:gdLst/>
              <a:ahLst/>
              <a:cxnLst/>
              <a:rect l="l" t="t" r="r" b="b"/>
              <a:pathLst>
                <a:path w="5180" h="1347" extrusionOk="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5" name="Google Shape;15025;p69"/>
            <p:cNvSpPr/>
            <p:nvPr/>
          </p:nvSpPr>
          <p:spPr>
            <a:xfrm>
              <a:off x="7077129" y="2536796"/>
              <a:ext cx="282364" cy="174365"/>
            </a:xfrm>
            <a:custGeom>
              <a:avLst/>
              <a:gdLst/>
              <a:ahLst/>
              <a:cxnLst/>
              <a:rect l="l" t="t" r="r" b="b"/>
              <a:pathLst>
                <a:path w="8871" h="5478" extrusionOk="0">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6" name="Google Shape;15026;p69"/>
            <p:cNvSpPr/>
            <p:nvPr/>
          </p:nvSpPr>
          <p:spPr>
            <a:xfrm>
              <a:off x="7153680" y="2560255"/>
              <a:ext cx="129230" cy="127129"/>
            </a:xfrm>
            <a:custGeom>
              <a:avLst/>
              <a:gdLst/>
              <a:ahLst/>
              <a:cxnLst/>
              <a:rect l="l" t="t" r="r" b="b"/>
              <a:pathLst>
                <a:path w="4060" h="3994" extrusionOk="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7" name="Google Shape;15027;p69"/>
            <p:cNvSpPr/>
            <p:nvPr/>
          </p:nvSpPr>
          <p:spPr>
            <a:xfrm>
              <a:off x="7183982" y="2590239"/>
              <a:ext cx="68244" cy="68244"/>
            </a:xfrm>
            <a:custGeom>
              <a:avLst/>
              <a:gdLst/>
              <a:ahLst/>
              <a:cxnLst/>
              <a:rect l="l" t="t" r="r" b="b"/>
              <a:pathLst>
                <a:path w="2144" h="2144" extrusionOk="0">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8" name="Google Shape;15028;p69"/>
            <p:cNvSpPr/>
            <p:nvPr/>
          </p:nvSpPr>
          <p:spPr>
            <a:xfrm>
              <a:off x="7225297" y="2595904"/>
              <a:ext cx="20880" cy="20880"/>
            </a:xfrm>
            <a:custGeom>
              <a:avLst/>
              <a:gdLst/>
              <a:ahLst/>
              <a:cxnLst/>
              <a:rect l="l" t="t" r="r" b="b"/>
              <a:pathLst>
                <a:path w="656" h="656" extrusionOk="0">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29" name="Google Shape;15029;p69"/>
          <p:cNvGrpSpPr/>
          <p:nvPr/>
        </p:nvGrpSpPr>
        <p:grpSpPr>
          <a:xfrm>
            <a:off x="3725461" y="2520912"/>
            <a:ext cx="334279" cy="334661"/>
            <a:chOff x="3725461" y="2444712"/>
            <a:chExt cx="334279" cy="334661"/>
          </a:xfrm>
        </p:grpSpPr>
        <p:sp>
          <p:nvSpPr>
            <p:cNvPr id="15030" name="Google Shape;15030;p69"/>
            <p:cNvSpPr/>
            <p:nvPr/>
          </p:nvSpPr>
          <p:spPr>
            <a:xfrm>
              <a:off x="3939200"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1" name="Google Shape;15031;p69"/>
            <p:cNvSpPr/>
            <p:nvPr/>
          </p:nvSpPr>
          <p:spPr>
            <a:xfrm>
              <a:off x="3941078" y="2618281"/>
              <a:ext cx="68625" cy="49305"/>
            </a:xfrm>
            <a:custGeom>
              <a:avLst/>
              <a:gdLst/>
              <a:ahLst/>
              <a:cxnLst/>
              <a:rect l="l" t="t" r="r" b="b"/>
              <a:pathLst>
                <a:path w="2156" h="1549" extrusionOk="0">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2" name="Google Shape;15032;p69"/>
            <p:cNvSpPr/>
            <p:nvPr/>
          </p:nvSpPr>
          <p:spPr>
            <a:xfrm>
              <a:off x="3775116" y="2618281"/>
              <a:ext cx="68625" cy="49305"/>
            </a:xfrm>
            <a:custGeom>
              <a:avLst/>
              <a:gdLst/>
              <a:ahLst/>
              <a:cxnLst/>
              <a:rect l="l" t="t" r="r" b="b"/>
              <a:pathLst>
                <a:path w="2156" h="1549" extrusionOk="0">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3" name="Google Shape;15033;p69"/>
            <p:cNvSpPr/>
            <p:nvPr/>
          </p:nvSpPr>
          <p:spPr>
            <a:xfrm>
              <a:off x="3793291"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4" name="Google Shape;15034;p69"/>
            <p:cNvSpPr/>
            <p:nvPr/>
          </p:nvSpPr>
          <p:spPr>
            <a:xfrm>
              <a:off x="3858097" y="2540584"/>
              <a:ext cx="69007" cy="69007"/>
            </a:xfrm>
            <a:custGeom>
              <a:avLst/>
              <a:gdLst/>
              <a:ahLst/>
              <a:cxnLst/>
              <a:rect l="l" t="t" r="r" b="b"/>
              <a:pathLst>
                <a:path w="2168" h="2168" extrusionOk="0">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5" name="Google Shape;15035;p69"/>
            <p:cNvSpPr/>
            <p:nvPr/>
          </p:nvSpPr>
          <p:spPr>
            <a:xfrm>
              <a:off x="3834224" y="2620159"/>
              <a:ext cx="116752" cy="63342"/>
            </a:xfrm>
            <a:custGeom>
              <a:avLst/>
              <a:gdLst/>
              <a:ahLst/>
              <a:cxnLst/>
              <a:rect l="l" t="t" r="r" b="b"/>
              <a:pathLst>
                <a:path w="3668" h="1990" extrusionOk="0">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6" name="Google Shape;15036;p69"/>
            <p:cNvSpPr/>
            <p:nvPr/>
          </p:nvSpPr>
          <p:spPr>
            <a:xfrm>
              <a:off x="3725461" y="2444712"/>
              <a:ext cx="334279" cy="334661"/>
            </a:xfrm>
            <a:custGeom>
              <a:avLst/>
              <a:gdLst/>
              <a:ahLst/>
              <a:cxnLst/>
              <a:rect l="l" t="t" r="r" b="b"/>
              <a:pathLst>
                <a:path w="10502" h="10514" extrusionOk="0">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37" name="Google Shape;15037;p69"/>
          <p:cNvGrpSpPr/>
          <p:nvPr/>
        </p:nvGrpSpPr>
        <p:grpSpPr>
          <a:xfrm>
            <a:off x="6577238" y="2533421"/>
            <a:ext cx="332019" cy="310788"/>
            <a:chOff x="6577238" y="2457221"/>
            <a:chExt cx="332019" cy="310788"/>
          </a:xfrm>
        </p:grpSpPr>
        <p:sp>
          <p:nvSpPr>
            <p:cNvPr id="15038" name="Google Shape;15038;p69"/>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9" name="Google Shape;15039;p69"/>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0" name="Google Shape;15040;p69"/>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1" name="Google Shape;15041;p69"/>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2" name="Google Shape;15042;p69"/>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3" name="Google Shape;15043;p69"/>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44" name="Google Shape;15044;p69"/>
          <p:cNvGrpSpPr/>
          <p:nvPr/>
        </p:nvGrpSpPr>
        <p:grpSpPr>
          <a:xfrm>
            <a:off x="2818561" y="2515978"/>
            <a:ext cx="247892" cy="346024"/>
            <a:chOff x="2818561" y="2439778"/>
            <a:chExt cx="247892" cy="346024"/>
          </a:xfrm>
        </p:grpSpPr>
        <p:sp>
          <p:nvSpPr>
            <p:cNvPr id="15045" name="Google Shape;15045;p69"/>
            <p:cNvSpPr/>
            <p:nvPr/>
          </p:nvSpPr>
          <p:spPr>
            <a:xfrm>
              <a:off x="2818561" y="2439778"/>
              <a:ext cx="247892" cy="346024"/>
            </a:xfrm>
            <a:custGeom>
              <a:avLst/>
              <a:gdLst/>
              <a:ahLst/>
              <a:cxnLst/>
              <a:rect l="l" t="t" r="r" b="b"/>
              <a:pathLst>
                <a:path w="7788" h="10871" extrusionOk="0">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6" name="Google Shape;15046;p69"/>
            <p:cNvSpPr/>
            <p:nvPr/>
          </p:nvSpPr>
          <p:spPr>
            <a:xfrm>
              <a:off x="2939833" y="2603066"/>
              <a:ext cx="11395" cy="18652"/>
            </a:xfrm>
            <a:custGeom>
              <a:avLst/>
              <a:gdLst/>
              <a:ahLst/>
              <a:cxnLst/>
              <a:rect l="l" t="t" r="r" b="b"/>
              <a:pathLst>
                <a:path w="358" h="586" extrusionOk="0">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7" name="Google Shape;15047;p69"/>
            <p:cNvSpPr/>
            <p:nvPr/>
          </p:nvSpPr>
          <p:spPr>
            <a:xfrm>
              <a:off x="2963706" y="2653103"/>
              <a:ext cx="19735" cy="14101"/>
            </a:xfrm>
            <a:custGeom>
              <a:avLst/>
              <a:gdLst/>
              <a:ahLst/>
              <a:cxnLst/>
              <a:rect l="l" t="t" r="r" b="b"/>
              <a:pathLst>
                <a:path w="620" h="443" extrusionOk="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8" name="Google Shape;15048;p69"/>
            <p:cNvSpPr/>
            <p:nvPr/>
          </p:nvSpPr>
          <p:spPr>
            <a:xfrm>
              <a:off x="2948555" y="2577443"/>
              <a:ext cx="17093" cy="16615"/>
            </a:xfrm>
            <a:custGeom>
              <a:avLst/>
              <a:gdLst/>
              <a:ahLst/>
              <a:cxnLst/>
              <a:rect l="l" t="t" r="r" b="b"/>
              <a:pathLst>
                <a:path w="537" h="522" extrusionOk="0">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9" name="Google Shape;15049;p69"/>
            <p:cNvSpPr/>
            <p:nvPr/>
          </p:nvSpPr>
          <p:spPr>
            <a:xfrm>
              <a:off x="2943621" y="2631299"/>
              <a:ext cx="16329" cy="17697"/>
            </a:xfrm>
            <a:custGeom>
              <a:avLst/>
              <a:gdLst/>
              <a:ahLst/>
              <a:cxnLst/>
              <a:rect l="l" t="t" r="r" b="b"/>
              <a:pathLst>
                <a:path w="513" h="556" extrusionOk="0">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0" name="Google Shape;15050;p69"/>
            <p:cNvSpPr/>
            <p:nvPr/>
          </p:nvSpPr>
          <p:spPr>
            <a:xfrm>
              <a:off x="3019408" y="2638907"/>
              <a:ext cx="16711" cy="16170"/>
            </a:xfrm>
            <a:custGeom>
              <a:avLst/>
              <a:gdLst/>
              <a:ahLst/>
              <a:cxnLst/>
              <a:rect l="l" t="t" r="r" b="b"/>
              <a:pathLst>
                <a:path w="525" h="508" extrusionOk="0">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1" name="Google Shape;15051;p69"/>
            <p:cNvSpPr/>
            <p:nvPr/>
          </p:nvSpPr>
          <p:spPr>
            <a:xfrm>
              <a:off x="3033063" y="2611087"/>
              <a:ext cx="12159" cy="18971"/>
            </a:xfrm>
            <a:custGeom>
              <a:avLst/>
              <a:gdLst/>
              <a:ahLst/>
              <a:cxnLst/>
              <a:rect l="l" t="t" r="r" b="b"/>
              <a:pathLst>
                <a:path w="382" h="596" extrusionOk="0">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2" name="Google Shape;15052;p69"/>
            <p:cNvSpPr/>
            <p:nvPr/>
          </p:nvSpPr>
          <p:spPr>
            <a:xfrm>
              <a:off x="3024342" y="2583363"/>
              <a:ext cx="15947" cy="17888"/>
            </a:xfrm>
            <a:custGeom>
              <a:avLst/>
              <a:gdLst/>
              <a:ahLst/>
              <a:cxnLst/>
              <a:rect l="l" t="t" r="r" b="b"/>
              <a:pathLst>
                <a:path w="501" h="562" extrusionOk="0">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3" name="Google Shape;15053;p69"/>
            <p:cNvSpPr/>
            <p:nvPr/>
          </p:nvSpPr>
          <p:spPr>
            <a:xfrm>
              <a:off x="2992894" y="2655808"/>
              <a:ext cx="19735" cy="12159"/>
            </a:xfrm>
            <a:custGeom>
              <a:avLst/>
              <a:gdLst/>
              <a:ahLst/>
              <a:cxnLst/>
              <a:rect l="l" t="t" r="r" b="b"/>
              <a:pathLst>
                <a:path w="620" h="382" extrusionOk="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4" name="Google Shape;15054;p69"/>
            <p:cNvSpPr/>
            <p:nvPr/>
          </p:nvSpPr>
          <p:spPr>
            <a:xfrm>
              <a:off x="3000469" y="2566366"/>
              <a:ext cx="20117" cy="13655"/>
            </a:xfrm>
            <a:custGeom>
              <a:avLst/>
              <a:gdLst/>
              <a:ahLst/>
              <a:cxnLst/>
              <a:rect l="l" t="t" r="r" b="b"/>
              <a:pathLst>
                <a:path w="632" h="429" extrusionOk="0">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5" name="Google Shape;15055;p69"/>
            <p:cNvSpPr/>
            <p:nvPr/>
          </p:nvSpPr>
          <p:spPr>
            <a:xfrm>
              <a:off x="2972045" y="2565188"/>
              <a:ext cx="18971" cy="12191"/>
            </a:xfrm>
            <a:custGeom>
              <a:avLst/>
              <a:gdLst/>
              <a:ahLst/>
              <a:cxnLst/>
              <a:rect l="l" t="t" r="r" b="b"/>
              <a:pathLst>
                <a:path w="596" h="383" extrusionOk="0">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6" name="Google Shape;15056;p69"/>
            <p:cNvSpPr/>
            <p:nvPr/>
          </p:nvSpPr>
          <p:spPr>
            <a:xfrm>
              <a:off x="2976597" y="2586451"/>
              <a:ext cx="32244" cy="61814"/>
            </a:xfrm>
            <a:custGeom>
              <a:avLst/>
              <a:gdLst/>
              <a:ahLst/>
              <a:cxnLst/>
              <a:rect l="l" t="t" r="r" b="b"/>
              <a:pathLst>
                <a:path w="1013" h="1942" extrusionOk="0">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7" name="Google Shape;15057;p69"/>
          <p:cNvGrpSpPr/>
          <p:nvPr/>
        </p:nvGrpSpPr>
        <p:grpSpPr>
          <a:xfrm>
            <a:off x="3207778" y="2550832"/>
            <a:ext cx="419933" cy="275170"/>
            <a:chOff x="3207778" y="2474632"/>
            <a:chExt cx="419933" cy="275170"/>
          </a:xfrm>
        </p:grpSpPr>
        <p:sp>
          <p:nvSpPr>
            <p:cNvPr id="15058" name="Google Shape;15058;p69"/>
            <p:cNvSpPr/>
            <p:nvPr/>
          </p:nvSpPr>
          <p:spPr>
            <a:xfrm>
              <a:off x="3207778" y="2474632"/>
              <a:ext cx="419933" cy="275170"/>
            </a:xfrm>
            <a:custGeom>
              <a:avLst/>
              <a:gdLst/>
              <a:ahLst/>
              <a:cxnLst/>
              <a:rect l="l" t="t" r="r" b="b"/>
              <a:pathLst>
                <a:path w="13193" h="8645" extrusionOk="0">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9" name="Google Shape;15059;p69"/>
            <p:cNvSpPr/>
            <p:nvPr/>
          </p:nvSpPr>
          <p:spPr>
            <a:xfrm>
              <a:off x="3449559" y="2493985"/>
              <a:ext cx="46663" cy="98546"/>
            </a:xfrm>
            <a:custGeom>
              <a:avLst/>
              <a:gdLst/>
              <a:ahLst/>
              <a:cxnLst/>
              <a:rect l="l" t="t" r="r" b="b"/>
              <a:pathLst>
                <a:path w="1466" h="3096" extrusionOk="0">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0" name="Google Shape;15060;p69"/>
            <p:cNvSpPr/>
            <p:nvPr/>
          </p:nvSpPr>
          <p:spPr>
            <a:xfrm>
              <a:off x="3247566" y="2507226"/>
              <a:ext cx="51565" cy="71681"/>
            </a:xfrm>
            <a:custGeom>
              <a:avLst/>
              <a:gdLst/>
              <a:ahLst/>
              <a:cxnLst/>
              <a:rect l="l" t="t" r="r" b="b"/>
              <a:pathLst>
                <a:path w="1620" h="2252" extrusionOk="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1" name="Google Shape;15061;p69"/>
            <p:cNvSpPr/>
            <p:nvPr/>
          </p:nvSpPr>
          <p:spPr>
            <a:xfrm>
              <a:off x="3312754" y="2507990"/>
              <a:ext cx="45135" cy="71299"/>
            </a:xfrm>
            <a:custGeom>
              <a:avLst/>
              <a:gdLst/>
              <a:ahLst/>
              <a:cxnLst/>
              <a:rect l="l" t="t" r="r" b="b"/>
              <a:pathLst>
                <a:path w="1418" h="2240" extrusionOk="0">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2" name="Google Shape;15062;p69"/>
            <p:cNvSpPr/>
            <p:nvPr/>
          </p:nvSpPr>
          <p:spPr>
            <a:xfrm>
              <a:off x="3372626" y="2507194"/>
              <a:ext cx="65602" cy="71395"/>
            </a:xfrm>
            <a:custGeom>
              <a:avLst/>
              <a:gdLst/>
              <a:ahLst/>
              <a:cxnLst/>
              <a:rect l="l" t="t" r="r" b="b"/>
              <a:pathLst>
                <a:path w="2061" h="2243" extrusionOk="0">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3" name="Google Shape;15063;p69"/>
            <p:cNvSpPr/>
            <p:nvPr/>
          </p:nvSpPr>
          <p:spPr>
            <a:xfrm>
              <a:off x="3247566" y="2632286"/>
              <a:ext cx="97432" cy="12541"/>
            </a:xfrm>
            <a:custGeom>
              <a:avLst/>
              <a:gdLst/>
              <a:ahLst/>
              <a:cxnLst/>
              <a:rect l="l" t="t" r="r" b="b"/>
              <a:pathLst>
                <a:path w="3061" h="394" extrusionOk="0">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4" name="Google Shape;15064;p69"/>
            <p:cNvSpPr/>
            <p:nvPr/>
          </p:nvSpPr>
          <p:spPr>
            <a:xfrm>
              <a:off x="3371862" y="2632286"/>
              <a:ext cx="124360" cy="12541"/>
            </a:xfrm>
            <a:custGeom>
              <a:avLst/>
              <a:gdLst/>
              <a:ahLst/>
              <a:cxnLst/>
              <a:rect l="l" t="t" r="r" b="b"/>
              <a:pathLst>
                <a:path w="3907" h="394" extrusionOk="0">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5" name="Google Shape;15065;p69"/>
            <p:cNvSpPr/>
            <p:nvPr/>
          </p:nvSpPr>
          <p:spPr>
            <a:xfrm>
              <a:off x="3247566" y="2665262"/>
              <a:ext cx="51565" cy="12159"/>
            </a:xfrm>
            <a:custGeom>
              <a:avLst/>
              <a:gdLst/>
              <a:ahLst/>
              <a:cxnLst/>
              <a:rect l="l" t="t" r="r" b="b"/>
              <a:pathLst>
                <a:path w="1620" h="382" extrusionOk="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6" name="Google Shape;15066;p69"/>
            <p:cNvSpPr/>
            <p:nvPr/>
          </p:nvSpPr>
          <p:spPr>
            <a:xfrm>
              <a:off x="3247566" y="2697856"/>
              <a:ext cx="97432" cy="12159"/>
            </a:xfrm>
            <a:custGeom>
              <a:avLst/>
              <a:gdLst/>
              <a:ahLst/>
              <a:cxnLst/>
              <a:rect l="l" t="t" r="r" b="b"/>
              <a:pathLst>
                <a:path w="3061" h="382" extrusionOk="0">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7" name="Google Shape;15067;p69"/>
            <p:cNvSpPr/>
            <p:nvPr/>
          </p:nvSpPr>
          <p:spPr>
            <a:xfrm>
              <a:off x="3312754" y="2665262"/>
              <a:ext cx="32244" cy="12159"/>
            </a:xfrm>
            <a:custGeom>
              <a:avLst/>
              <a:gdLst/>
              <a:ahLst/>
              <a:cxnLst/>
              <a:rect l="l" t="t" r="r" b="b"/>
              <a:pathLst>
                <a:path w="1013" h="382" extrusionOk="0">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8" name="Google Shape;15068;p69"/>
            <p:cNvSpPr/>
            <p:nvPr/>
          </p:nvSpPr>
          <p:spPr>
            <a:xfrm>
              <a:off x="3371862" y="2665262"/>
              <a:ext cx="58408" cy="12159"/>
            </a:xfrm>
            <a:custGeom>
              <a:avLst/>
              <a:gdLst/>
              <a:ahLst/>
              <a:cxnLst/>
              <a:rect l="l" t="t" r="r" b="b"/>
              <a:pathLst>
                <a:path w="1835" h="382" extrusionOk="0">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9" name="Google Shape;15069;p69"/>
            <p:cNvSpPr/>
            <p:nvPr/>
          </p:nvSpPr>
          <p:spPr>
            <a:xfrm>
              <a:off x="3444625" y="2665262"/>
              <a:ext cx="51596" cy="12159"/>
            </a:xfrm>
            <a:custGeom>
              <a:avLst/>
              <a:gdLst/>
              <a:ahLst/>
              <a:cxnLst/>
              <a:rect l="l" t="t" r="r" b="b"/>
              <a:pathLst>
                <a:path w="1621" h="382" extrusionOk="0">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0" name="Google Shape;15070;p69"/>
            <p:cNvSpPr/>
            <p:nvPr/>
          </p:nvSpPr>
          <p:spPr>
            <a:xfrm>
              <a:off x="3371862" y="2697856"/>
              <a:ext cx="84922" cy="12159"/>
            </a:xfrm>
            <a:custGeom>
              <a:avLst/>
              <a:gdLst/>
              <a:ahLst/>
              <a:cxnLst/>
              <a:rect l="l" t="t" r="r" b="b"/>
              <a:pathLst>
                <a:path w="2668" h="382" extrusionOk="0">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1" name="Google Shape;15071;p69"/>
            <p:cNvSpPr/>
            <p:nvPr/>
          </p:nvSpPr>
          <p:spPr>
            <a:xfrm>
              <a:off x="3470408" y="2697856"/>
              <a:ext cx="25814" cy="12159"/>
            </a:xfrm>
            <a:custGeom>
              <a:avLst/>
              <a:gdLst/>
              <a:ahLst/>
              <a:cxnLst/>
              <a:rect l="l" t="t" r="r" b="b"/>
              <a:pathLst>
                <a:path w="811" h="382" extrusionOk="0">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72" name="Google Shape;15072;p69"/>
          <p:cNvGrpSpPr/>
          <p:nvPr/>
        </p:nvGrpSpPr>
        <p:grpSpPr>
          <a:xfrm>
            <a:off x="6099375" y="2532275"/>
            <a:ext cx="337684" cy="314194"/>
            <a:chOff x="6099375" y="2456075"/>
            <a:chExt cx="337684" cy="314194"/>
          </a:xfrm>
        </p:grpSpPr>
        <p:sp>
          <p:nvSpPr>
            <p:cNvPr id="15073" name="Google Shape;15073;p69"/>
            <p:cNvSpPr/>
            <p:nvPr/>
          </p:nvSpPr>
          <p:spPr>
            <a:xfrm>
              <a:off x="6099375" y="2456075"/>
              <a:ext cx="337684" cy="314194"/>
            </a:xfrm>
            <a:custGeom>
              <a:avLst/>
              <a:gdLst/>
              <a:ahLst/>
              <a:cxnLst/>
              <a:rect l="l" t="t" r="r" b="b"/>
              <a:pathLst>
                <a:path w="10609" h="9871" extrusionOk="0">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4" name="Google Shape;15074;p69"/>
            <p:cNvSpPr/>
            <p:nvPr/>
          </p:nvSpPr>
          <p:spPr>
            <a:xfrm>
              <a:off x="6306652" y="2638748"/>
              <a:ext cx="59904" cy="59522"/>
            </a:xfrm>
            <a:custGeom>
              <a:avLst/>
              <a:gdLst/>
              <a:ahLst/>
              <a:cxnLst/>
              <a:rect l="l" t="t" r="r" b="b"/>
              <a:pathLst>
                <a:path w="1882" h="1870" extrusionOk="0">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75" name="Google Shape;15075;p69"/>
          <p:cNvGrpSpPr/>
          <p:nvPr/>
        </p:nvGrpSpPr>
        <p:grpSpPr>
          <a:xfrm>
            <a:off x="2312623" y="2544784"/>
            <a:ext cx="312698" cy="286534"/>
            <a:chOff x="2312623" y="2468584"/>
            <a:chExt cx="312698" cy="286534"/>
          </a:xfrm>
        </p:grpSpPr>
        <p:sp>
          <p:nvSpPr>
            <p:cNvPr id="15076" name="Google Shape;15076;p69"/>
            <p:cNvSpPr/>
            <p:nvPr/>
          </p:nvSpPr>
          <p:spPr>
            <a:xfrm>
              <a:off x="2416866" y="2706195"/>
              <a:ext cx="34122" cy="34154"/>
            </a:xfrm>
            <a:custGeom>
              <a:avLst/>
              <a:gdLst/>
              <a:ahLst/>
              <a:cxnLst/>
              <a:rect l="l" t="t" r="r" b="b"/>
              <a:pathLst>
                <a:path w="1072" h="1073" extrusionOk="0">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7" name="Google Shape;15077;p69"/>
            <p:cNvSpPr/>
            <p:nvPr/>
          </p:nvSpPr>
          <p:spPr>
            <a:xfrm>
              <a:off x="2527126" y="2706195"/>
              <a:ext cx="34536" cy="34154"/>
            </a:xfrm>
            <a:custGeom>
              <a:avLst/>
              <a:gdLst/>
              <a:ahLst/>
              <a:cxnLst/>
              <a:rect l="l" t="t" r="r" b="b"/>
              <a:pathLst>
                <a:path w="1085" h="1073" extrusionOk="0">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8" name="Google Shape;15078;p69"/>
            <p:cNvSpPr/>
            <p:nvPr/>
          </p:nvSpPr>
          <p:spPr>
            <a:xfrm>
              <a:off x="2312623" y="2468584"/>
              <a:ext cx="312698" cy="286534"/>
            </a:xfrm>
            <a:custGeom>
              <a:avLst/>
              <a:gdLst/>
              <a:ahLst/>
              <a:cxnLst/>
              <a:rect l="l" t="t" r="r" b="b"/>
              <a:pathLst>
                <a:path w="9824" h="9002" extrusionOk="0">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79" name="Google Shape;15079;p69"/>
          <p:cNvGrpSpPr/>
          <p:nvPr/>
        </p:nvGrpSpPr>
        <p:grpSpPr>
          <a:xfrm>
            <a:off x="5618805" y="2517124"/>
            <a:ext cx="345292" cy="342618"/>
            <a:chOff x="5618805" y="2440924"/>
            <a:chExt cx="345292" cy="342618"/>
          </a:xfrm>
        </p:grpSpPr>
        <p:sp>
          <p:nvSpPr>
            <p:cNvPr id="15080" name="Google Shape;15080;p69"/>
            <p:cNvSpPr/>
            <p:nvPr/>
          </p:nvSpPr>
          <p:spPr>
            <a:xfrm>
              <a:off x="5742751" y="2440924"/>
              <a:ext cx="221346" cy="222110"/>
            </a:xfrm>
            <a:custGeom>
              <a:avLst/>
              <a:gdLst/>
              <a:ahLst/>
              <a:cxnLst/>
              <a:rect l="l" t="t" r="r" b="b"/>
              <a:pathLst>
                <a:path w="6954" h="6978" extrusionOk="0">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1" name="Google Shape;15081;p69"/>
            <p:cNvSpPr/>
            <p:nvPr/>
          </p:nvSpPr>
          <p:spPr>
            <a:xfrm>
              <a:off x="5810581" y="2523905"/>
              <a:ext cx="11395" cy="11395"/>
            </a:xfrm>
            <a:custGeom>
              <a:avLst/>
              <a:gdLst/>
              <a:ahLst/>
              <a:cxnLst/>
              <a:rect l="l" t="t" r="r" b="b"/>
              <a:pathLst>
                <a:path w="358" h="358" extrusionOk="0">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2" name="Google Shape;15082;p69"/>
            <p:cNvSpPr/>
            <p:nvPr/>
          </p:nvSpPr>
          <p:spPr>
            <a:xfrm>
              <a:off x="5884490" y="2523905"/>
              <a:ext cx="11395" cy="11395"/>
            </a:xfrm>
            <a:custGeom>
              <a:avLst/>
              <a:gdLst/>
              <a:ahLst/>
              <a:cxnLst/>
              <a:rect l="l" t="t" r="r" b="b"/>
              <a:pathLst>
                <a:path w="358" h="358" extrusionOk="0">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3" name="Google Shape;15083;p69"/>
            <p:cNvSpPr/>
            <p:nvPr/>
          </p:nvSpPr>
          <p:spPr>
            <a:xfrm>
              <a:off x="5847727" y="2523905"/>
              <a:ext cx="11395" cy="11395"/>
            </a:xfrm>
            <a:custGeom>
              <a:avLst/>
              <a:gdLst/>
              <a:ahLst/>
              <a:cxnLst/>
              <a:rect l="l" t="t" r="r" b="b"/>
              <a:pathLst>
                <a:path w="358" h="358" extrusionOk="0">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4" name="Google Shape;15084;p69"/>
            <p:cNvSpPr/>
            <p:nvPr/>
          </p:nvSpPr>
          <p:spPr>
            <a:xfrm>
              <a:off x="5618805" y="2516616"/>
              <a:ext cx="270269" cy="266926"/>
            </a:xfrm>
            <a:custGeom>
              <a:avLst/>
              <a:gdLst/>
              <a:ahLst/>
              <a:cxnLst/>
              <a:rect l="l" t="t" r="r" b="b"/>
              <a:pathLst>
                <a:path w="8491" h="8386" extrusionOk="0">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5" name="Google Shape;15085;p69"/>
          <p:cNvGrpSpPr/>
          <p:nvPr/>
        </p:nvGrpSpPr>
        <p:grpSpPr>
          <a:xfrm>
            <a:off x="4653179" y="2522790"/>
            <a:ext cx="377886" cy="331255"/>
            <a:chOff x="4653179" y="2446590"/>
            <a:chExt cx="377886" cy="331255"/>
          </a:xfrm>
        </p:grpSpPr>
        <p:sp>
          <p:nvSpPr>
            <p:cNvPr id="15086" name="Google Shape;15086;p69"/>
            <p:cNvSpPr/>
            <p:nvPr/>
          </p:nvSpPr>
          <p:spPr>
            <a:xfrm>
              <a:off x="4767639" y="2584541"/>
              <a:ext cx="145941" cy="109177"/>
            </a:xfrm>
            <a:custGeom>
              <a:avLst/>
              <a:gdLst/>
              <a:ahLst/>
              <a:cxnLst/>
              <a:rect l="l" t="t" r="r" b="b"/>
              <a:pathLst>
                <a:path w="4585" h="3430" extrusionOk="0">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7" name="Google Shape;15087;p69"/>
            <p:cNvSpPr/>
            <p:nvPr/>
          </p:nvSpPr>
          <p:spPr>
            <a:xfrm>
              <a:off x="4794918" y="2446590"/>
              <a:ext cx="96286" cy="53856"/>
            </a:xfrm>
            <a:custGeom>
              <a:avLst/>
              <a:gdLst/>
              <a:ahLst/>
              <a:cxnLst/>
              <a:rect l="l" t="t" r="r" b="b"/>
              <a:pathLst>
                <a:path w="3025" h="1692" extrusionOk="0">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8" name="Google Shape;15088;p69"/>
            <p:cNvSpPr/>
            <p:nvPr/>
          </p:nvSpPr>
          <p:spPr>
            <a:xfrm>
              <a:off x="4816530" y="2465179"/>
              <a:ext cx="53856" cy="32244"/>
            </a:xfrm>
            <a:custGeom>
              <a:avLst/>
              <a:gdLst/>
              <a:ahLst/>
              <a:cxnLst/>
              <a:rect l="l" t="t" r="r" b="b"/>
              <a:pathLst>
                <a:path w="1692" h="1013" extrusionOk="0">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9" name="Google Shape;15089;p69"/>
            <p:cNvSpPr/>
            <p:nvPr/>
          </p:nvSpPr>
          <p:spPr>
            <a:xfrm>
              <a:off x="4653179" y="2522409"/>
              <a:ext cx="377886" cy="255436"/>
            </a:xfrm>
            <a:custGeom>
              <a:avLst/>
              <a:gdLst/>
              <a:ahLst/>
              <a:cxnLst/>
              <a:rect l="l" t="t" r="r" b="b"/>
              <a:pathLst>
                <a:path w="11872" h="8025" extrusionOk="0">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90" name="Google Shape;15090;p69"/>
          <p:cNvGrpSpPr/>
          <p:nvPr/>
        </p:nvGrpSpPr>
        <p:grpSpPr>
          <a:xfrm>
            <a:off x="5184517" y="2535681"/>
            <a:ext cx="252062" cy="305122"/>
            <a:chOff x="5184517" y="2459481"/>
            <a:chExt cx="252062" cy="305122"/>
          </a:xfrm>
        </p:grpSpPr>
        <p:sp>
          <p:nvSpPr>
            <p:cNvPr id="15091" name="Google Shape;15091;p69"/>
            <p:cNvSpPr/>
            <p:nvPr/>
          </p:nvSpPr>
          <p:spPr>
            <a:xfrm>
              <a:off x="5383486" y="2674747"/>
              <a:ext cx="13273" cy="13305"/>
            </a:xfrm>
            <a:custGeom>
              <a:avLst/>
              <a:gdLst/>
              <a:ahLst/>
              <a:cxnLst/>
              <a:rect l="l" t="t" r="r" b="b"/>
              <a:pathLst>
                <a:path w="417" h="418" extrusionOk="0">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2" name="Google Shape;15092;p69"/>
            <p:cNvSpPr/>
            <p:nvPr/>
          </p:nvSpPr>
          <p:spPr>
            <a:xfrm>
              <a:off x="5350128" y="2724402"/>
              <a:ext cx="11395" cy="11395"/>
            </a:xfrm>
            <a:custGeom>
              <a:avLst/>
              <a:gdLst/>
              <a:ahLst/>
              <a:cxnLst/>
              <a:rect l="l" t="t" r="r" b="b"/>
              <a:pathLst>
                <a:path w="358" h="358" extrusionOk="0">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3" name="Google Shape;15093;p69"/>
            <p:cNvSpPr/>
            <p:nvPr/>
          </p:nvSpPr>
          <p:spPr>
            <a:xfrm>
              <a:off x="5254638" y="2666376"/>
              <a:ext cx="11395" cy="11427"/>
            </a:xfrm>
            <a:custGeom>
              <a:avLst/>
              <a:gdLst/>
              <a:ahLst/>
              <a:cxnLst/>
              <a:rect l="l" t="t" r="r" b="b"/>
              <a:pathLst>
                <a:path w="358" h="359" extrusionOk="0">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4" name="Google Shape;15094;p69"/>
            <p:cNvSpPr/>
            <p:nvPr/>
          </p:nvSpPr>
          <p:spPr>
            <a:xfrm>
              <a:off x="5273959" y="2724402"/>
              <a:ext cx="11395" cy="11395"/>
            </a:xfrm>
            <a:custGeom>
              <a:avLst/>
              <a:gdLst/>
              <a:ahLst/>
              <a:cxnLst/>
              <a:rect l="l" t="t" r="r" b="b"/>
              <a:pathLst>
                <a:path w="358" h="358" extrusionOk="0">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5" name="Google Shape;15095;p69"/>
            <p:cNvSpPr/>
            <p:nvPr/>
          </p:nvSpPr>
          <p:spPr>
            <a:xfrm>
              <a:off x="5308049" y="2678917"/>
              <a:ext cx="14451" cy="14037"/>
            </a:xfrm>
            <a:custGeom>
              <a:avLst/>
              <a:gdLst/>
              <a:ahLst/>
              <a:cxnLst/>
              <a:rect l="l" t="t" r="r" b="b"/>
              <a:pathLst>
                <a:path w="454" h="441" extrusionOk="0">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6" name="Google Shape;15096;p69"/>
            <p:cNvSpPr/>
            <p:nvPr/>
          </p:nvSpPr>
          <p:spPr>
            <a:xfrm>
              <a:off x="5184517" y="2459481"/>
              <a:ext cx="252062" cy="305122"/>
            </a:xfrm>
            <a:custGeom>
              <a:avLst/>
              <a:gdLst/>
              <a:ahLst/>
              <a:cxnLst/>
              <a:rect l="l" t="t" r="r" b="b"/>
              <a:pathLst>
                <a:path w="7919" h="9586" extrusionOk="0">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097" name="Google Shape;15097;p69"/>
          <p:cNvSpPr/>
          <p:nvPr/>
        </p:nvSpPr>
        <p:spPr>
          <a:xfrm>
            <a:off x="1801020" y="2046804"/>
            <a:ext cx="354363" cy="354395"/>
          </a:xfrm>
          <a:custGeom>
            <a:avLst/>
            <a:gdLst/>
            <a:ahLst/>
            <a:cxnLst/>
            <a:rect l="l" t="t" r="r" b="b"/>
            <a:pathLst>
              <a:path w="11133" h="11134" extrusionOk="0">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98" name="Google Shape;15098;p69"/>
          <p:cNvGrpSpPr/>
          <p:nvPr/>
        </p:nvGrpSpPr>
        <p:grpSpPr>
          <a:xfrm>
            <a:off x="6155459" y="2045308"/>
            <a:ext cx="249770" cy="363849"/>
            <a:chOff x="6155459" y="1969108"/>
            <a:chExt cx="249770" cy="363849"/>
          </a:xfrm>
        </p:grpSpPr>
        <p:sp>
          <p:nvSpPr>
            <p:cNvPr id="15099" name="Google Shape;15099;p69"/>
            <p:cNvSpPr/>
            <p:nvPr/>
          </p:nvSpPr>
          <p:spPr>
            <a:xfrm>
              <a:off x="6195628" y="1969108"/>
              <a:ext cx="169813" cy="227012"/>
            </a:xfrm>
            <a:custGeom>
              <a:avLst/>
              <a:gdLst/>
              <a:ahLst/>
              <a:cxnLst/>
              <a:rect l="l" t="t" r="r" b="b"/>
              <a:pathLst>
                <a:path w="5335" h="7132" extrusionOk="0">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0" name="Google Shape;15100;p69"/>
            <p:cNvSpPr/>
            <p:nvPr/>
          </p:nvSpPr>
          <p:spPr>
            <a:xfrm>
              <a:off x="6275585" y="2146083"/>
              <a:ext cx="10249" cy="50037"/>
            </a:xfrm>
            <a:custGeom>
              <a:avLst/>
              <a:gdLst/>
              <a:ahLst/>
              <a:cxnLst/>
              <a:rect l="l" t="t" r="r" b="b"/>
              <a:pathLst>
                <a:path w="322" h="1572" extrusionOk="0">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1" name="Google Shape;15101;p69"/>
            <p:cNvSpPr/>
            <p:nvPr/>
          </p:nvSpPr>
          <p:spPr>
            <a:xfrm>
              <a:off x="6223671" y="2157446"/>
              <a:ext cx="10631" cy="38673"/>
            </a:xfrm>
            <a:custGeom>
              <a:avLst/>
              <a:gdLst/>
              <a:ahLst/>
              <a:cxnLst/>
              <a:rect l="l" t="t" r="r" b="b"/>
              <a:pathLst>
                <a:path w="334" h="1215" extrusionOk="0">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2" name="Google Shape;15102;p69"/>
            <p:cNvSpPr/>
            <p:nvPr/>
          </p:nvSpPr>
          <p:spPr>
            <a:xfrm>
              <a:off x="6326736" y="2157446"/>
              <a:ext cx="10281" cy="38673"/>
            </a:xfrm>
            <a:custGeom>
              <a:avLst/>
              <a:gdLst/>
              <a:ahLst/>
              <a:cxnLst/>
              <a:rect l="l" t="t" r="r" b="b"/>
              <a:pathLst>
                <a:path w="323" h="1215" extrusionOk="0">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3" name="Google Shape;15103;p69"/>
            <p:cNvSpPr/>
            <p:nvPr/>
          </p:nvSpPr>
          <p:spPr>
            <a:xfrm>
              <a:off x="6264222" y="2299949"/>
              <a:ext cx="33008" cy="33008"/>
            </a:xfrm>
            <a:custGeom>
              <a:avLst/>
              <a:gdLst/>
              <a:ahLst/>
              <a:cxnLst/>
              <a:rect l="l" t="t" r="r" b="b"/>
              <a:pathLst>
                <a:path w="1037" h="1037" extrusionOk="0">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4" name="Google Shape;15104;p69"/>
            <p:cNvSpPr/>
            <p:nvPr/>
          </p:nvSpPr>
          <p:spPr>
            <a:xfrm>
              <a:off x="6155459" y="2299949"/>
              <a:ext cx="33358" cy="33008"/>
            </a:xfrm>
            <a:custGeom>
              <a:avLst/>
              <a:gdLst/>
              <a:ahLst/>
              <a:cxnLst/>
              <a:rect l="l" t="t" r="r" b="b"/>
              <a:pathLst>
                <a:path w="1048" h="1037" extrusionOk="0">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5" name="Google Shape;15105;p69"/>
            <p:cNvSpPr/>
            <p:nvPr/>
          </p:nvSpPr>
          <p:spPr>
            <a:xfrm>
              <a:off x="6372221"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6" name="Google Shape;15106;p69"/>
            <p:cNvSpPr/>
            <p:nvPr/>
          </p:nvSpPr>
          <p:spPr>
            <a:xfrm>
              <a:off x="6185379" y="2208597"/>
              <a:ext cx="189134" cy="84763"/>
            </a:xfrm>
            <a:custGeom>
              <a:avLst/>
              <a:gdLst/>
              <a:ahLst/>
              <a:cxnLst/>
              <a:rect l="l" t="t" r="r" b="b"/>
              <a:pathLst>
                <a:path w="5942" h="2663" extrusionOk="0">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7" name="Google Shape;15107;p69"/>
            <p:cNvSpPr/>
            <p:nvPr/>
          </p:nvSpPr>
          <p:spPr>
            <a:xfrm>
              <a:off x="6246397" y="2010773"/>
              <a:ext cx="69007" cy="25814"/>
            </a:xfrm>
            <a:custGeom>
              <a:avLst/>
              <a:gdLst/>
              <a:ahLst/>
              <a:cxnLst/>
              <a:rect l="l" t="t" r="r" b="b"/>
              <a:pathLst>
                <a:path w="2168" h="811" extrusionOk="0">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08" name="Google Shape;15108;p69"/>
          <p:cNvGrpSpPr/>
          <p:nvPr/>
        </p:nvGrpSpPr>
        <p:grpSpPr>
          <a:xfrm>
            <a:off x="2280029" y="2046804"/>
            <a:ext cx="353631" cy="354395"/>
            <a:chOff x="2280029" y="1970604"/>
            <a:chExt cx="353631" cy="354395"/>
          </a:xfrm>
        </p:grpSpPr>
        <p:sp>
          <p:nvSpPr>
            <p:cNvPr id="15109" name="Google Shape;15109;p69"/>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0" name="Google Shape;15110;p69"/>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1" name="Google Shape;15111;p69"/>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2" name="Google Shape;15112;p69"/>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13" name="Google Shape;15113;p69"/>
          <p:cNvGrpSpPr/>
          <p:nvPr/>
        </p:nvGrpSpPr>
        <p:grpSpPr>
          <a:xfrm>
            <a:off x="8065100" y="2076374"/>
            <a:ext cx="255086" cy="301685"/>
            <a:chOff x="8065100" y="2000174"/>
            <a:chExt cx="255086" cy="301685"/>
          </a:xfrm>
        </p:grpSpPr>
        <p:sp>
          <p:nvSpPr>
            <p:cNvPr id="15114" name="Google Shape;15114;p69"/>
            <p:cNvSpPr/>
            <p:nvPr/>
          </p:nvSpPr>
          <p:spPr>
            <a:xfrm>
              <a:off x="8085185" y="2151016"/>
              <a:ext cx="65220" cy="150842"/>
            </a:xfrm>
            <a:custGeom>
              <a:avLst/>
              <a:gdLst/>
              <a:ahLst/>
              <a:cxnLst/>
              <a:rect l="l" t="t" r="r" b="b"/>
              <a:pathLst>
                <a:path w="2049" h="4739" extrusionOk="0">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5" name="Google Shape;15115;p69"/>
            <p:cNvSpPr/>
            <p:nvPr/>
          </p:nvSpPr>
          <p:spPr>
            <a:xfrm>
              <a:off x="8161004" y="2151016"/>
              <a:ext cx="65188" cy="150842"/>
            </a:xfrm>
            <a:custGeom>
              <a:avLst/>
              <a:gdLst/>
              <a:ahLst/>
              <a:cxnLst/>
              <a:rect l="l" t="t" r="r" b="b"/>
              <a:pathLst>
                <a:path w="2048" h="4739" extrusionOk="0">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6" name="Google Shape;15116;p69"/>
            <p:cNvSpPr/>
            <p:nvPr/>
          </p:nvSpPr>
          <p:spPr>
            <a:xfrm>
              <a:off x="8236791" y="2151016"/>
              <a:ext cx="65220" cy="150842"/>
            </a:xfrm>
            <a:custGeom>
              <a:avLst/>
              <a:gdLst/>
              <a:ahLst/>
              <a:cxnLst/>
              <a:rect l="l" t="t" r="r" b="b"/>
              <a:pathLst>
                <a:path w="2049" h="4739" extrusionOk="0">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7" name="Google Shape;15117;p69"/>
            <p:cNvSpPr/>
            <p:nvPr/>
          </p:nvSpPr>
          <p:spPr>
            <a:xfrm>
              <a:off x="8065100" y="2000174"/>
              <a:ext cx="255086" cy="178916"/>
            </a:xfrm>
            <a:custGeom>
              <a:avLst/>
              <a:gdLst/>
              <a:ahLst/>
              <a:cxnLst/>
              <a:rect l="l" t="t" r="r" b="b"/>
              <a:pathLst>
                <a:path w="8014" h="5621" extrusionOk="0">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18" name="Google Shape;15118;p69"/>
          <p:cNvGrpSpPr/>
          <p:nvPr/>
        </p:nvGrpSpPr>
        <p:grpSpPr>
          <a:xfrm>
            <a:off x="6633705" y="2045308"/>
            <a:ext cx="249420" cy="363849"/>
            <a:chOff x="6633705" y="1969108"/>
            <a:chExt cx="249420" cy="363849"/>
          </a:xfrm>
        </p:grpSpPr>
        <p:sp>
          <p:nvSpPr>
            <p:cNvPr id="15119" name="Google Shape;15119;p69"/>
            <p:cNvSpPr/>
            <p:nvPr/>
          </p:nvSpPr>
          <p:spPr>
            <a:xfrm>
              <a:off x="6678426" y="1969108"/>
              <a:ext cx="159214" cy="238407"/>
            </a:xfrm>
            <a:custGeom>
              <a:avLst/>
              <a:gdLst/>
              <a:ahLst/>
              <a:cxnLst/>
              <a:rect l="l" t="t" r="r" b="b"/>
              <a:pathLst>
                <a:path w="5002" h="7490" extrusionOk="0">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0" name="Google Shape;15120;p69"/>
            <p:cNvSpPr/>
            <p:nvPr/>
          </p:nvSpPr>
          <p:spPr>
            <a:xfrm>
              <a:off x="6753481" y="2168809"/>
              <a:ext cx="10249" cy="38705"/>
            </a:xfrm>
            <a:custGeom>
              <a:avLst/>
              <a:gdLst/>
              <a:ahLst/>
              <a:cxnLst/>
              <a:rect l="l" t="t" r="r" b="b"/>
              <a:pathLst>
                <a:path w="322" h="1216" extrusionOk="0">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1" name="Google Shape;15121;p69"/>
            <p:cNvSpPr/>
            <p:nvPr/>
          </p:nvSpPr>
          <p:spPr>
            <a:xfrm>
              <a:off x="6707614" y="2180173"/>
              <a:ext cx="10631" cy="27342"/>
            </a:xfrm>
            <a:custGeom>
              <a:avLst/>
              <a:gdLst/>
              <a:ahLst/>
              <a:cxnLst/>
              <a:rect l="l" t="t" r="r" b="b"/>
              <a:pathLst>
                <a:path w="334" h="859" extrusionOk="0">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2" name="Google Shape;15122;p69"/>
            <p:cNvSpPr/>
            <p:nvPr/>
          </p:nvSpPr>
          <p:spPr>
            <a:xfrm>
              <a:off x="6798966" y="2180173"/>
              <a:ext cx="10249" cy="27342"/>
            </a:xfrm>
            <a:custGeom>
              <a:avLst/>
              <a:gdLst/>
              <a:ahLst/>
              <a:cxnLst/>
              <a:rect l="l" t="t" r="r" b="b"/>
              <a:pathLst>
                <a:path w="322" h="859" extrusionOk="0">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3" name="Google Shape;15123;p69"/>
            <p:cNvSpPr/>
            <p:nvPr/>
          </p:nvSpPr>
          <p:spPr>
            <a:xfrm>
              <a:off x="6742118" y="2299949"/>
              <a:ext cx="32976" cy="33008"/>
            </a:xfrm>
            <a:custGeom>
              <a:avLst/>
              <a:gdLst/>
              <a:ahLst/>
              <a:cxnLst/>
              <a:rect l="l" t="t" r="r" b="b"/>
              <a:pathLst>
                <a:path w="1036" h="1037" extrusionOk="0">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4" name="Google Shape;15124;p69"/>
            <p:cNvSpPr/>
            <p:nvPr/>
          </p:nvSpPr>
          <p:spPr>
            <a:xfrm>
              <a:off x="6633705"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5" name="Google Shape;15125;p69"/>
            <p:cNvSpPr/>
            <p:nvPr/>
          </p:nvSpPr>
          <p:spPr>
            <a:xfrm>
              <a:off x="6850117" y="2299949"/>
              <a:ext cx="33008" cy="33008"/>
            </a:xfrm>
            <a:custGeom>
              <a:avLst/>
              <a:gdLst/>
              <a:ahLst/>
              <a:cxnLst/>
              <a:rect l="l" t="t" r="r" b="b"/>
              <a:pathLst>
                <a:path w="1037" h="1037" extrusionOk="0">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6" name="Google Shape;15126;p69"/>
            <p:cNvSpPr/>
            <p:nvPr/>
          </p:nvSpPr>
          <p:spPr>
            <a:xfrm>
              <a:off x="6664039" y="2219610"/>
              <a:ext cx="188370" cy="73750"/>
            </a:xfrm>
            <a:custGeom>
              <a:avLst/>
              <a:gdLst/>
              <a:ahLst/>
              <a:cxnLst/>
              <a:rect l="l" t="t" r="r" b="b"/>
              <a:pathLst>
                <a:path w="5918" h="2317" extrusionOk="0">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7" name="Google Shape;15127;p69"/>
          <p:cNvGrpSpPr/>
          <p:nvPr/>
        </p:nvGrpSpPr>
        <p:grpSpPr>
          <a:xfrm>
            <a:off x="5211031" y="2045308"/>
            <a:ext cx="226661" cy="363467"/>
            <a:chOff x="5211031" y="1969108"/>
            <a:chExt cx="226661" cy="363467"/>
          </a:xfrm>
        </p:grpSpPr>
        <p:sp>
          <p:nvSpPr>
            <p:cNvPr id="15128" name="Google Shape;15128;p69"/>
            <p:cNvSpPr/>
            <p:nvPr/>
          </p:nvSpPr>
          <p:spPr>
            <a:xfrm>
              <a:off x="5211031" y="1969108"/>
              <a:ext cx="226661" cy="363467"/>
            </a:xfrm>
            <a:custGeom>
              <a:avLst/>
              <a:gdLst/>
              <a:ahLst/>
              <a:cxnLst/>
              <a:rect l="l" t="t" r="r" b="b"/>
              <a:pathLst>
                <a:path w="7121" h="11419" extrusionOk="0">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9" name="Google Shape;15129;p69"/>
            <p:cNvSpPr/>
            <p:nvPr/>
          </p:nvSpPr>
          <p:spPr>
            <a:xfrm>
              <a:off x="5250468" y="2060046"/>
              <a:ext cx="147819" cy="107649"/>
            </a:xfrm>
            <a:custGeom>
              <a:avLst/>
              <a:gdLst/>
              <a:ahLst/>
              <a:cxnLst/>
              <a:rect l="l" t="t" r="r" b="b"/>
              <a:pathLst>
                <a:path w="4644" h="3382" extrusionOk="0">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30" name="Google Shape;15130;p69"/>
          <p:cNvGrpSpPr/>
          <p:nvPr/>
        </p:nvGrpSpPr>
        <p:grpSpPr>
          <a:xfrm>
            <a:off x="3712952" y="2046804"/>
            <a:ext cx="354363" cy="354395"/>
            <a:chOff x="3712952" y="1970604"/>
            <a:chExt cx="354363" cy="354395"/>
          </a:xfrm>
        </p:grpSpPr>
        <p:sp>
          <p:nvSpPr>
            <p:cNvPr id="15131" name="Google Shape;15131;p69"/>
            <p:cNvSpPr/>
            <p:nvPr/>
          </p:nvSpPr>
          <p:spPr>
            <a:xfrm>
              <a:off x="3868314" y="2281360"/>
              <a:ext cx="43639" cy="43639"/>
            </a:xfrm>
            <a:custGeom>
              <a:avLst/>
              <a:gdLst/>
              <a:ahLst/>
              <a:cxnLst/>
              <a:rect l="l" t="t" r="r" b="b"/>
              <a:pathLst>
                <a:path w="1371" h="1371" extrusionOk="0">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2" name="Google Shape;15132;p69"/>
            <p:cNvSpPr/>
            <p:nvPr/>
          </p:nvSpPr>
          <p:spPr>
            <a:xfrm>
              <a:off x="3940346" y="2120300"/>
              <a:ext cx="54970" cy="55002"/>
            </a:xfrm>
            <a:custGeom>
              <a:avLst/>
              <a:gdLst/>
              <a:ahLst/>
              <a:cxnLst/>
              <a:rect l="l" t="t" r="r" b="b"/>
              <a:pathLst>
                <a:path w="1727" h="1728" extrusionOk="0">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3" name="Google Shape;15133;p69"/>
            <p:cNvSpPr/>
            <p:nvPr/>
          </p:nvSpPr>
          <p:spPr>
            <a:xfrm>
              <a:off x="3784952" y="2120300"/>
              <a:ext cx="54970" cy="55002"/>
            </a:xfrm>
            <a:custGeom>
              <a:avLst/>
              <a:gdLst/>
              <a:ahLst/>
              <a:cxnLst/>
              <a:rect l="l" t="t" r="r" b="b"/>
              <a:pathLst>
                <a:path w="1727" h="1728" extrusionOk="0">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4" name="Google Shape;15134;p69"/>
            <p:cNvSpPr/>
            <p:nvPr/>
          </p:nvSpPr>
          <p:spPr>
            <a:xfrm>
              <a:off x="3712952" y="2281360"/>
              <a:ext cx="44371" cy="43639"/>
            </a:xfrm>
            <a:custGeom>
              <a:avLst/>
              <a:gdLst/>
              <a:ahLst/>
              <a:cxnLst/>
              <a:rect l="l" t="t" r="r" b="b"/>
              <a:pathLst>
                <a:path w="1394" h="1371" extrusionOk="0">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5" name="Google Shape;15135;p69"/>
            <p:cNvSpPr/>
            <p:nvPr/>
          </p:nvSpPr>
          <p:spPr>
            <a:xfrm>
              <a:off x="4023708" y="2281360"/>
              <a:ext cx="43607" cy="43639"/>
            </a:xfrm>
            <a:custGeom>
              <a:avLst/>
              <a:gdLst/>
              <a:ahLst/>
              <a:cxnLst/>
              <a:rect l="l" t="t" r="r" b="b"/>
              <a:pathLst>
                <a:path w="1370" h="1371" extrusionOk="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6" name="Google Shape;15136;p69"/>
            <p:cNvSpPr/>
            <p:nvPr/>
          </p:nvSpPr>
          <p:spPr>
            <a:xfrm>
              <a:off x="3852049" y="1970604"/>
              <a:ext cx="76583" cy="76965"/>
            </a:xfrm>
            <a:custGeom>
              <a:avLst/>
              <a:gdLst/>
              <a:ahLst/>
              <a:cxnLst/>
              <a:rect l="l" t="t" r="r" b="b"/>
              <a:pathLst>
                <a:path w="2406" h="2418" extrusionOk="0">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7" name="Google Shape;15137;p69"/>
            <p:cNvSpPr/>
            <p:nvPr/>
          </p:nvSpPr>
          <p:spPr>
            <a:xfrm>
              <a:off x="3746310" y="2187016"/>
              <a:ext cx="132667" cy="88710"/>
            </a:xfrm>
            <a:custGeom>
              <a:avLst/>
              <a:gdLst/>
              <a:ahLst/>
              <a:cxnLst/>
              <a:rect l="l" t="t" r="r" b="b"/>
              <a:pathLst>
                <a:path w="4168" h="2787" extrusionOk="0">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8" name="Google Shape;15138;p69"/>
            <p:cNvSpPr/>
            <p:nvPr/>
          </p:nvSpPr>
          <p:spPr>
            <a:xfrm>
              <a:off x="3831583" y="2059664"/>
              <a:ext cx="117485" cy="54748"/>
            </a:xfrm>
            <a:custGeom>
              <a:avLst/>
              <a:gdLst/>
              <a:ahLst/>
              <a:cxnLst/>
              <a:rect l="l" t="t" r="r" b="b"/>
              <a:pathLst>
                <a:path w="3691" h="1720" extrusionOk="0">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9" name="Google Shape;15139;p69"/>
            <p:cNvSpPr/>
            <p:nvPr/>
          </p:nvSpPr>
          <p:spPr>
            <a:xfrm>
              <a:off x="3901672" y="2187016"/>
              <a:ext cx="132285" cy="88997"/>
            </a:xfrm>
            <a:custGeom>
              <a:avLst/>
              <a:gdLst/>
              <a:ahLst/>
              <a:cxnLst/>
              <a:rect l="l" t="t" r="r" b="b"/>
              <a:pathLst>
                <a:path w="4156" h="2796" extrusionOk="0">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40" name="Google Shape;15140;p69"/>
          <p:cNvGrpSpPr/>
          <p:nvPr/>
        </p:nvGrpSpPr>
        <p:grpSpPr>
          <a:xfrm>
            <a:off x="3235438" y="2046804"/>
            <a:ext cx="354363" cy="354745"/>
            <a:chOff x="3235438" y="1970604"/>
            <a:chExt cx="354363" cy="354745"/>
          </a:xfrm>
        </p:grpSpPr>
        <p:sp>
          <p:nvSpPr>
            <p:cNvPr id="15141" name="Google Shape;15141;p69"/>
            <p:cNvSpPr/>
            <p:nvPr/>
          </p:nvSpPr>
          <p:spPr>
            <a:xfrm>
              <a:off x="3235438" y="2125712"/>
              <a:ext cx="132667" cy="199288"/>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2" name="Google Shape;15142;p69"/>
            <p:cNvSpPr/>
            <p:nvPr/>
          </p:nvSpPr>
          <p:spPr>
            <a:xfrm>
              <a:off x="3257433" y="2292373"/>
              <a:ext cx="10249" cy="32626"/>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3" name="Google Shape;15143;p69"/>
            <p:cNvSpPr/>
            <p:nvPr/>
          </p:nvSpPr>
          <p:spPr>
            <a:xfrm>
              <a:off x="3335098" y="2292373"/>
              <a:ext cx="10281" cy="32626"/>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4" name="Google Shape;15144;p69"/>
            <p:cNvSpPr/>
            <p:nvPr/>
          </p:nvSpPr>
          <p:spPr>
            <a:xfrm>
              <a:off x="3490110" y="2163685"/>
              <a:ext cx="55734" cy="18430"/>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5" name="Google Shape;15145;p69"/>
            <p:cNvSpPr/>
            <p:nvPr/>
          </p:nvSpPr>
          <p:spPr>
            <a:xfrm>
              <a:off x="3445771" y="2131664"/>
              <a:ext cx="144031" cy="192953"/>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6" name="Google Shape;15146;p69"/>
            <p:cNvSpPr/>
            <p:nvPr/>
          </p:nvSpPr>
          <p:spPr>
            <a:xfrm>
              <a:off x="3473813" y="2287058"/>
              <a:ext cx="10631" cy="38291"/>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7" name="Google Shape;15147;p69"/>
            <p:cNvSpPr/>
            <p:nvPr/>
          </p:nvSpPr>
          <p:spPr>
            <a:xfrm>
              <a:off x="3551128" y="2287058"/>
              <a:ext cx="10249" cy="38291"/>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8" name="Google Shape;15148;p69"/>
            <p:cNvSpPr/>
            <p:nvPr/>
          </p:nvSpPr>
          <p:spPr>
            <a:xfrm>
              <a:off x="3290377" y="1970604"/>
              <a:ext cx="221378" cy="185346"/>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9" name="Google Shape;15149;p69"/>
            <p:cNvSpPr/>
            <p:nvPr/>
          </p:nvSpPr>
          <p:spPr>
            <a:xfrm>
              <a:off x="3329432" y="2004344"/>
              <a:ext cx="26928" cy="10249"/>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0" name="Google Shape;15150;p69"/>
            <p:cNvSpPr/>
            <p:nvPr/>
          </p:nvSpPr>
          <p:spPr>
            <a:xfrm>
              <a:off x="3368074" y="2004344"/>
              <a:ext cx="82663" cy="10249"/>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1" name="Google Shape;15151;p69"/>
            <p:cNvSpPr/>
            <p:nvPr/>
          </p:nvSpPr>
          <p:spPr>
            <a:xfrm>
              <a:off x="3329432" y="2031622"/>
              <a:ext cx="121304" cy="10631"/>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2" name="Google Shape;15152;p69"/>
            <p:cNvSpPr/>
            <p:nvPr/>
          </p:nvSpPr>
          <p:spPr>
            <a:xfrm>
              <a:off x="3329432" y="2059664"/>
              <a:ext cx="82249" cy="10663"/>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3" name="Google Shape;15153;p69"/>
            <p:cNvSpPr/>
            <p:nvPr/>
          </p:nvSpPr>
          <p:spPr>
            <a:xfrm>
              <a:off x="3423777" y="2059664"/>
              <a:ext cx="26960" cy="10663"/>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54" name="Google Shape;15154;p69"/>
          <p:cNvGrpSpPr/>
          <p:nvPr/>
        </p:nvGrpSpPr>
        <p:grpSpPr>
          <a:xfrm>
            <a:off x="1329585" y="2066125"/>
            <a:ext cx="341472" cy="335074"/>
            <a:chOff x="1329585" y="1989925"/>
            <a:chExt cx="341472" cy="335074"/>
          </a:xfrm>
        </p:grpSpPr>
        <p:sp>
          <p:nvSpPr>
            <p:cNvPr id="15155" name="Google Shape;15155;p69"/>
            <p:cNvSpPr/>
            <p:nvPr/>
          </p:nvSpPr>
          <p:spPr>
            <a:xfrm>
              <a:off x="1562263" y="2097956"/>
              <a:ext cx="108795" cy="226661"/>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6" name="Google Shape;15156;p69"/>
            <p:cNvSpPr/>
            <p:nvPr/>
          </p:nvSpPr>
          <p:spPr>
            <a:xfrm>
              <a:off x="1406137" y="1989925"/>
              <a:ext cx="198587" cy="335074"/>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7" name="Google Shape;15157;p69"/>
            <p:cNvSpPr/>
            <p:nvPr/>
          </p:nvSpPr>
          <p:spPr>
            <a:xfrm>
              <a:off x="1329585" y="2127494"/>
              <a:ext cx="108795" cy="197123"/>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58" name="Google Shape;15158;p69"/>
          <p:cNvGrpSpPr/>
          <p:nvPr/>
        </p:nvGrpSpPr>
        <p:grpSpPr>
          <a:xfrm>
            <a:off x="5591871" y="2066106"/>
            <a:ext cx="416649" cy="325597"/>
            <a:chOff x="5626763" y="2013829"/>
            <a:chExt cx="351722" cy="274788"/>
          </a:xfrm>
        </p:grpSpPr>
        <p:sp>
          <p:nvSpPr>
            <p:cNvPr id="15159" name="Google Shape;15159;p69"/>
            <p:cNvSpPr/>
            <p:nvPr/>
          </p:nvSpPr>
          <p:spPr>
            <a:xfrm>
              <a:off x="5626763" y="2013829"/>
              <a:ext cx="351722" cy="274788"/>
            </a:xfrm>
            <a:custGeom>
              <a:avLst/>
              <a:gdLst/>
              <a:ahLst/>
              <a:cxnLst/>
              <a:rect l="l" t="t" r="r" b="b"/>
              <a:pathLst>
                <a:path w="11050" h="8633" extrusionOk="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0" name="Google Shape;15160;p69"/>
            <p:cNvSpPr/>
            <p:nvPr/>
          </p:nvSpPr>
          <p:spPr>
            <a:xfrm>
              <a:off x="5784799" y="2125234"/>
              <a:ext cx="33390" cy="70503"/>
            </a:xfrm>
            <a:custGeom>
              <a:avLst/>
              <a:gdLst/>
              <a:ahLst/>
              <a:cxnLst/>
              <a:rect l="l" t="t" r="r" b="b"/>
              <a:pathLst>
                <a:path w="1049" h="2215" extrusionOk="0">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1" name="Google Shape;15161;p69"/>
            <p:cNvSpPr/>
            <p:nvPr/>
          </p:nvSpPr>
          <p:spPr>
            <a:xfrm>
              <a:off x="5824236" y="2097956"/>
              <a:ext cx="33740" cy="97782"/>
            </a:xfrm>
            <a:custGeom>
              <a:avLst/>
              <a:gdLst/>
              <a:ahLst/>
              <a:cxnLst/>
              <a:rect l="l" t="t" r="r" b="b"/>
              <a:pathLst>
                <a:path w="1060" h="3072" extrusionOk="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2" name="Google Shape;15162;p69"/>
            <p:cNvSpPr/>
            <p:nvPr/>
          </p:nvSpPr>
          <p:spPr>
            <a:xfrm>
              <a:off x="5864024" y="2111961"/>
              <a:ext cx="33740" cy="83426"/>
            </a:xfrm>
            <a:custGeom>
              <a:avLst/>
              <a:gdLst/>
              <a:ahLst/>
              <a:cxnLst/>
              <a:rect l="l" t="t" r="r" b="b"/>
              <a:pathLst>
                <a:path w="1060" h="2621" extrusionOk="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3" name="Google Shape;15163;p69"/>
            <p:cNvSpPr/>
            <p:nvPr/>
          </p:nvSpPr>
          <p:spPr>
            <a:xfrm>
              <a:off x="5904193" y="2065744"/>
              <a:ext cx="33390" cy="129644"/>
            </a:xfrm>
            <a:custGeom>
              <a:avLst/>
              <a:gdLst/>
              <a:ahLst/>
              <a:cxnLst/>
              <a:rect l="l" t="t" r="r" b="b"/>
              <a:pathLst>
                <a:path w="1049" h="4073" extrusionOk="0">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4" name="Google Shape;15164;p69"/>
            <p:cNvSpPr/>
            <p:nvPr/>
          </p:nvSpPr>
          <p:spPr>
            <a:xfrm>
              <a:off x="5713563" y="2080131"/>
              <a:ext cx="40965" cy="11395"/>
            </a:xfrm>
            <a:custGeom>
              <a:avLst/>
              <a:gdLst/>
              <a:ahLst/>
              <a:cxnLst/>
              <a:rect l="l" t="t" r="r" b="b"/>
              <a:pathLst>
                <a:path w="1287" h="358" extrusionOk="0">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5" name="Google Shape;15165;p69"/>
            <p:cNvSpPr/>
            <p:nvPr/>
          </p:nvSpPr>
          <p:spPr>
            <a:xfrm>
              <a:off x="5713945" y="2097574"/>
              <a:ext cx="56880" cy="11395"/>
            </a:xfrm>
            <a:custGeom>
              <a:avLst/>
              <a:gdLst/>
              <a:ahLst/>
              <a:cxnLst/>
              <a:rect l="l" t="t" r="r" b="b"/>
              <a:pathLst>
                <a:path w="1787" h="358" extrusionOk="0">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6" name="Google Shape;15166;p69"/>
            <p:cNvSpPr/>
            <p:nvPr/>
          </p:nvSpPr>
          <p:spPr>
            <a:xfrm>
              <a:off x="5713945" y="2114985"/>
              <a:ext cx="56880" cy="11427"/>
            </a:xfrm>
            <a:custGeom>
              <a:avLst/>
              <a:gdLst/>
              <a:ahLst/>
              <a:cxnLst/>
              <a:rect l="l" t="t" r="r" b="b"/>
              <a:pathLst>
                <a:path w="1787" h="359" extrusionOk="0">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7" name="Google Shape;15167;p69"/>
            <p:cNvSpPr/>
            <p:nvPr/>
          </p:nvSpPr>
          <p:spPr>
            <a:xfrm>
              <a:off x="5713945" y="2132810"/>
              <a:ext cx="56880" cy="11013"/>
            </a:xfrm>
            <a:custGeom>
              <a:avLst/>
              <a:gdLst/>
              <a:ahLst/>
              <a:cxnLst/>
              <a:rect l="l" t="t" r="r" b="b"/>
              <a:pathLst>
                <a:path w="1787" h="346" extrusionOk="0">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8" name="Google Shape;15168;p69"/>
            <p:cNvSpPr/>
            <p:nvPr/>
          </p:nvSpPr>
          <p:spPr>
            <a:xfrm>
              <a:off x="5663526" y="2182464"/>
              <a:ext cx="69389" cy="68625"/>
            </a:xfrm>
            <a:custGeom>
              <a:avLst/>
              <a:gdLst/>
              <a:ahLst/>
              <a:cxnLst/>
              <a:rect l="l" t="t" r="r" b="b"/>
              <a:pathLst>
                <a:path w="2180" h="2156" extrusionOk="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69" name="Google Shape;15169;p69"/>
          <p:cNvGrpSpPr/>
          <p:nvPr/>
        </p:nvGrpSpPr>
        <p:grpSpPr>
          <a:xfrm>
            <a:off x="7576605" y="2060077"/>
            <a:ext cx="276698" cy="333133"/>
            <a:chOff x="7576605" y="1983877"/>
            <a:chExt cx="276698" cy="333133"/>
          </a:xfrm>
        </p:grpSpPr>
        <p:sp>
          <p:nvSpPr>
            <p:cNvPr id="15170" name="Google Shape;15170;p69"/>
            <p:cNvSpPr/>
            <p:nvPr/>
          </p:nvSpPr>
          <p:spPr>
            <a:xfrm>
              <a:off x="7576605" y="1983877"/>
              <a:ext cx="276698" cy="333133"/>
            </a:xfrm>
            <a:custGeom>
              <a:avLst/>
              <a:gdLst/>
              <a:ahLst/>
              <a:cxnLst/>
              <a:rect l="l" t="t" r="r" b="b"/>
              <a:pathLst>
                <a:path w="8693" h="10466" extrusionOk="0">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1" name="Google Shape;15171;p69"/>
            <p:cNvSpPr/>
            <p:nvPr/>
          </p:nvSpPr>
          <p:spPr>
            <a:xfrm>
              <a:off x="7670981" y="2041871"/>
              <a:ext cx="87182" cy="83076"/>
            </a:xfrm>
            <a:custGeom>
              <a:avLst/>
              <a:gdLst/>
              <a:ahLst/>
              <a:cxnLst/>
              <a:rect l="l" t="t" r="r" b="b"/>
              <a:pathLst>
                <a:path w="2739" h="2610" extrusionOk="0">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72" name="Google Shape;15172;p69"/>
          <p:cNvGrpSpPr/>
          <p:nvPr/>
        </p:nvGrpSpPr>
        <p:grpSpPr>
          <a:xfrm>
            <a:off x="853568" y="2051738"/>
            <a:ext cx="337334" cy="353599"/>
            <a:chOff x="853568" y="1975538"/>
            <a:chExt cx="337334" cy="353599"/>
          </a:xfrm>
        </p:grpSpPr>
        <p:sp>
          <p:nvSpPr>
            <p:cNvPr id="15173" name="Google Shape;15173;p69"/>
            <p:cNvSpPr/>
            <p:nvPr/>
          </p:nvSpPr>
          <p:spPr>
            <a:xfrm>
              <a:off x="853568" y="1975538"/>
              <a:ext cx="337334" cy="353599"/>
            </a:xfrm>
            <a:custGeom>
              <a:avLst/>
              <a:gdLst/>
              <a:ahLst/>
              <a:cxnLst/>
              <a:rect l="l" t="t" r="r" b="b"/>
              <a:pathLst>
                <a:path w="10598" h="11109" extrusionOk="0">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4" name="Google Shape;15174;p69"/>
            <p:cNvSpPr/>
            <p:nvPr/>
          </p:nvSpPr>
          <p:spPr>
            <a:xfrm>
              <a:off x="938458" y="2136979"/>
              <a:ext cx="166789" cy="76742"/>
            </a:xfrm>
            <a:custGeom>
              <a:avLst/>
              <a:gdLst/>
              <a:ahLst/>
              <a:cxnLst/>
              <a:rect l="l" t="t" r="r" b="b"/>
              <a:pathLst>
                <a:path w="5240" h="2411" extrusionOk="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5" name="Google Shape;15175;p69"/>
            <p:cNvSpPr/>
            <p:nvPr/>
          </p:nvSpPr>
          <p:spPr>
            <a:xfrm>
              <a:off x="938840" y="2227377"/>
              <a:ext cx="166407" cy="76774"/>
            </a:xfrm>
            <a:custGeom>
              <a:avLst/>
              <a:gdLst/>
              <a:ahLst/>
              <a:cxnLst/>
              <a:rect l="l" t="t" r="r" b="b"/>
              <a:pathLst>
                <a:path w="5228" h="2412" extrusionOk="0">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6" name="Google Shape;15176;p69"/>
            <p:cNvSpPr/>
            <p:nvPr/>
          </p:nvSpPr>
          <p:spPr>
            <a:xfrm>
              <a:off x="1007052" y="2185106"/>
              <a:ext cx="19003" cy="70153"/>
            </a:xfrm>
            <a:custGeom>
              <a:avLst/>
              <a:gdLst/>
              <a:ahLst/>
              <a:cxnLst/>
              <a:rect l="l" t="t" r="r" b="b"/>
              <a:pathLst>
                <a:path w="597" h="2204" extrusionOk="0">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77" name="Google Shape;15177;p69"/>
          <p:cNvGrpSpPr/>
          <p:nvPr/>
        </p:nvGrpSpPr>
        <p:grpSpPr>
          <a:xfrm>
            <a:off x="2770052" y="2085828"/>
            <a:ext cx="327085" cy="277080"/>
            <a:chOff x="2770052" y="2009628"/>
            <a:chExt cx="327085" cy="277080"/>
          </a:xfrm>
        </p:grpSpPr>
        <p:sp>
          <p:nvSpPr>
            <p:cNvPr id="15178" name="Google Shape;15178;p69"/>
            <p:cNvSpPr/>
            <p:nvPr/>
          </p:nvSpPr>
          <p:spPr>
            <a:xfrm>
              <a:off x="2770052" y="2023537"/>
              <a:ext cx="327085" cy="263170"/>
            </a:xfrm>
            <a:custGeom>
              <a:avLst/>
              <a:gdLst/>
              <a:ahLst/>
              <a:cxnLst/>
              <a:rect l="l" t="t" r="r" b="b"/>
              <a:pathLst>
                <a:path w="10276" h="8268" extrusionOk="0">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9" name="Google Shape;15179;p69"/>
            <p:cNvSpPr/>
            <p:nvPr/>
          </p:nvSpPr>
          <p:spPr>
            <a:xfrm>
              <a:off x="3059960" y="2009628"/>
              <a:ext cx="37177" cy="26960"/>
            </a:xfrm>
            <a:custGeom>
              <a:avLst/>
              <a:gdLst/>
              <a:ahLst/>
              <a:cxnLst/>
              <a:rect l="l" t="t" r="r" b="b"/>
              <a:pathLst>
                <a:path w="1168" h="847" extrusionOk="0">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80" name="Google Shape;15180;p69"/>
          <p:cNvSpPr/>
          <p:nvPr/>
        </p:nvSpPr>
        <p:spPr>
          <a:xfrm>
            <a:off x="7060068" y="2065329"/>
            <a:ext cx="354363" cy="32409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81" name="Google Shape;15181;p69"/>
          <p:cNvGrpSpPr/>
          <p:nvPr/>
        </p:nvGrpSpPr>
        <p:grpSpPr>
          <a:xfrm>
            <a:off x="4195399" y="2046804"/>
            <a:ext cx="344878" cy="343573"/>
            <a:chOff x="4195399" y="1970604"/>
            <a:chExt cx="344878" cy="343573"/>
          </a:xfrm>
        </p:grpSpPr>
        <p:sp>
          <p:nvSpPr>
            <p:cNvPr id="15182" name="Google Shape;15182;p69"/>
            <p:cNvSpPr/>
            <p:nvPr/>
          </p:nvSpPr>
          <p:spPr>
            <a:xfrm>
              <a:off x="4195399" y="1970604"/>
              <a:ext cx="344878" cy="343573"/>
            </a:xfrm>
            <a:custGeom>
              <a:avLst/>
              <a:gdLst/>
              <a:ahLst/>
              <a:cxnLst/>
              <a:rect l="l" t="t" r="r" b="b"/>
              <a:pathLst>
                <a:path w="10835" h="10794" extrusionOk="0">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3" name="Google Shape;15183;p69"/>
            <p:cNvSpPr/>
            <p:nvPr/>
          </p:nvSpPr>
          <p:spPr>
            <a:xfrm>
              <a:off x="4311356" y="1993458"/>
              <a:ext cx="206959" cy="197378"/>
            </a:xfrm>
            <a:custGeom>
              <a:avLst/>
              <a:gdLst/>
              <a:ahLst/>
              <a:cxnLst/>
              <a:rect l="l" t="t" r="r" b="b"/>
              <a:pathLst>
                <a:path w="6502" h="6201" extrusionOk="0">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4" name="Google Shape;15184;p69"/>
            <p:cNvSpPr/>
            <p:nvPr/>
          </p:nvSpPr>
          <p:spPr>
            <a:xfrm>
              <a:off x="4372374" y="2030476"/>
              <a:ext cx="94026" cy="114493"/>
            </a:xfrm>
            <a:custGeom>
              <a:avLst/>
              <a:gdLst/>
              <a:ahLst/>
              <a:cxnLst/>
              <a:rect l="l" t="t" r="r" b="b"/>
              <a:pathLst>
                <a:path w="2954" h="3597" extrusionOk="0">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5" name="Google Shape;15185;p69"/>
            <p:cNvSpPr/>
            <p:nvPr/>
          </p:nvSpPr>
          <p:spPr>
            <a:xfrm>
              <a:off x="4426167" y="2098561"/>
              <a:ext cx="114111" cy="113474"/>
            </a:xfrm>
            <a:custGeom>
              <a:avLst/>
              <a:gdLst/>
              <a:ahLst/>
              <a:cxnLst/>
              <a:rect l="l" t="t" r="r" b="b"/>
              <a:pathLst>
                <a:path w="3585" h="3565" extrusionOk="0">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86" name="Google Shape;15186;p69"/>
          <p:cNvGrpSpPr/>
          <p:nvPr/>
        </p:nvGrpSpPr>
        <p:grpSpPr>
          <a:xfrm>
            <a:off x="4674791" y="2053647"/>
            <a:ext cx="344528" cy="344114"/>
            <a:chOff x="4674791" y="1977447"/>
            <a:chExt cx="344528" cy="344114"/>
          </a:xfrm>
        </p:grpSpPr>
        <p:sp>
          <p:nvSpPr>
            <p:cNvPr id="15187" name="Google Shape;15187;p69"/>
            <p:cNvSpPr/>
            <p:nvPr/>
          </p:nvSpPr>
          <p:spPr>
            <a:xfrm>
              <a:off x="4696022" y="1996768"/>
              <a:ext cx="29570" cy="29220"/>
            </a:xfrm>
            <a:custGeom>
              <a:avLst/>
              <a:gdLst/>
              <a:ahLst/>
              <a:cxnLst/>
              <a:rect l="l" t="t" r="r" b="b"/>
              <a:pathLst>
                <a:path w="929" h="918" extrusionOk="0">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8" name="Google Shape;15188;p69"/>
            <p:cNvSpPr/>
            <p:nvPr/>
          </p:nvSpPr>
          <p:spPr>
            <a:xfrm>
              <a:off x="4733899" y="1996768"/>
              <a:ext cx="29602" cy="29220"/>
            </a:xfrm>
            <a:custGeom>
              <a:avLst/>
              <a:gdLst/>
              <a:ahLst/>
              <a:cxnLst/>
              <a:rect l="l" t="t" r="r" b="b"/>
              <a:pathLst>
                <a:path w="930" h="918" extrusionOk="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9" name="Google Shape;15189;p69"/>
            <p:cNvSpPr/>
            <p:nvPr/>
          </p:nvSpPr>
          <p:spPr>
            <a:xfrm>
              <a:off x="4771809" y="1996768"/>
              <a:ext cx="29602" cy="29220"/>
            </a:xfrm>
            <a:custGeom>
              <a:avLst/>
              <a:gdLst/>
              <a:ahLst/>
              <a:cxnLst/>
              <a:rect l="l" t="t" r="r" b="b"/>
              <a:pathLst>
                <a:path w="930" h="918" extrusionOk="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0" name="Google Shape;15190;p69"/>
            <p:cNvSpPr/>
            <p:nvPr/>
          </p:nvSpPr>
          <p:spPr>
            <a:xfrm>
              <a:off x="4674791" y="1977447"/>
              <a:ext cx="344528" cy="344114"/>
            </a:xfrm>
            <a:custGeom>
              <a:avLst/>
              <a:gdLst/>
              <a:ahLst/>
              <a:cxnLst/>
              <a:rect l="l" t="t" r="r" b="b"/>
              <a:pathLst>
                <a:path w="10824" h="10811" extrusionOk="0">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1" name="Google Shape;15191;p69"/>
            <p:cNvSpPr/>
            <p:nvPr/>
          </p:nvSpPr>
          <p:spPr>
            <a:xfrm>
              <a:off x="4696022" y="2073160"/>
              <a:ext cx="13655" cy="27469"/>
            </a:xfrm>
            <a:custGeom>
              <a:avLst/>
              <a:gdLst/>
              <a:ahLst/>
              <a:cxnLst/>
              <a:rect l="l" t="t" r="r" b="b"/>
              <a:pathLst>
                <a:path w="429" h="863" extrusionOk="0">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2" name="Google Shape;15192;p69"/>
            <p:cNvSpPr/>
            <p:nvPr/>
          </p:nvSpPr>
          <p:spPr>
            <a:xfrm>
              <a:off x="4711173" y="2279419"/>
              <a:ext cx="28456" cy="10695"/>
            </a:xfrm>
            <a:custGeom>
              <a:avLst/>
              <a:gdLst/>
              <a:ahLst/>
              <a:cxnLst/>
              <a:rect l="l" t="t" r="r" b="b"/>
              <a:pathLst>
                <a:path w="894" h="336" extrusionOk="0">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3" name="Google Shape;15193;p69"/>
            <p:cNvSpPr/>
            <p:nvPr/>
          </p:nvSpPr>
          <p:spPr>
            <a:xfrm>
              <a:off x="4714197" y="2064216"/>
              <a:ext cx="28456" cy="10631"/>
            </a:xfrm>
            <a:custGeom>
              <a:avLst/>
              <a:gdLst/>
              <a:ahLst/>
              <a:cxnLst/>
              <a:rect l="l" t="t" r="r" b="b"/>
              <a:pathLst>
                <a:path w="894" h="334" extrusionOk="0">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4" name="Google Shape;15194;p69"/>
            <p:cNvSpPr/>
            <p:nvPr/>
          </p:nvSpPr>
          <p:spPr>
            <a:xfrm>
              <a:off x="4747173" y="2279482"/>
              <a:ext cx="28456" cy="10631"/>
            </a:xfrm>
            <a:custGeom>
              <a:avLst/>
              <a:gdLst/>
              <a:ahLst/>
              <a:cxnLst/>
              <a:rect l="l" t="t" r="r" b="b"/>
              <a:pathLst>
                <a:path w="894" h="334" extrusionOk="0">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5" name="Google Shape;15195;p69"/>
            <p:cNvSpPr/>
            <p:nvPr/>
          </p:nvSpPr>
          <p:spPr>
            <a:xfrm>
              <a:off x="4750196" y="2064216"/>
              <a:ext cx="28456" cy="10631"/>
            </a:xfrm>
            <a:custGeom>
              <a:avLst/>
              <a:gdLst/>
              <a:ahLst/>
              <a:cxnLst/>
              <a:rect l="l" t="t" r="r" b="b"/>
              <a:pathLst>
                <a:path w="894" h="334" extrusionOk="0">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6" name="Google Shape;15196;p69"/>
            <p:cNvSpPr/>
            <p:nvPr/>
          </p:nvSpPr>
          <p:spPr>
            <a:xfrm>
              <a:off x="4696022" y="2107791"/>
              <a:ext cx="10631" cy="28838"/>
            </a:xfrm>
            <a:custGeom>
              <a:avLst/>
              <a:gdLst/>
              <a:ahLst/>
              <a:cxnLst/>
              <a:rect l="l" t="t" r="r" b="b"/>
              <a:pathLst>
                <a:path w="334" h="906" extrusionOk="0">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7" name="Google Shape;15197;p69"/>
            <p:cNvSpPr/>
            <p:nvPr/>
          </p:nvSpPr>
          <p:spPr>
            <a:xfrm>
              <a:off x="4695640" y="2251058"/>
              <a:ext cx="12541" cy="28074"/>
            </a:xfrm>
            <a:custGeom>
              <a:avLst/>
              <a:gdLst/>
              <a:ahLst/>
              <a:cxnLst/>
              <a:rect l="l" t="t" r="r" b="b"/>
              <a:pathLst>
                <a:path w="394" h="882" extrusionOk="0">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8" name="Google Shape;15198;p69"/>
            <p:cNvSpPr/>
            <p:nvPr/>
          </p:nvSpPr>
          <p:spPr>
            <a:xfrm>
              <a:off x="4782790" y="2279482"/>
              <a:ext cx="28456" cy="10631"/>
            </a:xfrm>
            <a:custGeom>
              <a:avLst/>
              <a:gdLst/>
              <a:ahLst/>
              <a:cxnLst/>
              <a:rect l="l" t="t" r="r" b="b"/>
              <a:pathLst>
                <a:path w="894" h="334" extrusionOk="0">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9" name="Google Shape;15199;p69"/>
            <p:cNvSpPr/>
            <p:nvPr/>
          </p:nvSpPr>
          <p:spPr>
            <a:xfrm>
              <a:off x="4696022" y="2143409"/>
              <a:ext cx="10631" cy="28456"/>
            </a:xfrm>
            <a:custGeom>
              <a:avLst/>
              <a:gdLst/>
              <a:ahLst/>
              <a:cxnLst/>
              <a:rect l="l" t="t" r="r" b="b"/>
              <a:pathLst>
                <a:path w="334" h="894" extrusionOk="0">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0" name="Google Shape;15200;p69"/>
            <p:cNvSpPr/>
            <p:nvPr/>
          </p:nvSpPr>
          <p:spPr>
            <a:xfrm>
              <a:off x="4696022" y="2215440"/>
              <a:ext cx="10631" cy="28074"/>
            </a:xfrm>
            <a:custGeom>
              <a:avLst/>
              <a:gdLst/>
              <a:ahLst/>
              <a:cxnLst/>
              <a:rect l="l" t="t" r="r" b="b"/>
              <a:pathLst>
                <a:path w="334" h="882" extrusionOk="0">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1" name="Google Shape;15201;p69"/>
            <p:cNvSpPr/>
            <p:nvPr/>
          </p:nvSpPr>
          <p:spPr>
            <a:xfrm>
              <a:off x="4696022" y="2179441"/>
              <a:ext cx="10631" cy="28424"/>
            </a:xfrm>
            <a:custGeom>
              <a:avLst/>
              <a:gdLst/>
              <a:ahLst/>
              <a:cxnLst/>
              <a:rect l="l" t="t" r="r" b="b"/>
              <a:pathLst>
                <a:path w="334" h="893" extrusionOk="0">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2" name="Google Shape;15202;p69"/>
            <p:cNvSpPr/>
            <p:nvPr/>
          </p:nvSpPr>
          <p:spPr>
            <a:xfrm>
              <a:off x="4854790" y="2146847"/>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3" name="Google Shape;15203;p69"/>
            <p:cNvSpPr/>
            <p:nvPr/>
          </p:nvSpPr>
          <p:spPr>
            <a:xfrm>
              <a:off x="4854790" y="2110847"/>
              <a:ext cx="10281" cy="28424"/>
            </a:xfrm>
            <a:custGeom>
              <a:avLst/>
              <a:gdLst/>
              <a:ahLst/>
              <a:cxnLst/>
              <a:rect l="l" t="t" r="r" b="b"/>
              <a:pathLst>
                <a:path w="323" h="893" extrusionOk="0">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4" name="Google Shape;15204;p69"/>
            <p:cNvSpPr/>
            <p:nvPr/>
          </p:nvSpPr>
          <p:spPr>
            <a:xfrm>
              <a:off x="4854790" y="2182846"/>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5" name="Google Shape;15205;p69"/>
            <p:cNvSpPr/>
            <p:nvPr/>
          </p:nvSpPr>
          <p:spPr>
            <a:xfrm>
              <a:off x="4852912" y="2075738"/>
              <a:ext cx="12159" cy="27915"/>
            </a:xfrm>
            <a:custGeom>
              <a:avLst/>
              <a:gdLst/>
              <a:ahLst/>
              <a:cxnLst/>
              <a:rect l="l" t="t" r="r" b="b"/>
              <a:pathLst>
                <a:path w="382" h="877" extrusionOk="0">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6" name="Google Shape;15206;p69"/>
            <p:cNvSpPr/>
            <p:nvPr/>
          </p:nvSpPr>
          <p:spPr>
            <a:xfrm>
              <a:off x="4854790" y="2218464"/>
              <a:ext cx="10281" cy="28456"/>
            </a:xfrm>
            <a:custGeom>
              <a:avLst/>
              <a:gdLst/>
              <a:ahLst/>
              <a:cxnLst/>
              <a:rect l="l" t="t" r="r" b="b"/>
              <a:pathLst>
                <a:path w="323" h="894" extrusionOk="0">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7" name="Google Shape;15207;p69"/>
            <p:cNvSpPr/>
            <p:nvPr/>
          </p:nvSpPr>
          <p:spPr>
            <a:xfrm>
              <a:off x="4821464" y="2064598"/>
              <a:ext cx="29188" cy="10249"/>
            </a:xfrm>
            <a:custGeom>
              <a:avLst/>
              <a:gdLst/>
              <a:ahLst/>
              <a:cxnLst/>
              <a:rect l="l" t="t" r="r" b="b"/>
              <a:pathLst>
                <a:path w="917" h="322" extrusionOk="0">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8" name="Google Shape;15208;p69"/>
            <p:cNvSpPr/>
            <p:nvPr/>
          </p:nvSpPr>
          <p:spPr>
            <a:xfrm>
              <a:off x="4785464" y="2064216"/>
              <a:ext cx="28456" cy="10631"/>
            </a:xfrm>
            <a:custGeom>
              <a:avLst/>
              <a:gdLst/>
              <a:ahLst/>
              <a:cxnLst/>
              <a:rect l="l" t="t" r="r" b="b"/>
              <a:pathLst>
                <a:path w="894" h="334" extrusionOk="0">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9" name="Google Shape;15209;p69"/>
            <p:cNvSpPr/>
            <p:nvPr/>
          </p:nvSpPr>
          <p:spPr>
            <a:xfrm>
              <a:off x="4818790" y="2279482"/>
              <a:ext cx="28456" cy="10631"/>
            </a:xfrm>
            <a:custGeom>
              <a:avLst/>
              <a:gdLst/>
              <a:ahLst/>
              <a:cxnLst/>
              <a:rect l="l" t="t" r="r" b="b"/>
              <a:pathLst>
                <a:path w="894" h="334" extrusionOk="0">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0" name="Google Shape;15210;p69"/>
            <p:cNvSpPr/>
            <p:nvPr/>
          </p:nvSpPr>
          <p:spPr>
            <a:xfrm>
              <a:off x="4851002" y="2253700"/>
              <a:ext cx="14069" cy="28074"/>
            </a:xfrm>
            <a:custGeom>
              <a:avLst/>
              <a:gdLst/>
              <a:ahLst/>
              <a:cxnLst/>
              <a:rect l="l" t="t" r="r" b="b"/>
              <a:pathLst>
                <a:path w="442" h="882" extrusionOk="0">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1" name="Google Shape;15211;p69"/>
            <p:cNvSpPr/>
            <p:nvPr/>
          </p:nvSpPr>
          <p:spPr>
            <a:xfrm>
              <a:off x="4883596" y="2064980"/>
              <a:ext cx="107299" cy="99310"/>
            </a:xfrm>
            <a:custGeom>
              <a:avLst/>
              <a:gdLst/>
              <a:ahLst/>
              <a:cxnLst/>
              <a:rect l="l" t="t" r="r" b="b"/>
              <a:pathLst>
                <a:path w="3371" h="3120" extrusionOk="0">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2" name="Google Shape;15212;p69"/>
            <p:cNvSpPr/>
            <p:nvPr/>
          </p:nvSpPr>
          <p:spPr>
            <a:xfrm>
              <a:off x="4882864" y="2190422"/>
              <a:ext cx="107267" cy="99692"/>
            </a:xfrm>
            <a:custGeom>
              <a:avLst/>
              <a:gdLst/>
              <a:ahLst/>
              <a:cxnLst/>
              <a:rect l="l" t="t" r="r" b="b"/>
              <a:pathLst>
                <a:path w="3370" h="3132" extrusionOk="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13" name="Google Shape;15213;p69"/>
          <p:cNvGrpSpPr/>
          <p:nvPr/>
        </p:nvGrpSpPr>
        <p:grpSpPr>
          <a:xfrm>
            <a:off x="6083810" y="1623497"/>
            <a:ext cx="382819" cy="310788"/>
            <a:chOff x="6083810" y="1547297"/>
            <a:chExt cx="382819" cy="310788"/>
          </a:xfrm>
        </p:grpSpPr>
        <p:sp>
          <p:nvSpPr>
            <p:cNvPr id="15214" name="Google Shape;15214;p69"/>
            <p:cNvSpPr/>
            <p:nvPr/>
          </p:nvSpPr>
          <p:spPr>
            <a:xfrm>
              <a:off x="6083810" y="1547297"/>
              <a:ext cx="382819" cy="310788"/>
            </a:xfrm>
            <a:custGeom>
              <a:avLst/>
              <a:gdLst/>
              <a:ahLst/>
              <a:cxnLst/>
              <a:rect l="l" t="t" r="r" b="b"/>
              <a:pathLst>
                <a:path w="12027" h="9764" extrusionOk="0">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5" name="Google Shape;15215;p69"/>
            <p:cNvSpPr/>
            <p:nvPr/>
          </p:nvSpPr>
          <p:spPr>
            <a:xfrm>
              <a:off x="6106950" y="1606787"/>
              <a:ext cx="334661" cy="11395"/>
            </a:xfrm>
            <a:custGeom>
              <a:avLst/>
              <a:gdLst/>
              <a:ahLst/>
              <a:cxnLst/>
              <a:rect l="l" t="t" r="r" b="b"/>
              <a:pathLst>
                <a:path w="10514" h="358" extrusionOk="0">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6" name="Google Shape;15216;p69"/>
            <p:cNvSpPr/>
            <p:nvPr/>
          </p:nvSpPr>
          <p:spPr>
            <a:xfrm>
              <a:off x="6124743" y="1655296"/>
              <a:ext cx="47427" cy="11395"/>
            </a:xfrm>
            <a:custGeom>
              <a:avLst/>
              <a:gdLst/>
              <a:ahLst/>
              <a:cxnLst/>
              <a:rect l="l" t="t" r="r" b="b"/>
              <a:pathLst>
                <a:path w="1490" h="358" extrusionOk="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7" name="Google Shape;15217;p69"/>
            <p:cNvSpPr/>
            <p:nvPr/>
          </p:nvSpPr>
          <p:spPr>
            <a:xfrm>
              <a:off x="6208520" y="1655296"/>
              <a:ext cx="47395" cy="11395"/>
            </a:xfrm>
            <a:custGeom>
              <a:avLst/>
              <a:gdLst/>
              <a:ahLst/>
              <a:cxnLst/>
              <a:rect l="l" t="t" r="r" b="b"/>
              <a:pathLst>
                <a:path w="1489" h="358" extrusionOk="0">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8" name="Google Shape;15218;p69"/>
            <p:cNvSpPr/>
            <p:nvPr/>
          </p:nvSpPr>
          <p:spPr>
            <a:xfrm>
              <a:off x="6376391" y="1655296"/>
              <a:ext cx="47395" cy="11395"/>
            </a:xfrm>
            <a:custGeom>
              <a:avLst/>
              <a:gdLst/>
              <a:ahLst/>
              <a:cxnLst/>
              <a:rect l="l" t="t" r="r" b="b"/>
              <a:pathLst>
                <a:path w="1489" h="358" extrusionOk="0">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9" name="Google Shape;15219;p69"/>
            <p:cNvSpPr/>
            <p:nvPr/>
          </p:nvSpPr>
          <p:spPr>
            <a:xfrm>
              <a:off x="6124743" y="1703041"/>
              <a:ext cx="47427" cy="11427"/>
            </a:xfrm>
            <a:custGeom>
              <a:avLst/>
              <a:gdLst/>
              <a:ahLst/>
              <a:cxnLst/>
              <a:rect l="l" t="t" r="r" b="b"/>
              <a:pathLst>
                <a:path w="1490" h="359" extrusionOk="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0" name="Google Shape;15220;p69"/>
            <p:cNvSpPr/>
            <p:nvPr/>
          </p:nvSpPr>
          <p:spPr>
            <a:xfrm>
              <a:off x="6292646" y="1703041"/>
              <a:ext cx="47395" cy="11427"/>
            </a:xfrm>
            <a:custGeom>
              <a:avLst/>
              <a:gdLst/>
              <a:ahLst/>
              <a:cxnLst/>
              <a:rect l="l" t="t" r="r" b="b"/>
              <a:pathLst>
                <a:path w="1489" h="359" extrusionOk="0">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1" name="Google Shape;15221;p69"/>
            <p:cNvSpPr/>
            <p:nvPr/>
          </p:nvSpPr>
          <p:spPr>
            <a:xfrm>
              <a:off x="6124743" y="1750818"/>
              <a:ext cx="47427" cy="11395"/>
            </a:xfrm>
            <a:custGeom>
              <a:avLst/>
              <a:gdLst/>
              <a:ahLst/>
              <a:cxnLst/>
              <a:rect l="l" t="t" r="r" b="b"/>
              <a:pathLst>
                <a:path w="1490" h="358" extrusionOk="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2" name="Google Shape;15222;p69"/>
            <p:cNvSpPr/>
            <p:nvPr/>
          </p:nvSpPr>
          <p:spPr>
            <a:xfrm>
              <a:off x="6208520" y="1750818"/>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3" name="Google Shape;15223;p69"/>
            <p:cNvSpPr/>
            <p:nvPr/>
          </p:nvSpPr>
          <p:spPr>
            <a:xfrm>
              <a:off x="6376391" y="1750818"/>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4" name="Google Shape;15224;p69"/>
            <p:cNvSpPr/>
            <p:nvPr/>
          </p:nvSpPr>
          <p:spPr>
            <a:xfrm>
              <a:off x="6208520" y="1798563"/>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5" name="Google Shape;15225;p69"/>
            <p:cNvSpPr/>
            <p:nvPr/>
          </p:nvSpPr>
          <p:spPr>
            <a:xfrm>
              <a:off x="6292646" y="1798563"/>
              <a:ext cx="47395" cy="11395"/>
            </a:xfrm>
            <a:custGeom>
              <a:avLst/>
              <a:gdLst/>
              <a:ahLst/>
              <a:cxnLst/>
              <a:rect l="l" t="t" r="r" b="b"/>
              <a:pathLst>
                <a:path w="1489" h="358" extrusionOk="0">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6" name="Google Shape;15226;p69"/>
            <p:cNvSpPr/>
            <p:nvPr/>
          </p:nvSpPr>
          <p:spPr>
            <a:xfrm>
              <a:off x="6376391" y="1798563"/>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7" name="Google Shape;15227;p69"/>
            <p:cNvSpPr/>
            <p:nvPr/>
          </p:nvSpPr>
          <p:spPr>
            <a:xfrm>
              <a:off x="6207756" y="1690723"/>
              <a:ext cx="48923" cy="35108"/>
            </a:xfrm>
            <a:custGeom>
              <a:avLst/>
              <a:gdLst/>
              <a:ahLst/>
              <a:cxnLst/>
              <a:rect l="l" t="t" r="r" b="b"/>
              <a:pathLst>
                <a:path w="1537" h="1103" extrusionOk="0">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8" name="Google Shape;15228;p69"/>
            <p:cNvSpPr/>
            <p:nvPr/>
          </p:nvSpPr>
          <p:spPr>
            <a:xfrm>
              <a:off x="6376009" y="1690723"/>
              <a:ext cx="48159" cy="35108"/>
            </a:xfrm>
            <a:custGeom>
              <a:avLst/>
              <a:gdLst/>
              <a:ahLst/>
              <a:cxnLst/>
              <a:rect l="l" t="t" r="r" b="b"/>
              <a:pathLst>
                <a:path w="1513" h="1103" extrusionOk="0">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9" name="Google Shape;15229;p69"/>
            <p:cNvSpPr/>
            <p:nvPr/>
          </p:nvSpPr>
          <p:spPr>
            <a:xfrm>
              <a:off x="6291500" y="1738595"/>
              <a:ext cx="48923" cy="34981"/>
            </a:xfrm>
            <a:custGeom>
              <a:avLst/>
              <a:gdLst/>
              <a:ahLst/>
              <a:cxnLst/>
              <a:rect l="l" t="t" r="r" b="b"/>
              <a:pathLst>
                <a:path w="1537" h="1099" extrusionOk="0">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0" name="Google Shape;15230;p69"/>
            <p:cNvSpPr/>
            <p:nvPr/>
          </p:nvSpPr>
          <p:spPr>
            <a:xfrm>
              <a:off x="6123629" y="1786627"/>
              <a:ext cx="48891" cy="34695"/>
            </a:xfrm>
            <a:custGeom>
              <a:avLst/>
              <a:gdLst/>
              <a:ahLst/>
              <a:cxnLst/>
              <a:rect l="l" t="t" r="r" b="b"/>
              <a:pathLst>
                <a:path w="1536" h="1090" extrusionOk="0">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1" name="Google Shape;15231;p69"/>
            <p:cNvSpPr/>
            <p:nvPr/>
          </p:nvSpPr>
          <p:spPr>
            <a:xfrm>
              <a:off x="6291500" y="1642978"/>
              <a:ext cx="48923" cy="34727"/>
            </a:xfrm>
            <a:custGeom>
              <a:avLst/>
              <a:gdLst/>
              <a:ahLst/>
              <a:cxnLst/>
              <a:rect l="l" t="t" r="r" b="b"/>
              <a:pathLst>
                <a:path w="1537" h="1091" extrusionOk="0">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32" name="Google Shape;15232;p69"/>
          <p:cNvGrpSpPr/>
          <p:nvPr/>
        </p:nvGrpSpPr>
        <p:grpSpPr>
          <a:xfrm>
            <a:off x="6558300" y="1614393"/>
            <a:ext cx="382788" cy="328613"/>
            <a:chOff x="6558300" y="1538193"/>
            <a:chExt cx="382788" cy="328613"/>
          </a:xfrm>
        </p:grpSpPr>
        <p:sp>
          <p:nvSpPr>
            <p:cNvPr id="15233" name="Google Shape;15233;p69"/>
            <p:cNvSpPr/>
            <p:nvPr/>
          </p:nvSpPr>
          <p:spPr>
            <a:xfrm>
              <a:off x="6558300" y="1538193"/>
              <a:ext cx="382788" cy="328613"/>
            </a:xfrm>
            <a:custGeom>
              <a:avLst/>
              <a:gdLst/>
              <a:ahLst/>
              <a:cxnLst/>
              <a:rect l="l" t="t" r="r" b="b"/>
              <a:pathLst>
                <a:path w="12026" h="10324" extrusionOk="0">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4" name="Google Shape;15234;p69"/>
            <p:cNvSpPr/>
            <p:nvPr/>
          </p:nvSpPr>
          <p:spPr>
            <a:xfrm>
              <a:off x="6714426" y="1699635"/>
              <a:ext cx="70917" cy="34536"/>
            </a:xfrm>
            <a:custGeom>
              <a:avLst/>
              <a:gdLst/>
              <a:ahLst/>
              <a:cxnLst/>
              <a:rect l="l" t="t" r="r" b="b"/>
              <a:pathLst>
                <a:path w="2228" h="1085" extrusionOk="0">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35" name="Google Shape;15235;p69"/>
          <p:cNvGrpSpPr/>
          <p:nvPr/>
        </p:nvGrpSpPr>
        <p:grpSpPr>
          <a:xfrm>
            <a:off x="5194002" y="1587497"/>
            <a:ext cx="259605" cy="346024"/>
            <a:chOff x="5194002" y="1511297"/>
            <a:chExt cx="259605" cy="346024"/>
          </a:xfrm>
        </p:grpSpPr>
        <p:sp>
          <p:nvSpPr>
            <p:cNvPr id="15236" name="Google Shape;15236;p69"/>
            <p:cNvSpPr/>
            <p:nvPr/>
          </p:nvSpPr>
          <p:spPr>
            <a:xfrm>
              <a:off x="5216729" y="1543636"/>
              <a:ext cx="169431" cy="159436"/>
            </a:xfrm>
            <a:custGeom>
              <a:avLst/>
              <a:gdLst/>
              <a:ahLst/>
              <a:cxnLst/>
              <a:rect l="l" t="t" r="r" b="b"/>
              <a:pathLst>
                <a:path w="5323" h="5009" extrusionOk="0">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7" name="Google Shape;15237;p69"/>
            <p:cNvSpPr/>
            <p:nvPr/>
          </p:nvSpPr>
          <p:spPr>
            <a:xfrm>
              <a:off x="5194002" y="1511297"/>
              <a:ext cx="259605" cy="346024"/>
            </a:xfrm>
            <a:custGeom>
              <a:avLst/>
              <a:gdLst/>
              <a:ahLst/>
              <a:cxnLst/>
              <a:rect l="l" t="t" r="r" b="b"/>
              <a:pathLst>
                <a:path w="8156" h="10871" extrusionOk="0">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8" name="Google Shape;15238;p69"/>
            <p:cNvSpPr/>
            <p:nvPr/>
          </p:nvSpPr>
          <p:spPr>
            <a:xfrm>
              <a:off x="5296304" y="1607105"/>
              <a:ext cx="55002" cy="17156"/>
            </a:xfrm>
            <a:custGeom>
              <a:avLst/>
              <a:gdLst/>
              <a:ahLst/>
              <a:cxnLst/>
              <a:rect l="l" t="t" r="r" b="b"/>
              <a:pathLst>
                <a:path w="1728" h="539" extrusionOk="0">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9" name="Google Shape;15239;p69"/>
            <p:cNvSpPr/>
            <p:nvPr/>
          </p:nvSpPr>
          <p:spPr>
            <a:xfrm>
              <a:off x="5260686" y="1576103"/>
              <a:ext cx="169813" cy="162970"/>
            </a:xfrm>
            <a:custGeom>
              <a:avLst/>
              <a:gdLst/>
              <a:ahLst/>
              <a:cxnLst/>
              <a:rect l="l" t="t" r="r" b="b"/>
              <a:pathLst>
                <a:path w="5335" h="5120" extrusionOk="0">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40" name="Google Shape;15240;p69"/>
          <p:cNvGrpSpPr/>
          <p:nvPr/>
        </p:nvGrpSpPr>
        <p:grpSpPr>
          <a:xfrm>
            <a:off x="1394741" y="1588261"/>
            <a:ext cx="252444" cy="351722"/>
            <a:chOff x="1394741" y="1512061"/>
            <a:chExt cx="252444" cy="351722"/>
          </a:xfrm>
        </p:grpSpPr>
        <p:sp>
          <p:nvSpPr>
            <p:cNvPr id="15241" name="Google Shape;15241;p69"/>
            <p:cNvSpPr/>
            <p:nvPr/>
          </p:nvSpPr>
          <p:spPr>
            <a:xfrm>
              <a:off x="1394741" y="1512061"/>
              <a:ext cx="252444" cy="351722"/>
            </a:xfrm>
            <a:custGeom>
              <a:avLst/>
              <a:gdLst/>
              <a:ahLst/>
              <a:cxnLst/>
              <a:rect l="l" t="t" r="r" b="b"/>
              <a:pathLst>
                <a:path w="7931" h="11050" extrusionOk="0">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2" name="Google Shape;15242;p69"/>
            <p:cNvSpPr/>
            <p:nvPr/>
          </p:nvSpPr>
          <p:spPr>
            <a:xfrm>
              <a:off x="1515282" y="1534024"/>
              <a:ext cx="10631" cy="10281"/>
            </a:xfrm>
            <a:custGeom>
              <a:avLst/>
              <a:gdLst/>
              <a:ahLst/>
              <a:cxnLst/>
              <a:rect l="l" t="t" r="r" b="b"/>
              <a:pathLst>
                <a:path w="334" h="323" extrusionOk="0">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3" name="Google Shape;15243;p69"/>
            <p:cNvSpPr/>
            <p:nvPr/>
          </p:nvSpPr>
          <p:spPr>
            <a:xfrm>
              <a:off x="1415972" y="1556018"/>
              <a:ext cx="208486" cy="274406"/>
            </a:xfrm>
            <a:custGeom>
              <a:avLst/>
              <a:gdLst/>
              <a:ahLst/>
              <a:cxnLst/>
              <a:rect l="l" t="t" r="r" b="b"/>
              <a:pathLst>
                <a:path w="6550" h="8621" extrusionOk="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4" name="Google Shape;15244;p69"/>
            <p:cNvSpPr/>
            <p:nvPr/>
          </p:nvSpPr>
          <p:spPr>
            <a:xfrm>
              <a:off x="1449330" y="1665927"/>
              <a:ext cx="31862" cy="32244"/>
            </a:xfrm>
            <a:custGeom>
              <a:avLst/>
              <a:gdLst/>
              <a:ahLst/>
              <a:cxnLst/>
              <a:rect l="l" t="t" r="r" b="b"/>
              <a:pathLst>
                <a:path w="1001" h="1013" extrusionOk="0">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5" name="Google Shape;15245;p69"/>
            <p:cNvSpPr/>
            <p:nvPr/>
          </p:nvSpPr>
          <p:spPr>
            <a:xfrm>
              <a:off x="1449330" y="1715168"/>
              <a:ext cx="31862" cy="32244"/>
            </a:xfrm>
            <a:custGeom>
              <a:avLst/>
              <a:gdLst/>
              <a:ahLst/>
              <a:cxnLst/>
              <a:rect l="l" t="t" r="r" b="b"/>
              <a:pathLst>
                <a:path w="1001" h="1013" extrusionOk="0">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6" name="Google Shape;15246;p69"/>
            <p:cNvSpPr/>
            <p:nvPr/>
          </p:nvSpPr>
          <p:spPr>
            <a:xfrm>
              <a:off x="1449330" y="1765205"/>
              <a:ext cx="31862" cy="31862"/>
            </a:xfrm>
            <a:custGeom>
              <a:avLst/>
              <a:gdLst/>
              <a:ahLst/>
              <a:cxnLst/>
              <a:rect l="l" t="t" r="r" b="b"/>
              <a:pathLst>
                <a:path w="1001" h="1001" extrusionOk="0">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7" name="Google Shape;15247;p69"/>
            <p:cNvSpPr/>
            <p:nvPr/>
          </p:nvSpPr>
          <p:spPr>
            <a:xfrm>
              <a:off x="1493287" y="1665927"/>
              <a:ext cx="59522" cy="10631"/>
            </a:xfrm>
            <a:custGeom>
              <a:avLst/>
              <a:gdLst/>
              <a:ahLst/>
              <a:cxnLst/>
              <a:rect l="l" t="t" r="r" b="b"/>
              <a:pathLst>
                <a:path w="1870" h="334" extrusionOk="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8" name="Google Shape;15248;p69"/>
            <p:cNvSpPr/>
            <p:nvPr/>
          </p:nvSpPr>
          <p:spPr>
            <a:xfrm>
              <a:off x="1493287" y="1687890"/>
              <a:ext cx="98578" cy="10281"/>
            </a:xfrm>
            <a:custGeom>
              <a:avLst/>
              <a:gdLst/>
              <a:ahLst/>
              <a:cxnLst/>
              <a:rect l="l" t="t" r="r" b="b"/>
              <a:pathLst>
                <a:path w="3097" h="323" extrusionOk="0">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9" name="Google Shape;15249;p69"/>
            <p:cNvSpPr/>
            <p:nvPr/>
          </p:nvSpPr>
          <p:spPr>
            <a:xfrm>
              <a:off x="1493287" y="1715168"/>
              <a:ext cx="59522" cy="10663"/>
            </a:xfrm>
            <a:custGeom>
              <a:avLst/>
              <a:gdLst/>
              <a:ahLst/>
              <a:cxnLst/>
              <a:rect l="l" t="t" r="r" b="b"/>
              <a:pathLst>
                <a:path w="1870" h="335" extrusionOk="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0" name="Google Shape;15250;p69"/>
            <p:cNvSpPr/>
            <p:nvPr/>
          </p:nvSpPr>
          <p:spPr>
            <a:xfrm>
              <a:off x="1493287" y="1737545"/>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1" name="Google Shape;15251;p69"/>
            <p:cNvSpPr/>
            <p:nvPr/>
          </p:nvSpPr>
          <p:spPr>
            <a:xfrm>
              <a:off x="1493287" y="1765205"/>
              <a:ext cx="59522" cy="10249"/>
            </a:xfrm>
            <a:custGeom>
              <a:avLst/>
              <a:gdLst/>
              <a:ahLst/>
              <a:cxnLst/>
              <a:rect l="l" t="t" r="r" b="b"/>
              <a:pathLst>
                <a:path w="1870" h="322" extrusionOk="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2" name="Google Shape;15252;p69"/>
            <p:cNvSpPr/>
            <p:nvPr/>
          </p:nvSpPr>
          <p:spPr>
            <a:xfrm>
              <a:off x="1493287" y="1786818"/>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3" name="Google Shape;15253;p69"/>
            <p:cNvSpPr/>
            <p:nvPr/>
          </p:nvSpPr>
          <p:spPr>
            <a:xfrm>
              <a:off x="1493287" y="1583679"/>
              <a:ext cx="98578" cy="10249"/>
            </a:xfrm>
            <a:custGeom>
              <a:avLst/>
              <a:gdLst/>
              <a:ahLst/>
              <a:cxnLst/>
              <a:rect l="l" t="t" r="r" b="b"/>
              <a:pathLst>
                <a:path w="3097" h="322" extrusionOk="0">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4" name="Google Shape;15254;p69"/>
            <p:cNvSpPr/>
            <p:nvPr/>
          </p:nvSpPr>
          <p:spPr>
            <a:xfrm>
              <a:off x="1449330" y="1632951"/>
              <a:ext cx="142535" cy="10249"/>
            </a:xfrm>
            <a:custGeom>
              <a:avLst/>
              <a:gdLst/>
              <a:ahLst/>
              <a:cxnLst/>
              <a:rect l="l" t="t" r="r" b="b"/>
              <a:pathLst>
                <a:path w="4478" h="322" extrusionOk="0">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5" name="Google Shape;15255;p69"/>
            <p:cNvSpPr/>
            <p:nvPr/>
          </p:nvSpPr>
          <p:spPr>
            <a:xfrm>
              <a:off x="1493287" y="1605291"/>
              <a:ext cx="26928" cy="10631"/>
            </a:xfrm>
            <a:custGeom>
              <a:avLst/>
              <a:gdLst/>
              <a:ahLst/>
              <a:cxnLst/>
              <a:rect l="l" t="t" r="r" b="b"/>
              <a:pathLst>
                <a:path w="846" h="334" extrusionOk="0">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6" name="Google Shape;15256;p69"/>
            <p:cNvSpPr/>
            <p:nvPr/>
          </p:nvSpPr>
          <p:spPr>
            <a:xfrm>
              <a:off x="1531579" y="1605291"/>
              <a:ext cx="26928" cy="10631"/>
            </a:xfrm>
            <a:custGeom>
              <a:avLst/>
              <a:gdLst/>
              <a:ahLst/>
              <a:cxnLst/>
              <a:rect l="l" t="t" r="r" b="b"/>
              <a:pathLst>
                <a:path w="846" h="334" extrusionOk="0">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7" name="Google Shape;15257;p69"/>
            <p:cNvSpPr/>
            <p:nvPr/>
          </p:nvSpPr>
          <p:spPr>
            <a:xfrm>
              <a:off x="1449712" y="1583679"/>
              <a:ext cx="32244" cy="32244"/>
            </a:xfrm>
            <a:custGeom>
              <a:avLst/>
              <a:gdLst/>
              <a:ahLst/>
              <a:cxnLst/>
              <a:rect l="l" t="t" r="r" b="b"/>
              <a:pathLst>
                <a:path w="1013" h="1013" extrusionOk="0">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58" name="Google Shape;15258;p69"/>
          <p:cNvGrpSpPr/>
          <p:nvPr/>
        </p:nvGrpSpPr>
        <p:grpSpPr>
          <a:xfrm>
            <a:off x="855096" y="1580685"/>
            <a:ext cx="380910" cy="339594"/>
            <a:chOff x="855096" y="1504485"/>
            <a:chExt cx="380910" cy="339594"/>
          </a:xfrm>
        </p:grpSpPr>
        <p:sp>
          <p:nvSpPr>
            <p:cNvPr id="15259" name="Google Shape;15259;p69"/>
            <p:cNvSpPr/>
            <p:nvPr/>
          </p:nvSpPr>
          <p:spPr>
            <a:xfrm>
              <a:off x="1092707" y="1504485"/>
              <a:ext cx="107299" cy="136837"/>
            </a:xfrm>
            <a:custGeom>
              <a:avLst/>
              <a:gdLst/>
              <a:ahLst/>
              <a:cxnLst/>
              <a:rect l="l" t="t" r="r" b="b"/>
              <a:pathLst>
                <a:path w="3371" h="4299" extrusionOk="0">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0" name="Google Shape;15260;p69"/>
            <p:cNvSpPr/>
            <p:nvPr/>
          </p:nvSpPr>
          <p:spPr>
            <a:xfrm>
              <a:off x="855096" y="1521896"/>
              <a:ext cx="214152" cy="322183"/>
            </a:xfrm>
            <a:custGeom>
              <a:avLst/>
              <a:gdLst/>
              <a:ahLst/>
              <a:cxnLst/>
              <a:rect l="l" t="t" r="r" b="b"/>
              <a:pathLst>
                <a:path w="6728" h="10122" extrusionOk="0">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1" name="Google Shape;15261;p69"/>
            <p:cNvSpPr/>
            <p:nvPr/>
          </p:nvSpPr>
          <p:spPr>
            <a:xfrm>
              <a:off x="896411" y="1808780"/>
              <a:ext cx="11395" cy="34918"/>
            </a:xfrm>
            <a:custGeom>
              <a:avLst/>
              <a:gdLst/>
              <a:ahLst/>
              <a:cxnLst/>
              <a:rect l="l" t="t" r="r" b="b"/>
              <a:pathLst>
                <a:path w="358" h="1097" extrusionOk="0">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2" name="Google Shape;15262;p69"/>
            <p:cNvSpPr/>
            <p:nvPr/>
          </p:nvSpPr>
          <p:spPr>
            <a:xfrm>
              <a:off x="1015391" y="1808780"/>
              <a:ext cx="11395" cy="34918"/>
            </a:xfrm>
            <a:custGeom>
              <a:avLst/>
              <a:gdLst/>
              <a:ahLst/>
              <a:cxnLst/>
              <a:rect l="l" t="t" r="r" b="b"/>
              <a:pathLst>
                <a:path w="358" h="1097" extrusionOk="0">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3" name="Google Shape;15263;p69"/>
            <p:cNvSpPr/>
            <p:nvPr/>
          </p:nvSpPr>
          <p:spPr>
            <a:xfrm>
              <a:off x="1057471" y="1522660"/>
              <a:ext cx="178534" cy="186110"/>
            </a:xfrm>
            <a:custGeom>
              <a:avLst/>
              <a:gdLst/>
              <a:ahLst/>
              <a:cxnLst/>
              <a:rect l="l" t="t" r="r" b="b"/>
              <a:pathLst>
                <a:path w="5609" h="5847" extrusionOk="0">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64" name="Google Shape;15264;p69"/>
          <p:cNvGrpSpPr/>
          <p:nvPr/>
        </p:nvGrpSpPr>
        <p:grpSpPr>
          <a:xfrm>
            <a:off x="1819576" y="1587879"/>
            <a:ext cx="352103" cy="352103"/>
            <a:chOff x="1819576" y="1511679"/>
            <a:chExt cx="352103" cy="352103"/>
          </a:xfrm>
        </p:grpSpPr>
        <p:sp>
          <p:nvSpPr>
            <p:cNvPr id="15265" name="Google Shape;15265;p69"/>
            <p:cNvSpPr/>
            <p:nvPr/>
          </p:nvSpPr>
          <p:spPr>
            <a:xfrm>
              <a:off x="1819576" y="1511679"/>
              <a:ext cx="352103" cy="352103"/>
            </a:xfrm>
            <a:custGeom>
              <a:avLst/>
              <a:gdLst/>
              <a:ahLst/>
              <a:cxnLst/>
              <a:rect l="l" t="t" r="r" b="b"/>
              <a:pathLst>
                <a:path w="11062" h="11062" extrusionOk="0">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6" name="Google Shape;15266;p69"/>
            <p:cNvSpPr/>
            <p:nvPr/>
          </p:nvSpPr>
          <p:spPr>
            <a:xfrm>
              <a:off x="1885146" y="1578204"/>
              <a:ext cx="182322" cy="180603"/>
            </a:xfrm>
            <a:custGeom>
              <a:avLst/>
              <a:gdLst/>
              <a:ahLst/>
              <a:cxnLst/>
              <a:rect l="l" t="t" r="r" b="b"/>
              <a:pathLst>
                <a:path w="5728" h="5674" extrusionOk="0">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7" name="Google Shape;15267;p69"/>
            <p:cNvSpPr/>
            <p:nvPr/>
          </p:nvSpPr>
          <p:spPr>
            <a:xfrm>
              <a:off x="1923820" y="1610193"/>
              <a:ext cx="183054" cy="186874"/>
            </a:xfrm>
            <a:custGeom>
              <a:avLst/>
              <a:gdLst/>
              <a:ahLst/>
              <a:cxnLst/>
              <a:rect l="l" t="t" r="r" b="b"/>
              <a:pathLst>
                <a:path w="5751" h="5871" extrusionOk="0">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8" name="Google Shape;15268;p69"/>
            <p:cNvSpPr/>
            <p:nvPr/>
          </p:nvSpPr>
          <p:spPr>
            <a:xfrm>
              <a:off x="1974207" y="1638617"/>
              <a:ext cx="43989" cy="15597"/>
            </a:xfrm>
            <a:custGeom>
              <a:avLst/>
              <a:gdLst/>
              <a:ahLst/>
              <a:cxnLst/>
              <a:rect l="l" t="t" r="r" b="b"/>
              <a:pathLst>
                <a:path w="1382" h="490" extrusionOk="0">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69" name="Google Shape;15269;p69"/>
          <p:cNvGrpSpPr/>
          <p:nvPr/>
        </p:nvGrpSpPr>
        <p:grpSpPr>
          <a:xfrm>
            <a:off x="5621097" y="1576961"/>
            <a:ext cx="371424" cy="355446"/>
            <a:chOff x="5621097" y="1500761"/>
            <a:chExt cx="371424" cy="355446"/>
          </a:xfrm>
        </p:grpSpPr>
        <p:sp>
          <p:nvSpPr>
            <p:cNvPr id="15270" name="Google Shape;15270;p69"/>
            <p:cNvSpPr/>
            <p:nvPr/>
          </p:nvSpPr>
          <p:spPr>
            <a:xfrm>
              <a:off x="5621097" y="1539721"/>
              <a:ext cx="324061" cy="316486"/>
            </a:xfrm>
            <a:custGeom>
              <a:avLst/>
              <a:gdLst/>
              <a:ahLst/>
              <a:cxnLst/>
              <a:rect l="l" t="t" r="r" b="b"/>
              <a:pathLst>
                <a:path w="10181" h="9943" extrusionOk="0">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1" name="Google Shape;15271;p69"/>
            <p:cNvSpPr/>
            <p:nvPr/>
          </p:nvSpPr>
          <p:spPr>
            <a:xfrm>
              <a:off x="5669606" y="1500761"/>
              <a:ext cx="322915" cy="316390"/>
            </a:xfrm>
            <a:custGeom>
              <a:avLst/>
              <a:gdLst/>
              <a:ahLst/>
              <a:cxnLst/>
              <a:rect l="l" t="t" r="r" b="b"/>
              <a:pathLst>
                <a:path w="10145" h="9940" extrusionOk="0">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2" name="Google Shape;15272;p69"/>
          <p:cNvGrpSpPr/>
          <p:nvPr/>
        </p:nvGrpSpPr>
        <p:grpSpPr>
          <a:xfrm>
            <a:off x="4670239" y="1617799"/>
            <a:ext cx="359679" cy="321833"/>
            <a:chOff x="4670239" y="1541599"/>
            <a:chExt cx="359679" cy="321833"/>
          </a:xfrm>
        </p:grpSpPr>
        <p:sp>
          <p:nvSpPr>
            <p:cNvPr id="15273" name="Google Shape;15273;p69"/>
            <p:cNvSpPr/>
            <p:nvPr/>
          </p:nvSpPr>
          <p:spPr>
            <a:xfrm>
              <a:off x="4818790" y="1606787"/>
              <a:ext cx="28838" cy="49687"/>
            </a:xfrm>
            <a:custGeom>
              <a:avLst/>
              <a:gdLst/>
              <a:ahLst/>
              <a:cxnLst/>
              <a:rect l="l" t="t" r="r" b="b"/>
              <a:pathLst>
                <a:path w="906" h="1561" extrusionOk="0">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4" name="Google Shape;15274;p69"/>
            <p:cNvSpPr/>
            <p:nvPr/>
          </p:nvSpPr>
          <p:spPr>
            <a:xfrm>
              <a:off x="4875256" y="1557896"/>
              <a:ext cx="82281" cy="82663"/>
            </a:xfrm>
            <a:custGeom>
              <a:avLst/>
              <a:gdLst/>
              <a:ahLst/>
              <a:cxnLst/>
              <a:rect l="l" t="t" r="r" b="b"/>
              <a:pathLst>
                <a:path w="2585" h="2597" extrusionOk="0">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5" name="Google Shape;15275;p69"/>
            <p:cNvSpPr/>
            <p:nvPr/>
          </p:nvSpPr>
          <p:spPr>
            <a:xfrm>
              <a:off x="4775215" y="1541599"/>
              <a:ext cx="199001" cy="147850"/>
            </a:xfrm>
            <a:custGeom>
              <a:avLst/>
              <a:gdLst/>
              <a:ahLst/>
              <a:cxnLst/>
              <a:rect l="l" t="t" r="r" b="b"/>
              <a:pathLst>
                <a:path w="6252" h="4645" extrusionOk="0">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6" name="Google Shape;15276;p69"/>
            <p:cNvSpPr/>
            <p:nvPr/>
          </p:nvSpPr>
          <p:spPr>
            <a:xfrm>
              <a:off x="4901803" y="1574957"/>
              <a:ext cx="28838" cy="50069"/>
            </a:xfrm>
            <a:custGeom>
              <a:avLst/>
              <a:gdLst/>
              <a:ahLst/>
              <a:cxnLst/>
              <a:rect l="l" t="t" r="r" b="b"/>
              <a:pathLst>
                <a:path w="906" h="1573" extrusionOk="0">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7" name="Google Shape;15277;p69"/>
            <p:cNvSpPr/>
            <p:nvPr/>
          </p:nvSpPr>
          <p:spPr>
            <a:xfrm>
              <a:off x="4670239" y="1657269"/>
              <a:ext cx="359679" cy="206163"/>
            </a:xfrm>
            <a:custGeom>
              <a:avLst/>
              <a:gdLst/>
              <a:ahLst/>
              <a:cxnLst/>
              <a:rect l="l" t="t" r="r" b="b"/>
              <a:pathLst>
                <a:path w="11300" h="6477" extrusionOk="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8" name="Google Shape;15278;p69"/>
          <p:cNvGrpSpPr/>
          <p:nvPr/>
        </p:nvGrpSpPr>
        <p:grpSpPr>
          <a:xfrm>
            <a:off x="4212429" y="1578585"/>
            <a:ext cx="321037" cy="353822"/>
            <a:chOff x="4212429" y="1502385"/>
            <a:chExt cx="321037" cy="353822"/>
          </a:xfrm>
        </p:grpSpPr>
        <p:sp>
          <p:nvSpPr>
            <p:cNvPr id="15279" name="Google Shape;15279;p69"/>
            <p:cNvSpPr/>
            <p:nvPr/>
          </p:nvSpPr>
          <p:spPr>
            <a:xfrm>
              <a:off x="4310592" y="1585938"/>
              <a:ext cx="125092" cy="163001"/>
            </a:xfrm>
            <a:custGeom>
              <a:avLst/>
              <a:gdLst/>
              <a:ahLst/>
              <a:cxnLst/>
              <a:rect l="l" t="t" r="r" b="b"/>
              <a:pathLst>
                <a:path w="3930" h="5121" extrusionOk="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0" name="Google Shape;15280;p69"/>
            <p:cNvSpPr/>
            <p:nvPr/>
          </p:nvSpPr>
          <p:spPr>
            <a:xfrm>
              <a:off x="4248428" y="1536124"/>
              <a:ext cx="253972" cy="152179"/>
            </a:xfrm>
            <a:custGeom>
              <a:avLst/>
              <a:gdLst/>
              <a:ahLst/>
              <a:cxnLst/>
              <a:rect l="l" t="t" r="r" b="b"/>
              <a:pathLst>
                <a:path w="7979" h="4781" extrusionOk="0">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1" name="Google Shape;15281;p69"/>
            <p:cNvSpPr/>
            <p:nvPr/>
          </p:nvSpPr>
          <p:spPr>
            <a:xfrm>
              <a:off x="4248428" y="1633270"/>
              <a:ext cx="238407" cy="187288"/>
            </a:xfrm>
            <a:custGeom>
              <a:avLst/>
              <a:gdLst/>
              <a:ahLst/>
              <a:cxnLst/>
              <a:rect l="l" t="t" r="r" b="b"/>
              <a:pathLst>
                <a:path w="7490" h="5884" extrusionOk="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2" name="Google Shape;15282;p69"/>
            <p:cNvSpPr/>
            <p:nvPr/>
          </p:nvSpPr>
          <p:spPr>
            <a:xfrm>
              <a:off x="4212429" y="1502385"/>
              <a:ext cx="321037" cy="353822"/>
            </a:xfrm>
            <a:custGeom>
              <a:avLst/>
              <a:gdLst/>
              <a:ahLst/>
              <a:cxnLst/>
              <a:rect l="l" t="t" r="r" b="b"/>
              <a:pathLst>
                <a:path w="10086" h="11116" extrusionOk="0">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83" name="Google Shape;15283;p69"/>
          <p:cNvGrpSpPr/>
          <p:nvPr/>
        </p:nvGrpSpPr>
        <p:grpSpPr>
          <a:xfrm>
            <a:off x="2302788" y="1582181"/>
            <a:ext cx="336188" cy="335425"/>
            <a:chOff x="2302788" y="1505981"/>
            <a:chExt cx="336188" cy="335425"/>
          </a:xfrm>
        </p:grpSpPr>
        <p:sp>
          <p:nvSpPr>
            <p:cNvPr id="15284" name="Google Shape;15284;p69"/>
            <p:cNvSpPr/>
            <p:nvPr/>
          </p:nvSpPr>
          <p:spPr>
            <a:xfrm>
              <a:off x="2302788" y="1505981"/>
              <a:ext cx="336188" cy="335425"/>
            </a:xfrm>
            <a:custGeom>
              <a:avLst/>
              <a:gdLst/>
              <a:ahLst/>
              <a:cxnLst/>
              <a:rect l="l" t="t" r="r" b="b"/>
              <a:pathLst>
                <a:path w="10562" h="10538" extrusionOk="0">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5" name="Google Shape;15285;p69"/>
            <p:cNvSpPr/>
            <p:nvPr/>
          </p:nvSpPr>
          <p:spPr>
            <a:xfrm>
              <a:off x="2327806" y="1530618"/>
              <a:ext cx="287266" cy="286916"/>
            </a:xfrm>
            <a:custGeom>
              <a:avLst/>
              <a:gdLst/>
              <a:ahLst/>
              <a:cxnLst/>
              <a:rect l="l" t="t" r="r" b="b"/>
              <a:pathLst>
                <a:path w="9025" h="9014" extrusionOk="0">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6" name="Google Shape;15286;p69"/>
            <p:cNvSpPr/>
            <p:nvPr/>
          </p:nvSpPr>
          <p:spPr>
            <a:xfrm>
              <a:off x="2352061" y="1669333"/>
              <a:ext cx="16679" cy="9485"/>
            </a:xfrm>
            <a:custGeom>
              <a:avLst/>
              <a:gdLst/>
              <a:ahLst/>
              <a:cxnLst/>
              <a:rect l="l" t="t" r="r" b="b"/>
              <a:pathLst>
                <a:path w="524" h="298" extrusionOk="0">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7" name="Google Shape;15287;p69"/>
            <p:cNvSpPr/>
            <p:nvPr/>
          </p:nvSpPr>
          <p:spPr>
            <a:xfrm>
              <a:off x="2466871" y="1554490"/>
              <a:ext cx="123946" cy="124328"/>
            </a:xfrm>
            <a:custGeom>
              <a:avLst/>
              <a:gdLst/>
              <a:ahLst/>
              <a:cxnLst/>
              <a:rect l="l" t="t" r="r" b="b"/>
              <a:pathLst>
                <a:path w="3894" h="3906" extrusionOk="0">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8" name="Google Shape;15288;p69"/>
            <p:cNvSpPr/>
            <p:nvPr/>
          </p:nvSpPr>
          <p:spPr>
            <a:xfrm>
              <a:off x="2466107" y="1776950"/>
              <a:ext cx="9517" cy="16711"/>
            </a:xfrm>
            <a:custGeom>
              <a:avLst/>
              <a:gdLst/>
              <a:ahLst/>
              <a:cxnLst/>
              <a:rect l="l" t="t" r="r" b="b"/>
              <a:pathLst>
                <a:path w="299" h="525" extrusionOk="0">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9" name="Google Shape;15289;p69"/>
            <p:cNvSpPr/>
            <p:nvPr/>
          </p:nvSpPr>
          <p:spPr>
            <a:xfrm>
              <a:off x="2384272" y="1587944"/>
              <a:ext cx="16329" cy="15087"/>
            </a:xfrm>
            <a:custGeom>
              <a:avLst/>
              <a:gdLst/>
              <a:ahLst/>
              <a:cxnLst/>
              <a:rect l="l" t="t" r="r" b="b"/>
              <a:pathLst>
                <a:path w="513" h="474" extrusionOk="0">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0" name="Google Shape;15290;p69"/>
            <p:cNvSpPr/>
            <p:nvPr/>
          </p:nvSpPr>
          <p:spPr>
            <a:xfrm>
              <a:off x="2541544" y="1745216"/>
              <a:ext cx="15565" cy="15087"/>
            </a:xfrm>
            <a:custGeom>
              <a:avLst/>
              <a:gdLst/>
              <a:ahLst/>
              <a:cxnLst/>
              <a:rect l="l" t="t" r="r" b="b"/>
              <a:pathLst>
                <a:path w="489" h="474" extrusionOk="0">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1" name="Google Shape;15291;p69"/>
            <p:cNvSpPr/>
            <p:nvPr/>
          </p:nvSpPr>
          <p:spPr>
            <a:xfrm>
              <a:off x="2541544" y="1587944"/>
              <a:ext cx="16329" cy="15087"/>
            </a:xfrm>
            <a:custGeom>
              <a:avLst/>
              <a:gdLst/>
              <a:ahLst/>
              <a:cxnLst/>
              <a:rect l="l" t="t" r="r" b="b"/>
              <a:pathLst>
                <a:path w="513" h="474" extrusionOk="0">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2" name="Google Shape;15292;p69"/>
            <p:cNvSpPr/>
            <p:nvPr/>
          </p:nvSpPr>
          <p:spPr>
            <a:xfrm>
              <a:off x="2384654" y="1744452"/>
              <a:ext cx="15947" cy="15469"/>
            </a:xfrm>
            <a:custGeom>
              <a:avLst/>
              <a:gdLst/>
              <a:ahLst/>
              <a:cxnLst/>
              <a:rect l="l" t="t" r="r" b="b"/>
              <a:pathLst>
                <a:path w="501" h="486" extrusionOk="0">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3" name="Google Shape;15293;p69"/>
            <p:cNvSpPr/>
            <p:nvPr/>
          </p:nvSpPr>
          <p:spPr>
            <a:xfrm>
              <a:off x="2360018" y="1624548"/>
              <a:ext cx="18207" cy="12605"/>
            </a:xfrm>
            <a:custGeom>
              <a:avLst/>
              <a:gdLst/>
              <a:ahLst/>
              <a:cxnLst/>
              <a:rect l="l" t="t" r="r" b="b"/>
              <a:pathLst>
                <a:path w="572" h="396" extrusionOk="0">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4" name="Google Shape;15294;p69"/>
            <p:cNvSpPr/>
            <p:nvPr/>
          </p:nvSpPr>
          <p:spPr>
            <a:xfrm>
              <a:off x="2564271" y="1711126"/>
              <a:ext cx="17475" cy="12796"/>
            </a:xfrm>
            <a:custGeom>
              <a:avLst/>
              <a:gdLst/>
              <a:ahLst/>
              <a:cxnLst/>
              <a:rect l="l" t="t" r="r" b="b"/>
              <a:pathLst>
                <a:path w="549" h="402" extrusionOk="0">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5" name="Google Shape;15295;p69"/>
            <p:cNvSpPr/>
            <p:nvPr/>
          </p:nvSpPr>
          <p:spPr>
            <a:xfrm>
              <a:off x="2507805" y="1563912"/>
              <a:ext cx="14069" cy="16392"/>
            </a:xfrm>
            <a:custGeom>
              <a:avLst/>
              <a:gdLst/>
              <a:ahLst/>
              <a:cxnLst/>
              <a:rect l="l" t="t" r="r" b="b"/>
              <a:pathLst>
                <a:path w="442" h="515" extrusionOk="0">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6" name="Google Shape;15296;p69"/>
            <p:cNvSpPr/>
            <p:nvPr/>
          </p:nvSpPr>
          <p:spPr>
            <a:xfrm>
              <a:off x="2420654" y="1767974"/>
              <a:ext cx="14419" cy="16583"/>
            </a:xfrm>
            <a:custGeom>
              <a:avLst/>
              <a:gdLst/>
              <a:ahLst/>
              <a:cxnLst/>
              <a:rect l="l" t="t" r="r" b="b"/>
              <a:pathLst>
                <a:path w="453" h="521" extrusionOk="0">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7" name="Google Shape;15297;p69"/>
            <p:cNvSpPr/>
            <p:nvPr/>
          </p:nvSpPr>
          <p:spPr>
            <a:xfrm>
              <a:off x="2422532" y="1562448"/>
              <a:ext cx="14451" cy="17093"/>
            </a:xfrm>
            <a:custGeom>
              <a:avLst/>
              <a:gdLst/>
              <a:ahLst/>
              <a:cxnLst/>
              <a:rect l="l" t="t" r="r" b="b"/>
              <a:pathLst>
                <a:path w="454" h="537" extrusionOk="0">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8" name="Google Shape;15298;p69"/>
            <p:cNvSpPr/>
            <p:nvPr/>
          </p:nvSpPr>
          <p:spPr>
            <a:xfrm>
              <a:off x="2505545" y="1768770"/>
              <a:ext cx="14037" cy="16552"/>
            </a:xfrm>
            <a:custGeom>
              <a:avLst/>
              <a:gdLst/>
              <a:ahLst/>
              <a:cxnLst/>
              <a:rect l="l" t="t" r="r" b="b"/>
              <a:pathLst>
                <a:path w="441" h="520" extrusionOk="0">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9" name="Google Shape;15299;p69"/>
            <p:cNvSpPr/>
            <p:nvPr/>
          </p:nvSpPr>
          <p:spPr>
            <a:xfrm>
              <a:off x="2565417" y="1625885"/>
              <a:ext cx="17825" cy="13146"/>
            </a:xfrm>
            <a:custGeom>
              <a:avLst/>
              <a:gdLst/>
              <a:ahLst/>
              <a:cxnLst/>
              <a:rect l="l" t="t" r="r" b="b"/>
              <a:pathLst>
                <a:path w="560" h="413" extrusionOk="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0" name="Google Shape;15300;p69"/>
            <p:cNvSpPr/>
            <p:nvPr/>
          </p:nvSpPr>
          <p:spPr>
            <a:xfrm>
              <a:off x="2359254" y="1709312"/>
              <a:ext cx="17825" cy="12732"/>
            </a:xfrm>
            <a:custGeom>
              <a:avLst/>
              <a:gdLst/>
              <a:ahLst/>
              <a:cxnLst/>
              <a:rect l="l" t="t" r="r" b="b"/>
              <a:pathLst>
                <a:path w="560" h="400" extrusionOk="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01" name="Google Shape;15301;p69"/>
          <p:cNvGrpSpPr/>
          <p:nvPr/>
        </p:nvGrpSpPr>
        <p:grpSpPr>
          <a:xfrm>
            <a:off x="2780301" y="1598096"/>
            <a:ext cx="333133" cy="321037"/>
            <a:chOff x="2780301" y="1521896"/>
            <a:chExt cx="333133" cy="321037"/>
          </a:xfrm>
        </p:grpSpPr>
        <p:sp>
          <p:nvSpPr>
            <p:cNvPr id="15302" name="Google Shape;15302;p69"/>
            <p:cNvSpPr/>
            <p:nvPr/>
          </p:nvSpPr>
          <p:spPr>
            <a:xfrm>
              <a:off x="3009573" y="1542745"/>
              <a:ext cx="72031" cy="9517"/>
            </a:xfrm>
            <a:custGeom>
              <a:avLst/>
              <a:gdLst/>
              <a:ahLst/>
              <a:cxnLst/>
              <a:rect l="l" t="t" r="r" b="b"/>
              <a:pathLst>
                <a:path w="2263" h="299" extrusionOk="0">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3" name="Google Shape;15303;p69"/>
            <p:cNvSpPr/>
            <p:nvPr/>
          </p:nvSpPr>
          <p:spPr>
            <a:xfrm>
              <a:off x="2967876" y="1542745"/>
              <a:ext cx="30366" cy="9517"/>
            </a:xfrm>
            <a:custGeom>
              <a:avLst/>
              <a:gdLst/>
              <a:ahLst/>
              <a:cxnLst/>
              <a:rect l="l" t="t" r="r" b="b"/>
              <a:pathLst>
                <a:path w="954" h="299" extrusionOk="0">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4" name="Google Shape;15304;p69"/>
            <p:cNvSpPr/>
            <p:nvPr/>
          </p:nvSpPr>
          <p:spPr>
            <a:xfrm>
              <a:off x="3061870" y="1563594"/>
              <a:ext cx="19735" cy="9517"/>
            </a:xfrm>
            <a:custGeom>
              <a:avLst/>
              <a:gdLst/>
              <a:ahLst/>
              <a:cxnLst/>
              <a:rect l="l" t="t" r="r" b="b"/>
              <a:pathLst>
                <a:path w="620" h="299" extrusionOk="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5" name="Google Shape;15305;p69"/>
            <p:cNvSpPr/>
            <p:nvPr/>
          </p:nvSpPr>
          <p:spPr>
            <a:xfrm>
              <a:off x="2967876" y="1563594"/>
              <a:ext cx="82663" cy="9517"/>
            </a:xfrm>
            <a:custGeom>
              <a:avLst/>
              <a:gdLst/>
              <a:ahLst/>
              <a:cxnLst/>
              <a:rect l="l" t="t" r="r" b="b"/>
              <a:pathLst>
                <a:path w="2597" h="299" extrusionOk="0">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6" name="Google Shape;15306;p69"/>
            <p:cNvSpPr/>
            <p:nvPr/>
          </p:nvSpPr>
          <p:spPr>
            <a:xfrm>
              <a:off x="2936809" y="1521896"/>
              <a:ext cx="176625" cy="96286"/>
            </a:xfrm>
            <a:custGeom>
              <a:avLst/>
              <a:gdLst/>
              <a:ahLst/>
              <a:cxnLst/>
              <a:rect l="l" t="t" r="r" b="b"/>
              <a:pathLst>
                <a:path w="5549" h="3025" extrusionOk="0">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7" name="Google Shape;15307;p69"/>
            <p:cNvSpPr/>
            <p:nvPr/>
          </p:nvSpPr>
          <p:spPr>
            <a:xfrm>
              <a:off x="2811367" y="1767115"/>
              <a:ext cx="72413" cy="9485"/>
            </a:xfrm>
            <a:custGeom>
              <a:avLst/>
              <a:gdLst/>
              <a:ahLst/>
              <a:cxnLst/>
              <a:rect l="l" t="t" r="r" b="b"/>
              <a:pathLst>
                <a:path w="2275" h="298" extrusionOk="0">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8" name="Google Shape;15308;p69"/>
            <p:cNvSpPr/>
            <p:nvPr/>
          </p:nvSpPr>
          <p:spPr>
            <a:xfrm>
              <a:off x="2894730" y="1767115"/>
              <a:ext cx="20117" cy="9485"/>
            </a:xfrm>
            <a:custGeom>
              <a:avLst/>
              <a:gdLst/>
              <a:ahLst/>
              <a:cxnLst/>
              <a:rect l="l" t="t" r="r" b="b"/>
              <a:pathLst>
                <a:path w="632" h="298" extrusionOk="0">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9" name="Google Shape;15309;p69"/>
            <p:cNvSpPr/>
            <p:nvPr/>
          </p:nvSpPr>
          <p:spPr>
            <a:xfrm>
              <a:off x="2811367" y="1787932"/>
              <a:ext cx="20117" cy="9517"/>
            </a:xfrm>
            <a:custGeom>
              <a:avLst/>
              <a:gdLst/>
              <a:ahLst/>
              <a:cxnLst/>
              <a:rect l="l" t="t" r="r" b="b"/>
              <a:pathLst>
                <a:path w="632" h="299" extrusionOk="0">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0" name="Google Shape;15310;p69"/>
            <p:cNvSpPr/>
            <p:nvPr/>
          </p:nvSpPr>
          <p:spPr>
            <a:xfrm>
              <a:off x="2842815" y="1787932"/>
              <a:ext cx="72031" cy="9517"/>
            </a:xfrm>
            <a:custGeom>
              <a:avLst/>
              <a:gdLst/>
              <a:ahLst/>
              <a:cxnLst/>
              <a:rect l="l" t="t" r="r" b="b"/>
              <a:pathLst>
                <a:path w="2263" h="299" extrusionOk="0">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1" name="Google Shape;15311;p69"/>
            <p:cNvSpPr/>
            <p:nvPr/>
          </p:nvSpPr>
          <p:spPr>
            <a:xfrm>
              <a:off x="2780301" y="1746266"/>
              <a:ext cx="166375" cy="96668"/>
            </a:xfrm>
            <a:custGeom>
              <a:avLst/>
              <a:gdLst/>
              <a:ahLst/>
              <a:cxnLst/>
              <a:rect l="l" t="t" r="r" b="b"/>
              <a:pathLst>
                <a:path w="5227" h="3037" extrusionOk="0">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2" name="Google Shape;15312;p69"/>
            <p:cNvSpPr/>
            <p:nvPr/>
          </p:nvSpPr>
          <p:spPr>
            <a:xfrm>
              <a:off x="3020172" y="1720102"/>
              <a:ext cx="61432" cy="9517"/>
            </a:xfrm>
            <a:custGeom>
              <a:avLst/>
              <a:gdLst/>
              <a:ahLst/>
              <a:cxnLst/>
              <a:rect l="l" t="t" r="r" b="b"/>
              <a:pathLst>
                <a:path w="1930" h="299" extrusionOk="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3" name="Google Shape;15313;p69"/>
            <p:cNvSpPr/>
            <p:nvPr/>
          </p:nvSpPr>
          <p:spPr>
            <a:xfrm>
              <a:off x="2988724" y="1720102"/>
              <a:ext cx="19735" cy="9517"/>
            </a:xfrm>
            <a:custGeom>
              <a:avLst/>
              <a:gdLst/>
              <a:ahLst/>
              <a:cxnLst/>
              <a:rect l="l" t="t" r="r" b="b"/>
              <a:pathLst>
                <a:path w="620" h="299" extrusionOk="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4" name="Google Shape;15314;p69"/>
            <p:cNvSpPr/>
            <p:nvPr/>
          </p:nvSpPr>
          <p:spPr>
            <a:xfrm>
              <a:off x="2957658" y="1699253"/>
              <a:ext cx="155776" cy="75087"/>
            </a:xfrm>
            <a:custGeom>
              <a:avLst/>
              <a:gdLst/>
              <a:ahLst/>
              <a:cxnLst/>
              <a:rect l="l" t="t" r="r" b="b"/>
              <a:pathLst>
                <a:path w="4894" h="2359" extrusionOk="0">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5" name="Google Shape;15315;p69"/>
            <p:cNvSpPr/>
            <p:nvPr/>
          </p:nvSpPr>
          <p:spPr>
            <a:xfrm>
              <a:off x="2811367" y="1626108"/>
              <a:ext cx="72413" cy="9517"/>
            </a:xfrm>
            <a:custGeom>
              <a:avLst/>
              <a:gdLst/>
              <a:ahLst/>
              <a:cxnLst/>
              <a:rect l="l" t="t" r="r" b="b"/>
              <a:pathLst>
                <a:path w="2275" h="299" extrusionOk="0">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6" name="Google Shape;15316;p69"/>
            <p:cNvSpPr/>
            <p:nvPr/>
          </p:nvSpPr>
          <p:spPr>
            <a:xfrm>
              <a:off x="2895112" y="1626108"/>
              <a:ext cx="30366" cy="9517"/>
            </a:xfrm>
            <a:custGeom>
              <a:avLst/>
              <a:gdLst/>
              <a:ahLst/>
              <a:cxnLst/>
              <a:rect l="l" t="t" r="r" b="b"/>
              <a:pathLst>
                <a:path w="954" h="299" extrusionOk="0">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7" name="Google Shape;15317;p69"/>
            <p:cNvSpPr/>
            <p:nvPr/>
          </p:nvSpPr>
          <p:spPr>
            <a:xfrm>
              <a:off x="2811367" y="1667805"/>
              <a:ext cx="72413" cy="9517"/>
            </a:xfrm>
            <a:custGeom>
              <a:avLst/>
              <a:gdLst/>
              <a:ahLst/>
              <a:cxnLst/>
              <a:rect l="l" t="t" r="r" b="b"/>
              <a:pathLst>
                <a:path w="2275" h="299" extrusionOk="0">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8" name="Google Shape;15318;p69"/>
            <p:cNvSpPr/>
            <p:nvPr/>
          </p:nvSpPr>
          <p:spPr>
            <a:xfrm>
              <a:off x="2895112" y="1667805"/>
              <a:ext cx="30366" cy="9517"/>
            </a:xfrm>
            <a:custGeom>
              <a:avLst/>
              <a:gdLst/>
              <a:ahLst/>
              <a:cxnLst/>
              <a:rect l="l" t="t" r="r" b="b"/>
              <a:pathLst>
                <a:path w="954" h="299" extrusionOk="0">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9" name="Google Shape;15319;p69"/>
            <p:cNvSpPr/>
            <p:nvPr/>
          </p:nvSpPr>
          <p:spPr>
            <a:xfrm>
              <a:off x="2811367" y="1646957"/>
              <a:ext cx="20117" cy="9517"/>
            </a:xfrm>
            <a:custGeom>
              <a:avLst/>
              <a:gdLst/>
              <a:ahLst/>
              <a:cxnLst/>
              <a:rect l="l" t="t" r="r" b="b"/>
              <a:pathLst>
                <a:path w="632" h="299" extrusionOk="0">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0" name="Google Shape;15320;p69"/>
            <p:cNvSpPr/>
            <p:nvPr/>
          </p:nvSpPr>
          <p:spPr>
            <a:xfrm>
              <a:off x="2842815" y="1646957"/>
              <a:ext cx="82663" cy="9517"/>
            </a:xfrm>
            <a:custGeom>
              <a:avLst/>
              <a:gdLst/>
              <a:ahLst/>
              <a:cxnLst/>
              <a:rect l="l" t="t" r="r" b="b"/>
              <a:pathLst>
                <a:path w="2597" h="299" extrusionOk="0">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1" name="Google Shape;15321;p69"/>
            <p:cNvSpPr/>
            <p:nvPr/>
          </p:nvSpPr>
          <p:spPr>
            <a:xfrm>
              <a:off x="2780301" y="1605291"/>
              <a:ext cx="176625" cy="117516"/>
            </a:xfrm>
            <a:custGeom>
              <a:avLst/>
              <a:gdLst/>
              <a:ahLst/>
              <a:cxnLst/>
              <a:rect l="l" t="t" r="r" b="b"/>
              <a:pathLst>
                <a:path w="5549" h="3692" extrusionOk="0">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22" name="Google Shape;15322;p69"/>
          <p:cNvGrpSpPr/>
          <p:nvPr/>
        </p:nvGrpSpPr>
        <p:grpSpPr>
          <a:xfrm>
            <a:off x="3316159" y="1591285"/>
            <a:ext cx="211892" cy="339594"/>
            <a:chOff x="3316159" y="1515085"/>
            <a:chExt cx="211892" cy="339594"/>
          </a:xfrm>
        </p:grpSpPr>
        <p:sp>
          <p:nvSpPr>
            <p:cNvPr id="15323" name="Google Shape;15323;p69"/>
            <p:cNvSpPr/>
            <p:nvPr/>
          </p:nvSpPr>
          <p:spPr>
            <a:xfrm>
              <a:off x="3358621" y="1823199"/>
              <a:ext cx="15183" cy="9485"/>
            </a:xfrm>
            <a:custGeom>
              <a:avLst/>
              <a:gdLst/>
              <a:ahLst/>
              <a:cxnLst/>
              <a:rect l="l" t="t" r="r" b="b"/>
              <a:pathLst>
                <a:path w="477" h="298" extrusionOk="0">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4" name="Google Shape;15324;p69"/>
            <p:cNvSpPr/>
            <p:nvPr/>
          </p:nvSpPr>
          <p:spPr>
            <a:xfrm>
              <a:off x="3427946" y="1823199"/>
              <a:ext cx="15215" cy="9485"/>
            </a:xfrm>
            <a:custGeom>
              <a:avLst/>
              <a:gdLst/>
              <a:ahLst/>
              <a:cxnLst/>
              <a:rect l="l" t="t" r="r" b="b"/>
              <a:pathLst>
                <a:path w="478" h="298" extrusionOk="0">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5" name="Google Shape;15325;p69"/>
            <p:cNvSpPr/>
            <p:nvPr/>
          </p:nvSpPr>
          <p:spPr>
            <a:xfrm>
              <a:off x="3385135" y="1823199"/>
              <a:ext cx="31480" cy="9485"/>
            </a:xfrm>
            <a:custGeom>
              <a:avLst/>
              <a:gdLst/>
              <a:ahLst/>
              <a:cxnLst/>
              <a:rect l="l" t="t" r="r" b="b"/>
              <a:pathLst>
                <a:path w="989" h="298" extrusionOk="0">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326" name="Google Shape;15326;p69"/>
            <p:cNvGrpSpPr/>
            <p:nvPr/>
          </p:nvGrpSpPr>
          <p:grpSpPr>
            <a:xfrm>
              <a:off x="3316159" y="1515085"/>
              <a:ext cx="211892" cy="339594"/>
              <a:chOff x="3316159" y="1515085"/>
              <a:chExt cx="211892" cy="339594"/>
            </a:xfrm>
          </p:grpSpPr>
          <p:sp>
            <p:nvSpPr>
              <p:cNvPr id="15327" name="Google Shape;15327;p69"/>
              <p:cNvSpPr/>
              <p:nvPr/>
            </p:nvSpPr>
            <p:spPr>
              <a:xfrm>
                <a:off x="3316159" y="1557514"/>
                <a:ext cx="169049" cy="297165"/>
              </a:xfrm>
              <a:custGeom>
                <a:avLst/>
                <a:gdLst/>
                <a:ahLst/>
                <a:cxnLst/>
                <a:rect l="l" t="t" r="r" b="b"/>
                <a:pathLst>
                  <a:path w="5311" h="9336" extrusionOk="0">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8" name="Google Shape;15328;p69"/>
              <p:cNvSpPr/>
              <p:nvPr/>
            </p:nvSpPr>
            <p:spPr>
              <a:xfrm>
                <a:off x="3337772" y="1610161"/>
                <a:ext cx="132667" cy="127415"/>
              </a:xfrm>
              <a:custGeom>
                <a:avLst/>
                <a:gdLst/>
                <a:ahLst/>
                <a:cxnLst/>
                <a:rect l="l" t="t" r="r" b="b"/>
                <a:pathLst>
                  <a:path w="4168" h="4003" extrusionOk="0">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9" name="Google Shape;15329;p69"/>
              <p:cNvSpPr/>
              <p:nvPr/>
            </p:nvSpPr>
            <p:spPr>
              <a:xfrm>
                <a:off x="3343056" y="1749290"/>
                <a:ext cx="41729" cy="41729"/>
              </a:xfrm>
              <a:custGeom>
                <a:avLst/>
                <a:gdLst/>
                <a:ahLst/>
                <a:cxnLst/>
                <a:rect l="l" t="t" r="r" b="b"/>
                <a:pathLst>
                  <a:path w="1311" h="1311" extrusionOk="0">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0" name="Google Shape;15330;p69"/>
              <p:cNvSpPr/>
              <p:nvPr/>
            </p:nvSpPr>
            <p:spPr>
              <a:xfrm>
                <a:off x="3417347" y="1749290"/>
                <a:ext cx="41729" cy="41729"/>
              </a:xfrm>
              <a:custGeom>
                <a:avLst/>
                <a:gdLst/>
                <a:ahLst/>
                <a:cxnLst/>
                <a:rect l="l" t="t" r="r" b="b"/>
                <a:pathLst>
                  <a:path w="1311" h="1311" extrusionOk="0">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1" name="Google Shape;15331;p69"/>
              <p:cNvSpPr/>
              <p:nvPr/>
            </p:nvSpPr>
            <p:spPr>
              <a:xfrm>
                <a:off x="3464710" y="1536315"/>
                <a:ext cx="41729" cy="41315"/>
              </a:xfrm>
              <a:custGeom>
                <a:avLst/>
                <a:gdLst/>
                <a:ahLst/>
                <a:cxnLst/>
                <a:rect l="l" t="t" r="r" b="b"/>
                <a:pathLst>
                  <a:path w="1311" h="1298" extrusionOk="0">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2" name="Google Shape;15332;p69"/>
              <p:cNvSpPr/>
              <p:nvPr/>
            </p:nvSpPr>
            <p:spPr>
              <a:xfrm>
                <a:off x="3464710" y="1515085"/>
                <a:ext cx="63342" cy="62546"/>
              </a:xfrm>
              <a:custGeom>
                <a:avLst/>
                <a:gdLst/>
                <a:ahLst/>
                <a:cxnLst/>
                <a:rect l="l" t="t" r="r" b="b"/>
                <a:pathLst>
                  <a:path w="1990" h="1965" extrusionOk="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333" name="Google Shape;15333;p69"/>
          <p:cNvGrpSpPr/>
          <p:nvPr/>
        </p:nvGrpSpPr>
        <p:grpSpPr>
          <a:xfrm>
            <a:off x="3716358" y="1620855"/>
            <a:ext cx="361971" cy="314958"/>
            <a:chOff x="3716358" y="1544655"/>
            <a:chExt cx="361971" cy="314958"/>
          </a:xfrm>
        </p:grpSpPr>
        <p:sp>
          <p:nvSpPr>
            <p:cNvPr id="15334" name="Google Shape;15334;p69"/>
            <p:cNvSpPr/>
            <p:nvPr/>
          </p:nvSpPr>
          <p:spPr>
            <a:xfrm>
              <a:off x="3767509" y="1646957"/>
              <a:ext cx="231213" cy="10663"/>
            </a:xfrm>
            <a:custGeom>
              <a:avLst/>
              <a:gdLst/>
              <a:ahLst/>
              <a:cxnLst/>
              <a:rect l="l" t="t" r="r" b="b"/>
              <a:pathLst>
                <a:path w="7264" h="335" extrusionOk="0">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5" name="Google Shape;15335;p69"/>
            <p:cNvSpPr/>
            <p:nvPr/>
          </p:nvSpPr>
          <p:spPr>
            <a:xfrm>
              <a:off x="3767509" y="1618532"/>
              <a:ext cx="152020" cy="10663"/>
            </a:xfrm>
            <a:custGeom>
              <a:avLst/>
              <a:gdLst/>
              <a:ahLst/>
              <a:cxnLst/>
              <a:rect l="l" t="t" r="r" b="b"/>
              <a:pathLst>
                <a:path w="4776" h="335" extrusionOk="0">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6" name="Google Shape;15336;p69"/>
            <p:cNvSpPr/>
            <p:nvPr/>
          </p:nvSpPr>
          <p:spPr>
            <a:xfrm>
              <a:off x="3931624" y="1618532"/>
              <a:ext cx="67098" cy="10663"/>
            </a:xfrm>
            <a:custGeom>
              <a:avLst/>
              <a:gdLst/>
              <a:ahLst/>
              <a:cxnLst/>
              <a:rect l="l" t="t" r="r" b="b"/>
              <a:pathLst>
                <a:path w="2108" h="335" extrusionOk="0">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7" name="Google Shape;15337;p69"/>
            <p:cNvSpPr/>
            <p:nvPr/>
          </p:nvSpPr>
          <p:spPr>
            <a:xfrm>
              <a:off x="3767509" y="1590108"/>
              <a:ext cx="39087" cy="10663"/>
            </a:xfrm>
            <a:custGeom>
              <a:avLst/>
              <a:gdLst/>
              <a:ahLst/>
              <a:cxnLst/>
              <a:rect l="l" t="t" r="r" b="b"/>
              <a:pathLst>
                <a:path w="1228" h="335" extrusionOk="0">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8" name="Google Shape;15338;p69"/>
            <p:cNvSpPr/>
            <p:nvPr/>
          </p:nvSpPr>
          <p:spPr>
            <a:xfrm>
              <a:off x="3818309" y="1590108"/>
              <a:ext cx="180412" cy="10663"/>
            </a:xfrm>
            <a:custGeom>
              <a:avLst/>
              <a:gdLst/>
              <a:ahLst/>
              <a:cxnLst/>
              <a:rect l="l" t="t" r="r" b="b"/>
              <a:pathLst>
                <a:path w="5668" h="335" extrusionOk="0">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339" name="Google Shape;15339;p69"/>
            <p:cNvGrpSpPr/>
            <p:nvPr/>
          </p:nvGrpSpPr>
          <p:grpSpPr>
            <a:xfrm>
              <a:off x="3716358" y="1544655"/>
              <a:ext cx="361971" cy="314958"/>
              <a:chOff x="3716358" y="1544655"/>
              <a:chExt cx="361971" cy="314958"/>
            </a:xfrm>
          </p:grpSpPr>
          <p:sp>
            <p:nvSpPr>
              <p:cNvPr id="15340" name="Google Shape;15340;p69"/>
              <p:cNvSpPr/>
              <p:nvPr/>
            </p:nvSpPr>
            <p:spPr>
              <a:xfrm>
                <a:off x="3767509" y="1675381"/>
                <a:ext cx="84540" cy="10663"/>
              </a:xfrm>
              <a:custGeom>
                <a:avLst/>
                <a:gdLst/>
                <a:ahLst/>
                <a:cxnLst/>
                <a:rect l="l" t="t" r="r" b="b"/>
                <a:pathLst>
                  <a:path w="2656" h="335" extrusionOk="0">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1" name="Google Shape;15341;p69"/>
              <p:cNvSpPr/>
              <p:nvPr/>
            </p:nvSpPr>
            <p:spPr>
              <a:xfrm>
                <a:off x="3875158" y="1675381"/>
                <a:ext cx="123564" cy="10663"/>
              </a:xfrm>
              <a:custGeom>
                <a:avLst/>
                <a:gdLst/>
                <a:ahLst/>
                <a:cxnLst/>
                <a:rect l="l" t="t" r="r" b="b"/>
                <a:pathLst>
                  <a:path w="3882" h="335" extrusionOk="0">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2" name="Google Shape;15342;p69"/>
              <p:cNvSpPr/>
              <p:nvPr/>
            </p:nvSpPr>
            <p:spPr>
              <a:xfrm>
                <a:off x="3767509" y="1703423"/>
                <a:ext cx="174747" cy="10663"/>
              </a:xfrm>
              <a:custGeom>
                <a:avLst/>
                <a:gdLst/>
                <a:ahLst/>
                <a:cxnLst/>
                <a:rect l="l" t="t" r="r" b="b"/>
                <a:pathLst>
                  <a:path w="5490" h="335" extrusionOk="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3" name="Google Shape;15343;p69"/>
              <p:cNvSpPr/>
              <p:nvPr/>
            </p:nvSpPr>
            <p:spPr>
              <a:xfrm>
                <a:off x="3954351" y="1703423"/>
                <a:ext cx="44371" cy="10663"/>
              </a:xfrm>
              <a:custGeom>
                <a:avLst/>
                <a:gdLst/>
                <a:ahLst/>
                <a:cxnLst/>
                <a:rect l="l" t="t" r="r" b="b"/>
                <a:pathLst>
                  <a:path w="1394" h="335" extrusionOk="0">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4" name="Google Shape;15344;p69"/>
              <p:cNvSpPr/>
              <p:nvPr/>
            </p:nvSpPr>
            <p:spPr>
              <a:xfrm>
                <a:off x="3716358" y="1544655"/>
                <a:ext cx="361971" cy="314958"/>
              </a:xfrm>
              <a:custGeom>
                <a:avLst/>
                <a:gdLst/>
                <a:ahLst/>
                <a:cxnLst/>
                <a:rect l="l" t="t" r="r" b="b"/>
                <a:pathLst>
                  <a:path w="11372" h="9895" extrusionOk="0">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345" name="Google Shape;15345;p69"/>
          <p:cNvGrpSpPr/>
          <p:nvPr/>
        </p:nvGrpSpPr>
        <p:grpSpPr>
          <a:xfrm>
            <a:off x="7011924" y="1633752"/>
            <a:ext cx="499533" cy="305136"/>
            <a:chOff x="7009649" y="1541981"/>
            <a:chExt cx="524940" cy="320655"/>
          </a:xfrm>
        </p:grpSpPr>
        <p:sp>
          <p:nvSpPr>
            <p:cNvPr id="15346" name="Google Shape;15346;p69"/>
            <p:cNvSpPr/>
            <p:nvPr/>
          </p:nvSpPr>
          <p:spPr>
            <a:xfrm>
              <a:off x="7009649" y="1541981"/>
              <a:ext cx="524940" cy="320655"/>
            </a:xfrm>
            <a:custGeom>
              <a:avLst/>
              <a:gdLst/>
              <a:ahLst/>
              <a:cxnLst/>
              <a:rect l="l" t="t" r="r" b="b"/>
              <a:pathLst>
                <a:path w="16492" h="10074" extrusionOk="0">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7" name="Google Shape;15347;p69"/>
            <p:cNvSpPr/>
            <p:nvPr/>
          </p:nvSpPr>
          <p:spPr>
            <a:xfrm>
              <a:off x="7110104" y="1604909"/>
              <a:ext cx="61782" cy="41697"/>
            </a:xfrm>
            <a:custGeom>
              <a:avLst/>
              <a:gdLst/>
              <a:ahLst/>
              <a:cxnLst/>
              <a:rect l="l" t="t" r="r" b="b"/>
              <a:pathLst>
                <a:path w="1941" h="1310" extrusionOk="0">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8" name="Google Shape;15348;p69"/>
            <p:cNvSpPr/>
            <p:nvPr/>
          </p:nvSpPr>
          <p:spPr>
            <a:xfrm>
              <a:off x="7110455" y="1655296"/>
              <a:ext cx="96700" cy="15183"/>
            </a:xfrm>
            <a:custGeom>
              <a:avLst/>
              <a:gdLst/>
              <a:ahLst/>
              <a:cxnLst/>
              <a:rect l="l" t="t" r="r" b="b"/>
              <a:pathLst>
                <a:path w="3038" h="477" extrusionOk="0">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9" name="Google Shape;15349;p69"/>
            <p:cNvSpPr/>
            <p:nvPr/>
          </p:nvSpPr>
          <p:spPr>
            <a:xfrm>
              <a:off x="7146104" y="1676909"/>
              <a:ext cx="61050" cy="41729"/>
            </a:xfrm>
            <a:custGeom>
              <a:avLst/>
              <a:gdLst/>
              <a:ahLst/>
              <a:cxnLst/>
              <a:rect l="l" t="t" r="r" b="b"/>
              <a:pathLst>
                <a:path w="1918" h="1311" extrusionOk="0">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0" name="Google Shape;15350;p69"/>
            <p:cNvSpPr/>
            <p:nvPr/>
          </p:nvSpPr>
          <p:spPr>
            <a:xfrm>
              <a:off x="7110455" y="1726563"/>
              <a:ext cx="96700" cy="15183"/>
            </a:xfrm>
            <a:custGeom>
              <a:avLst/>
              <a:gdLst/>
              <a:ahLst/>
              <a:cxnLst/>
              <a:rect l="l" t="t" r="r" b="b"/>
              <a:pathLst>
                <a:path w="3038" h="477" extrusionOk="0">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1" name="Google Shape;15351;p69"/>
            <p:cNvSpPr/>
            <p:nvPr/>
          </p:nvSpPr>
          <p:spPr>
            <a:xfrm>
              <a:off x="7262825" y="1636739"/>
              <a:ext cx="48541" cy="80371"/>
            </a:xfrm>
            <a:custGeom>
              <a:avLst/>
              <a:gdLst/>
              <a:ahLst/>
              <a:cxnLst/>
              <a:rect l="l" t="t" r="r" b="b"/>
              <a:pathLst>
                <a:path w="1525" h="2525" extrusionOk="0">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2" name="Google Shape;15352;p69"/>
            <p:cNvSpPr/>
            <p:nvPr/>
          </p:nvSpPr>
          <p:spPr>
            <a:xfrm>
              <a:off x="7380691" y="1636357"/>
              <a:ext cx="48891" cy="80371"/>
            </a:xfrm>
            <a:custGeom>
              <a:avLst/>
              <a:gdLst/>
              <a:ahLst/>
              <a:cxnLst/>
              <a:rect l="l" t="t" r="r" b="b"/>
              <a:pathLst>
                <a:path w="1536" h="2525" extrusionOk="0">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3" name="Google Shape;15353;p69"/>
            <p:cNvSpPr/>
            <p:nvPr/>
          </p:nvSpPr>
          <p:spPr>
            <a:xfrm>
              <a:off x="7321933" y="1626744"/>
              <a:ext cx="48923" cy="99851"/>
            </a:xfrm>
            <a:custGeom>
              <a:avLst/>
              <a:gdLst/>
              <a:ahLst/>
              <a:cxnLst/>
              <a:rect l="l" t="t" r="r" b="b"/>
              <a:pathLst>
                <a:path w="1537" h="3137" extrusionOk="0">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54" name="Google Shape;15354;p69"/>
          <p:cNvGrpSpPr/>
          <p:nvPr/>
        </p:nvGrpSpPr>
        <p:grpSpPr>
          <a:xfrm>
            <a:off x="8034034" y="1594309"/>
            <a:ext cx="282746" cy="340358"/>
            <a:chOff x="8034034" y="1518109"/>
            <a:chExt cx="282746" cy="340358"/>
          </a:xfrm>
        </p:grpSpPr>
        <p:sp>
          <p:nvSpPr>
            <p:cNvPr id="15355" name="Google Shape;15355;p69"/>
            <p:cNvSpPr/>
            <p:nvPr/>
          </p:nvSpPr>
          <p:spPr>
            <a:xfrm>
              <a:off x="8034034" y="1518109"/>
              <a:ext cx="282746" cy="340358"/>
            </a:xfrm>
            <a:custGeom>
              <a:avLst/>
              <a:gdLst/>
              <a:ahLst/>
              <a:cxnLst/>
              <a:rect l="l" t="t" r="r" b="b"/>
              <a:pathLst>
                <a:path w="8883" h="10693" extrusionOk="0">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6" name="Google Shape;15356;p69"/>
            <p:cNvSpPr/>
            <p:nvPr/>
          </p:nvSpPr>
          <p:spPr>
            <a:xfrm>
              <a:off x="8161736" y="1632569"/>
              <a:ext cx="28456" cy="173601"/>
            </a:xfrm>
            <a:custGeom>
              <a:avLst/>
              <a:gdLst/>
              <a:ahLst/>
              <a:cxnLst/>
              <a:rect l="l" t="t" r="r" b="b"/>
              <a:pathLst>
                <a:path w="894" h="5454" extrusionOk="0">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7" name="Google Shape;15357;p69"/>
            <p:cNvSpPr/>
            <p:nvPr/>
          </p:nvSpPr>
          <p:spPr>
            <a:xfrm>
              <a:off x="8214796" y="1632951"/>
              <a:ext cx="33008" cy="173601"/>
            </a:xfrm>
            <a:custGeom>
              <a:avLst/>
              <a:gdLst/>
              <a:ahLst/>
              <a:cxnLst/>
              <a:rect l="l" t="t" r="r" b="b"/>
              <a:pathLst>
                <a:path w="1037" h="5454" extrusionOk="0">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8" name="Google Shape;15358;p69"/>
            <p:cNvSpPr/>
            <p:nvPr/>
          </p:nvSpPr>
          <p:spPr>
            <a:xfrm>
              <a:off x="8103391" y="1632569"/>
              <a:ext cx="33390" cy="173601"/>
            </a:xfrm>
            <a:custGeom>
              <a:avLst/>
              <a:gdLst/>
              <a:ahLst/>
              <a:cxnLst/>
              <a:rect l="l" t="t" r="r" b="b"/>
              <a:pathLst>
                <a:path w="1049" h="5454" extrusionOk="0">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59" name="Google Shape;15359;p69"/>
          <p:cNvGrpSpPr/>
          <p:nvPr/>
        </p:nvGrpSpPr>
        <p:grpSpPr>
          <a:xfrm>
            <a:off x="7582302" y="1576134"/>
            <a:ext cx="369133" cy="360411"/>
            <a:chOff x="7582302" y="1499934"/>
            <a:chExt cx="369133" cy="360411"/>
          </a:xfrm>
        </p:grpSpPr>
        <p:sp>
          <p:nvSpPr>
            <p:cNvPr id="15360" name="Google Shape;15360;p69"/>
            <p:cNvSpPr/>
            <p:nvPr/>
          </p:nvSpPr>
          <p:spPr>
            <a:xfrm>
              <a:off x="7582302" y="1499934"/>
              <a:ext cx="369133" cy="360411"/>
            </a:xfrm>
            <a:custGeom>
              <a:avLst/>
              <a:gdLst/>
              <a:ahLst/>
              <a:cxnLst/>
              <a:rect l="l" t="t" r="r" b="b"/>
              <a:pathLst>
                <a:path w="11597" h="11323" extrusionOk="0">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1" name="Google Shape;15361;p69"/>
            <p:cNvSpPr/>
            <p:nvPr/>
          </p:nvSpPr>
          <p:spPr>
            <a:xfrm>
              <a:off x="7850598" y="1634829"/>
              <a:ext cx="77729" cy="51214"/>
            </a:xfrm>
            <a:custGeom>
              <a:avLst/>
              <a:gdLst/>
              <a:ahLst/>
              <a:cxnLst/>
              <a:rect l="l" t="t" r="r" b="b"/>
              <a:pathLst>
                <a:path w="2442" h="1609" extrusionOk="0">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2" name="Google Shape;15362;p69"/>
            <p:cNvSpPr/>
            <p:nvPr/>
          </p:nvSpPr>
          <p:spPr>
            <a:xfrm>
              <a:off x="7753962" y="1635593"/>
              <a:ext cx="70917" cy="48541"/>
            </a:xfrm>
            <a:custGeom>
              <a:avLst/>
              <a:gdLst/>
              <a:ahLst/>
              <a:cxnLst/>
              <a:rect l="l" t="t" r="r" b="b"/>
              <a:pathLst>
                <a:path w="2228" h="1525" extrusionOk="0">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3" name="Google Shape;15363;p69"/>
            <p:cNvSpPr/>
            <p:nvPr/>
          </p:nvSpPr>
          <p:spPr>
            <a:xfrm>
              <a:off x="7750174" y="1695465"/>
              <a:ext cx="180794" cy="31862"/>
            </a:xfrm>
            <a:custGeom>
              <a:avLst/>
              <a:gdLst/>
              <a:ahLst/>
              <a:cxnLst/>
              <a:rect l="l" t="t" r="r" b="b"/>
              <a:pathLst>
                <a:path w="5680" h="1001" extrusionOk="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4" name="Google Shape;15364;p69"/>
            <p:cNvSpPr/>
            <p:nvPr/>
          </p:nvSpPr>
          <p:spPr>
            <a:xfrm>
              <a:off x="7613750" y="1535424"/>
              <a:ext cx="43225" cy="32371"/>
            </a:xfrm>
            <a:custGeom>
              <a:avLst/>
              <a:gdLst/>
              <a:ahLst/>
              <a:cxnLst/>
              <a:rect l="l" t="t" r="r" b="b"/>
              <a:pathLst>
                <a:path w="1358" h="1017" extrusionOk="0">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65" name="Google Shape;15365;p69"/>
          <p:cNvGrpSpPr/>
          <p:nvPr/>
        </p:nvGrpSpPr>
        <p:grpSpPr>
          <a:xfrm>
            <a:off x="6196089" y="3893352"/>
            <a:ext cx="346056" cy="345674"/>
            <a:chOff x="2238181" y="4120624"/>
            <a:chExt cx="346056" cy="345674"/>
          </a:xfrm>
        </p:grpSpPr>
        <p:grpSp>
          <p:nvGrpSpPr>
            <p:cNvPr id="15366" name="Google Shape;15366;p69"/>
            <p:cNvGrpSpPr/>
            <p:nvPr/>
          </p:nvGrpSpPr>
          <p:grpSpPr>
            <a:xfrm>
              <a:off x="2309209" y="4177423"/>
              <a:ext cx="204025" cy="232089"/>
              <a:chOff x="1512725" y="258500"/>
              <a:chExt cx="4570900" cy="5199625"/>
            </a:xfrm>
          </p:grpSpPr>
          <p:sp>
            <p:nvSpPr>
              <p:cNvPr id="15367" name="Google Shape;15367;p69"/>
              <p:cNvSpPr/>
              <p:nvPr/>
            </p:nvSpPr>
            <p:spPr>
              <a:xfrm>
                <a:off x="1512725" y="2700900"/>
                <a:ext cx="2654475" cy="2757225"/>
              </a:xfrm>
              <a:custGeom>
                <a:avLst/>
                <a:gdLst/>
                <a:ahLst/>
                <a:cxnLst/>
                <a:rect l="l" t="t" r="r" b="b"/>
                <a:pathLst>
                  <a:path w="106179" h="110289" extrusionOk="0">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8" name="Google Shape;15368;p69"/>
              <p:cNvSpPr/>
              <p:nvPr/>
            </p:nvSpPr>
            <p:spPr>
              <a:xfrm>
                <a:off x="2323325" y="258500"/>
                <a:ext cx="3760300" cy="4390225"/>
              </a:xfrm>
              <a:custGeom>
                <a:avLst/>
                <a:gdLst/>
                <a:ahLst/>
                <a:cxnLst/>
                <a:rect l="l" t="t" r="r" b="b"/>
                <a:pathLst>
                  <a:path w="150412" h="175609" extrusionOk="0">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369" name="Google Shape;15369;p69"/>
            <p:cNvSpPr/>
            <p:nvPr/>
          </p:nvSpPr>
          <p:spPr>
            <a:xfrm>
              <a:off x="2238181" y="4120624"/>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370" name="Google Shape;15370;p69"/>
          <p:cNvSpPr txBox="1"/>
          <p:nvPr/>
        </p:nvSpPr>
        <p:spPr>
          <a:xfrm>
            <a:off x="1048350" y="719652"/>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SEO &amp; Marketing Icons</a:t>
            </a:r>
            <a:endParaRPr sz="2400">
              <a:solidFill>
                <a:srgbClr val="FFFFFF"/>
              </a:solidFill>
            </a:endParaRPr>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374"/>
        <p:cNvGrpSpPr/>
        <p:nvPr/>
      </p:nvGrpSpPr>
      <p:grpSpPr>
        <a:xfrm>
          <a:off x="0" y="0"/>
          <a:ext cx="0" cy="0"/>
          <a:chOff x="0" y="0"/>
          <a:chExt cx="0" cy="0"/>
        </a:xfrm>
      </p:grpSpPr>
      <p:pic>
        <p:nvPicPr>
          <p:cNvPr id="15375" name="Google Shape;15375;p70">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name="Programming Language Workshop for Beginners by Slidesgo">
  <a:themeElements>
    <a:clrScheme name="Simple Light">
      <a:dk1>
        <a:srgbClr val="2E323B"/>
      </a:dk1>
      <a:lt1>
        <a:srgbClr val="FF5858"/>
      </a:lt1>
      <a:dk2>
        <a:srgbClr val="72D9F0"/>
      </a:dk2>
      <a:lt2>
        <a:srgbClr val="FCC642"/>
      </a:lt2>
      <a:accent1>
        <a:srgbClr val="DBA0DB"/>
      </a:accent1>
      <a:accent2>
        <a:srgbClr val="A5CF27"/>
      </a:accent2>
      <a:accent3>
        <a:srgbClr val="E7E7E7"/>
      </a:accent3>
      <a:accent4>
        <a:srgbClr val="707070"/>
      </a:accent4>
      <a:accent5>
        <a:srgbClr val="16191F"/>
      </a:accent5>
      <a:accent6>
        <a:srgbClr val="FFFFFF"/>
      </a:accent6>
      <a:hlink>
        <a:srgbClr val="FF5858"/>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591</TotalTime>
  <Words>2137</Words>
  <Application>Microsoft Office PowerPoint</Application>
  <PresentationFormat>On-screen Show (16:9)</PresentationFormat>
  <Paragraphs>414</Paragraphs>
  <Slides>55</Slides>
  <Notes>55</Notes>
  <HiddenSlides>0</HiddenSlides>
  <MMClips>0</MMClips>
  <ScaleCrop>false</ScaleCrop>
  <HeadingPairs>
    <vt:vector size="6" baseType="variant">
      <vt:variant>
        <vt:lpstr>Fonts Used</vt:lpstr>
      </vt:variant>
      <vt:variant>
        <vt:i4>10</vt:i4>
      </vt:variant>
      <vt:variant>
        <vt:lpstr>Theme</vt:lpstr>
      </vt:variant>
      <vt:variant>
        <vt:i4>2</vt:i4>
      </vt:variant>
      <vt:variant>
        <vt:lpstr>Slide Titles</vt:lpstr>
      </vt:variant>
      <vt:variant>
        <vt:i4>55</vt:i4>
      </vt:variant>
    </vt:vector>
  </HeadingPairs>
  <TitlesOfParts>
    <vt:vector size="67" baseType="lpstr">
      <vt:lpstr>Fira Code</vt:lpstr>
      <vt:lpstr>Proxima Nova</vt:lpstr>
      <vt:lpstr>B Nazanin</vt:lpstr>
      <vt:lpstr>Arial</vt:lpstr>
      <vt:lpstr>Lalezar</vt:lpstr>
      <vt:lpstr>Amatic SC</vt:lpstr>
      <vt:lpstr>Calibri</vt:lpstr>
      <vt:lpstr>Proxima Nova Semibold</vt:lpstr>
      <vt:lpstr>Roboto Medium</vt:lpstr>
      <vt:lpstr>Montserrat</vt:lpstr>
      <vt:lpstr>Programming Language Workshop for Beginners by Slidesgo</vt:lpstr>
      <vt:lpstr>Slidesgo Final Pages</vt:lpstr>
      <vt:lpstr>PowerPoint Presentation</vt:lpstr>
      <vt:lpstr>Decision Making In Programming </vt:lpstr>
      <vt:lpstr>Decision making;</vt:lpstr>
      <vt:lpstr>Angles and Positions;</vt:lpstr>
      <vt:lpstr>Banking Operations;</vt:lpstr>
      <vt:lpstr>Banking Operations;</vt:lpstr>
      <vt:lpstr>Banking Operations;</vt:lpstr>
      <vt:lpstr>Banking Operations;</vt:lpstr>
      <vt:lpstr>Banking Operations;</vt:lpstr>
      <vt:lpstr>Banking Operations;</vt:lpstr>
      <vt:lpstr>Banking Operations;</vt:lpstr>
      <vt:lpstr>Banking Operations;</vt:lpstr>
      <vt:lpstr>Banking Operations;</vt:lpstr>
      <vt:lpstr>Homework;</vt:lpstr>
      <vt:lpstr>01</vt:lpstr>
      <vt:lpstr>01 {</vt:lpstr>
      <vt:lpstr>Concepts &lt; /1 &gt; { </vt:lpstr>
      <vt:lpstr>Introduction; {</vt:lpstr>
      <vt:lpstr>What Is this ‘Topic About ?’ {</vt:lpstr>
      <vt:lpstr>Features of ‘the Topic’ {</vt:lpstr>
      <vt:lpstr>Recommendations; {</vt:lpstr>
      <vt:lpstr>Examples About ‘The Topic’{</vt:lpstr>
      <vt:lpstr>Practical Exercise {</vt:lpstr>
      <vt:lpstr>9h 55m 23s {  </vt:lpstr>
      <vt:lpstr>Awesome { Words; </vt:lpstr>
      <vt:lpstr>Did You Know ‘This ?’ {</vt:lpstr>
      <vt:lpstr>A ‘Picture’ Always Reinforces The Concept {</vt:lpstr>
      <vt:lpstr>150,005,630 {</vt:lpstr>
      <vt:lpstr>— Someone ‘Famous’</vt:lpstr>
      <vt:lpstr>Review ‘Concepts’ {</vt:lpstr>
      <vt:lpstr>Planning of ‘September’{</vt:lpstr>
      <vt:lpstr>JavaScript For ‘Beginners’ {</vt:lpstr>
      <vt:lpstr>Desktop Software {</vt:lpstr>
      <vt:lpstr>Thanks; {</vt:lpstr>
      <vt:lpstr>Web ‘Design’</vt:lpstr>
      <vt:lpstr>Alternative ‘Resources’ {</vt:lpstr>
      <vt:lpstr>Resources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creator>shayan naghizadeh</dc:creator>
  <cp:lastModifiedBy>Esmaeil Khosravi</cp:lastModifiedBy>
  <cp:revision>4</cp:revision>
  <dcterms:modified xsi:type="dcterms:W3CDTF">2025-07-21T20:28:18Z</dcterms:modified>
</cp:coreProperties>
</file>